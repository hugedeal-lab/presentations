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4"/>
  </p:notesMasterIdLst>
  <p:sldIdLst>
    <p:sldId id="261" r:id="rId2"/>
    <p:sldId id="281" r:id="rId3"/>
    <p:sldId id="258" r:id="rId4"/>
    <p:sldId id="259" r:id="rId5"/>
    <p:sldId id="260" r:id="rId6"/>
    <p:sldId id="269" r:id="rId7"/>
    <p:sldId id="292" r:id="rId8"/>
    <p:sldId id="289" r:id="rId9"/>
    <p:sldId id="293" r:id="rId10"/>
    <p:sldId id="290" r:id="rId11"/>
    <p:sldId id="264" r:id="rId12"/>
    <p:sldId id="267" r:id="rId13"/>
    <p:sldId id="273" r:id="rId14"/>
    <p:sldId id="268" r:id="rId15"/>
    <p:sldId id="256" r:id="rId16"/>
    <p:sldId id="291" r:id="rId17"/>
    <p:sldId id="270" r:id="rId18"/>
    <p:sldId id="271" r:id="rId19"/>
    <p:sldId id="265" r:id="rId20"/>
    <p:sldId id="266" r:id="rId21"/>
    <p:sldId id="274" r:id="rId22"/>
    <p:sldId id="272" r:id="rId23"/>
    <p:sldId id="275" r:id="rId24"/>
    <p:sldId id="282" r:id="rId25"/>
    <p:sldId id="277" r:id="rId26"/>
    <p:sldId id="278" r:id="rId27"/>
    <p:sldId id="279" r:id="rId28"/>
    <p:sldId id="283" r:id="rId29"/>
    <p:sldId id="280" r:id="rId30"/>
    <p:sldId id="284" r:id="rId31"/>
    <p:sldId id="287" r:id="rId32"/>
    <p:sldId id="300" r:id="rId33"/>
    <p:sldId id="299" r:id="rId34"/>
    <p:sldId id="301" r:id="rId35"/>
    <p:sldId id="285" r:id="rId36"/>
    <p:sldId id="298" r:id="rId37"/>
    <p:sldId id="294" r:id="rId38"/>
    <p:sldId id="295" r:id="rId39"/>
    <p:sldId id="288" r:id="rId40"/>
    <p:sldId id="296" r:id="rId41"/>
    <p:sldId id="297" r:id="rId42"/>
    <p:sldId id="286" r:id="rId43"/>
  </p:sldIdLst>
  <p:sldSz cx="12192000" cy="6858000"/>
  <p:notesSz cx="6858000" cy="9144000"/>
  <p:embeddedFontLst>
    <p:embeddedFont>
      <p:font typeface="DM Sans 14pt" pitchFamily="2" charset="77"/>
      <p:regular r:id="rId45"/>
      <p:bold r:id="rId46"/>
      <p:italic r:id="rId47"/>
      <p:boldItalic r:id="rId48"/>
    </p:embeddedFont>
    <p:embeddedFont>
      <p:font typeface="DM Sans 14pt ExtraLight" pitchFamily="2" charset="77"/>
      <p:regular r:id="rId49"/>
      <p:bold r:id="rId50"/>
      <p:italic r:id="rId51"/>
      <p:boldItalic r:id="rId52"/>
    </p:embeddedFont>
    <p:embeddedFont>
      <p:font typeface="DM Sans 14pt SemiBold" pitchFamily="2" charset="77"/>
      <p:regular r:id="rId53"/>
      <p:bold r:id="rId54"/>
      <p:italic r:id="rId55"/>
      <p:boldItalic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D55B8A-9775-9915-1964-B7C74E4B60E3}" name="Jamal Gamby" initials="JG" userId="S::jgamby@wtads.com::5844a654-2af3-43f6-8f21-56b20bc5146d" providerId="AD"/>
  <p188:author id="{2831CAC7-FB86-12C4-C206-7797C3572331}" name="Dusty Sumner" initials="DS" userId="11d97796253fa49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33B2F"/>
    <a:srgbClr val="D45B2F"/>
    <a:srgbClr val="15223D"/>
    <a:srgbClr val="193F7F"/>
    <a:srgbClr val="FBFBFB"/>
    <a:srgbClr val="183968"/>
    <a:srgbClr val="102B52"/>
    <a:srgbClr val="0F2647"/>
    <a:srgbClr val="0F2B47"/>
    <a:srgbClr val="EAF3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CE39DD-36BC-FF2F-E6AD-B866F889ABC2}" v="2" dt="2026-02-03T21:35:17.628"/>
    <p1510:client id="{4EF6CB7C-0429-6447-86E0-9DD9B165E51C}" v="1" dt="2026-02-03T21:36:44.8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85"/>
    <p:restoredTop sz="94475"/>
  </p:normalViewPr>
  <p:slideViewPr>
    <p:cSldViewPr snapToGrid="0">
      <p:cViewPr varScale="1">
        <p:scale>
          <a:sx n="99" d="100"/>
          <a:sy n="99" d="100"/>
        </p:scale>
        <p:origin x="208" y="51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viewProps" Target="viewProps.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4A27-984E-84AF-5ECB9FD66708}"/>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4A27-984E-84AF-5ECB9FD66708}"/>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4A27-984E-84AF-5ECB9FD66708}"/>
              </c:ext>
            </c:extLst>
          </c:dPt>
          <c:dPt>
            <c:idx val="3"/>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4A27-984E-84AF-5ECB9FD66708}"/>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184-FD40-AA2B-2D495ED69BC5}"/>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noFill/>
            </a:ln>
          </c:spPr>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4A27-984E-84AF-5ECB9FD66708}"/>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4A27-984E-84AF-5ECB9FD66708}"/>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4A27-984E-84AF-5ECB9FD66708}"/>
              </c:ext>
            </c:extLst>
          </c:dPt>
          <c:dPt>
            <c:idx val="3"/>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4A27-984E-84AF-5ECB9FD66708}"/>
              </c:ext>
            </c:extLst>
          </c:dPt>
          <c:dLbls>
            <c:dLbl>
              <c:idx val="0"/>
              <c:layout>
                <c:manualLayout>
                  <c:x val="-0.14626395223279495"/>
                  <c:y val="-5.9705232549443703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A27-984E-84AF-5ECB9FD66708}"/>
                </c:ext>
              </c:extLst>
            </c:dLbl>
            <c:dLbl>
              <c:idx val="1"/>
              <c:layout>
                <c:manualLayout>
                  <c:x val="0.14004133972150132"/>
                  <c:y val="-5.7730704918862424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A27-984E-84AF-5ECB9FD66708}"/>
                </c:ext>
              </c:extLst>
            </c:dLbl>
            <c:dLbl>
              <c:idx val="2"/>
              <c:layout>
                <c:manualLayout>
                  <c:x val="0.11766570481706509"/>
                  <c:y val="0.10670952151767968"/>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A27-984E-84AF-5ECB9FD66708}"/>
                </c:ext>
              </c:extLst>
            </c:dLbl>
            <c:dLbl>
              <c:idx val="3"/>
              <c:layout>
                <c:manualLayout>
                  <c:x val="5.9094546759666453E-2"/>
                  <c:y val="0.1173029636764364"/>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A27-984E-84AF-5ECB9FD66708}"/>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184-FD40-AA2B-2D495ED69BC5}"/>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Sales</c:v>
                </c:pt>
              </c:strCache>
            </c:strRef>
          </c:tx>
          <c:spPr>
            <a:solidFill>
              <a:schemeClr val="accent1"/>
            </a:solidFill>
            <a:ln>
              <a:noFill/>
            </a:ln>
            <a:effectLst/>
          </c:spPr>
          <c:invertIfNegative val="0"/>
          <c:dPt>
            <c:idx val="0"/>
            <c:invertIfNegative val="0"/>
            <c:bubble3D val="0"/>
            <c:spPr>
              <a:solidFill>
                <a:schemeClr val="accent3"/>
              </a:solidFill>
              <a:ln w="34925">
                <a:noFill/>
              </a:ln>
              <a:effectLst/>
            </c:spPr>
            <c:extLst>
              <c:ext xmlns:c16="http://schemas.microsoft.com/office/drawing/2014/chart" uri="{C3380CC4-5D6E-409C-BE32-E72D297353CC}">
                <c16:uniqueId val="{00000001-4A27-984E-84AF-5ECB9FD66708}"/>
              </c:ext>
            </c:extLst>
          </c:dPt>
          <c:dPt>
            <c:idx val="1"/>
            <c:invertIfNegative val="0"/>
            <c:bubble3D val="0"/>
            <c:spPr>
              <a:solidFill>
                <a:schemeClr val="accent2"/>
              </a:solidFill>
              <a:ln w="34925">
                <a:noFill/>
              </a:ln>
              <a:effectLst/>
            </c:spPr>
            <c:extLst>
              <c:ext xmlns:c16="http://schemas.microsoft.com/office/drawing/2014/chart" uri="{C3380CC4-5D6E-409C-BE32-E72D297353CC}">
                <c16:uniqueId val="{00000003-4A27-984E-84AF-5ECB9FD66708}"/>
              </c:ext>
            </c:extLst>
          </c:dPt>
          <c:dPt>
            <c:idx val="2"/>
            <c:invertIfNegative val="0"/>
            <c:bubble3D val="0"/>
            <c:spPr>
              <a:solidFill>
                <a:schemeClr val="accent1"/>
              </a:solidFill>
              <a:ln w="34925">
                <a:noFill/>
              </a:ln>
              <a:effectLst/>
            </c:spPr>
            <c:extLst>
              <c:ext xmlns:c16="http://schemas.microsoft.com/office/drawing/2014/chart" uri="{C3380CC4-5D6E-409C-BE32-E72D297353CC}">
                <c16:uniqueId val="{00000005-4A27-984E-84AF-5ECB9FD66708}"/>
              </c:ext>
            </c:extLst>
          </c:dPt>
          <c:dPt>
            <c:idx val="3"/>
            <c:invertIfNegative val="0"/>
            <c:bubble3D val="0"/>
            <c:spPr>
              <a:solidFill>
                <a:schemeClr val="accent4"/>
              </a:solidFill>
              <a:ln w="34925">
                <a:noFill/>
              </a:ln>
              <a:effectLst/>
            </c:spPr>
            <c:extLst>
              <c:ext xmlns:c16="http://schemas.microsoft.com/office/drawing/2014/chart" uri="{C3380CC4-5D6E-409C-BE32-E72D297353CC}">
                <c16:uniqueId val="{00000007-4A27-984E-84AF-5ECB9FD66708}"/>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DM Sans 14pt" pitchFamily="2" charset="77"/>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184-FD40-AA2B-2D495ED69BC5}"/>
            </c:ext>
          </c:extLst>
        </c:ser>
        <c:dLbls>
          <c:dLblPos val="ctr"/>
          <c:showLegendKey val="0"/>
          <c:showVal val="1"/>
          <c:showCatName val="0"/>
          <c:showSerName val="0"/>
          <c:showPercent val="0"/>
          <c:showBubbleSize val="0"/>
        </c:dLbls>
        <c:gapWidth val="150"/>
        <c:overlap val="100"/>
        <c:axId val="1943113216"/>
        <c:axId val="1943115456"/>
      </c:barChart>
      <c:valAx>
        <c:axId val="194311545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DM Sans 14pt" pitchFamily="2" charset="77"/>
                <a:ea typeface="+mn-ea"/>
                <a:cs typeface="+mn-cs"/>
              </a:defRPr>
            </a:pPr>
            <a:endParaRPr lang="en-US"/>
          </a:p>
        </c:txPr>
        <c:crossAx val="1943113216"/>
        <c:crosses val="autoZero"/>
        <c:crossBetween val="between"/>
      </c:valAx>
      <c:catAx>
        <c:axId val="1943113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1943115456"/>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DM Sans 14pt"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Sales</c:v>
                </c:pt>
              </c:strCache>
            </c:strRef>
          </c:tx>
          <c:spPr>
            <a:solidFill>
              <a:schemeClr val="accent1"/>
            </a:solidFill>
            <a:ln>
              <a:noFill/>
            </a:ln>
            <a:effectLst/>
          </c:spPr>
          <c:invertIfNegative val="0"/>
          <c:dPt>
            <c:idx val="0"/>
            <c:invertIfNegative val="0"/>
            <c:bubble3D val="0"/>
            <c:spPr>
              <a:solidFill>
                <a:schemeClr val="accent3"/>
              </a:solidFill>
              <a:ln w="34925">
                <a:noFill/>
              </a:ln>
              <a:effectLst/>
            </c:spPr>
            <c:extLst>
              <c:ext xmlns:c16="http://schemas.microsoft.com/office/drawing/2014/chart" uri="{C3380CC4-5D6E-409C-BE32-E72D297353CC}">
                <c16:uniqueId val="{00000001-4A27-984E-84AF-5ECB9FD66708}"/>
              </c:ext>
            </c:extLst>
          </c:dPt>
          <c:dPt>
            <c:idx val="1"/>
            <c:invertIfNegative val="0"/>
            <c:bubble3D val="0"/>
            <c:spPr>
              <a:solidFill>
                <a:schemeClr val="accent2"/>
              </a:solidFill>
              <a:ln w="34925">
                <a:noFill/>
              </a:ln>
              <a:effectLst/>
            </c:spPr>
            <c:extLst>
              <c:ext xmlns:c16="http://schemas.microsoft.com/office/drawing/2014/chart" uri="{C3380CC4-5D6E-409C-BE32-E72D297353CC}">
                <c16:uniqueId val="{00000003-4A27-984E-84AF-5ECB9FD66708}"/>
              </c:ext>
            </c:extLst>
          </c:dPt>
          <c:dPt>
            <c:idx val="2"/>
            <c:invertIfNegative val="0"/>
            <c:bubble3D val="0"/>
            <c:spPr>
              <a:solidFill>
                <a:schemeClr val="accent1"/>
              </a:solidFill>
              <a:ln w="34925">
                <a:noFill/>
              </a:ln>
              <a:effectLst/>
            </c:spPr>
            <c:extLst>
              <c:ext xmlns:c16="http://schemas.microsoft.com/office/drawing/2014/chart" uri="{C3380CC4-5D6E-409C-BE32-E72D297353CC}">
                <c16:uniqueId val="{00000005-4A27-984E-84AF-5ECB9FD66708}"/>
              </c:ext>
            </c:extLst>
          </c:dPt>
          <c:dPt>
            <c:idx val="3"/>
            <c:invertIfNegative val="0"/>
            <c:bubble3D val="0"/>
            <c:spPr>
              <a:solidFill>
                <a:schemeClr val="accent4"/>
              </a:solidFill>
              <a:ln w="34925">
                <a:noFill/>
              </a:ln>
              <a:effectLst/>
            </c:spPr>
            <c:extLst>
              <c:ext xmlns:c16="http://schemas.microsoft.com/office/drawing/2014/chart" uri="{C3380CC4-5D6E-409C-BE32-E72D297353CC}">
                <c16:uniqueId val="{00000007-4A27-984E-84AF-5ECB9FD66708}"/>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DM Sans 14pt" pitchFamily="2" charset="77"/>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184-FD40-AA2B-2D495ED69BC5}"/>
            </c:ext>
          </c:extLst>
        </c:ser>
        <c:dLbls>
          <c:dLblPos val="ctr"/>
          <c:showLegendKey val="0"/>
          <c:showVal val="1"/>
          <c:showCatName val="0"/>
          <c:showSerName val="0"/>
          <c:showPercent val="0"/>
          <c:showBubbleSize val="0"/>
        </c:dLbls>
        <c:gapWidth val="150"/>
        <c:axId val="1943113216"/>
        <c:axId val="1943115456"/>
      </c:barChart>
      <c:valAx>
        <c:axId val="194311545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DM Sans 14pt" pitchFamily="2" charset="77"/>
                <a:ea typeface="+mn-ea"/>
                <a:cs typeface="+mn-cs"/>
              </a:defRPr>
            </a:pPr>
            <a:endParaRPr lang="en-US"/>
          </a:p>
        </c:txPr>
        <c:crossAx val="1943113216"/>
        <c:crosses val="autoZero"/>
        <c:crossBetween val="between"/>
      </c:valAx>
      <c:catAx>
        <c:axId val="194311321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1943115456"/>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DM Sans 14pt"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06">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06">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B3B7BE-F32F-764A-95E5-78B318E533E9}" type="datetimeFigureOut">
              <a:rPr lang="en-US" smtClean="0"/>
              <a:t>3/12/26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EE6C3D-B459-CA43-8E1D-9E102752FDAD}" type="slidenum">
              <a:rPr lang="en-US" smtClean="0"/>
              <a:t>‹#›</a:t>
            </a:fld>
            <a:endParaRPr lang="en-US"/>
          </a:p>
        </p:txBody>
      </p:sp>
    </p:spTree>
    <p:extLst>
      <p:ext uri="{BB962C8B-B14F-4D97-AF65-F5344CB8AC3E}">
        <p14:creationId xmlns:p14="http://schemas.microsoft.com/office/powerpoint/2010/main" val="1462425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E6C3D-B459-CA43-8E1D-9E102752FDAD}" type="slidenum">
              <a:rPr lang="en-US" smtClean="0"/>
              <a:t>21</a:t>
            </a:fld>
            <a:endParaRPr lang="en-US"/>
          </a:p>
        </p:txBody>
      </p:sp>
    </p:spTree>
    <p:extLst>
      <p:ext uri="{BB962C8B-B14F-4D97-AF65-F5344CB8AC3E}">
        <p14:creationId xmlns:p14="http://schemas.microsoft.com/office/powerpoint/2010/main" val="2181693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2F19E-4920-1E69-7E31-7948F6FBBF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DEA50-DFAF-CC51-707F-080EECBDE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8E5A1-869D-BFBF-F196-F2E9834DA8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A09453-E069-1281-0C34-5C281C739549}"/>
              </a:ext>
            </a:extLst>
          </p:cNvPr>
          <p:cNvSpPr>
            <a:spLocks noGrp="1"/>
          </p:cNvSpPr>
          <p:nvPr>
            <p:ph type="sldNum" sz="quarter" idx="5"/>
          </p:nvPr>
        </p:nvSpPr>
        <p:spPr/>
        <p:txBody>
          <a:bodyPr/>
          <a:lstStyle/>
          <a:p>
            <a:fld id="{6DEE6C3D-B459-CA43-8E1D-9E102752FDAD}" type="slidenum">
              <a:rPr lang="en-US" smtClean="0"/>
              <a:t>24</a:t>
            </a:fld>
            <a:endParaRPr lang="en-US"/>
          </a:p>
        </p:txBody>
      </p:sp>
    </p:spTree>
    <p:extLst>
      <p:ext uri="{BB962C8B-B14F-4D97-AF65-F5344CB8AC3E}">
        <p14:creationId xmlns:p14="http://schemas.microsoft.com/office/powerpoint/2010/main" val="1360459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E6C3D-B459-CA43-8E1D-9E102752FDAD}" type="slidenum">
              <a:rPr lang="en-US" smtClean="0"/>
              <a:t>25</a:t>
            </a:fld>
            <a:endParaRPr lang="en-US"/>
          </a:p>
        </p:txBody>
      </p:sp>
    </p:spTree>
    <p:extLst>
      <p:ext uri="{BB962C8B-B14F-4D97-AF65-F5344CB8AC3E}">
        <p14:creationId xmlns:p14="http://schemas.microsoft.com/office/powerpoint/2010/main" val="31009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E6C3D-B459-CA43-8E1D-9E102752FDAD}" type="slidenum">
              <a:rPr lang="en-US" smtClean="0"/>
              <a:t>37</a:t>
            </a:fld>
            <a:endParaRPr lang="en-US"/>
          </a:p>
        </p:txBody>
      </p:sp>
    </p:spTree>
    <p:extLst>
      <p:ext uri="{BB962C8B-B14F-4D97-AF65-F5344CB8AC3E}">
        <p14:creationId xmlns:p14="http://schemas.microsoft.com/office/powerpoint/2010/main" val="27587708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red and blue background&#10;&#10;AI-generated content may be incorrect.">
            <a:extLst>
              <a:ext uri="{FF2B5EF4-FFF2-40B4-BE49-F238E27FC236}">
                <a16:creationId xmlns:a16="http://schemas.microsoft.com/office/drawing/2014/main" id="{ED22A472-765B-8798-F965-FF69E5965D2E}"/>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352A9EB-3CF8-51F1-2063-043EA0FE911C}"/>
              </a:ext>
            </a:extLst>
          </p:cNvPr>
          <p:cNvSpPr>
            <a:spLocks noGrp="1"/>
          </p:cNvSpPr>
          <p:nvPr>
            <p:ph type="title"/>
          </p:nvPr>
        </p:nvSpPr>
        <p:spPr>
          <a:xfrm>
            <a:off x="431315" y="2058839"/>
            <a:ext cx="7168978" cy="2238268"/>
          </a:xfrm>
        </p:spPr>
        <p:txBody>
          <a:bodyPr anchor="ctr"/>
          <a:lstStyle>
            <a:lvl1pPr>
              <a:defRPr sz="7500">
                <a:solidFill>
                  <a:schemeClr val="bg2"/>
                </a:solidFill>
              </a:defRPr>
            </a:lvl1pPr>
          </a:lstStyle>
          <a:p>
            <a:r>
              <a:rPr lang="en-US" dirty="0"/>
              <a:t>Click to edit Master title style</a:t>
            </a:r>
          </a:p>
        </p:txBody>
      </p:sp>
      <p:cxnSp>
        <p:nvCxnSpPr>
          <p:cNvPr id="8" name="Straight Connector 7">
            <a:extLst>
              <a:ext uri="{FF2B5EF4-FFF2-40B4-BE49-F238E27FC236}">
                <a16:creationId xmlns:a16="http://schemas.microsoft.com/office/drawing/2014/main" id="{7A125ED5-C775-CD9C-E69F-AA658DBE2CA4}"/>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2BF5880E-9786-96C3-F13E-98C9BB74775C}"/>
              </a:ext>
            </a:extLst>
          </p:cNvPr>
          <p:cNvPicPr>
            <a:picLocks noChangeAspect="1"/>
          </p:cNvPicPr>
          <p:nvPr userDrawn="1"/>
        </p:nvPicPr>
        <p:blipFill>
          <a:blip r:embed="rId4"/>
          <a:stretch>
            <a:fillRect/>
          </a:stretch>
        </p:blipFill>
        <p:spPr>
          <a:xfrm>
            <a:off x="10808329" y="6212665"/>
            <a:ext cx="927312" cy="377794"/>
          </a:xfrm>
          <a:prstGeom prst="rect">
            <a:avLst/>
          </a:prstGeom>
        </p:spPr>
      </p:pic>
      <p:sp>
        <p:nvSpPr>
          <p:cNvPr id="14" name="Picture Placeholder 27">
            <a:extLst>
              <a:ext uri="{FF2B5EF4-FFF2-40B4-BE49-F238E27FC236}">
                <a16:creationId xmlns:a16="http://schemas.microsoft.com/office/drawing/2014/main" id="{D92D9D9C-1D36-34F3-5B48-B16E06FD4C53}"/>
              </a:ext>
            </a:extLst>
          </p:cNvPr>
          <p:cNvSpPr>
            <a:spLocks noGrp="1"/>
          </p:cNvSpPr>
          <p:nvPr>
            <p:ph type="pic" sz="quarter" idx="12"/>
          </p:nvPr>
        </p:nvSpPr>
        <p:spPr>
          <a:xfrm>
            <a:off x="477624" y="939653"/>
            <a:ext cx="2187575" cy="741363"/>
          </a:xfrm>
          <a:prstGeom prst="rect">
            <a:avLst/>
          </a:prstGeom>
          <a:pattFill prst="wdUpDiag">
            <a:fgClr>
              <a:schemeClr val="tx1">
                <a:lumMod val="75000"/>
              </a:schemeClr>
            </a:fgClr>
            <a:bgClr>
              <a:schemeClr val="tx1">
                <a:lumMod val="50000"/>
              </a:schemeClr>
            </a:bgClr>
          </a:pattFill>
        </p:spPr>
        <p:txBody>
          <a:bodyPr/>
          <a:lstStyle/>
          <a:p>
            <a:endParaRPr lang="en-US"/>
          </a:p>
        </p:txBody>
      </p:sp>
      <p:sp>
        <p:nvSpPr>
          <p:cNvPr id="17" name="Date Placeholder 16">
            <a:extLst>
              <a:ext uri="{FF2B5EF4-FFF2-40B4-BE49-F238E27FC236}">
                <a16:creationId xmlns:a16="http://schemas.microsoft.com/office/drawing/2014/main" id="{B3BEA272-34B1-2940-5BAE-745754719C86}"/>
              </a:ext>
            </a:extLst>
          </p:cNvPr>
          <p:cNvSpPr>
            <a:spLocks noGrp="1"/>
          </p:cNvSpPr>
          <p:nvPr>
            <p:ph type="dt" sz="half" idx="13"/>
          </p:nvPr>
        </p:nvSpPr>
        <p:spPr/>
        <p:txBody>
          <a:bodyPr/>
          <a:lstStyle/>
          <a:p>
            <a:fld id="{C21E5767-6BB6-8347-966B-265950A71D0F}" type="datetime1">
              <a:rPr lang="en-US" smtClean="0"/>
              <a:t>3/12/26</a:t>
            </a:fld>
            <a:endParaRPr lang="en-US" dirty="0"/>
          </a:p>
        </p:txBody>
      </p:sp>
      <p:sp>
        <p:nvSpPr>
          <p:cNvPr id="20" name="Footer Placeholder 3">
            <a:extLst>
              <a:ext uri="{FF2B5EF4-FFF2-40B4-BE49-F238E27FC236}">
                <a16:creationId xmlns:a16="http://schemas.microsoft.com/office/drawing/2014/main" id="{0E62FB1D-5C95-528B-B85F-F4D4B4E9C9A0}"/>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21" name="Slide Number Placeholder 4">
            <a:extLst>
              <a:ext uri="{FF2B5EF4-FFF2-40B4-BE49-F238E27FC236}">
                <a16:creationId xmlns:a16="http://schemas.microsoft.com/office/drawing/2014/main" id="{2FC2235C-2650-9F83-B2F9-DF15866D3837}"/>
              </a:ext>
            </a:extLst>
          </p:cNvPr>
          <p:cNvSpPr>
            <a:spLocks noGrp="1"/>
          </p:cNvSpPr>
          <p:nvPr>
            <p:ph type="sldNum" sz="quarter" idx="14"/>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Tree>
    <p:extLst>
      <p:ext uri="{BB962C8B-B14F-4D97-AF65-F5344CB8AC3E}">
        <p14:creationId xmlns:p14="http://schemas.microsoft.com/office/powerpoint/2010/main" val="30382397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0_Section Header">
    <p:bg>
      <p:bgPr>
        <a:solidFill>
          <a:schemeClr val="accent1"/>
        </a:solidFill>
        <a:effectLst/>
      </p:bgPr>
    </p:bg>
    <p:spTree>
      <p:nvGrpSpPr>
        <p:cNvPr id="1" name=""/>
        <p:cNvGrpSpPr/>
        <p:nvPr/>
      </p:nvGrpSpPr>
      <p:grpSpPr>
        <a:xfrm>
          <a:off x="0" y="0"/>
          <a:ext cx="0" cy="0"/>
          <a:chOff x="0" y="0"/>
          <a:chExt cx="0" cy="0"/>
        </a:xfrm>
      </p:grpSpPr>
      <p:pic>
        <p:nvPicPr>
          <p:cNvPr id="7" name="Picture 6" descr="A blue background with lines&#10;&#10;AI-generated content may be incorrect.">
            <a:extLst>
              <a:ext uri="{FF2B5EF4-FFF2-40B4-BE49-F238E27FC236}">
                <a16:creationId xmlns:a16="http://schemas.microsoft.com/office/drawing/2014/main" id="{5AA18186-3B22-ECDA-20EA-266412110236}"/>
              </a:ext>
            </a:extLst>
          </p:cNvPr>
          <p:cNvPicPr>
            <a:picLocks noChangeAspect="1"/>
          </p:cNvPicPr>
          <p:nvPr userDrawn="1"/>
        </p:nvPicPr>
        <p:blipFill>
          <a:blip r:embed="rId2"/>
          <a:stretch>
            <a:fillRect/>
          </a:stretch>
        </p:blipFill>
        <p:spPr>
          <a:xfrm>
            <a:off x="0" y="0"/>
            <a:ext cx="12192000" cy="6858000"/>
          </a:xfrm>
          <a:prstGeom prst="rect">
            <a:avLst/>
          </a:prstGeom>
        </p:spPr>
      </p:pic>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6F65612A-EB47-5BF1-3924-8B101ABD600F}"/>
              </a:ext>
            </a:extLst>
          </p:cNvPr>
          <p:cNvSpPr txBox="1">
            <a:spLocks/>
          </p:cNvSpPr>
          <p:nvPr userDrawn="1"/>
        </p:nvSpPr>
        <p:spPr>
          <a:xfrm>
            <a:off x="3627413" y="1761320"/>
            <a:ext cx="169873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Let’</a:t>
            </a:r>
          </a:p>
        </p:txBody>
      </p:sp>
      <p:sp>
        <p:nvSpPr>
          <p:cNvPr id="14" name="Title 1">
            <a:extLst>
              <a:ext uri="{FF2B5EF4-FFF2-40B4-BE49-F238E27FC236}">
                <a16:creationId xmlns:a16="http://schemas.microsoft.com/office/drawing/2014/main" id="{EDBD1BE7-DCC7-C619-EF31-E84B6225D67B}"/>
              </a:ext>
            </a:extLst>
          </p:cNvPr>
          <p:cNvSpPr txBox="1">
            <a:spLocks/>
          </p:cNvSpPr>
          <p:nvPr userDrawn="1"/>
        </p:nvSpPr>
        <p:spPr>
          <a:xfrm>
            <a:off x="2116212" y="2749541"/>
            <a:ext cx="795957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forward together</a:t>
            </a:r>
          </a:p>
        </p:txBody>
      </p:sp>
      <p:sp>
        <p:nvSpPr>
          <p:cNvPr id="15" name="Title 1">
            <a:extLst>
              <a:ext uri="{FF2B5EF4-FFF2-40B4-BE49-F238E27FC236}">
                <a16:creationId xmlns:a16="http://schemas.microsoft.com/office/drawing/2014/main" id="{FA73980B-52C4-ABE7-0BCE-CA7BC94651E9}"/>
              </a:ext>
            </a:extLst>
          </p:cNvPr>
          <p:cNvSpPr txBox="1">
            <a:spLocks/>
          </p:cNvSpPr>
          <p:nvPr userDrawn="1"/>
        </p:nvSpPr>
        <p:spPr>
          <a:xfrm>
            <a:off x="5601714" y="1761320"/>
            <a:ext cx="2902205"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b="1" i="1" dirty="0">
                <a:solidFill>
                  <a:schemeClr val="accent3"/>
                </a:solidFill>
                <a:latin typeface="DM Sans 14pt SemiBold" pitchFamily="2" charset="77"/>
              </a:rPr>
              <a:t>move</a:t>
            </a:r>
          </a:p>
        </p:txBody>
      </p:sp>
      <p:sp>
        <p:nvSpPr>
          <p:cNvPr id="2" name="Footer Placeholder 3">
            <a:extLst>
              <a:ext uri="{FF2B5EF4-FFF2-40B4-BE49-F238E27FC236}">
                <a16:creationId xmlns:a16="http://schemas.microsoft.com/office/drawing/2014/main" id="{4D5DB054-30D4-8652-CB76-8060EB43685C}"/>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9837B33E-B733-2617-16F7-E1AA08B4875E}"/>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pic>
        <p:nvPicPr>
          <p:cNvPr id="4" name="Picture 3" descr="A close up of a logo&#10;&#10;AI-generated content may be incorrect.">
            <a:extLst>
              <a:ext uri="{FF2B5EF4-FFF2-40B4-BE49-F238E27FC236}">
                <a16:creationId xmlns:a16="http://schemas.microsoft.com/office/drawing/2014/main" id="{13A2274A-F90F-8984-B2BA-2754AEE823A4}"/>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8" name="Title 1">
            <a:extLst>
              <a:ext uri="{FF2B5EF4-FFF2-40B4-BE49-F238E27FC236}">
                <a16:creationId xmlns:a16="http://schemas.microsoft.com/office/drawing/2014/main" id="{670CD494-6AF9-964C-79DB-2F7EF1888542}"/>
              </a:ext>
            </a:extLst>
          </p:cNvPr>
          <p:cNvSpPr txBox="1">
            <a:spLocks/>
          </p:cNvSpPr>
          <p:nvPr userDrawn="1"/>
        </p:nvSpPr>
        <p:spPr>
          <a:xfrm>
            <a:off x="4994493" y="1761320"/>
            <a:ext cx="669641"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s</a:t>
            </a:r>
          </a:p>
        </p:txBody>
      </p:sp>
    </p:spTree>
    <p:extLst>
      <p:ext uri="{BB962C8B-B14F-4D97-AF65-F5344CB8AC3E}">
        <p14:creationId xmlns:p14="http://schemas.microsoft.com/office/powerpoint/2010/main" val="190235091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Section Header">
    <p:bg>
      <p:bgPr>
        <a:solidFill>
          <a:schemeClr val="accent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6F65612A-EB47-5BF1-3924-8B101ABD600F}"/>
              </a:ext>
            </a:extLst>
          </p:cNvPr>
          <p:cNvSpPr txBox="1">
            <a:spLocks/>
          </p:cNvSpPr>
          <p:nvPr userDrawn="1"/>
        </p:nvSpPr>
        <p:spPr>
          <a:xfrm>
            <a:off x="3627413" y="1761320"/>
            <a:ext cx="169873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Let’</a:t>
            </a:r>
          </a:p>
        </p:txBody>
      </p:sp>
      <p:sp>
        <p:nvSpPr>
          <p:cNvPr id="14" name="Title 1">
            <a:extLst>
              <a:ext uri="{FF2B5EF4-FFF2-40B4-BE49-F238E27FC236}">
                <a16:creationId xmlns:a16="http://schemas.microsoft.com/office/drawing/2014/main" id="{EDBD1BE7-DCC7-C619-EF31-E84B6225D67B}"/>
              </a:ext>
            </a:extLst>
          </p:cNvPr>
          <p:cNvSpPr txBox="1">
            <a:spLocks/>
          </p:cNvSpPr>
          <p:nvPr userDrawn="1"/>
        </p:nvSpPr>
        <p:spPr>
          <a:xfrm>
            <a:off x="2116212" y="2749541"/>
            <a:ext cx="795957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forward together</a:t>
            </a:r>
          </a:p>
        </p:txBody>
      </p:sp>
      <p:sp>
        <p:nvSpPr>
          <p:cNvPr id="15" name="Title 1">
            <a:extLst>
              <a:ext uri="{FF2B5EF4-FFF2-40B4-BE49-F238E27FC236}">
                <a16:creationId xmlns:a16="http://schemas.microsoft.com/office/drawing/2014/main" id="{FA73980B-52C4-ABE7-0BCE-CA7BC94651E9}"/>
              </a:ext>
            </a:extLst>
          </p:cNvPr>
          <p:cNvSpPr txBox="1">
            <a:spLocks/>
          </p:cNvSpPr>
          <p:nvPr userDrawn="1"/>
        </p:nvSpPr>
        <p:spPr>
          <a:xfrm>
            <a:off x="5601714" y="1761320"/>
            <a:ext cx="2902205"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b="1" i="1" dirty="0">
                <a:solidFill>
                  <a:schemeClr val="accent3"/>
                </a:solidFill>
                <a:latin typeface="DM Sans 14pt SemiBold" pitchFamily="2" charset="77"/>
              </a:rPr>
              <a:t>move</a:t>
            </a:r>
          </a:p>
        </p:txBody>
      </p:sp>
      <p:sp>
        <p:nvSpPr>
          <p:cNvPr id="2" name="Footer Placeholder 3">
            <a:extLst>
              <a:ext uri="{FF2B5EF4-FFF2-40B4-BE49-F238E27FC236}">
                <a16:creationId xmlns:a16="http://schemas.microsoft.com/office/drawing/2014/main" id="{4D5DB054-30D4-8652-CB76-8060EB43685C}"/>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9837B33E-B733-2617-16F7-E1AA08B4875E}"/>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pic>
        <p:nvPicPr>
          <p:cNvPr id="4" name="Picture 3" descr="A close up of a logo&#10;&#10;AI-generated content may be incorrect.">
            <a:extLst>
              <a:ext uri="{FF2B5EF4-FFF2-40B4-BE49-F238E27FC236}">
                <a16:creationId xmlns:a16="http://schemas.microsoft.com/office/drawing/2014/main" id="{13A2274A-F90F-8984-B2BA-2754AEE823A4}"/>
              </a:ext>
            </a:extLst>
          </p:cNvPr>
          <p:cNvPicPr>
            <a:picLocks noChangeAspect="1"/>
          </p:cNvPicPr>
          <p:nvPr userDrawn="1"/>
        </p:nvPicPr>
        <p:blipFill>
          <a:blip r:embed="rId2"/>
          <a:stretch>
            <a:fillRect/>
          </a:stretch>
        </p:blipFill>
        <p:spPr>
          <a:xfrm>
            <a:off x="10808329" y="6212665"/>
            <a:ext cx="927312" cy="377794"/>
          </a:xfrm>
          <a:prstGeom prst="rect">
            <a:avLst/>
          </a:prstGeom>
        </p:spPr>
      </p:pic>
      <p:sp>
        <p:nvSpPr>
          <p:cNvPr id="8" name="Title 1">
            <a:extLst>
              <a:ext uri="{FF2B5EF4-FFF2-40B4-BE49-F238E27FC236}">
                <a16:creationId xmlns:a16="http://schemas.microsoft.com/office/drawing/2014/main" id="{670CD494-6AF9-964C-79DB-2F7EF1888542}"/>
              </a:ext>
            </a:extLst>
          </p:cNvPr>
          <p:cNvSpPr txBox="1">
            <a:spLocks/>
          </p:cNvSpPr>
          <p:nvPr userDrawn="1"/>
        </p:nvSpPr>
        <p:spPr>
          <a:xfrm>
            <a:off x="4994493" y="1761320"/>
            <a:ext cx="669641"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s</a:t>
            </a:r>
          </a:p>
        </p:txBody>
      </p:sp>
    </p:spTree>
    <p:extLst>
      <p:ext uri="{BB962C8B-B14F-4D97-AF65-F5344CB8AC3E}">
        <p14:creationId xmlns:p14="http://schemas.microsoft.com/office/powerpoint/2010/main" val="1271401606"/>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Section Header">
    <p:bg>
      <p:bgPr>
        <a:gradFill>
          <a:gsLst>
            <a:gs pos="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pic>
        <p:nvPicPr>
          <p:cNvPr id="6" name="Picture 5" descr="A logo of a fire&#10;&#10;AI-generated content may be incorrect.">
            <a:extLst>
              <a:ext uri="{FF2B5EF4-FFF2-40B4-BE49-F238E27FC236}">
                <a16:creationId xmlns:a16="http://schemas.microsoft.com/office/drawing/2014/main" id="{C165C469-8D25-3A9D-5B66-B0163236EB4D}"/>
              </a:ext>
            </a:extLst>
          </p:cNvPr>
          <p:cNvPicPr>
            <a:picLocks noChangeAspect="1"/>
          </p:cNvPicPr>
          <p:nvPr userDrawn="1"/>
        </p:nvPicPr>
        <p:blipFill>
          <a:blip r:embed="rId2"/>
          <a:stretch>
            <a:fillRect/>
          </a:stretch>
        </p:blipFill>
        <p:spPr>
          <a:xfrm>
            <a:off x="5482488" y="368134"/>
            <a:ext cx="922221" cy="1117162"/>
          </a:xfrm>
          <a:prstGeom prst="rect">
            <a:avLst/>
          </a:prstGeom>
        </p:spPr>
      </p:pic>
      <p:sp>
        <p:nvSpPr>
          <p:cNvPr id="9" name="Title Placeholder 1">
            <a:extLst>
              <a:ext uri="{FF2B5EF4-FFF2-40B4-BE49-F238E27FC236}">
                <a16:creationId xmlns:a16="http://schemas.microsoft.com/office/drawing/2014/main" id="{07AF591C-C96D-A256-A3AD-38B8F90021BE}"/>
              </a:ext>
            </a:extLst>
          </p:cNvPr>
          <p:cNvSpPr>
            <a:spLocks noGrp="1"/>
          </p:cNvSpPr>
          <p:nvPr>
            <p:ph type="title" hasCustomPrompt="1"/>
          </p:nvPr>
        </p:nvSpPr>
        <p:spPr>
          <a:xfrm>
            <a:off x="1482363" y="2476729"/>
            <a:ext cx="8922470" cy="2698583"/>
          </a:xfrm>
          <a:prstGeom prst="rect">
            <a:avLst/>
          </a:prstGeom>
        </p:spPr>
        <p:txBody>
          <a:bodyPr vert="horz" lIns="0" tIns="0" rIns="91440" bIns="45720" rtlCol="0" anchor="t" anchorCtr="0">
            <a:noAutofit/>
          </a:bodyPr>
          <a:lstStyle>
            <a:lvl1pPr algn="ctr">
              <a:lnSpc>
                <a:spcPct val="95000"/>
              </a:lnSpc>
              <a:defRPr/>
            </a:lvl1pPr>
          </a:lstStyle>
          <a:p>
            <a:r>
              <a:rPr lang="en-US" dirty="0"/>
              <a:t>Click to add description overview here. Keep it brief and to the point. 1-3 short sentences only. Thank you.</a:t>
            </a:r>
          </a:p>
        </p:txBody>
      </p:sp>
      <p:sp>
        <p:nvSpPr>
          <p:cNvPr id="5" name="Text Placeholder 12">
            <a:extLst>
              <a:ext uri="{FF2B5EF4-FFF2-40B4-BE49-F238E27FC236}">
                <a16:creationId xmlns:a16="http://schemas.microsoft.com/office/drawing/2014/main" id="{5C7A8359-ED87-A1CF-B367-83C35960DC34}"/>
              </a:ext>
            </a:extLst>
          </p:cNvPr>
          <p:cNvSpPr>
            <a:spLocks noGrp="1"/>
          </p:cNvSpPr>
          <p:nvPr>
            <p:ph type="body" sz="quarter" idx="36" hasCustomPrompt="1"/>
          </p:nvPr>
        </p:nvSpPr>
        <p:spPr>
          <a:xfrm>
            <a:off x="4552093" y="1849373"/>
            <a:ext cx="2783009" cy="263277"/>
          </a:xfrm>
        </p:spPr>
        <p:txBody>
          <a:bodyPr wrap="square">
            <a:spAutoFit/>
          </a:bodyPr>
          <a:lstStyle>
            <a:lvl1pPr algn="ctr">
              <a:defRPr sz="1200" b="1" i="1">
                <a:solidFill>
                  <a:schemeClr val="accent3"/>
                </a:solidFill>
              </a:defRPr>
            </a:lvl1pPr>
          </a:lstStyle>
          <a:p>
            <a:pPr lvl="0"/>
            <a:r>
              <a:rPr lang="en-US" dirty="0"/>
              <a:t>Click to add section name</a:t>
            </a:r>
          </a:p>
        </p:txBody>
      </p:sp>
      <p:pic>
        <p:nvPicPr>
          <p:cNvPr id="7" name="Picture 6" descr="A blue and orange logo&#10;&#10;AI-generated content may be incorrect.">
            <a:extLst>
              <a:ext uri="{FF2B5EF4-FFF2-40B4-BE49-F238E27FC236}">
                <a16:creationId xmlns:a16="http://schemas.microsoft.com/office/drawing/2014/main" id="{71C0204F-B67A-BA54-D8C1-47DE6A3632B4}"/>
              </a:ext>
            </a:extLst>
          </p:cNvPr>
          <p:cNvPicPr>
            <a:picLocks noChangeAspect="1"/>
          </p:cNvPicPr>
          <p:nvPr userDrawn="1"/>
        </p:nvPicPr>
        <p:blipFill>
          <a:blip r:embed="rId3"/>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765472749"/>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pic>
        <p:nvPicPr>
          <p:cNvPr id="5" name="Picture 4" descr="A blue and orange logo&#10;&#10;AI-generated content may be incorrect.">
            <a:extLst>
              <a:ext uri="{FF2B5EF4-FFF2-40B4-BE49-F238E27FC236}">
                <a16:creationId xmlns:a16="http://schemas.microsoft.com/office/drawing/2014/main" id="{A6FEC2F5-4915-B7D9-A69E-311074122E44}"/>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4" name="Text Placeholder 12">
            <a:extLst>
              <a:ext uri="{FF2B5EF4-FFF2-40B4-BE49-F238E27FC236}">
                <a16:creationId xmlns:a16="http://schemas.microsoft.com/office/drawing/2014/main" id="{6439953C-0C1F-BDC0-9CE9-DACCCE8AAE20}"/>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38142556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2A9EB-3CF8-51F1-2063-043EA0FE911C}"/>
              </a:ext>
            </a:extLst>
          </p:cNvPr>
          <p:cNvSpPr>
            <a:spLocks noGrp="1"/>
          </p:cNvSpPr>
          <p:nvPr>
            <p:ph type="title"/>
          </p:nvPr>
        </p:nvSpPr>
        <p:spPr>
          <a:xfrm>
            <a:off x="431315" y="2058839"/>
            <a:ext cx="7168978" cy="2238268"/>
          </a:xfrm>
        </p:spPr>
        <p:txBody>
          <a:bodyPr anchor="ctr">
            <a:noAutofit/>
          </a:bodyPr>
          <a:lstStyle>
            <a:lvl1pPr>
              <a:defRPr sz="7500">
                <a:solidFill>
                  <a:schemeClr val="bg2"/>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cxnSp>
        <p:nvCxnSpPr>
          <p:cNvPr id="8" name="Straight Connector 7">
            <a:extLst>
              <a:ext uri="{FF2B5EF4-FFF2-40B4-BE49-F238E27FC236}">
                <a16:creationId xmlns:a16="http://schemas.microsoft.com/office/drawing/2014/main" id="{7A125ED5-C775-CD9C-E69F-AA658DBE2CA4}"/>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2BF5880E-9786-96C3-F13E-98C9BB74775C}"/>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6" name="Text Placeholder 12">
            <a:extLst>
              <a:ext uri="{FF2B5EF4-FFF2-40B4-BE49-F238E27FC236}">
                <a16:creationId xmlns:a16="http://schemas.microsoft.com/office/drawing/2014/main" id="{2843B30C-521E-42B5-0C67-64D59FF1FBE7}"/>
              </a:ext>
            </a:extLst>
          </p:cNvPr>
          <p:cNvSpPr>
            <a:spLocks noGrp="1"/>
          </p:cNvSpPr>
          <p:nvPr>
            <p:ph type="body" sz="quarter" idx="36" hasCustomPrompt="1"/>
          </p:nvPr>
        </p:nvSpPr>
        <p:spPr>
          <a:xfrm>
            <a:off x="446088" y="1681016"/>
            <a:ext cx="3198449" cy="263277"/>
          </a:xfrm>
        </p:spPr>
        <p:txBody>
          <a:bodyPr wrap="square">
            <a:noAutofit/>
          </a:bodyPr>
          <a:lstStyle>
            <a:lvl1pPr algn="l">
              <a:defRPr sz="1200" b="1" i="1">
                <a:solidFill>
                  <a:schemeClr val="bg2"/>
                </a:solidFill>
              </a:defRPr>
            </a:lvl1pPr>
          </a:lstStyle>
          <a:p>
            <a:pPr lvl="0"/>
            <a:r>
              <a:rPr lang="en-US" dirty="0"/>
              <a:t>Click to add section name</a:t>
            </a:r>
          </a:p>
        </p:txBody>
      </p:sp>
    </p:spTree>
    <p:extLst>
      <p:ext uri="{BB962C8B-B14F-4D97-AF65-F5344CB8AC3E}">
        <p14:creationId xmlns:p14="http://schemas.microsoft.com/office/powerpoint/2010/main" val="198948199"/>
      </p:ext>
    </p:extLst>
  </p:cSld>
  <p:clrMapOvr>
    <a:masterClrMapping/>
  </p:clrMapOvr>
  <p:extLst>
    <p:ext uri="{DCECCB84-F9BA-43D5-87BE-67443E8EF086}">
      <p15:sldGuideLst xmlns:p15="http://schemas.microsoft.com/office/powerpoint/2012/main">
        <p15:guide id="1" orient="horz" pos="2160">
          <p15:clr>
            <a:srgbClr val="FBAE40"/>
          </p15:clr>
        </p15:guide>
        <p15:guide id="2" pos="2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08330" y="6226671"/>
            <a:ext cx="919102" cy="363673"/>
          </a:xfrm>
          <a:prstGeom prst="rect">
            <a:avLst/>
          </a:prstGeom>
        </p:spPr>
      </p:pic>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594360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5" name="Text Placeholder 12">
            <a:extLst>
              <a:ext uri="{FF2B5EF4-FFF2-40B4-BE49-F238E27FC236}">
                <a16:creationId xmlns:a16="http://schemas.microsoft.com/office/drawing/2014/main" id="{CA72B742-364A-3506-F874-B928BAC5D2E5}"/>
              </a:ext>
            </a:extLst>
          </p:cNvPr>
          <p:cNvSpPr>
            <a:spLocks noGrp="1"/>
          </p:cNvSpPr>
          <p:nvPr>
            <p:ph type="body" sz="quarter" idx="36" hasCustomPrompt="1"/>
          </p:nvPr>
        </p:nvSpPr>
        <p:spPr>
          <a:xfrm>
            <a:off x="446088" y="387691"/>
            <a:ext cx="3198449"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65915FC5-E519-8131-1739-4E1BA40CC74E}"/>
              </a:ext>
            </a:extLst>
          </p:cNvPr>
          <p:cNvSpPr>
            <a:spLocks noGrp="1"/>
          </p:cNvSpPr>
          <p:nvPr>
            <p:ph type="body" sz="quarter" idx="37" hasCustomPrompt="1"/>
          </p:nvPr>
        </p:nvSpPr>
        <p:spPr>
          <a:xfrm>
            <a:off x="446088" y="883083"/>
            <a:ext cx="4986337" cy="714594"/>
          </a:xfrm>
        </p:spPr>
        <p:txBody>
          <a:bodyPr wrap="square">
            <a:noAutofit/>
          </a:bodyPr>
          <a:lstStyle>
            <a:lvl1pPr algn="l">
              <a:defRPr sz="1800" b="1">
                <a:solidFill>
                  <a:schemeClr val="tx2"/>
                </a:solidFill>
              </a:defRPr>
            </a:lvl1pPr>
          </a:lstStyle>
          <a:p>
            <a:pPr lvl="0"/>
            <a:r>
              <a:rPr lang="en-US" dirty="0"/>
              <a:t>Click to edit slide</a:t>
            </a:r>
          </a:p>
        </p:txBody>
      </p:sp>
      <p:sp>
        <p:nvSpPr>
          <p:cNvPr id="16" name="Text Placeholder 12">
            <a:extLst>
              <a:ext uri="{FF2B5EF4-FFF2-40B4-BE49-F238E27FC236}">
                <a16:creationId xmlns:a16="http://schemas.microsoft.com/office/drawing/2014/main" id="{37C6B9C8-CD36-706E-9899-19BA55C816AF}"/>
              </a:ext>
            </a:extLst>
          </p:cNvPr>
          <p:cNvSpPr>
            <a:spLocks noGrp="1"/>
          </p:cNvSpPr>
          <p:nvPr>
            <p:ph type="body" sz="quarter" idx="38" hasCustomPrompt="1"/>
          </p:nvPr>
        </p:nvSpPr>
        <p:spPr>
          <a:xfrm>
            <a:off x="446087" y="1902022"/>
            <a:ext cx="4986337" cy="3515103"/>
          </a:xfrm>
        </p:spPr>
        <p:txBody>
          <a:bodyPr wrap="square">
            <a:noAutofit/>
          </a:bodyPr>
          <a:lstStyle>
            <a:lvl1pPr algn="l">
              <a:defRPr sz="1400" b="0" i="0">
                <a:solidFill>
                  <a:schemeClr val="tx1"/>
                </a:solidFill>
              </a:defRPr>
            </a:lvl1pPr>
          </a:lstStyle>
          <a:p>
            <a:pPr lvl="0"/>
            <a:r>
              <a:rPr lang="en-US" dirty="0"/>
              <a:t>Click to add text</a:t>
            </a:r>
          </a:p>
        </p:txBody>
      </p:sp>
    </p:spTree>
    <p:extLst>
      <p:ext uri="{BB962C8B-B14F-4D97-AF65-F5344CB8AC3E}">
        <p14:creationId xmlns:p14="http://schemas.microsoft.com/office/powerpoint/2010/main" val="384935869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5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08330" y="6226671"/>
            <a:ext cx="919102" cy="363673"/>
          </a:xfrm>
          <a:prstGeom prst="rect">
            <a:avLst/>
          </a:prstGeom>
        </p:spPr>
      </p:pic>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594360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5" name="Text Placeholder 12">
            <a:extLst>
              <a:ext uri="{FF2B5EF4-FFF2-40B4-BE49-F238E27FC236}">
                <a16:creationId xmlns:a16="http://schemas.microsoft.com/office/drawing/2014/main" id="{CA72B742-364A-3506-F874-B928BAC5D2E5}"/>
              </a:ext>
            </a:extLst>
          </p:cNvPr>
          <p:cNvSpPr>
            <a:spLocks noGrp="1"/>
          </p:cNvSpPr>
          <p:nvPr>
            <p:ph type="body" sz="quarter" idx="36" hasCustomPrompt="1"/>
          </p:nvPr>
        </p:nvSpPr>
        <p:spPr>
          <a:xfrm>
            <a:off x="446088" y="387691"/>
            <a:ext cx="3198449"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65915FC5-E519-8131-1739-4E1BA40CC74E}"/>
              </a:ext>
            </a:extLst>
          </p:cNvPr>
          <p:cNvSpPr>
            <a:spLocks noGrp="1"/>
          </p:cNvSpPr>
          <p:nvPr>
            <p:ph type="body" sz="quarter" idx="37" hasCustomPrompt="1"/>
          </p:nvPr>
        </p:nvSpPr>
        <p:spPr>
          <a:xfrm>
            <a:off x="446088" y="883083"/>
            <a:ext cx="4986337" cy="371833"/>
          </a:xfrm>
        </p:spPr>
        <p:txBody>
          <a:bodyPr wrap="square">
            <a:noAutofit/>
          </a:bodyPr>
          <a:lstStyle>
            <a:lvl1pPr algn="l">
              <a:defRPr sz="1800" b="1">
                <a:solidFill>
                  <a:schemeClr val="tx2"/>
                </a:solidFill>
              </a:defRPr>
            </a:lvl1pPr>
          </a:lstStyle>
          <a:p>
            <a:pPr lvl="0"/>
            <a:r>
              <a:rPr lang="en-US" dirty="0"/>
              <a:t>Click to edit slide</a:t>
            </a:r>
          </a:p>
        </p:txBody>
      </p:sp>
    </p:spTree>
    <p:extLst>
      <p:ext uri="{BB962C8B-B14F-4D97-AF65-F5344CB8AC3E}">
        <p14:creationId xmlns:p14="http://schemas.microsoft.com/office/powerpoint/2010/main" val="175060304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a:t>Add Metadata here in Slide Masster &gt; Insert &gt; Slide Number</a:t>
            </a:r>
            <a:endParaRPr lang="en-US" dirty="0"/>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6" name="Text Placeholder 12">
            <a:extLst>
              <a:ext uri="{FF2B5EF4-FFF2-40B4-BE49-F238E27FC236}">
                <a16:creationId xmlns:a16="http://schemas.microsoft.com/office/drawing/2014/main" id="{075003E9-602D-0ADA-5725-8E55DEB9267B}"/>
              </a:ext>
            </a:extLst>
          </p:cNvPr>
          <p:cNvSpPr>
            <a:spLocks noGrp="1"/>
          </p:cNvSpPr>
          <p:nvPr>
            <p:ph type="body" sz="quarter" idx="36" hasCustomPrompt="1"/>
          </p:nvPr>
        </p:nvSpPr>
        <p:spPr>
          <a:xfrm>
            <a:off x="6728038" y="387691"/>
            <a:ext cx="3199733"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9" name="Text Placeholder 12">
            <a:extLst>
              <a:ext uri="{FF2B5EF4-FFF2-40B4-BE49-F238E27FC236}">
                <a16:creationId xmlns:a16="http://schemas.microsoft.com/office/drawing/2014/main" id="{7EB05F2E-4BE5-9EB7-22F5-A6507CFA0B05}"/>
              </a:ext>
            </a:extLst>
          </p:cNvPr>
          <p:cNvSpPr>
            <a:spLocks noGrp="1"/>
          </p:cNvSpPr>
          <p:nvPr>
            <p:ph type="body" sz="quarter" idx="37" hasCustomPrompt="1"/>
          </p:nvPr>
        </p:nvSpPr>
        <p:spPr>
          <a:xfrm>
            <a:off x="6728038" y="883083"/>
            <a:ext cx="4986337" cy="714594"/>
          </a:xfrm>
        </p:spPr>
        <p:txBody>
          <a:bodyPr wrap="square">
            <a:noAutofit/>
          </a:bodyPr>
          <a:lstStyle>
            <a:lvl1pPr algn="l">
              <a:defRPr sz="1800" b="1">
                <a:solidFill>
                  <a:schemeClr val="tx2"/>
                </a:solidFill>
              </a:defRPr>
            </a:lvl1pPr>
          </a:lstStyle>
          <a:p>
            <a:pPr lvl="0"/>
            <a:r>
              <a:rPr lang="en-US" dirty="0"/>
              <a:t>Click to edit slide</a:t>
            </a:r>
          </a:p>
        </p:txBody>
      </p:sp>
      <p:pic>
        <p:nvPicPr>
          <p:cNvPr id="7" name="Picture 6" descr="A blue and orange logo&#10;&#10;AI-generated content may be incorrect.">
            <a:extLst>
              <a:ext uri="{FF2B5EF4-FFF2-40B4-BE49-F238E27FC236}">
                <a16:creationId xmlns:a16="http://schemas.microsoft.com/office/drawing/2014/main" id="{7C624A33-6E39-A66E-4FE5-10A947A5F02B}"/>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17" name="Text Placeholder 12">
            <a:extLst>
              <a:ext uri="{FF2B5EF4-FFF2-40B4-BE49-F238E27FC236}">
                <a16:creationId xmlns:a16="http://schemas.microsoft.com/office/drawing/2014/main" id="{E2341F54-EC0C-B24C-2BF7-6E86B1CF916B}"/>
              </a:ext>
            </a:extLst>
          </p:cNvPr>
          <p:cNvSpPr>
            <a:spLocks noGrp="1"/>
          </p:cNvSpPr>
          <p:nvPr>
            <p:ph type="body" sz="quarter" idx="38" hasCustomPrompt="1"/>
          </p:nvPr>
        </p:nvSpPr>
        <p:spPr>
          <a:xfrm>
            <a:off x="6728037" y="1902022"/>
            <a:ext cx="4986337" cy="3515103"/>
          </a:xfrm>
        </p:spPr>
        <p:txBody>
          <a:bodyPr wrap="square">
            <a:noAutofit/>
          </a:bodyPr>
          <a:lstStyle>
            <a:lvl1pPr algn="l">
              <a:defRPr sz="1400" b="0" i="0">
                <a:solidFill>
                  <a:schemeClr val="tx1"/>
                </a:solidFill>
              </a:defRPr>
            </a:lvl1pPr>
          </a:lstStyle>
          <a:p>
            <a:pPr lvl="0"/>
            <a:r>
              <a:rPr lang="en-US" dirty="0"/>
              <a:t>Click to add text</a:t>
            </a:r>
          </a:p>
        </p:txBody>
      </p:sp>
    </p:spTree>
    <p:extLst>
      <p:ext uri="{BB962C8B-B14F-4D97-AF65-F5344CB8AC3E}">
        <p14:creationId xmlns:p14="http://schemas.microsoft.com/office/powerpoint/2010/main" val="169843334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6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a:t>Add Metadata here in Slide Masster &gt; Insert &gt; Slide Number</a:t>
            </a:r>
            <a:endParaRPr lang="en-US" dirty="0"/>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6" name="Text Placeholder 12">
            <a:extLst>
              <a:ext uri="{FF2B5EF4-FFF2-40B4-BE49-F238E27FC236}">
                <a16:creationId xmlns:a16="http://schemas.microsoft.com/office/drawing/2014/main" id="{075003E9-602D-0ADA-5725-8E55DEB9267B}"/>
              </a:ext>
            </a:extLst>
          </p:cNvPr>
          <p:cNvSpPr>
            <a:spLocks noGrp="1"/>
          </p:cNvSpPr>
          <p:nvPr>
            <p:ph type="body" sz="quarter" idx="36" hasCustomPrompt="1"/>
          </p:nvPr>
        </p:nvSpPr>
        <p:spPr>
          <a:xfrm>
            <a:off x="6728038" y="387691"/>
            <a:ext cx="3199733"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9" name="Text Placeholder 12">
            <a:extLst>
              <a:ext uri="{FF2B5EF4-FFF2-40B4-BE49-F238E27FC236}">
                <a16:creationId xmlns:a16="http://schemas.microsoft.com/office/drawing/2014/main" id="{7EB05F2E-4BE5-9EB7-22F5-A6507CFA0B05}"/>
              </a:ext>
            </a:extLst>
          </p:cNvPr>
          <p:cNvSpPr>
            <a:spLocks noGrp="1"/>
          </p:cNvSpPr>
          <p:nvPr>
            <p:ph type="body" sz="quarter" idx="37" hasCustomPrompt="1"/>
          </p:nvPr>
        </p:nvSpPr>
        <p:spPr>
          <a:xfrm>
            <a:off x="6728038" y="883083"/>
            <a:ext cx="4986337" cy="714594"/>
          </a:xfrm>
        </p:spPr>
        <p:txBody>
          <a:bodyPr wrap="square">
            <a:noAutofit/>
          </a:bodyPr>
          <a:lstStyle>
            <a:lvl1pPr algn="l">
              <a:defRPr sz="1800" b="1">
                <a:solidFill>
                  <a:schemeClr val="tx2"/>
                </a:solidFill>
              </a:defRPr>
            </a:lvl1pPr>
          </a:lstStyle>
          <a:p>
            <a:pPr lvl="0"/>
            <a:r>
              <a:rPr lang="en-US" dirty="0"/>
              <a:t>Click to edit slide</a:t>
            </a:r>
          </a:p>
        </p:txBody>
      </p:sp>
      <p:pic>
        <p:nvPicPr>
          <p:cNvPr id="7" name="Picture 6" descr="A blue and orange logo&#10;&#10;AI-generated content may be incorrect.">
            <a:extLst>
              <a:ext uri="{FF2B5EF4-FFF2-40B4-BE49-F238E27FC236}">
                <a16:creationId xmlns:a16="http://schemas.microsoft.com/office/drawing/2014/main" id="{7C624A33-6E39-A66E-4FE5-10A947A5F02B}"/>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2991179214"/>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Section Header">
    <p:spTree>
      <p:nvGrpSpPr>
        <p:cNvPr id="1" name=""/>
        <p:cNvGrpSpPr/>
        <p:nvPr/>
      </p:nvGrpSpPr>
      <p:grpSpPr>
        <a:xfrm>
          <a:off x="0" y="0"/>
          <a:ext cx="0" cy="0"/>
          <a:chOff x="0" y="0"/>
          <a:chExt cx="0" cy="0"/>
        </a:xfrm>
      </p:grpSpPr>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1" y="-1"/>
            <a:ext cx="8152011" cy="6857993"/>
          </a:xfrm>
          <a:pattFill prst="wdUpDiag">
            <a:fgClr>
              <a:schemeClr val="tx1">
                <a:lumMod val="75000"/>
              </a:schemeClr>
            </a:fgClr>
            <a:bgClr>
              <a:schemeClr val="tx1">
                <a:lumMod val="50000"/>
              </a:schemeClr>
            </a:bgClr>
          </a:pattFill>
        </p:spPr>
        <p:txBody>
          <a:bodyPr/>
          <a:lstStyle/>
          <a:p>
            <a:endParaRPr lang="en-US"/>
          </a:p>
        </p:txBody>
      </p:sp>
      <p:sp>
        <p:nvSpPr>
          <p:cNvPr id="5" name="Rectangle 4">
            <a:extLst>
              <a:ext uri="{FF2B5EF4-FFF2-40B4-BE49-F238E27FC236}">
                <a16:creationId xmlns:a16="http://schemas.microsoft.com/office/drawing/2014/main" id="{BB043FF6-E4EA-BBB6-A56D-4A8857EF4853}"/>
              </a:ext>
            </a:extLst>
          </p:cNvPr>
          <p:cNvSpPr/>
          <p:nvPr userDrawn="1"/>
        </p:nvSpPr>
        <p:spPr>
          <a:xfrm>
            <a:off x="8152010" y="7"/>
            <a:ext cx="4069080" cy="68579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noAutofit/>
          </a:bodyPr>
          <a:lstStyle/>
          <a:p>
            <a:pPr algn="ctr"/>
            <a:endParaRPr lang="en-US" dirty="0"/>
          </a:p>
        </p:txBody>
      </p: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endParaRPr lang="en-US" dirty="0">
              <a:solidFill>
                <a:schemeClr val="bg2"/>
              </a:solidFill>
            </a:endParaRP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13" name="Picture 12" descr="A white arrow in a circle&#10;&#10;AI-generated content may be incorrect.">
            <a:extLst>
              <a:ext uri="{FF2B5EF4-FFF2-40B4-BE49-F238E27FC236}">
                <a16:creationId xmlns:a16="http://schemas.microsoft.com/office/drawing/2014/main" id="{4B7CC05E-9ECF-A04F-B8B5-AE1B3123D807}"/>
              </a:ext>
            </a:extLst>
          </p:cNvPr>
          <p:cNvPicPr>
            <a:picLocks noChangeAspect="1"/>
          </p:cNvPicPr>
          <p:nvPr userDrawn="1"/>
        </p:nvPicPr>
        <p:blipFill>
          <a:blip r:embed="rId2"/>
          <a:stretch>
            <a:fillRect/>
          </a:stretch>
        </p:blipFill>
        <p:spPr>
          <a:xfrm>
            <a:off x="8611295" y="1770190"/>
            <a:ext cx="307473" cy="307473"/>
          </a:xfrm>
          <a:prstGeom prst="rect">
            <a:avLst/>
          </a:prstGeom>
        </p:spPr>
      </p:pic>
      <p:pic>
        <p:nvPicPr>
          <p:cNvPr id="14" name="Picture 13" descr="A white arrow in a circle&#10;&#10;AI-generated content may be incorrect.">
            <a:extLst>
              <a:ext uri="{FF2B5EF4-FFF2-40B4-BE49-F238E27FC236}">
                <a16:creationId xmlns:a16="http://schemas.microsoft.com/office/drawing/2014/main" id="{C91755A8-93C1-D764-4122-8DF47693897D}"/>
              </a:ext>
            </a:extLst>
          </p:cNvPr>
          <p:cNvPicPr>
            <a:picLocks noChangeAspect="1"/>
          </p:cNvPicPr>
          <p:nvPr userDrawn="1"/>
        </p:nvPicPr>
        <p:blipFill>
          <a:blip r:embed="rId2"/>
          <a:stretch>
            <a:fillRect/>
          </a:stretch>
        </p:blipFill>
        <p:spPr>
          <a:xfrm>
            <a:off x="8611295" y="2936281"/>
            <a:ext cx="307473" cy="307473"/>
          </a:xfrm>
          <a:prstGeom prst="rect">
            <a:avLst/>
          </a:prstGeom>
        </p:spPr>
      </p:pic>
      <p:pic>
        <p:nvPicPr>
          <p:cNvPr id="15" name="Picture 14" descr="A white arrow in a circle&#10;&#10;AI-generated content may be incorrect.">
            <a:extLst>
              <a:ext uri="{FF2B5EF4-FFF2-40B4-BE49-F238E27FC236}">
                <a16:creationId xmlns:a16="http://schemas.microsoft.com/office/drawing/2014/main" id="{60EB8292-D5E4-FA6A-4AB3-F88EAF8BEF42}"/>
              </a:ext>
            </a:extLst>
          </p:cNvPr>
          <p:cNvPicPr>
            <a:picLocks noChangeAspect="1"/>
          </p:cNvPicPr>
          <p:nvPr userDrawn="1"/>
        </p:nvPicPr>
        <p:blipFill>
          <a:blip r:embed="rId2"/>
          <a:stretch>
            <a:fillRect/>
          </a:stretch>
        </p:blipFill>
        <p:spPr>
          <a:xfrm>
            <a:off x="8611295" y="4102372"/>
            <a:ext cx="307473" cy="307473"/>
          </a:xfrm>
          <a:prstGeom prst="rect">
            <a:avLst/>
          </a:prstGeom>
        </p:spPr>
      </p:pic>
      <p:sp>
        <p:nvSpPr>
          <p:cNvPr id="20" name="Text Placeholder 13">
            <a:extLst>
              <a:ext uri="{FF2B5EF4-FFF2-40B4-BE49-F238E27FC236}">
                <a16:creationId xmlns:a16="http://schemas.microsoft.com/office/drawing/2014/main" id="{DE492ED4-0AC5-90D2-6B89-C07A7CBBE3A4}"/>
              </a:ext>
            </a:extLst>
          </p:cNvPr>
          <p:cNvSpPr>
            <a:spLocks noGrp="1"/>
          </p:cNvSpPr>
          <p:nvPr>
            <p:ph type="body" sz="quarter" idx="17" hasCustomPrompt="1"/>
          </p:nvPr>
        </p:nvSpPr>
        <p:spPr>
          <a:xfrm>
            <a:off x="9096869" y="1797186"/>
            <a:ext cx="2793404" cy="849390"/>
          </a:xfrm>
        </p:spPr>
        <p:txBody>
          <a:bodyPr>
            <a:noAutofit/>
          </a:bodyPr>
          <a:lstStyle>
            <a:lvl1pPr>
              <a:defRPr>
                <a:solidFill>
                  <a:schemeClr val="bg2"/>
                </a:solidFill>
              </a:defRPr>
            </a:lvl1pPr>
          </a:lstStyle>
          <a:p>
            <a:pPr lvl="0"/>
            <a:r>
              <a:rPr lang="en-US" dirty="0"/>
              <a:t>Click to add body copy. (keep to 4 lines or less)</a:t>
            </a:r>
          </a:p>
        </p:txBody>
      </p:sp>
      <p:sp>
        <p:nvSpPr>
          <p:cNvPr id="21" name="Text Placeholder 13">
            <a:extLst>
              <a:ext uri="{FF2B5EF4-FFF2-40B4-BE49-F238E27FC236}">
                <a16:creationId xmlns:a16="http://schemas.microsoft.com/office/drawing/2014/main" id="{712D3302-3786-6B3F-96F1-320ADC5AB539}"/>
              </a:ext>
            </a:extLst>
          </p:cNvPr>
          <p:cNvSpPr>
            <a:spLocks noGrp="1"/>
          </p:cNvSpPr>
          <p:nvPr>
            <p:ph type="body" sz="quarter" idx="18" hasCustomPrompt="1"/>
          </p:nvPr>
        </p:nvSpPr>
        <p:spPr>
          <a:xfrm>
            <a:off x="9078713" y="2964819"/>
            <a:ext cx="2793404" cy="849390"/>
          </a:xfrm>
        </p:spPr>
        <p:txBody>
          <a:bodyPr>
            <a:noAutofit/>
          </a:bodyPr>
          <a:lstStyle>
            <a:lvl1pPr>
              <a:defRPr>
                <a:solidFill>
                  <a:schemeClr val="bg2"/>
                </a:solidFill>
              </a:defRPr>
            </a:lvl1pPr>
          </a:lstStyle>
          <a:p>
            <a:pPr lvl="0"/>
            <a:r>
              <a:rPr lang="en-US" dirty="0"/>
              <a:t>Click to add body copy. (keep to 4 lines or less)</a:t>
            </a:r>
          </a:p>
        </p:txBody>
      </p:sp>
      <p:sp>
        <p:nvSpPr>
          <p:cNvPr id="22" name="Text Placeholder 13">
            <a:extLst>
              <a:ext uri="{FF2B5EF4-FFF2-40B4-BE49-F238E27FC236}">
                <a16:creationId xmlns:a16="http://schemas.microsoft.com/office/drawing/2014/main" id="{837066E4-62B0-762C-1572-EBF16B4BB068}"/>
              </a:ext>
            </a:extLst>
          </p:cNvPr>
          <p:cNvSpPr>
            <a:spLocks noGrp="1"/>
          </p:cNvSpPr>
          <p:nvPr>
            <p:ph type="body" sz="quarter" idx="19" hasCustomPrompt="1"/>
          </p:nvPr>
        </p:nvSpPr>
        <p:spPr>
          <a:xfrm>
            <a:off x="9078713" y="4132452"/>
            <a:ext cx="2793404" cy="849390"/>
          </a:xfrm>
        </p:spPr>
        <p:txBody>
          <a:bodyPr>
            <a:noAutofit/>
          </a:bodyPr>
          <a:lstStyle>
            <a:lvl1pPr>
              <a:defRPr>
                <a:solidFill>
                  <a:schemeClr val="bg2"/>
                </a:solidFill>
              </a:defRPr>
            </a:lvl1pPr>
          </a:lstStyle>
          <a:p>
            <a:pPr lvl="0"/>
            <a:r>
              <a:rPr lang="en-US" dirty="0"/>
              <a:t>Click to add body copy. (keep to 4 lines or less)</a:t>
            </a:r>
          </a:p>
        </p:txBody>
      </p:sp>
      <p:sp>
        <p:nvSpPr>
          <p:cNvPr id="4" name="Text Placeholder 12">
            <a:extLst>
              <a:ext uri="{FF2B5EF4-FFF2-40B4-BE49-F238E27FC236}">
                <a16:creationId xmlns:a16="http://schemas.microsoft.com/office/drawing/2014/main" id="{CF600486-A2F1-6764-936B-6264BC810BD9}"/>
              </a:ext>
            </a:extLst>
          </p:cNvPr>
          <p:cNvSpPr>
            <a:spLocks noGrp="1"/>
          </p:cNvSpPr>
          <p:nvPr>
            <p:ph type="body" sz="quarter" idx="36" hasCustomPrompt="1"/>
          </p:nvPr>
        </p:nvSpPr>
        <p:spPr>
          <a:xfrm>
            <a:off x="471955" y="387691"/>
            <a:ext cx="3198708" cy="263277"/>
          </a:xfrm>
        </p:spPr>
        <p:txBody>
          <a:bodyPr wrap="square">
            <a:noAutofit/>
          </a:bodyPr>
          <a:lstStyle>
            <a:lvl1pPr algn="l">
              <a:defRPr sz="1200" b="1" i="1">
                <a:solidFill>
                  <a:schemeClr val="bg2"/>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7B65A4B8-518F-09D8-210C-D8F465C572F0}"/>
              </a:ext>
            </a:extLst>
          </p:cNvPr>
          <p:cNvSpPr>
            <a:spLocks noGrp="1"/>
          </p:cNvSpPr>
          <p:nvPr>
            <p:ph type="body" sz="quarter" idx="37" hasCustomPrompt="1"/>
          </p:nvPr>
        </p:nvSpPr>
        <p:spPr>
          <a:xfrm>
            <a:off x="8623966" y="372054"/>
            <a:ext cx="3304869" cy="1104035"/>
          </a:xfrm>
        </p:spPr>
        <p:txBody>
          <a:bodyPr wrap="square">
            <a:noAutofit/>
          </a:bodyPr>
          <a:lstStyle>
            <a:lvl1pPr algn="l">
              <a:defRPr sz="1800" b="1">
                <a:solidFill>
                  <a:schemeClr val="bg2"/>
                </a:solidFill>
              </a:defRPr>
            </a:lvl1pPr>
          </a:lstStyle>
          <a:p>
            <a:pPr lvl="0"/>
            <a:r>
              <a:rPr lang="en-US" dirty="0"/>
              <a:t>Click to edit slide subhead</a:t>
            </a:r>
          </a:p>
        </p:txBody>
      </p:sp>
      <p:pic>
        <p:nvPicPr>
          <p:cNvPr id="8" name="Picture 7" descr="A close up of a logo&#10;&#10;AI-generated content may be incorrect.">
            <a:extLst>
              <a:ext uri="{FF2B5EF4-FFF2-40B4-BE49-F238E27FC236}">
                <a16:creationId xmlns:a16="http://schemas.microsoft.com/office/drawing/2014/main" id="{A277F3B3-A2D5-507C-B008-3009DCAA41C4}"/>
              </a:ext>
            </a:extLst>
          </p:cNvPr>
          <p:cNvPicPr>
            <a:picLocks noChangeAspect="1"/>
          </p:cNvPicPr>
          <p:nvPr userDrawn="1"/>
        </p:nvPicPr>
        <p:blipFill>
          <a:blip r:embed="rId3"/>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3714903128"/>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Section Header">
    <p:spTree>
      <p:nvGrpSpPr>
        <p:cNvPr id="1" name=""/>
        <p:cNvGrpSpPr/>
        <p:nvPr/>
      </p:nvGrpSpPr>
      <p:grpSpPr>
        <a:xfrm>
          <a:off x="0" y="0"/>
          <a:ext cx="0" cy="0"/>
          <a:chOff x="0" y="0"/>
          <a:chExt cx="0" cy="0"/>
        </a:xfrm>
      </p:grpSpPr>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4069079" y="-1"/>
            <a:ext cx="8152011" cy="6857993"/>
          </a:xfrm>
          <a:pattFill prst="wdUpDiag">
            <a:fgClr>
              <a:schemeClr val="tx1">
                <a:lumMod val="75000"/>
              </a:schemeClr>
            </a:fgClr>
            <a:bgClr>
              <a:schemeClr val="tx1">
                <a:lumMod val="50000"/>
              </a:schemeClr>
            </a:bgClr>
          </a:pattFill>
        </p:spPr>
        <p:txBody>
          <a:bodyPr/>
          <a:lstStyle/>
          <a:p>
            <a:endParaRPr lang="en-US"/>
          </a:p>
        </p:txBody>
      </p:sp>
      <p:sp>
        <p:nvSpPr>
          <p:cNvPr id="5" name="Rectangle 4">
            <a:extLst>
              <a:ext uri="{FF2B5EF4-FFF2-40B4-BE49-F238E27FC236}">
                <a16:creationId xmlns:a16="http://schemas.microsoft.com/office/drawing/2014/main" id="{BB043FF6-E4EA-BBB6-A56D-4A8857EF4853}"/>
              </a:ext>
            </a:extLst>
          </p:cNvPr>
          <p:cNvSpPr/>
          <p:nvPr userDrawn="1"/>
        </p:nvSpPr>
        <p:spPr>
          <a:xfrm>
            <a:off x="-1" y="7"/>
            <a:ext cx="4069080" cy="68579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noAutofit/>
          </a:bodyPr>
          <a:lstStyle/>
          <a:p>
            <a:pPr algn="ctr"/>
            <a:endParaRPr lang="en-US" dirty="0"/>
          </a:p>
        </p:txBody>
      </p: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3848792" cy="200055"/>
          </a:xfrm>
        </p:spPr>
        <p:txBody>
          <a:bodyPr wrap="square">
            <a:spAutoFit/>
          </a:bodyPr>
          <a:lstStyle>
            <a:lvl1pPr>
              <a:defRPr sz="1000">
                <a:solidFill>
                  <a:schemeClr val="bg2"/>
                </a:solidFill>
              </a:defRPr>
            </a:lvl1pPr>
          </a:lstStyle>
          <a:p>
            <a:r>
              <a:rPr lang="en-US" dirty="0"/>
              <a:t>Add Metadata here in Slide Master &gt; Insert &gt; Slide Number</a:t>
            </a:r>
            <a:endParaRPr lang="en-US" dirty="0">
              <a:solidFill>
                <a:schemeClr val="bg2"/>
              </a:solidFill>
            </a:endParaRP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13" name="Picture 12" descr="A white arrow in a circle&#10;&#10;AI-generated content may be incorrect.">
            <a:extLst>
              <a:ext uri="{FF2B5EF4-FFF2-40B4-BE49-F238E27FC236}">
                <a16:creationId xmlns:a16="http://schemas.microsoft.com/office/drawing/2014/main" id="{4B7CC05E-9ECF-A04F-B8B5-AE1B3123D807}"/>
              </a:ext>
            </a:extLst>
          </p:cNvPr>
          <p:cNvPicPr>
            <a:picLocks noChangeAspect="1"/>
          </p:cNvPicPr>
          <p:nvPr userDrawn="1"/>
        </p:nvPicPr>
        <p:blipFill>
          <a:blip r:embed="rId2"/>
          <a:stretch>
            <a:fillRect/>
          </a:stretch>
        </p:blipFill>
        <p:spPr>
          <a:xfrm>
            <a:off x="459284" y="1770190"/>
            <a:ext cx="307473" cy="307473"/>
          </a:xfrm>
          <a:prstGeom prst="rect">
            <a:avLst/>
          </a:prstGeom>
        </p:spPr>
      </p:pic>
      <p:pic>
        <p:nvPicPr>
          <p:cNvPr id="14" name="Picture 13" descr="A white arrow in a circle&#10;&#10;AI-generated content may be incorrect.">
            <a:extLst>
              <a:ext uri="{FF2B5EF4-FFF2-40B4-BE49-F238E27FC236}">
                <a16:creationId xmlns:a16="http://schemas.microsoft.com/office/drawing/2014/main" id="{C91755A8-93C1-D764-4122-8DF47693897D}"/>
              </a:ext>
            </a:extLst>
          </p:cNvPr>
          <p:cNvPicPr>
            <a:picLocks noChangeAspect="1"/>
          </p:cNvPicPr>
          <p:nvPr userDrawn="1"/>
        </p:nvPicPr>
        <p:blipFill>
          <a:blip r:embed="rId2"/>
          <a:stretch>
            <a:fillRect/>
          </a:stretch>
        </p:blipFill>
        <p:spPr>
          <a:xfrm>
            <a:off x="459284" y="2936281"/>
            <a:ext cx="307473" cy="307473"/>
          </a:xfrm>
          <a:prstGeom prst="rect">
            <a:avLst/>
          </a:prstGeom>
        </p:spPr>
      </p:pic>
      <p:pic>
        <p:nvPicPr>
          <p:cNvPr id="15" name="Picture 14" descr="A white arrow in a circle&#10;&#10;AI-generated content may be incorrect.">
            <a:extLst>
              <a:ext uri="{FF2B5EF4-FFF2-40B4-BE49-F238E27FC236}">
                <a16:creationId xmlns:a16="http://schemas.microsoft.com/office/drawing/2014/main" id="{60EB8292-D5E4-FA6A-4AB3-F88EAF8BEF42}"/>
              </a:ext>
            </a:extLst>
          </p:cNvPr>
          <p:cNvPicPr>
            <a:picLocks noChangeAspect="1"/>
          </p:cNvPicPr>
          <p:nvPr userDrawn="1"/>
        </p:nvPicPr>
        <p:blipFill>
          <a:blip r:embed="rId2"/>
          <a:stretch>
            <a:fillRect/>
          </a:stretch>
        </p:blipFill>
        <p:spPr>
          <a:xfrm>
            <a:off x="459284" y="4102372"/>
            <a:ext cx="307473" cy="307473"/>
          </a:xfrm>
          <a:prstGeom prst="rect">
            <a:avLst/>
          </a:prstGeom>
        </p:spPr>
      </p:pic>
      <p:sp>
        <p:nvSpPr>
          <p:cNvPr id="4" name="Text Placeholder 13">
            <a:extLst>
              <a:ext uri="{FF2B5EF4-FFF2-40B4-BE49-F238E27FC236}">
                <a16:creationId xmlns:a16="http://schemas.microsoft.com/office/drawing/2014/main" id="{A7C8010A-1400-657C-8C17-D345F52DB1E3}"/>
              </a:ext>
            </a:extLst>
          </p:cNvPr>
          <p:cNvSpPr>
            <a:spLocks noGrp="1"/>
          </p:cNvSpPr>
          <p:nvPr>
            <p:ph type="body" sz="quarter" idx="17" hasCustomPrompt="1"/>
          </p:nvPr>
        </p:nvSpPr>
        <p:spPr>
          <a:xfrm>
            <a:off x="944065" y="1797186"/>
            <a:ext cx="2793404" cy="849390"/>
          </a:xfrm>
        </p:spPr>
        <p:txBody>
          <a:bodyPr wrap="square">
            <a:noAutofit/>
          </a:bodyPr>
          <a:lstStyle>
            <a:lvl1pPr>
              <a:defRPr>
                <a:solidFill>
                  <a:schemeClr val="bg2"/>
                </a:solidFill>
              </a:defRPr>
            </a:lvl1pPr>
          </a:lstStyle>
          <a:p>
            <a:pPr lvl="0"/>
            <a:r>
              <a:rPr lang="en-US" dirty="0"/>
              <a:t>Click to add body copy. (keep to 4 lines or less)</a:t>
            </a:r>
          </a:p>
        </p:txBody>
      </p:sp>
      <p:sp>
        <p:nvSpPr>
          <p:cNvPr id="6" name="Text Placeholder 13">
            <a:extLst>
              <a:ext uri="{FF2B5EF4-FFF2-40B4-BE49-F238E27FC236}">
                <a16:creationId xmlns:a16="http://schemas.microsoft.com/office/drawing/2014/main" id="{BC709578-793D-21E7-AE41-C04432C69BD8}"/>
              </a:ext>
            </a:extLst>
          </p:cNvPr>
          <p:cNvSpPr>
            <a:spLocks noGrp="1"/>
          </p:cNvSpPr>
          <p:nvPr>
            <p:ph type="body" sz="quarter" idx="18" hasCustomPrompt="1"/>
          </p:nvPr>
        </p:nvSpPr>
        <p:spPr>
          <a:xfrm>
            <a:off x="925909" y="2964819"/>
            <a:ext cx="2793404" cy="849390"/>
          </a:xfrm>
        </p:spPr>
        <p:txBody>
          <a:bodyPr wrap="square">
            <a:noAutofit/>
          </a:bodyPr>
          <a:lstStyle>
            <a:lvl1pPr>
              <a:defRPr>
                <a:solidFill>
                  <a:schemeClr val="bg2"/>
                </a:solidFill>
              </a:defRPr>
            </a:lvl1pPr>
          </a:lstStyle>
          <a:p>
            <a:pPr lvl="0"/>
            <a:r>
              <a:rPr lang="en-US" dirty="0"/>
              <a:t>Click to add body copy. (keep to 4 lines or less)</a:t>
            </a:r>
          </a:p>
        </p:txBody>
      </p:sp>
      <p:sp>
        <p:nvSpPr>
          <p:cNvPr id="7" name="Text Placeholder 13">
            <a:extLst>
              <a:ext uri="{FF2B5EF4-FFF2-40B4-BE49-F238E27FC236}">
                <a16:creationId xmlns:a16="http://schemas.microsoft.com/office/drawing/2014/main" id="{2B7F5707-0D2B-3761-5AA3-E3DA69FBB67A}"/>
              </a:ext>
            </a:extLst>
          </p:cNvPr>
          <p:cNvSpPr>
            <a:spLocks noGrp="1"/>
          </p:cNvSpPr>
          <p:nvPr>
            <p:ph type="body" sz="quarter" idx="19" hasCustomPrompt="1"/>
          </p:nvPr>
        </p:nvSpPr>
        <p:spPr>
          <a:xfrm>
            <a:off x="925909" y="4132452"/>
            <a:ext cx="2793404" cy="849390"/>
          </a:xfrm>
        </p:spPr>
        <p:txBody>
          <a:bodyPr wrap="square">
            <a:noAutofit/>
          </a:bodyPr>
          <a:lstStyle>
            <a:lvl1pPr>
              <a:defRPr>
                <a:solidFill>
                  <a:schemeClr val="bg2"/>
                </a:solidFill>
              </a:defRPr>
            </a:lvl1pPr>
          </a:lstStyle>
          <a:p>
            <a:pPr lvl="0"/>
            <a:r>
              <a:rPr lang="en-US" dirty="0"/>
              <a:t>Click to add body copy. (keep to 4 lines or less)</a:t>
            </a:r>
          </a:p>
        </p:txBody>
      </p:sp>
      <p:sp>
        <p:nvSpPr>
          <p:cNvPr id="9" name="Text Placeholder 12">
            <a:extLst>
              <a:ext uri="{FF2B5EF4-FFF2-40B4-BE49-F238E27FC236}">
                <a16:creationId xmlns:a16="http://schemas.microsoft.com/office/drawing/2014/main" id="{A9BEAC31-F59F-2261-C173-79DB809DF2BC}"/>
              </a:ext>
            </a:extLst>
          </p:cNvPr>
          <p:cNvSpPr>
            <a:spLocks noGrp="1"/>
          </p:cNvSpPr>
          <p:nvPr>
            <p:ph type="body" sz="quarter" idx="36" hasCustomPrompt="1"/>
          </p:nvPr>
        </p:nvSpPr>
        <p:spPr>
          <a:xfrm>
            <a:off x="8628017" y="387691"/>
            <a:ext cx="3204471" cy="263277"/>
          </a:xfrm>
        </p:spPr>
        <p:txBody>
          <a:bodyPr wrap="square">
            <a:noAutofit/>
          </a:bodyPr>
          <a:lstStyle>
            <a:lvl1pPr algn="r">
              <a:defRPr sz="1200" b="1" i="1">
                <a:solidFill>
                  <a:schemeClr val="bg2"/>
                </a:solidFill>
              </a:defRPr>
            </a:lvl1pPr>
          </a:lstStyle>
          <a:p>
            <a:pPr lvl="0"/>
            <a:r>
              <a:rPr lang="en-US" dirty="0"/>
              <a:t>Click to add section name</a:t>
            </a:r>
          </a:p>
        </p:txBody>
      </p:sp>
      <p:sp>
        <p:nvSpPr>
          <p:cNvPr id="11" name="Text Placeholder 12">
            <a:extLst>
              <a:ext uri="{FF2B5EF4-FFF2-40B4-BE49-F238E27FC236}">
                <a16:creationId xmlns:a16="http://schemas.microsoft.com/office/drawing/2014/main" id="{48B87D3F-EE6C-49B5-8A75-CBB435D58EE1}"/>
              </a:ext>
            </a:extLst>
          </p:cNvPr>
          <p:cNvSpPr>
            <a:spLocks noGrp="1"/>
          </p:cNvSpPr>
          <p:nvPr>
            <p:ph type="body" sz="quarter" idx="37" hasCustomPrompt="1"/>
          </p:nvPr>
        </p:nvSpPr>
        <p:spPr>
          <a:xfrm>
            <a:off x="432600" y="372054"/>
            <a:ext cx="3304869" cy="1104035"/>
          </a:xfrm>
        </p:spPr>
        <p:txBody>
          <a:bodyPr wrap="square">
            <a:noAutofit/>
          </a:bodyPr>
          <a:lstStyle>
            <a:lvl1pPr algn="l">
              <a:defRPr sz="1800" b="1">
                <a:solidFill>
                  <a:schemeClr val="bg2"/>
                </a:solidFill>
              </a:defRPr>
            </a:lvl1pPr>
          </a:lstStyle>
          <a:p>
            <a:pPr lvl="0"/>
            <a:r>
              <a:rPr lang="en-US" dirty="0"/>
              <a:t>Click to edit slide subhead</a:t>
            </a:r>
          </a:p>
        </p:txBody>
      </p:sp>
      <p:pic>
        <p:nvPicPr>
          <p:cNvPr id="19" name="Picture 18" descr="A black and white logo&#10;&#10;AI-generated content may be incorrect.">
            <a:extLst>
              <a:ext uri="{FF2B5EF4-FFF2-40B4-BE49-F238E27FC236}">
                <a16:creationId xmlns:a16="http://schemas.microsoft.com/office/drawing/2014/main" id="{CD71504C-024F-501B-86FF-351E5DA37209}"/>
              </a:ext>
            </a:extLst>
          </p:cNvPr>
          <p:cNvPicPr>
            <a:picLocks noChangeAspect="1"/>
          </p:cNvPicPr>
          <p:nvPr userDrawn="1"/>
        </p:nvPicPr>
        <p:blipFill>
          <a:blip r:embed="rId3"/>
          <a:stretch>
            <a:fillRect/>
          </a:stretch>
        </p:blipFill>
        <p:spPr>
          <a:xfrm>
            <a:off x="10802078" y="6212302"/>
            <a:ext cx="947920" cy="377794"/>
          </a:xfrm>
          <a:prstGeom prst="rect">
            <a:avLst/>
          </a:prstGeom>
        </p:spPr>
      </p:pic>
    </p:spTree>
    <p:extLst>
      <p:ext uri="{BB962C8B-B14F-4D97-AF65-F5344CB8AC3E}">
        <p14:creationId xmlns:p14="http://schemas.microsoft.com/office/powerpoint/2010/main" val="1187890717"/>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CFB48-CBEF-E5AE-A597-ABCAF1B91CE1}"/>
              </a:ext>
            </a:extLst>
          </p:cNvPr>
          <p:cNvSpPr>
            <a:spLocks noGrp="1"/>
          </p:cNvSpPr>
          <p:nvPr>
            <p:ph type="ctrTitle" hasCustomPrompt="1"/>
          </p:nvPr>
        </p:nvSpPr>
        <p:spPr>
          <a:xfrm>
            <a:off x="1524000" y="1932833"/>
            <a:ext cx="9144000" cy="1195684"/>
          </a:xfrm>
        </p:spPr>
        <p:txBody>
          <a:bodyPr vert="horz" wrap="square" lIns="0" tIns="0" rIns="91440" bIns="45720" rtlCol="0" anchor="t" anchorCtr="0">
            <a:noAutofit/>
          </a:bodyPr>
          <a:lstStyle>
            <a:lvl1pPr algn="ctr">
              <a:defRPr lang="en-US" sz="7500" dirty="0">
                <a:solidFill>
                  <a:schemeClr val="bg2"/>
                </a:solidFill>
              </a:defRPr>
            </a:lvl1pPr>
          </a:lstStyle>
          <a:p>
            <a:pPr lvl="0"/>
            <a:r>
              <a:rPr lang="en-US" dirty="0"/>
              <a:t>Agency Department</a:t>
            </a:r>
          </a:p>
        </p:txBody>
      </p:sp>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CC216A7-7B91-410C-EDEC-FF80DF9A51B0}"/>
              </a:ext>
            </a:extLst>
          </p:cNvPr>
          <p:cNvCxnSpPr>
            <a:cxnSpLocks/>
          </p:cNvCxnSpPr>
          <p:nvPr userDrawn="1"/>
        </p:nvCxnSpPr>
        <p:spPr>
          <a:xfrm>
            <a:off x="5611798" y="3227498"/>
            <a:ext cx="968403"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84930709-BC42-A4A1-7B40-69527BC3E9B5}"/>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4" name="Text Placeholder 13">
            <a:extLst>
              <a:ext uri="{FF2B5EF4-FFF2-40B4-BE49-F238E27FC236}">
                <a16:creationId xmlns:a16="http://schemas.microsoft.com/office/drawing/2014/main" id="{F4F16DD9-BC53-F571-1A34-84B6E49AFE80}"/>
              </a:ext>
            </a:extLst>
          </p:cNvPr>
          <p:cNvSpPr>
            <a:spLocks noGrp="1"/>
          </p:cNvSpPr>
          <p:nvPr>
            <p:ph type="body" sz="quarter" idx="16" hasCustomPrompt="1"/>
          </p:nvPr>
        </p:nvSpPr>
        <p:spPr>
          <a:xfrm>
            <a:off x="1524000" y="3589385"/>
            <a:ext cx="9144000" cy="1592206"/>
          </a:xfrm>
        </p:spPr>
        <p:txBody>
          <a:bodyPr wrap="square">
            <a:noAutofit/>
          </a:bodyPr>
          <a:lstStyle>
            <a:lvl1pPr algn="ctr">
              <a:defRPr>
                <a:solidFill>
                  <a:schemeClr val="bg2"/>
                </a:solidFill>
              </a:defRPr>
            </a:lvl1pPr>
          </a:lstStyle>
          <a:p>
            <a:pPr lvl="0"/>
            <a:r>
              <a:rPr lang="en-US" dirty="0"/>
              <a:t>Click to add body copy.</a:t>
            </a:r>
          </a:p>
        </p:txBody>
      </p:sp>
      <p:sp>
        <p:nvSpPr>
          <p:cNvPr id="5" name="Text Placeholder 12">
            <a:extLst>
              <a:ext uri="{FF2B5EF4-FFF2-40B4-BE49-F238E27FC236}">
                <a16:creationId xmlns:a16="http://schemas.microsoft.com/office/drawing/2014/main" id="{C9392F01-3B10-69E5-E785-B21097D25C17}"/>
              </a:ext>
            </a:extLst>
          </p:cNvPr>
          <p:cNvSpPr>
            <a:spLocks noGrp="1"/>
          </p:cNvSpPr>
          <p:nvPr>
            <p:ph type="body" sz="quarter" idx="36" hasCustomPrompt="1"/>
          </p:nvPr>
        </p:nvSpPr>
        <p:spPr>
          <a:xfrm>
            <a:off x="471955" y="387691"/>
            <a:ext cx="3198708" cy="263277"/>
          </a:xfrm>
        </p:spPr>
        <p:txBody>
          <a:bodyPr wrap="square">
            <a:noAutofit/>
          </a:bodyPr>
          <a:lstStyle>
            <a:lvl1pPr algn="l">
              <a:defRPr sz="1200" b="1" i="1">
                <a:solidFill>
                  <a:schemeClr val="bg2"/>
                </a:solidFill>
              </a:defRPr>
            </a:lvl1pPr>
          </a:lstStyle>
          <a:p>
            <a:pPr lvl="0"/>
            <a:r>
              <a:rPr lang="en-US" dirty="0"/>
              <a:t>Click to add section name</a:t>
            </a:r>
          </a:p>
        </p:txBody>
      </p:sp>
    </p:spTree>
    <p:extLst>
      <p:ext uri="{BB962C8B-B14F-4D97-AF65-F5344CB8AC3E}">
        <p14:creationId xmlns:p14="http://schemas.microsoft.com/office/powerpoint/2010/main" val="311923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84930709-BC42-A4A1-7B40-69527BC3E9B5}"/>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11" name="Text Placeholder 12">
            <a:extLst>
              <a:ext uri="{FF2B5EF4-FFF2-40B4-BE49-F238E27FC236}">
                <a16:creationId xmlns:a16="http://schemas.microsoft.com/office/drawing/2014/main" id="{7F36DDCE-C76F-00FB-965A-CFA0D1651E24}"/>
              </a:ext>
            </a:extLst>
          </p:cNvPr>
          <p:cNvSpPr>
            <a:spLocks noGrp="1"/>
          </p:cNvSpPr>
          <p:nvPr>
            <p:ph type="body" sz="quarter" idx="36" hasCustomPrompt="1"/>
          </p:nvPr>
        </p:nvSpPr>
        <p:spPr>
          <a:xfrm>
            <a:off x="471955" y="387691"/>
            <a:ext cx="3198708" cy="263277"/>
          </a:xfrm>
        </p:spPr>
        <p:txBody>
          <a:bodyPr wrap="square">
            <a:noAutofit/>
          </a:bodyPr>
          <a:lstStyle>
            <a:lvl1pPr algn="l">
              <a:defRPr sz="1200" b="1" i="1">
                <a:solidFill>
                  <a:schemeClr val="bg2"/>
                </a:solidFill>
              </a:defRPr>
            </a:lvl1pPr>
          </a:lstStyle>
          <a:p>
            <a:pPr lvl="0"/>
            <a:r>
              <a:rPr lang="en-US" dirty="0"/>
              <a:t>Click to add section name</a:t>
            </a:r>
          </a:p>
        </p:txBody>
      </p:sp>
    </p:spTree>
    <p:extLst>
      <p:ext uri="{BB962C8B-B14F-4D97-AF65-F5344CB8AC3E}">
        <p14:creationId xmlns:p14="http://schemas.microsoft.com/office/powerpoint/2010/main" val="2581706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descr="A blue background with lines&#10;&#10;AI-generated content may be incorrect.">
            <a:extLst>
              <a:ext uri="{FF2B5EF4-FFF2-40B4-BE49-F238E27FC236}">
                <a16:creationId xmlns:a16="http://schemas.microsoft.com/office/drawing/2014/main" id="{89CCE111-3845-0A14-910C-DCF953A475FD}"/>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A0E7F6AD-89CA-BBB5-2F8A-09D762FFA950}"/>
              </a:ext>
            </a:extLst>
          </p:cNvPr>
          <p:cNvSpPr>
            <a:spLocks noGrp="1"/>
          </p:cNvSpPr>
          <p:nvPr>
            <p:ph type="title" hasCustomPrompt="1"/>
          </p:nvPr>
        </p:nvSpPr>
        <p:spPr>
          <a:xfrm>
            <a:off x="1948030" y="2298929"/>
            <a:ext cx="8051104" cy="2698583"/>
          </a:xfrm>
          <a:prstGeom prst="rect">
            <a:avLst/>
          </a:prstGeom>
        </p:spPr>
        <p:txBody>
          <a:bodyPr vert="horz" wrap="square" lIns="0" tIns="0" rIns="91440" bIns="45720" rtlCol="0" anchor="t" anchorCtr="0">
            <a:noAutofit/>
          </a:bodyPr>
          <a:lstStyle>
            <a:lvl1pPr algn="ctr">
              <a:lnSpc>
                <a:spcPct val="95000"/>
              </a:lnSpc>
              <a:defRPr b="0" i="0">
                <a:solidFill>
                  <a:schemeClr val="bg2"/>
                </a:solidFill>
                <a:latin typeface="DM Sans 14pt ExtraLight" pitchFamily="2" charset="77"/>
              </a:defRPr>
            </a:lvl1pPr>
          </a:lstStyle>
          <a:p>
            <a:r>
              <a:rPr lang="en-US" dirty="0"/>
              <a:t>Click to add description overview here. Keep it brief and to the point. 1-3 short sentences only. Thank you.</a:t>
            </a:r>
          </a:p>
        </p:txBody>
      </p:sp>
      <p:sp>
        <p:nvSpPr>
          <p:cNvPr id="3" name="Text Placeholder 12">
            <a:extLst>
              <a:ext uri="{FF2B5EF4-FFF2-40B4-BE49-F238E27FC236}">
                <a16:creationId xmlns:a16="http://schemas.microsoft.com/office/drawing/2014/main" id="{3723B2DF-E0BA-4D65-C197-ABE546423B71}"/>
              </a:ext>
            </a:extLst>
          </p:cNvPr>
          <p:cNvSpPr>
            <a:spLocks noGrp="1"/>
          </p:cNvSpPr>
          <p:nvPr>
            <p:ph type="body" sz="quarter" idx="37" hasCustomPrompt="1"/>
          </p:nvPr>
        </p:nvSpPr>
        <p:spPr>
          <a:xfrm>
            <a:off x="4372087" y="1671573"/>
            <a:ext cx="3202990" cy="263277"/>
          </a:xfrm>
        </p:spPr>
        <p:txBody>
          <a:bodyPr wrap="none" rIns="0" anchor="ctr">
            <a:noAutofit/>
          </a:bodyPr>
          <a:lstStyle>
            <a:lvl1pPr algn="ctr">
              <a:defRPr sz="1200" b="1" i="1">
                <a:solidFill>
                  <a:schemeClr val="bg1"/>
                </a:solidFill>
              </a:defRPr>
            </a:lvl1pPr>
          </a:lstStyle>
          <a:p>
            <a:pPr lvl="0"/>
            <a:r>
              <a:rPr lang="en-US" dirty="0"/>
              <a:t>Click to Header / Subhead</a:t>
            </a:r>
          </a:p>
        </p:txBody>
      </p:sp>
      <p:pic>
        <p:nvPicPr>
          <p:cNvPr id="4" name="Picture 3" descr="A close up of a logo&#10;&#10;AI-generated content may be incorrect.">
            <a:extLst>
              <a:ext uri="{FF2B5EF4-FFF2-40B4-BE49-F238E27FC236}">
                <a16:creationId xmlns:a16="http://schemas.microsoft.com/office/drawing/2014/main" id="{E846066D-5DBA-5041-980C-B7DC4EF2A595}"/>
              </a:ext>
            </a:extLst>
          </p:cNvPr>
          <p:cNvPicPr>
            <a:picLocks noChangeAspect="1"/>
          </p:cNvPicPr>
          <p:nvPr userDrawn="1"/>
        </p:nvPicPr>
        <p:blipFill>
          <a:blip r:embed="rId4"/>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41172105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descr="A blue background with lines&#10;&#10;AI-generated content may be incorrect.">
            <a:extLst>
              <a:ext uri="{FF2B5EF4-FFF2-40B4-BE49-F238E27FC236}">
                <a16:creationId xmlns:a16="http://schemas.microsoft.com/office/drawing/2014/main" id="{A5D81F25-D49F-55C5-8832-17ADD04F539B}"/>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A0E7F6AD-89CA-BBB5-2F8A-09D762FFA950}"/>
              </a:ext>
            </a:extLst>
          </p:cNvPr>
          <p:cNvSpPr>
            <a:spLocks noGrp="1"/>
          </p:cNvSpPr>
          <p:nvPr>
            <p:ph type="title" hasCustomPrompt="1"/>
          </p:nvPr>
        </p:nvSpPr>
        <p:spPr>
          <a:xfrm>
            <a:off x="1948030" y="2298929"/>
            <a:ext cx="8051104" cy="2698583"/>
          </a:xfrm>
          <a:prstGeom prst="rect">
            <a:avLst/>
          </a:prstGeom>
        </p:spPr>
        <p:txBody>
          <a:bodyPr vert="horz" lIns="0" tIns="0" rIns="91440" bIns="45720" rtlCol="0" anchor="t" anchorCtr="0">
            <a:noAutofit/>
          </a:bodyPr>
          <a:lstStyle>
            <a:lvl1pPr algn="ctr">
              <a:lnSpc>
                <a:spcPct val="95000"/>
              </a:lnSpc>
              <a:defRPr b="0" i="0">
                <a:solidFill>
                  <a:schemeClr val="bg2"/>
                </a:solidFill>
                <a:latin typeface="DM Sans 14pt ExtraLight" pitchFamily="2" charset="77"/>
              </a:defRPr>
            </a:lvl1pPr>
          </a:lstStyle>
          <a:p>
            <a:r>
              <a:rPr lang="en-US" dirty="0"/>
              <a:t>Click to add description overview here. Keep it brief and to the point. 1-3 short sentences only. Thank you.</a:t>
            </a:r>
          </a:p>
        </p:txBody>
      </p:sp>
      <p:sp>
        <p:nvSpPr>
          <p:cNvPr id="3" name="Text Placeholder 12">
            <a:extLst>
              <a:ext uri="{FF2B5EF4-FFF2-40B4-BE49-F238E27FC236}">
                <a16:creationId xmlns:a16="http://schemas.microsoft.com/office/drawing/2014/main" id="{3723B2DF-E0BA-4D65-C197-ABE546423B71}"/>
              </a:ext>
            </a:extLst>
          </p:cNvPr>
          <p:cNvSpPr>
            <a:spLocks noGrp="1"/>
          </p:cNvSpPr>
          <p:nvPr>
            <p:ph type="body" sz="quarter" idx="37" hasCustomPrompt="1"/>
          </p:nvPr>
        </p:nvSpPr>
        <p:spPr>
          <a:xfrm>
            <a:off x="5106956" y="1671573"/>
            <a:ext cx="1978106" cy="263277"/>
          </a:xfrm>
        </p:spPr>
        <p:txBody>
          <a:bodyPr wrap="none" rIns="0" anchor="ctr">
            <a:noAutofit/>
          </a:bodyPr>
          <a:lstStyle>
            <a:lvl1pPr algn="ctr">
              <a:defRPr sz="1200" b="1" i="1">
                <a:solidFill>
                  <a:schemeClr val="accent3"/>
                </a:solidFill>
              </a:defRPr>
            </a:lvl1pPr>
          </a:lstStyle>
          <a:p>
            <a:pPr lvl="0"/>
            <a:r>
              <a:rPr lang="en-US" dirty="0"/>
              <a:t>Click to Header / Subhead</a:t>
            </a:r>
          </a:p>
        </p:txBody>
      </p:sp>
      <p:pic>
        <p:nvPicPr>
          <p:cNvPr id="4" name="Picture 3" descr="A close up of a logo&#10;&#10;AI-generated content may be incorrect.">
            <a:extLst>
              <a:ext uri="{FF2B5EF4-FFF2-40B4-BE49-F238E27FC236}">
                <a16:creationId xmlns:a16="http://schemas.microsoft.com/office/drawing/2014/main" id="{E846066D-5DBA-5041-980C-B7DC4EF2A595}"/>
              </a:ext>
            </a:extLst>
          </p:cNvPr>
          <p:cNvPicPr>
            <a:picLocks noChangeAspect="1"/>
          </p:cNvPicPr>
          <p:nvPr userDrawn="1"/>
        </p:nvPicPr>
        <p:blipFill>
          <a:blip r:embed="rId4"/>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15438070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08A151-1CC4-F67A-36E3-A04475F2A4D3}"/>
              </a:ext>
            </a:extLst>
          </p:cNvPr>
          <p:cNvSpPr/>
          <p:nvPr userDrawn="1"/>
        </p:nvSpPr>
        <p:spPr>
          <a:xfrm>
            <a:off x="0" y="0"/>
            <a:ext cx="12192000" cy="1059726"/>
          </a:xfrm>
          <a:prstGeom prst="rect">
            <a:avLst/>
          </a:prstGeom>
          <a:gradFill>
            <a:gsLst>
              <a:gs pos="2300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5" name="Text Placeholder 12">
            <a:extLst>
              <a:ext uri="{FF2B5EF4-FFF2-40B4-BE49-F238E27FC236}">
                <a16:creationId xmlns:a16="http://schemas.microsoft.com/office/drawing/2014/main" id="{C9AD7E17-12CC-201E-9F0E-2150773C331B}"/>
              </a:ext>
            </a:extLst>
          </p:cNvPr>
          <p:cNvSpPr>
            <a:spLocks noGrp="1"/>
          </p:cNvSpPr>
          <p:nvPr>
            <p:ph type="body" sz="quarter" idx="37" hasCustomPrompt="1"/>
          </p:nvPr>
        </p:nvSpPr>
        <p:spPr>
          <a:xfrm>
            <a:off x="458724" y="1439904"/>
            <a:ext cx="5510999" cy="610226"/>
          </a:xfrm>
        </p:spPr>
        <p:txBody>
          <a:bodyPr wrap="square">
            <a:noAutofit/>
          </a:bodyPr>
          <a:lstStyle>
            <a:lvl1pPr algn="l">
              <a:defRPr sz="1800" b="1">
                <a:solidFill>
                  <a:schemeClr val="tx2"/>
                </a:solidFill>
              </a:defRPr>
            </a:lvl1pPr>
          </a:lstStyle>
          <a:p>
            <a:pPr lvl="0"/>
            <a:r>
              <a:rPr lang="en-US" dirty="0"/>
              <a:t>Click to edit slide subhead</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 name="Text Placeholder 13">
            <a:extLst>
              <a:ext uri="{FF2B5EF4-FFF2-40B4-BE49-F238E27FC236}">
                <a16:creationId xmlns:a16="http://schemas.microsoft.com/office/drawing/2014/main" id="{86C259E4-92DC-BD45-D99F-44E4805FBEBE}"/>
              </a:ext>
            </a:extLst>
          </p:cNvPr>
          <p:cNvSpPr>
            <a:spLocks noGrp="1"/>
          </p:cNvSpPr>
          <p:nvPr>
            <p:ph type="body" sz="quarter" idx="16" hasCustomPrompt="1"/>
          </p:nvPr>
        </p:nvSpPr>
        <p:spPr>
          <a:xfrm>
            <a:off x="458723" y="2514902"/>
            <a:ext cx="3064075" cy="2799660"/>
          </a:xfrm>
        </p:spPr>
        <p:txBody>
          <a:bodyPr>
            <a:noAutofit/>
          </a:bodyPr>
          <a:lstStyle>
            <a:lvl1pPr>
              <a:defRPr sz="1400">
                <a:solidFill>
                  <a:schemeClr val="tx1"/>
                </a:solidFill>
              </a:defRPr>
            </a:lvl1pPr>
          </a:lstStyle>
          <a:p>
            <a:pPr lvl="0"/>
            <a:r>
              <a:rPr lang="en-US" dirty="0"/>
              <a:t>Click to add body copy here. </a:t>
            </a:r>
          </a:p>
        </p:txBody>
      </p:sp>
      <p:sp>
        <p:nvSpPr>
          <p:cNvPr id="9" name="Text Placeholder 13">
            <a:extLst>
              <a:ext uri="{FF2B5EF4-FFF2-40B4-BE49-F238E27FC236}">
                <a16:creationId xmlns:a16="http://schemas.microsoft.com/office/drawing/2014/main" id="{08481239-9093-8D44-C6E0-A6AA710FC6B0}"/>
              </a:ext>
            </a:extLst>
          </p:cNvPr>
          <p:cNvSpPr>
            <a:spLocks noGrp="1"/>
          </p:cNvSpPr>
          <p:nvPr>
            <p:ph type="body" sz="quarter" idx="38" hasCustomPrompt="1"/>
          </p:nvPr>
        </p:nvSpPr>
        <p:spPr>
          <a:xfrm>
            <a:off x="4563961" y="2514902"/>
            <a:ext cx="3064075" cy="2799660"/>
          </a:xfrm>
        </p:spPr>
        <p:txBody>
          <a:bodyPr>
            <a:noAutofit/>
          </a:bodyPr>
          <a:lstStyle>
            <a:lvl1pPr>
              <a:defRPr sz="1400">
                <a:solidFill>
                  <a:schemeClr val="tx1"/>
                </a:solidFill>
              </a:defRPr>
            </a:lvl1pPr>
          </a:lstStyle>
          <a:p>
            <a:pPr lvl="0"/>
            <a:r>
              <a:rPr lang="en-US" dirty="0"/>
              <a:t>Click to add body copy here. </a:t>
            </a:r>
          </a:p>
        </p:txBody>
      </p:sp>
      <p:sp>
        <p:nvSpPr>
          <p:cNvPr id="10" name="Text Placeholder 13">
            <a:extLst>
              <a:ext uri="{FF2B5EF4-FFF2-40B4-BE49-F238E27FC236}">
                <a16:creationId xmlns:a16="http://schemas.microsoft.com/office/drawing/2014/main" id="{FAB9C09D-2E6E-35C5-9913-E43C664B6563}"/>
              </a:ext>
            </a:extLst>
          </p:cNvPr>
          <p:cNvSpPr>
            <a:spLocks noGrp="1"/>
          </p:cNvSpPr>
          <p:nvPr>
            <p:ph type="body" sz="quarter" idx="39" hasCustomPrompt="1"/>
          </p:nvPr>
        </p:nvSpPr>
        <p:spPr>
          <a:xfrm>
            <a:off x="8650300" y="2514902"/>
            <a:ext cx="3064075" cy="2799660"/>
          </a:xfrm>
        </p:spPr>
        <p:txBody>
          <a:bodyPr>
            <a:noAutofit/>
          </a:bodyPr>
          <a:lstStyle>
            <a:lvl1pPr>
              <a:defRPr sz="1400">
                <a:solidFill>
                  <a:schemeClr val="tx1"/>
                </a:solidFill>
              </a:defRPr>
            </a:lvl1pPr>
          </a:lstStyle>
          <a:p>
            <a:pPr lvl="0"/>
            <a:r>
              <a:rPr lang="en-US" dirty="0"/>
              <a:t>Click to add body copy here. </a:t>
            </a:r>
          </a:p>
        </p:txBody>
      </p:sp>
    </p:spTree>
    <p:extLst>
      <p:ext uri="{BB962C8B-B14F-4D97-AF65-F5344CB8AC3E}">
        <p14:creationId xmlns:p14="http://schemas.microsoft.com/office/powerpoint/2010/main" val="2652576244"/>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8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5" name="Text Placeholder 12">
            <a:extLst>
              <a:ext uri="{FF2B5EF4-FFF2-40B4-BE49-F238E27FC236}">
                <a16:creationId xmlns:a16="http://schemas.microsoft.com/office/drawing/2014/main" id="{C9AD7E17-12CC-201E-9F0E-2150773C331B}"/>
              </a:ext>
            </a:extLst>
          </p:cNvPr>
          <p:cNvSpPr>
            <a:spLocks noGrp="1"/>
          </p:cNvSpPr>
          <p:nvPr>
            <p:ph type="body" sz="quarter" idx="37" hasCustomPrompt="1"/>
          </p:nvPr>
        </p:nvSpPr>
        <p:spPr>
          <a:xfrm>
            <a:off x="458724" y="905793"/>
            <a:ext cx="3677555" cy="830951"/>
          </a:xfrm>
        </p:spPr>
        <p:txBody>
          <a:bodyPr wrap="square">
            <a:noAutofit/>
          </a:bodyPr>
          <a:lstStyle>
            <a:lvl1pPr algn="l">
              <a:defRPr sz="1800" b="1">
                <a:solidFill>
                  <a:schemeClr val="tx2"/>
                </a:solidFill>
              </a:defRPr>
            </a:lvl1pPr>
          </a:lstStyle>
          <a:p>
            <a:pPr lvl="0"/>
            <a:r>
              <a:rPr lang="en-US" dirty="0"/>
              <a:t>Click to edit slide subhead</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2" name="Text Placeholder 13">
            <a:extLst>
              <a:ext uri="{FF2B5EF4-FFF2-40B4-BE49-F238E27FC236}">
                <a16:creationId xmlns:a16="http://schemas.microsoft.com/office/drawing/2014/main" id="{0E8D0E71-718A-2347-FEEA-0F50EB346853}"/>
              </a:ext>
            </a:extLst>
          </p:cNvPr>
          <p:cNvSpPr>
            <a:spLocks noGrp="1"/>
          </p:cNvSpPr>
          <p:nvPr>
            <p:ph type="body" sz="quarter" idx="16" hasCustomPrompt="1"/>
          </p:nvPr>
        </p:nvSpPr>
        <p:spPr>
          <a:xfrm>
            <a:off x="5069090" y="905794"/>
            <a:ext cx="6645285" cy="830950"/>
          </a:xfrm>
        </p:spPr>
        <p:txBody>
          <a:bodyPr>
            <a:noAutofit/>
          </a:bodyPr>
          <a:lstStyle>
            <a:lvl1pPr>
              <a:defRPr sz="1400">
                <a:solidFill>
                  <a:schemeClr val="tx1"/>
                </a:solidFill>
              </a:defRPr>
            </a:lvl1pPr>
          </a:lstStyle>
          <a:p>
            <a:pPr lvl="0"/>
            <a:r>
              <a:rPr lang="en-US" dirty="0"/>
              <a:t>Click to add body copy here. Try to keep to 3-4 sentences max. </a:t>
            </a:r>
          </a:p>
        </p:txBody>
      </p:sp>
    </p:spTree>
    <p:extLst>
      <p:ext uri="{BB962C8B-B14F-4D97-AF65-F5344CB8AC3E}">
        <p14:creationId xmlns:p14="http://schemas.microsoft.com/office/powerpoint/2010/main" val="727138741"/>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9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2" name="Text Placeholder 13">
            <a:extLst>
              <a:ext uri="{FF2B5EF4-FFF2-40B4-BE49-F238E27FC236}">
                <a16:creationId xmlns:a16="http://schemas.microsoft.com/office/drawing/2014/main" id="{0E8D0E71-718A-2347-FEEA-0F50EB346853}"/>
              </a:ext>
            </a:extLst>
          </p:cNvPr>
          <p:cNvSpPr>
            <a:spLocks noGrp="1"/>
          </p:cNvSpPr>
          <p:nvPr>
            <p:ph type="body" sz="quarter" idx="16" hasCustomPrompt="1"/>
          </p:nvPr>
        </p:nvSpPr>
        <p:spPr>
          <a:xfrm>
            <a:off x="471956" y="905794"/>
            <a:ext cx="5345838" cy="830950"/>
          </a:xfrm>
        </p:spPr>
        <p:txBody>
          <a:bodyPr>
            <a:noAutofit/>
          </a:bodyPr>
          <a:lstStyle>
            <a:lvl1pPr>
              <a:defRPr sz="1400">
                <a:solidFill>
                  <a:schemeClr val="tx1"/>
                </a:solidFill>
              </a:defRPr>
            </a:lvl1pPr>
          </a:lstStyle>
          <a:p>
            <a:pPr lvl="0"/>
            <a:r>
              <a:rPr lang="en-US" dirty="0"/>
              <a:t>Click to add body copy here. Try to keep to 3-4 sentences max. </a:t>
            </a:r>
          </a:p>
        </p:txBody>
      </p:sp>
    </p:spTree>
    <p:extLst>
      <p:ext uri="{BB962C8B-B14F-4D97-AF65-F5344CB8AC3E}">
        <p14:creationId xmlns:p14="http://schemas.microsoft.com/office/powerpoint/2010/main" val="158294342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7_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08A151-1CC4-F67A-36E3-A04475F2A4D3}"/>
              </a:ext>
            </a:extLst>
          </p:cNvPr>
          <p:cNvSpPr/>
          <p:nvPr userDrawn="1"/>
        </p:nvSpPr>
        <p:spPr>
          <a:xfrm>
            <a:off x="0" y="0"/>
            <a:ext cx="12192000" cy="1059726"/>
          </a:xfrm>
          <a:prstGeom prst="rect">
            <a:avLst/>
          </a:prstGeom>
          <a:gradFill>
            <a:gsLst>
              <a:gs pos="2300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4" name="TextBox 13">
            <a:extLst>
              <a:ext uri="{FF2B5EF4-FFF2-40B4-BE49-F238E27FC236}">
                <a16:creationId xmlns:a16="http://schemas.microsoft.com/office/drawing/2014/main" id="{23AB30E8-07E8-7907-53CF-5854B0146F23}"/>
              </a:ext>
            </a:extLst>
          </p:cNvPr>
          <p:cNvSpPr txBox="1"/>
          <p:nvPr userDrawn="1"/>
        </p:nvSpPr>
        <p:spPr>
          <a:xfrm>
            <a:off x="405138" y="1043271"/>
            <a:ext cx="3455082" cy="784830"/>
          </a:xfrm>
          <a:prstGeom prst="rect">
            <a:avLst/>
          </a:prstGeom>
          <a:noFill/>
        </p:spPr>
        <p:txBody>
          <a:bodyPr wrap="square" rtlCol="0">
            <a:spAutoFit/>
          </a:bodyPr>
          <a:lstStyle/>
          <a:p>
            <a:r>
              <a:rPr lang="en-US" sz="4500" b="0" i="0" dirty="0">
                <a:solidFill>
                  <a:schemeClr val="tx2"/>
                </a:solidFill>
                <a:latin typeface="DM Sans 14pt ExtraLight" pitchFamily="2" charset="77"/>
              </a:rPr>
              <a:t>Agenda</a:t>
            </a:r>
          </a:p>
        </p:txBody>
      </p:sp>
    </p:spTree>
    <p:extLst>
      <p:ext uri="{BB962C8B-B14F-4D97-AF65-F5344CB8AC3E}">
        <p14:creationId xmlns:p14="http://schemas.microsoft.com/office/powerpoint/2010/main" val="1428154894"/>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5_Section Header">
    <p:bg>
      <p:bgPr>
        <a:gradFill>
          <a:gsLst>
            <a:gs pos="0">
              <a:schemeClr val="bg2"/>
            </a:gs>
            <a:gs pos="100000">
              <a:schemeClr val="tx1">
                <a:alpha val="14000"/>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5" name="Rectangle 4">
            <a:extLst>
              <a:ext uri="{FF2B5EF4-FFF2-40B4-BE49-F238E27FC236}">
                <a16:creationId xmlns:a16="http://schemas.microsoft.com/office/drawing/2014/main" id="{38DEF97A-12D1-9ED3-89DA-8D81AA313185}"/>
              </a:ext>
            </a:extLst>
          </p:cNvPr>
          <p:cNvSpPr/>
          <p:nvPr userDrawn="1"/>
        </p:nvSpPr>
        <p:spPr>
          <a:xfrm>
            <a:off x="477624" y="2290692"/>
            <a:ext cx="3221263" cy="32212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C8CDD61-103D-043A-80B2-997F916B3339}"/>
              </a:ext>
            </a:extLst>
          </p:cNvPr>
          <p:cNvSpPr/>
          <p:nvPr userDrawn="1"/>
        </p:nvSpPr>
        <p:spPr>
          <a:xfrm>
            <a:off x="4485369" y="2290692"/>
            <a:ext cx="3221263" cy="32212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19405F-7267-FB33-2C04-2A2D0C98419E}"/>
              </a:ext>
            </a:extLst>
          </p:cNvPr>
          <p:cNvSpPr/>
          <p:nvPr userDrawn="1"/>
        </p:nvSpPr>
        <p:spPr>
          <a:xfrm>
            <a:off x="8493115" y="2290693"/>
            <a:ext cx="3221263" cy="32212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93A215-28C9-3E90-DA58-463EF7694092}"/>
              </a:ext>
            </a:extLst>
          </p:cNvPr>
          <p:cNvSpPr/>
          <p:nvPr userDrawn="1"/>
        </p:nvSpPr>
        <p:spPr>
          <a:xfrm>
            <a:off x="477624" y="1601648"/>
            <a:ext cx="3221263" cy="61011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D7DB367-F84F-8EE1-C8B4-4456E2BD76C6}"/>
              </a:ext>
            </a:extLst>
          </p:cNvPr>
          <p:cNvSpPr/>
          <p:nvPr userDrawn="1"/>
        </p:nvSpPr>
        <p:spPr>
          <a:xfrm>
            <a:off x="4485367" y="1601648"/>
            <a:ext cx="3221263" cy="61011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85619FC-3ED3-7DC2-4EA1-D02B209EEA9A}"/>
              </a:ext>
            </a:extLst>
          </p:cNvPr>
          <p:cNvSpPr/>
          <p:nvPr userDrawn="1"/>
        </p:nvSpPr>
        <p:spPr>
          <a:xfrm>
            <a:off x="8493110" y="1601648"/>
            <a:ext cx="3221263" cy="61011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blue arrow in a circle&#10;&#10;AI-generated content may be incorrect.">
            <a:extLst>
              <a:ext uri="{FF2B5EF4-FFF2-40B4-BE49-F238E27FC236}">
                <a16:creationId xmlns:a16="http://schemas.microsoft.com/office/drawing/2014/main" id="{57CA568C-D9D3-AECC-48DD-F40ADA830334}"/>
              </a:ext>
            </a:extLst>
          </p:cNvPr>
          <p:cNvPicPr>
            <a:picLocks noChangeAspect="1"/>
          </p:cNvPicPr>
          <p:nvPr userDrawn="1"/>
        </p:nvPicPr>
        <p:blipFill>
          <a:blip r:embed="rId3"/>
          <a:stretch>
            <a:fillRect/>
          </a:stretch>
        </p:blipFill>
        <p:spPr>
          <a:xfrm>
            <a:off x="647315" y="1753020"/>
            <a:ext cx="307371" cy="307371"/>
          </a:xfrm>
          <a:prstGeom prst="rect">
            <a:avLst/>
          </a:prstGeom>
        </p:spPr>
      </p:pic>
      <p:pic>
        <p:nvPicPr>
          <p:cNvPr id="24" name="Picture 23" descr="A blue arrow in a circle&#10;&#10;AI-generated content may be incorrect.">
            <a:extLst>
              <a:ext uri="{FF2B5EF4-FFF2-40B4-BE49-F238E27FC236}">
                <a16:creationId xmlns:a16="http://schemas.microsoft.com/office/drawing/2014/main" id="{0B514791-817A-B130-74F2-B127723B1683}"/>
              </a:ext>
            </a:extLst>
          </p:cNvPr>
          <p:cNvPicPr>
            <a:picLocks noChangeAspect="1"/>
          </p:cNvPicPr>
          <p:nvPr userDrawn="1"/>
        </p:nvPicPr>
        <p:blipFill>
          <a:blip r:embed="rId3"/>
          <a:stretch>
            <a:fillRect/>
          </a:stretch>
        </p:blipFill>
        <p:spPr>
          <a:xfrm>
            <a:off x="4646520" y="1753020"/>
            <a:ext cx="307371" cy="307371"/>
          </a:xfrm>
          <a:prstGeom prst="rect">
            <a:avLst/>
          </a:prstGeom>
        </p:spPr>
      </p:pic>
      <p:pic>
        <p:nvPicPr>
          <p:cNvPr id="26" name="Picture 25" descr="A blue arrow in a circle&#10;&#10;AI-generated content may be incorrect.">
            <a:extLst>
              <a:ext uri="{FF2B5EF4-FFF2-40B4-BE49-F238E27FC236}">
                <a16:creationId xmlns:a16="http://schemas.microsoft.com/office/drawing/2014/main" id="{21288501-215B-D421-256D-7D4077AEC59A}"/>
              </a:ext>
            </a:extLst>
          </p:cNvPr>
          <p:cNvPicPr>
            <a:picLocks noChangeAspect="1"/>
          </p:cNvPicPr>
          <p:nvPr userDrawn="1"/>
        </p:nvPicPr>
        <p:blipFill>
          <a:blip r:embed="rId3"/>
          <a:stretch>
            <a:fillRect/>
          </a:stretch>
        </p:blipFill>
        <p:spPr>
          <a:xfrm>
            <a:off x="8649456" y="1746289"/>
            <a:ext cx="307371" cy="307371"/>
          </a:xfrm>
          <a:prstGeom prst="rect">
            <a:avLst/>
          </a:prstGeom>
        </p:spPr>
      </p:pic>
      <p:sp>
        <p:nvSpPr>
          <p:cNvPr id="2" name="Text Placeholder 13">
            <a:extLst>
              <a:ext uri="{FF2B5EF4-FFF2-40B4-BE49-F238E27FC236}">
                <a16:creationId xmlns:a16="http://schemas.microsoft.com/office/drawing/2014/main" id="{BB7DE1B5-957D-8391-8C03-0611EF28B9FB}"/>
              </a:ext>
            </a:extLst>
          </p:cNvPr>
          <p:cNvSpPr>
            <a:spLocks noGrp="1"/>
          </p:cNvSpPr>
          <p:nvPr>
            <p:ph type="body" sz="quarter" idx="16" hasCustomPrompt="1"/>
          </p:nvPr>
        </p:nvSpPr>
        <p:spPr>
          <a:xfrm>
            <a:off x="4485367" y="398631"/>
            <a:ext cx="7258045" cy="625493"/>
          </a:xfrm>
        </p:spPr>
        <p:txBody>
          <a:bodyPr>
            <a:noAutofit/>
          </a:bodyPr>
          <a:lstStyle>
            <a:lvl1pPr>
              <a:defRPr>
                <a:solidFill>
                  <a:schemeClr val="tx1"/>
                </a:solidFill>
              </a:defRPr>
            </a:lvl1pPr>
          </a:lstStyle>
          <a:p>
            <a:pPr lvl="0"/>
            <a:r>
              <a:rPr lang="en-US" dirty="0"/>
              <a:t>Click to add body copy.</a:t>
            </a:r>
          </a:p>
        </p:txBody>
      </p:sp>
      <p:sp>
        <p:nvSpPr>
          <p:cNvPr id="7" name="Text Placeholder 13">
            <a:extLst>
              <a:ext uri="{FF2B5EF4-FFF2-40B4-BE49-F238E27FC236}">
                <a16:creationId xmlns:a16="http://schemas.microsoft.com/office/drawing/2014/main" id="{6CB2FDD5-CFBB-B78C-B2EC-A60C0C0EFF29}"/>
              </a:ext>
            </a:extLst>
          </p:cNvPr>
          <p:cNvSpPr>
            <a:spLocks noGrp="1"/>
          </p:cNvSpPr>
          <p:nvPr>
            <p:ph type="body" sz="quarter" idx="17" hasCustomPrompt="1"/>
          </p:nvPr>
        </p:nvSpPr>
        <p:spPr>
          <a:xfrm>
            <a:off x="1111033" y="1789596"/>
            <a:ext cx="2409408" cy="307371"/>
          </a:xfrm>
        </p:spPr>
        <p:txBody>
          <a:bodyPr wrap="none">
            <a:noAutofit/>
          </a:bodyPr>
          <a:lstStyle>
            <a:lvl1pPr>
              <a:defRPr sz="1200" b="0">
                <a:solidFill>
                  <a:schemeClr val="tx1"/>
                </a:solidFill>
              </a:defRPr>
            </a:lvl1pPr>
          </a:lstStyle>
          <a:p>
            <a:pPr lvl="0"/>
            <a:r>
              <a:rPr lang="en-US" dirty="0"/>
              <a:t>Click to add body copy.</a:t>
            </a:r>
          </a:p>
        </p:txBody>
      </p:sp>
      <p:sp>
        <p:nvSpPr>
          <p:cNvPr id="8" name="Text Placeholder 13">
            <a:extLst>
              <a:ext uri="{FF2B5EF4-FFF2-40B4-BE49-F238E27FC236}">
                <a16:creationId xmlns:a16="http://schemas.microsoft.com/office/drawing/2014/main" id="{1379481E-1B3B-82C1-50BA-21DF363AEA64}"/>
              </a:ext>
            </a:extLst>
          </p:cNvPr>
          <p:cNvSpPr>
            <a:spLocks noGrp="1"/>
          </p:cNvSpPr>
          <p:nvPr>
            <p:ph type="body" sz="quarter" idx="18" hasCustomPrompt="1"/>
          </p:nvPr>
        </p:nvSpPr>
        <p:spPr>
          <a:xfrm>
            <a:off x="5110237" y="1789595"/>
            <a:ext cx="2409408" cy="307371"/>
          </a:xfrm>
        </p:spPr>
        <p:txBody>
          <a:bodyPr wrap="none">
            <a:noAutofit/>
          </a:bodyPr>
          <a:lstStyle>
            <a:lvl1pPr>
              <a:defRPr sz="1200" b="0">
                <a:solidFill>
                  <a:schemeClr val="tx1"/>
                </a:solidFill>
              </a:defRPr>
            </a:lvl1pPr>
          </a:lstStyle>
          <a:p>
            <a:pPr lvl="0"/>
            <a:r>
              <a:rPr lang="en-US" dirty="0"/>
              <a:t>Click to add body copy.</a:t>
            </a:r>
          </a:p>
        </p:txBody>
      </p:sp>
      <p:sp>
        <p:nvSpPr>
          <p:cNvPr id="14" name="Text Placeholder 13">
            <a:extLst>
              <a:ext uri="{FF2B5EF4-FFF2-40B4-BE49-F238E27FC236}">
                <a16:creationId xmlns:a16="http://schemas.microsoft.com/office/drawing/2014/main" id="{9345E8AC-791E-7894-96D7-8108B34D12DB}"/>
              </a:ext>
            </a:extLst>
          </p:cNvPr>
          <p:cNvSpPr>
            <a:spLocks noGrp="1"/>
          </p:cNvSpPr>
          <p:nvPr>
            <p:ph type="body" sz="quarter" idx="19" hasCustomPrompt="1"/>
          </p:nvPr>
        </p:nvSpPr>
        <p:spPr>
          <a:xfrm>
            <a:off x="9113173" y="1777315"/>
            <a:ext cx="2409408" cy="307371"/>
          </a:xfrm>
        </p:spPr>
        <p:txBody>
          <a:bodyPr wrap="none">
            <a:noAutofit/>
          </a:bodyPr>
          <a:lstStyle>
            <a:lvl1pPr>
              <a:defRPr sz="1200" b="0">
                <a:solidFill>
                  <a:schemeClr val="tx1"/>
                </a:solidFill>
              </a:defRPr>
            </a:lvl1pPr>
          </a:lstStyle>
          <a:p>
            <a:pPr lvl="0"/>
            <a:r>
              <a:rPr lang="en-US" dirty="0"/>
              <a:t>Click to add body copy.</a:t>
            </a:r>
          </a:p>
        </p:txBody>
      </p:sp>
      <p:sp>
        <p:nvSpPr>
          <p:cNvPr id="4" name="Text Placeholder 12">
            <a:extLst>
              <a:ext uri="{FF2B5EF4-FFF2-40B4-BE49-F238E27FC236}">
                <a16:creationId xmlns:a16="http://schemas.microsoft.com/office/drawing/2014/main" id="{BBD7CBC1-539E-7167-FD8E-219EB3E96AEB}"/>
              </a:ext>
            </a:extLst>
          </p:cNvPr>
          <p:cNvSpPr>
            <a:spLocks noGrp="1"/>
          </p:cNvSpPr>
          <p:nvPr>
            <p:ph type="body" sz="quarter" idx="36" hasCustomPrompt="1"/>
          </p:nvPr>
        </p:nvSpPr>
        <p:spPr>
          <a:xfrm>
            <a:off x="471955" y="387691"/>
            <a:ext cx="3221263"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Tree>
    <p:extLst>
      <p:ext uri="{BB962C8B-B14F-4D97-AF65-F5344CB8AC3E}">
        <p14:creationId xmlns:p14="http://schemas.microsoft.com/office/powerpoint/2010/main" val="1225214893"/>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Section Header">
    <p:bg>
      <p:bgPr>
        <a:gradFill>
          <a:gsLst>
            <a:gs pos="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7" name="Title Placeholder 1">
            <a:extLst>
              <a:ext uri="{FF2B5EF4-FFF2-40B4-BE49-F238E27FC236}">
                <a16:creationId xmlns:a16="http://schemas.microsoft.com/office/drawing/2014/main" id="{AD589855-A25A-300C-F9A6-E67AE24D4622}"/>
              </a:ext>
            </a:extLst>
          </p:cNvPr>
          <p:cNvSpPr>
            <a:spLocks noGrp="1"/>
          </p:cNvSpPr>
          <p:nvPr>
            <p:ph type="title" hasCustomPrompt="1"/>
          </p:nvPr>
        </p:nvSpPr>
        <p:spPr>
          <a:xfrm>
            <a:off x="2687888" y="339820"/>
            <a:ext cx="2120373" cy="659662"/>
          </a:xfrm>
          <a:prstGeom prst="rect">
            <a:avLst/>
          </a:prstGeom>
        </p:spPr>
        <p:txBody>
          <a:bodyPr vert="horz" wrap="none" lIns="0" tIns="0" rIns="91440" bIns="45720" rtlCol="0" anchor="t" anchorCtr="0">
            <a:noAutofit/>
          </a:bodyPr>
          <a:lstStyle>
            <a:lvl1pPr algn="l">
              <a:lnSpc>
                <a:spcPct val="95000"/>
              </a:lnSpc>
              <a:defRPr/>
            </a:lvl1pPr>
          </a:lstStyle>
          <a:p>
            <a:r>
              <a:rPr lang="en-US" dirty="0"/>
              <a:t>Clients</a:t>
            </a:r>
          </a:p>
        </p:txBody>
      </p:sp>
      <p:sp>
        <p:nvSpPr>
          <p:cNvPr id="8" name="Picture Placeholder 9">
            <a:extLst>
              <a:ext uri="{FF2B5EF4-FFF2-40B4-BE49-F238E27FC236}">
                <a16:creationId xmlns:a16="http://schemas.microsoft.com/office/drawing/2014/main" id="{099AAE17-855B-DE73-A900-4C4E7C1AC55A}"/>
              </a:ext>
            </a:extLst>
          </p:cNvPr>
          <p:cNvSpPr>
            <a:spLocks noGrp="1"/>
          </p:cNvSpPr>
          <p:nvPr>
            <p:ph type="pic" sz="quarter" idx="15"/>
          </p:nvPr>
        </p:nvSpPr>
        <p:spPr>
          <a:xfrm>
            <a:off x="477624" y="1631604"/>
            <a:ext cx="1700632" cy="1700631"/>
          </a:xfrm>
          <a:pattFill prst="wdUpDiag">
            <a:fgClr>
              <a:schemeClr val="tx1">
                <a:lumMod val="75000"/>
              </a:schemeClr>
            </a:fgClr>
            <a:bgClr>
              <a:schemeClr val="tx1">
                <a:lumMod val="50000"/>
              </a:schemeClr>
            </a:bgClr>
          </a:pattFill>
        </p:spPr>
        <p:txBody>
          <a:bodyPr/>
          <a:lstStyle/>
          <a:p>
            <a:endParaRPr lang="en-US"/>
          </a:p>
        </p:txBody>
      </p:sp>
      <p:sp>
        <p:nvSpPr>
          <p:cNvPr id="12" name="Picture Placeholder 9">
            <a:extLst>
              <a:ext uri="{FF2B5EF4-FFF2-40B4-BE49-F238E27FC236}">
                <a16:creationId xmlns:a16="http://schemas.microsoft.com/office/drawing/2014/main" id="{35F3EFF8-1EA4-853B-5D6D-2F175D27EC6E}"/>
              </a:ext>
            </a:extLst>
          </p:cNvPr>
          <p:cNvSpPr>
            <a:spLocks noGrp="1"/>
          </p:cNvSpPr>
          <p:nvPr>
            <p:ph type="pic" sz="quarter" idx="16"/>
          </p:nvPr>
        </p:nvSpPr>
        <p:spPr>
          <a:xfrm>
            <a:off x="2385960" y="1631603"/>
            <a:ext cx="1700632" cy="1700631"/>
          </a:xfrm>
          <a:pattFill prst="wdUpDiag">
            <a:fgClr>
              <a:schemeClr val="tx1">
                <a:lumMod val="75000"/>
              </a:schemeClr>
            </a:fgClr>
            <a:bgClr>
              <a:schemeClr val="tx1">
                <a:lumMod val="50000"/>
              </a:schemeClr>
            </a:bgClr>
          </a:pattFill>
        </p:spPr>
        <p:txBody>
          <a:bodyPr/>
          <a:lstStyle/>
          <a:p>
            <a:endParaRPr lang="en-US"/>
          </a:p>
        </p:txBody>
      </p:sp>
      <p:sp>
        <p:nvSpPr>
          <p:cNvPr id="13" name="Picture Placeholder 9">
            <a:extLst>
              <a:ext uri="{FF2B5EF4-FFF2-40B4-BE49-F238E27FC236}">
                <a16:creationId xmlns:a16="http://schemas.microsoft.com/office/drawing/2014/main" id="{99E4C745-88A9-E8B0-116A-E69B7E2C1CCC}"/>
              </a:ext>
            </a:extLst>
          </p:cNvPr>
          <p:cNvSpPr>
            <a:spLocks noGrp="1"/>
          </p:cNvSpPr>
          <p:nvPr>
            <p:ph type="pic" sz="quarter" idx="17"/>
          </p:nvPr>
        </p:nvSpPr>
        <p:spPr>
          <a:xfrm>
            <a:off x="4294296" y="1631602"/>
            <a:ext cx="1700632" cy="1700631"/>
          </a:xfrm>
          <a:pattFill prst="wdUpDiag">
            <a:fgClr>
              <a:schemeClr val="tx1">
                <a:lumMod val="75000"/>
              </a:schemeClr>
            </a:fgClr>
            <a:bgClr>
              <a:schemeClr val="tx1">
                <a:lumMod val="50000"/>
              </a:schemeClr>
            </a:bgClr>
          </a:pattFill>
        </p:spPr>
        <p:txBody>
          <a:bodyPr/>
          <a:lstStyle/>
          <a:p>
            <a:endParaRPr lang="en-US"/>
          </a:p>
        </p:txBody>
      </p:sp>
      <p:sp>
        <p:nvSpPr>
          <p:cNvPr id="14" name="Picture Placeholder 9">
            <a:extLst>
              <a:ext uri="{FF2B5EF4-FFF2-40B4-BE49-F238E27FC236}">
                <a16:creationId xmlns:a16="http://schemas.microsoft.com/office/drawing/2014/main" id="{12672948-6863-1D59-A5B7-8EEA6C4B669F}"/>
              </a:ext>
            </a:extLst>
          </p:cNvPr>
          <p:cNvSpPr>
            <a:spLocks noGrp="1"/>
          </p:cNvSpPr>
          <p:nvPr>
            <p:ph type="pic" sz="quarter" idx="18"/>
          </p:nvPr>
        </p:nvSpPr>
        <p:spPr>
          <a:xfrm>
            <a:off x="6202632" y="1631602"/>
            <a:ext cx="1700632" cy="1700631"/>
          </a:xfrm>
          <a:pattFill prst="wdUpDiag">
            <a:fgClr>
              <a:schemeClr val="tx1">
                <a:lumMod val="75000"/>
              </a:schemeClr>
            </a:fgClr>
            <a:bgClr>
              <a:schemeClr val="tx1">
                <a:lumMod val="50000"/>
              </a:schemeClr>
            </a:bgClr>
          </a:pattFill>
        </p:spPr>
        <p:txBody>
          <a:bodyPr/>
          <a:lstStyle/>
          <a:p>
            <a:endParaRPr lang="en-US"/>
          </a:p>
        </p:txBody>
      </p:sp>
      <p:sp>
        <p:nvSpPr>
          <p:cNvPr id="15" name="Picture Placeholder 9">
            <a:extLst>
              <a:ext uri="{FF2B5EF4-FFF2-40B4-BE49-F238E27FC236}">
                <a16:creationId xmlns:a16="http://schemas.microsoft.com/office/drawing/2014/main" id="{8F01973A-7EF8-3CF6-32ED-76759EC1C71B}"/>
              </a:ext>
            </a:extLst>
          </p:cNvPr>
          <p:cNvSpPr>
            <a:spLocks noGrp="1"/>
          </p:cNvSpPr>
          <p:nvPr>
            <p:ph type="pic" sz="quarter" idx="19"/>
          </p:nvPr>
        </p:nvSpPr>
        <p:spPr>
          <a:xfrm>
            <a:off x="8110968" y="1631601"/>
            <a:ext cx="1700632" cy="1700631"/>
          </a:xfrm>
          <a:pattFill prst="wdUpDiag">
            <a:fgClr>
              <a:schemeClr val="tx1">
                <a:lumMod val="75000"/>
              </a:schemeClr>
            </a:fgClr>
            <a:bgClr>
              <a:schemeClr val="tx1">
                <a:lumMod val="50000"/>
              </a:schemeClr>
            </a:bgClr>
          </a:pattFill>
        </p:spPr>
        <p:txBody>
          <a:bodyPr/>
          <a:lstStyle/>
          <a:p>
            <a:endParaRPr lang="en-US"/>
          </a:p>
        </p:txBody>
      </p:sp>
      <p:sp>
        <p:nvSpPr>
          <p:cNvPr id="16" name="Picture Placeholder 9">
            <a:extLst>
              <a:ext uri="{FF2B5EF4-FFF2-40B4-BE49-F238E27FC236}">
                <a16:creationId xmlns:a16="http://schemas.microsoft.com/office/drawing/2014/main" id="{69A74E63-CA82-4FB9-345B-B498686F886B}"/>
              </a:ext>
            </a:extLst>
          </p:cNvPr>
          <p:cNvSpPr>
            <a:spLocks noGrp="1"/>
          </p:cNvSpPr>
          <p:nvPr>
            <p:ph type="pic" sz="quarter" idx="20"/>
          </p:nvPr>
        </p:nvSpPr>
        <p:spPr>
          <a:xfrm>
            <a:off x="10019304" y="1631601"/>
            <a:ext cx="1700632" cy="1700631"/>
          </a:xfrm>
          <a:pattFill prst="wdUpDiag">
            <a:fgClr>
              <a:schemeClr val="tx1">
                <a:lumMod val="75000"/>
              </a:schemeClr>
            </a:fgClr>
            <a:bgClr>
              <a:schemeClr val="tx1">
                <a:lumMod val="50000"/>
              </a:schemeClr>
            </a:bgClr>
          </a:pattFill>
        </p:spPr>
        <p:txBody>
          <a:bodyPr/>
          <a:lstStyle/>
          <a:p>
            <a:endParaRPr lang="en-US"/>
          </a:p>
        </p:txBody>
      </p:sp>
      <p:sp>
        <p:nvSpPr>
          <p:cNvPr id="17" name="Picture Placeholder 9">
            <a:extLst>
              <a:ext uri="{FF2B5EF4-FFF2-40B4-BE49-F238E27FC236}">
                <a16:creationId xmlns:a16="http://schemas.microsoft.com/office/drawing/2014/main" id="{5AF6F113-F8FE-5042-0BDE-016DB0679830}"/>
              </a:ext>
            </a:extLst>
          </p:cNvPr>
          <p:cNvSpPr>
            <a:spLocks noGrp="1"/>
          </p:cNvSpPr>
          <p:nvPr>
            <p:ph type="pic" sz="quarter" idx="21"/>
          </p:nvPr>
        </p:nvSpPr>
        <p:spPr>
          <a:xfrm>
            <a:off x="472063" y="3552862"/>
            <a:ext cx="1700632" cy="1700631"/>
          </a:xfrm>
          <a:pattFill prst="wdUpDiag">
            <a:fgClr>
              <a:schemeClr val="tx1">
                <a:lumMod val="75000"/>
              </a:schemeClr>
            </a:fgClr>
            <a:bgClr>
              <a:schemeClr val="tx1">
                <a:lumMod val="50000"/>
              </a:schemeClr>
            </a:bgClr>
          </a:pattFill>
        </p:spPr>
        <p:txBody>
          <a:bodyPr/>
          <a:lstStyle/>
          <a:p>
            <a:endParaRPr lang="en-US"/>
          </a:p>
        </p:txBody>
      </p:sp>
      <p:sp>
        <p:nvSpPr>
          <p:cNvPr id="18" name="Picture Placeholder 9">
            <a:extLst>
              <a:ext uri="{FF2B5EF4-FFF2-40B4-BE49-F238E27FC236}">
                <a16:creationId xmlns:a16="http://schemas.microsoft.com/office/drawing/2014/main" id="{BB61DB04-254F-26AA-70E2-39240301C0F5}"/>
              </a:ext>
            </a:extLst>
          </p:cNvPr>
          <p:cNvSpPr>
            <a:spLocks noGrp="1"/>
          </p:cNvSpPr>
          <p:nvPr>
            <p:ph type="pic" sz="quarter" idx="22"/>
          </p:nvPr>
        </p:nvSpPr>
        <p:spPr>
          <a:xfrm>
            <a:off x="2380399" y="3552861"/>
            <a:ext cx="1700632" cy="1700631"/>
          </a:xfrm>
          <a:pattFill prst="wdUpDiag">
            <a:fgClr>
              <a:schemeClr val="tx1">
                <a:lumMod val="75000"/>
              </a:schemeClr>
            </a:fgClr>
            <a:bgClr>
              <a:schemeClr val="tx1">
                <a:lumMod val="50000"/>
              </a:schemeClr>
            </a:bgClr>
          </a:pattFill>
        </p:spPr>
        <p:txBody>
          <a:bodyPr/>
          <a:lstStyle/>
          <a:p>
            <a:endParaRPr lang="en-US"/>
          </a:p>
        </p:txBody>
      </p:sp>
      <p:sp>
        <p:nvSpPr>
          <p:cNvPr id="19" name="Picture Placeholder 9">
            <a:extLst>
              <a:ext uri="{FF2B5EF4-FFF2-40B4-BE49-F238E27FC236}">
                <a16:creationId xmlns:a16="http://schemas.microsoft.com/office/drawing/2014/main" id="{127A7390-1C5D-0B44-5C3E-FCDA3E5FCF16}"/>
              </a:ext>
            </a:extLst>
          </p:cNvPr>
          <p:cNvSpPr>
            <a:spLocks noGrp="1"/>
          </p:cNvSpPr>
          <p:nvPr>
            <p:ph type="pic" sz="quarter" idx="23"/>
          </p:nvPr>
        </p:nvSpPr>
        <p:spPr>
          <a:xfrm>
            <a:off x="4288735" y="3552860"/>
            <a:ext cx="1700632" cy="1700631"/>
          </a:xfrm>
          <a:pattFill prst="wdUpDiag">
            <a:fgClr>
              <a:schemeClr val="tx1">
                <a:lumMod val="75000"/>
              </a:schemeClr>
            </a:fgClr>
            <a:bgClr>
              <a:schemeClr val="tx1">
                <a:lumMod val="50000"/>
              </a:schemeClr>
            </a:bgClr>
          </a:pattFill>
        </p:spPr>
        <p:txBody>
          <a:bodyPr/>
          <a:lstStyle/>
          <a:p>
            <a:endParaRPr lang="en-US"/>
          </a:p>
        </p:txBody>
      </p:sp>
      <p:sp>
        <p:nvSpPr>
          <p:cNvPr id="20" name="Picture Placeholder 9">
            <a:extLst>
              <a:ext uri="{FF2B5EF4-FFF2-40B4-BE49-F238E27FC236}">
                <a16:creationId xmlns:a16="http://schemas.microsoft.com/office/drawing/2014/main" id="{871881E5-81D3-222C-BE4B-E70CC7CE3C99}"/>
              </a:ext>
            </a:extLst>
          </p:cNvPr>
          <p:cNvSpPr>
            <a:spLocks noGrp="1"/>
          </p:cNvSpPr>
          <p:nvPr>
            <p:ph type="pic" sz="quarter" idx="24"/>
          </p:nvPr>
        </p:nvSpPr>
        <p:spPr>
          <a:xfrm>
            <a:off x="6197071" y="3552860"/>
            <a:ext cx="1700632" cy="1700631"/>
          </a:xfrm>
          <a:pattFill prst="wdUpDiag">
            <a:fgClr>
              <a:schemeClr val="tx1">
                <a:lumMod val="75000"/>
              </a:schemeClr>
            </a:fgClr>
            <a:bgClr>
              <a:schemeClr val="tx1">
                <a:lumMod val="50000"/>
              </a:schemeClr>
            </a:bgClr>
          </a:pattFill>
        </p:spPr>
        <p:txBody>
          <a:bodyPr/>
          <a:lstStyle/>
          <a:p>
            <a:endParaRPr lang="en-US"/>
          </a:p>
        </p:txBody>
      </p:sp>
      <p:sp>
        <p:nvSpPr>
          <p:cNvPr id="21" name="Picture Placeholder 9">
            <a:extLst>
              <a:ext uri="{FF2B5EF4-FFF2-40B4-BE49-F238E27FC236}">
                <a16:creationId xmlns:a16="http://schemas.microsoft.com/office/drawing/2014/main" id="{A1B36E7B-AB7B-76C3-8E31-814796E1DAE7}"/>
              </a:ext>
            </a:extLst>
          </p:cNvPr>
          <p:cNvSpPr>
            <a:spLocks noGrp="1"/>
          </p:cNvSpPr>
          <p:nvPr>
            <p:ph type="pic" sz="quarter" idx="25"/>
          </p:nvPr>
        </p:nvSpPr>
        <p:spPr>
          <a:xfrm>
            <a:off x="8105407" y="3552859"/>
            <a:ext cx="1700632" cy="1700631"/>
          </a:xfrm>
          <a:pattFill prst="wdUpDiag">
            <a:fgClr>
              <a:schemeClr val="tx1">
                <a:lumMod val="75000"/>
              </a:schemeClr>
            </a:fgClr>
            <a:bgClr>
              <a:schemeClr val="tx1">
                <a:lumMod val="50000"/>
              </a:schemeClr>
            </a:bgClr>
          </a:pattFill>
        </p:spPr>
        <p:txBody>
          <a:bodyPr/>
          <a:lstStyle/>
          <a:p>
            <a:endParaRPr lang="en-US"/>
          </a:p>
        </p:txBody>
      </p:sp>
      <p:sp>
        <p:nvSpPr>
          <p:cNvPr id="22" name="Picture Placeholder 9">
            <a:extLst>
              <a:ext uri="{FF2B5EF4-FFF2-40B4-BE49-F238E27FC236}">
                <a16:creationId xmlns:a16="http://schemas.microsoft.com/office/drawing/2014/main" id="{3D5E8E48-8A7B-FB86-80AA-9767012F13C7}"/>
              </a:ext>
            </a:extLst>
          </p:cNvPr>
          <p:cNvSpPr>
            <a:spLocks noGrp="1"/>
          </p:cNvSpPr>
          <p:nvPr>
            <p:ph type="pic" sz="quarter" idx="26"/>
          </p:nvPr>
        </p:nvSpPr>
        <p:spPr>
          <a:xfrm>
            <a:off x="10013743" y="3552859"/>
            <a:ext cx="1700632" cy="1700631"/>
          </a:xfrm>
          <a:pattFill prst="wdUpDiag">
            <a:fgClr>
              <a:schemeClr val="tx1">
                <a:lumMod val="75000"/>
              </a:schemeClr>
            </a:fgClr>
            <a:bgClr>
              <a:schemeClr val="tx1">
                <a:lumMod val="50000"/>
              </a:schemeClr>
            </a:bgClr>
          </a:pattFill>
        </p:spPr>
        <p:txBody>
          <a:bodyPr/>
          <a:lstStyle/>
          <a:p>
            <a:endParaRPr lang="en-US"/>
          </a:p>
        </p:txBody>
      </p:sp>
      <p:sp>
        <p:nvSpPr>
          <p:cNvPr id="9" name="Text Placeholder 12">
            <a:extLst>
              <a:ext uri="{FF2B5EF4-FFF2-40B4-BE49-F238E27FC236}">
                <a16:creationId xmlns:a16="http://schemas.microsoft.com/office/drawing/2014/main" id="{9D5815F5-3043-3E73-F534-E083A9EF9B50}"/>
              </a:ext>
            </a:extLst>
          </p:cNvPr>
          <p:cNvSpPr>
            <a:spLocks noGrp="1"/>
          </p:cNvSpPr>
          <p:nvPr>
            <p:ph type="body" sz="quarter" idx="36" hasCustomPrompt="1"/>
          </p:nvPr>
        </p:nvSpPr>
        <p:spPr>
          <a:xfrm>
            <a:off x="471955" y="387691"/>
            <a:ext cx="2060821" cy="263277"/>
          </a:xfrm>
        </p:spPr>
        <p:txBody>
          <a:bodyPr wrap="none">
            <a:noAutofit/>
          </a:bodyPr>
          <a:lstStyle>
            <a:lvl1pPr algn="l">
              <a:defRPr sz="1200" b="1" i="1">
                <a:solidFill>
                  <a:schemeClr val="accent3"/>
                </a:solidFill>
              </a:defRPr>
            </a:lvl1pPr>
          </a:lstStyle>
          <a:p>
            <a:pPr lvl="0"/>
            <a:r>
              <a:rPr lang="en-US" dirty="0"/>
              <a:t>Click to add section name</a:t>
            </a:r>
          </a:p>
        </p:txBody>
      </p:sp>
      <p:pic>
        <p:nvPicPr>
          <p:cNvPr id="5" name="Picture 4" descr="A blue and orange logo&#10;&#10;AI-generated content may be incorrect.">
            <a:extLst>
              <a:ext uri="{FF2B5EF4-FFF2-40B4-BE49-F238E27FC236}">
                <a16:creationId xmlns:a16="http://schemas.microsoft.com/office/drawing/2014/main" id="{DB87FDF3-0441-AB2A-8AFF-925B70F3AC3F}"/>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3429066031"/>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Section Header">
    <p:bg>
      <p:bgPr>
        <a:gradFill>
          <a:gsLst>
            <a:gs pos="50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6" name="Oval 5">
            <a:extLst>
              <a:ext uri="{FF2B5EF4-FFF2-40B4-BE49-F238E27FC236}">
                <a16:creationId xmlns:a16="http://schemas.microsoft.com/office/drawing/2014/main" id="{C3625CB8-A397-260C-C3E3-6B59520389DC}"/>
              </a:ext>
            </a:extLst>
          </p:cNvPr>
          <p:cNvSpPr/>
          <p:nvPr userDrawn="1"/>
        </p:nvSpPr>
        <p:spPr>
          <a:xfrm>
            <a:off x="1308015"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21">
            <a:extLst>
              <a:ext uri="{FF2B5EF4-FFF2-40B4-BE49-F238E27FC236}">
                <a16:creationId xmlns:a16="http://schemas.microsoft.com/office/drawing/2014/main" id="{ED46F259-D1DE-80C2-053B-A482CE827876}"/>
              </a:ext>
            </a:extLst>
          </p:cNvPr>
          <p:cNvSpPr>
            <a:spLocks noGrp="1"/>
          </p:cNvSpPr>
          <p:nvPr>
            <p:ph type="pic" sz="quarter" idx="15"/>
          </p:nvPr>
        </p:nvSpPr>
        <p:spPr>
          <a:xfrm>
            <a:off x="1474371"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0" name="Oval 9">
            <a:extLst>
              <a:ext uri="{FF2B5EF4-FFF2-40B4-BE49-F238E27FC236}">
                <a16:creationId xmlns:a16="http://schemas.microsoft.com/office/drawing/2014/main" id="{21D13A3A-7555-178F-B410-5356C751C582}"/>
              </a:ext>
            </a:extLst>
          </p:cNvPr>
          <p:cNvSpPr/>
          <p:nvPr userDrawn="1"/>
        </p:nvSpPr>
        <p:spPr>
          <a:xfrm>
            <a:off x="9253037"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icture Placeholder 21">
            <a:extLst>
              <a:ext uri="{FF2B5EF4-FFF2-40B4-BE49-F238E27FC236}">
                <a16:creationId xmlns:a16="http://schemas.microsoft.com/office/drawing/2014/main" id="{2F7A958B-7BA8-BFD1-D007-F7000736F51B}"/>
              </a:ext>
            </a:extLst>
          </p:cNvPr>
          <p:cNvSpPr>
            <a:spLocks noGrp="1"/>
          </p:cNvSpPr>
          <p:nvPr>
            <p:ph type="pic" sz="quarter" idx="16"/>
          </p:nvPr>
        </p:nvSpPr>
        <p:spPr>
          <a:xfrm>
            <a:off x="9419393"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24" name="Oval 23">
            <a:extLst>
              <a:ext uri="{FF2B5EF4-FFF2-40B4-BE49-F238E27FC236}">
                <a16:creationId xmlns:a16="http://schemas.microsoft.com/office/drawing/2014/main" id="{0FB63D91-2E91-6AF8-D67B-4F8BC1A7CBED}"/>
              </a:ext>
            </a:extLst>
          </p:cNvPr>
          <p:cNvSpPr/>
          <p:nvPr userDrawn="1"/>
        </p:nvSpPr>
        <p:spPr>
          <a:xfrm>
            <a:off x="5356330"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21">
            <a:extLst>
              <a:ext uri="{FF2B5EF4-FFF2-40B4-BE49-F238E27FC236}">
                <a16:creationId xmlns:a16="http://schemas.microsoft.com/office/drawing/2014/main" id="{B4FC4BEC-AB01-D541-1555-6E86BE8917B0}"/>
              </a:ext>
            </a:extLst>
          </p:cNvPr>
          <p:cNvSpPr>
            <a:spLocks noGrp="1"/>
          </p:cNvSpPr>
          <p:nvPr>
            <p:ph type="pic" sz="quarter" idx="17"/>
          </p:nvPr>
        </p:nvSpPr>
        <p:spPr>
          <a:xfrm>
            <a:off x="5522686"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7" name="Text Placeholder 12">
            <a:extLst>
              <a:ext uri="{FF2B5EF4-FFF2-40B4-BE49-F238E27FC236}">
                <a16:creationId xmlns:a16="http://schemas.microsoft.com/office/drawing/2014/main" id="{AF2FE3D4-B6CC-CF9A-AB6A-F7E2815420BA}"/>
              </a:ext>
            </a:extLst>
          </p:cNvPr>
          <p:cNvSpPr>
            <a:spLocks noGrp="1"/>
          </p:cNvSpPr>
          <p:nvPr>
            <p:ph type="body" sz="quarter" idx="18" hasCustomPrompt="1"/>
          </p:nvPr>
        </p:nvSpPr>
        <p:spPr>
          <a:xfrm>
            <a:off x="679737" y="3325871"/>
            <a:ext cx="2890838" cy="335605"/>
          </a:xfrm>
        </p:spPr>
        <p:txBody>
          <a:bodyPr wrap="none">
            <a:noAutofit/>
          </a:bodyPr>
          <a:lstStyle>
            <a:lvl1pPr algn="ctr">
              <a:defRPr sz="1600" b="1">
                <a:solidFill>
                  <a:schemeClr val="tx2"/>
                </a:solidFill>
              </a:defRPr>
            </a:lvl1pPr>
          </a:lstStyle>
          <a:p>
            <a:pPr lvl="0"/>
            <a:r>
              <a:rPr lang="en-US" dirty="0"/>
              <a:t>Frankie Oviedo</a:t>
            </a:r>
          </a:p>
        </p:txBody>
      </p:sp>
      <p:sp>
        <p:nvSpPr>
          <p:cNvPr id="8" name="Text Placeholder 12">
            <a:extLst>
              <a:ext uri="{FF2B5EF4-FFF2-40B4-BE49-F238E27FC236}">
                <a16:creationId xmlns:a16="http://schemas.microsoft.com/office/drawing/2014/main" id="{87EC1804-6CFC-A7F1-68AF-310AD33A5266}"/>
              </a:ext>
            </a:extLst>
          </p:cNvPr>
          <p:cNvSpPr>
            <a:spLocks noGrp="1"/>
          </p:cNvSpPr>
          <p:nvPr>
            <p:ph type="body" sz="quarter" idx="19" hasCustomPrompt="1"/>
          </p:nvPr>
        </p:nvSpPr>
        <p:spPr>
          <a:xfrm>
            <a:off x="679737" y="3700153"/>
            <a:ext cx="2890838" cy="208968"/>
          </a:xfrm>
        </p:spPr>
        <p:txBody>
          <a:bodyPr wrap="none">
            <a:noAutofit/>
          </a:bodyPr>
          <a:lstStyle>
            <a:lvl1pPr algn="ctr">
              <a:defRPr sz="900" b="1" i="1">
                <a:solidFill>
                  <a:schemeClr val="tx2"/>
                </a:solidFill>
              </a:defRPr>
            </a:lvl1pPr>
          </a:lstStyle>
          <a:p>
            <a:pPr lvl="0"/>
            <a:r>
              <a:rPr lang="en-US" dirty="0"/>
              <a:t>Department Title</a:t>
            </a:r>
          </a:p>
        </p:txBody>
      </p:sp>
      <p:sp>
        <p:nvSpPr>
          <p:cNvPr id="12" name="Text Placeholder 12">
            <a:extLst>
              <a:ext uri="{FF2B5EF4-FFF2-40B4-BE49-F238E27FC236}">
                <a16:creationId xmlns:a16="http://schemas.microsoft.com/office/drawing/2014/main" id="{62CBCF11-7691-700A-F623-A6B56C424AA7}"/>
              </a:ext>
            </a:extLst>
          </p:cNvPr>
          <p:cNvSpPr>
            <a:spLocks noGrp="1"/>
          </p:cNvSpPr>
          <p:nvPr>
            <p:ph type="body" sz="quarter" idx="20" hasCustomPrompt="1"/>
          </p:nvPr>
        </p:nvSpPr>
        <p:spPr>
          <a:xfrm>
            <a:off x="1192766" y="4058648"/>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13" name="Text Placeholder 12">
            <a:extLst>
              <a:ext uri="{FF2B5EF4-FFF2-40B4-BE49-F238E27FC236}">
                <a16:creationId xmlns:a16="http://schemas.microsoft.com/office/drawing/2014/main" id="{448B451E-C3AC-B5D2-1532-4897BA4177C8}"/>
              </a:ext>
            </a:extLst>
          </p:cNvPr>
          <p:cNvSpPr>
            <a:spLocks noGrp="1"/>
          </p:cNvSpPr>
          <p:nvPr>
            <p:ph type="body" sz="quarter" idx="21" hasCustomPrompt="1"/>
          </p:nvPr>
        </p:nvSpPr>
        <p:spPr>
          <a:xfrm>
            <a:off x="4728633" y="3327931"/>
            <a:ext cx="2890838" cy="335605"/>
          </a:xfrm>
        </p:spPr>
        <p:txBody>
          <a:bodyPr wrap="none">
            <a:noAutofit/>
          </a:bodyPr>
          <a:lstStyle>
            <a:lvl1pPr algn="ctr">
              <a:defRPr sz="1600" b="1">
                <a:solidFill>
                  <a:schemeClr val="tx2"/>
                </a:solidFill>
              </a:defRPr>
            </a:lvl1pPr>
          </a:lstStyle>
          <a:p>
            <a:pPr lvl="0"/>
            <a:r>
              <a:rPr lang="en-US" dirty="0"/>
              <a:t>Frankie Oviedo</a:t>
            </a:r>
          </a:p>
        </p:txBody>
      </p:sp>
      <p:sp>
        <p:nvSpPr>
          <p:cNvPr id="14" name="Text Placeholder 12">
            <a:extLst>
              <a:ext uri="{FF2B5EF4-FFF2-40B4-BE49-F238E27FC236}">
                <a16:creationId xmlns:a16="http://schemas.microsoft.com/office/drawing/2014/main" id="{E695E40B-F390-DB5F-6DFC-CA2D46ACB84B}"/>
              </a:ext>
            </a:extLst>
          </p:cNvPr>
          <p:cNvSpPr>
            <a:spLocks noGrp="1"/>
          </p:cNvSpPr>
          <p:nvPr>
            <p:ph type="body" sz="quarter" idx="22" hasCustomPrompt="1"/>
          </p:nvPr>
        </p:nvSpPr>
        <p:spPr>
          <a:xfrm>
            <a:off x="4728633" y="3702213"/>
            <a:ext cx="2890838" cy="208968"/>
          </a:xfrm>
        </p:spPr>
        <p:txBody>
          <a:bodyPr wrap="none">
            <a:noAutofit/>
          </a:bodyPr>
          <a:lstStyle>
            <a:lvl1pPr algn="ctr">
              <a:defRPr sz="900" b="1" i="1">
                <a:solidFill>
                  <a:schemeClr val="tx2"/>
                </a:solidFill>
              </a:defRPr>
            </a:lvl1pPr>
          </a:lstStyle>
          <a:p>
            <a:pPr lvl="0"/>
            <a:r>
              <a:rPr lang="en-US" dirty="0"/>
              <a:t>Department Title</a:t>
            </a:r>
          </a:p>
        </p:txBody>
      </p:sp>
      <p:sp>
        <p:nvSpPr>
          <p:cNvPr id="15" name="Text Placeholder 12">
            <a:extLst>
              <a:ext uri="{FF2B5EF4-FFF2-40B4-BE49-F238E27FC236}">
                <a16:creationId xmlns:a16="http://schemas.microsoft.com/office/drawing/2014/main" id="{89289922-D23A-9AFA-D269-3AF348B97111}"/>
              </a:ext>
            </a:extLst>
          </p:cNvPr>
          <p:cNvSpPr>
            <a:spLocks noGrp="1"/>
          </p:cNvSpPr>
          <p:nvPr>
            <p:ph type="body" sz="quarter" idx="23" hasCustomPrompt="1"/>
          </p:nvPr>
        </p:nvSpPr>
        <p:spPr>
          <a:xfrm>
            <a:off x="5241662" y="4060708"/>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16" name="Text Placeholder 12">
            <a:extLst>
              <a:ext uri="{FF2B5EF4-FFF2-40B4-BE49-F238E27FC236}">
                <a16:creationId xmlns:a16="http://schemas.microsoft.com/office/drawing/2014/main" id="{136DF29C-38DF-4579-C042-DF5F8117DA6D}"/>
              </a:ext>
            </a:extLst>
          </p:cNvPr>
          <p:cNvSpPr>
            <a:spLocks noGrp="1"/>
          </p:cNvSpPr>
          <p:nvPr>
            <p:ph type="body" sz="quarter" idx="24" hasCustomPrompt="1"/>
          </p:nvPr>
        </p:nvSpPr>
        <p:spPr>
          <a:xfrm>
            <a:off x="8662197" y="3286741"/>
            <a:ext cx="2890838" cy="335605"/>
          </a:xfrm>
        </p:spPr>
        <p:txBody>
          <a:bodyPr wrap="none">
            <a:noAutofit/>
          </a:bodyPr>
          <a:lstStyle>
            <a:lvl1pPr algn="ctr">
              <a:defRPr sz="1600" b="1">
                <a:solidFill>
                  <a:schemeClr val="tx2"/>
                </a:solidFill>
              </a:defRPr>
            </a:lvl1pPr>
          </a:lstStyle>
          <a:p>
            <a:pPr lvl="0"/>
            <a:r>
              <a:rPr lang="en-US" dirty="0"/>
              <a:t>Frankie Oviedo</a:t>
            </a:r>
          </a:p>
        </p:txBody>
      </p:sp>
      <p:sp>
        <p:nvSpPr>
          <p:cNvPr id="17" name="Text Placeholder 12">
            <a:extLst>
              <a:ext uri="{FF2B5EF4-FFF2-40B4-BE49-F238E27FC236}">
                <a16:creationId xmlns:a16="http://schemas.microsoft.com/office/drawing/2014/main" id="{6CA6FE4B-2A15-E214-044E-3A0D542BE0EC}"/>
              </a:ext>
            </a:extLst>
          </p:cNvPr>
          <p:cNvSpPr>
            <a:spLocks noGrp="1"/>
          </p:cNvSpPr>
          <p:nvPr>
            <p:ph type="body" sz="quarter" idx="25" hasCustomPrompt="1"/>
          </p:nvPr>
        </p:nvSpPr>
        <p:spPr>
          <a:xfrm>
            <a:off x="8662197" y="3661023"/>
            <a:ext cx="2890838" cy="208968"/>
          </a:xfrm>
        </p:spPr>
        <p:txBody>
          <a:bodyPr wrap="none">
            <a:noAutofit/>
          </a:bodyPr>
          <a:lstStyle>
            <a:lvl1pPr algn="ctr">
              <a:defRPr sz="900" b="1" i="1">
                <a:solidFill>
                  <a:schemeClr val="tx2"/>
                </a:solidFill>
              </a:defRPr>
            </a:lvl1pPr>
          </a:lstStyle>
          <a:p>
            <a:pPr lvl="0"/>
            <a:r>
              <a:rPr lang="en-US" dirty="0"/>
              <a:t>Department Title</a:t>
            </a:r>
          </a:p>
        </p:txBody>
      </p:sp>
      <p:sp>
        <p:nvSpPr>
          <p:cNvPr id="18" name="Text Placeholder 12">
            <a:extLst>
              <a:ext uri="{FF2B5EF4-FFF2-40B4-BE49-F238E27FC236}">
                <a16:creationId xmlns:a16="http://schemas.microsoft.com/office/drawing/2014/main" id="{2D8B6EFC-5454-024C-6C50-BF55E929E729}"/>
              </a:ext>
            </a:extLst>
          </p:cNvPr>
          <p:cNvSpPr>
            <a:spLocks noGrp="1"/>
          </p:cNvSpPr>
          <p:nvPr>
            <p:ph type="body" sz="quarter" idx="26" hasCustomPrompt="1"/>
          </p:nvPr>
        </p:nvSpPr>
        <p:spPr>
          <a:xfrm>
            <a:off x="9175226" y="4019518"/>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19" name="Text Placeholder 12">
            <a:extLst>
              <a:ext uri="{FF2B5EF4-FFF2-40B4-BE49-F238E27FC236}">
                <a16:creationId xmlns:a16="http://schemas.microsoft.com/office/drawing/2014/main" id="{17314F16-9DD3-532D-D9FB-CF2AA9BCC31D}"/>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pic>
        <p:nvPicPr>
          <p:cNvPr id="5" name="Picture 4" descr="A blue and orange logo&#10;&#10;AI-generated content may be incorrect.">
            <a:extLst>
              <a:ext uri="{FF2B5EF4-FFF2-40B4-BE49-F238E27FC236}">
                <a16:creationId xmlns:a16="http://schemas.microsoft.com/office/drawing/2014/main" id="{B729CBAD-365F-65A1-93EB-66EEDDDA30AD}"/>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2687994517"/>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Section Header">
    <p:bg>
      <p:bgPr>
        <a:gradFill>
          <a:gsLst>
            <a:gs pos="50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7" name="Oval 6">
            <a:extLst>
              <a:ext uri="{FF2B5EF4-FFF2-40B4-BE49-F238E27FC236}">
                <a16:creationId xmlns:a16="http://schemas.microsoft.com/office/drawing/2014/main" id="{2B101E18-FE22-7066-AEDB-23389E285FDE}"/>
              </a:ext>
            </a:extLst>
          </p:cNvPr>
          <p:cNvSpPr/>
          <p:nvPr userDrawn="1"/>
        </p:nvSpPr>
        <p:spPr>
          <a:xfrm>
            <a:off x="670614"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21">
            <a:extLst>
              <a:ext uri="{FF2B5EF4-FFF2-40B4-BE49-F238E27FC236}">
                <a16:creationId xmlns:a16="http://schemas.microsoft.com/office/drawing/2014/main" id="{F4636697-DDD3-EA1E-8B44-B6143147A786}"/>
              </a:ext>
            </a:extLst>
          </p:cNvPr>
          <p:cNvSpPr>
            <a:spLocks noGrp="1"/>
          </p:cNvSpPr>
          <p:nvPr>
            <p:ph type="pic" sz="quarter" idx="15"/>
          </p:nvPr>
        </p:nvSpPr>
        <p:spPr>
          <a:xfrm>
            <a:off x="836970"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2" name="Oval 11">
            <a:extLst>
              <a:ext uri="{FF2B5EF4-FFF2-40B4-BE49-F238E27FC236}">
                <a16:creationId xmlns:a16="http://schemas.microsoft.com/office/drawing/2014/main" id="{933C8F81-A98F-312E-667A-22C026726589}"/>
              </a:ext>
            </a:extLst>
          </p:cNvPr>
          <p:cNvSpPr/>
          <p:nvPr userDrawn="1"/>
        </p:nvSpPr>
        <p:spPr>
          <a:xfrm>
            <a:off x="9724082" y="1427782"/>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21">
            <a:extLst>
              <a:ext uri="{FF2B5EF4-FFF2-40B4-BE49-F238E27FC236}">
                <a16:creationId xmlns:a16="http://schemas.microsoft.com/office/drawing/2014/main" id="{ED468176-6CAA-7132-6F2D-E97D3EE816A7}"/>
              </a:ext>
            </a:extLst>
          </p:cNvPr>
          <p:cNvSpPr>
            <a:spLocks noGrp="1"/>
          </p:cNvSpPr>
          <p:nvPr>
            <p:ph type="pic" sz="quarter" idx="16"/>
          </p:nvPr>
        </p:nvSpPr>
        <p:spPr>
          <a:xfrm>
            <a:off x="9890438" y="1594138"/>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4" name="Oval 13">
            <a:extLst>
              <a:ext uri="{FF2B5EF4-FFF2-40B4-BE49-F238E27FC236}">
                <a16:creationId xmlns:a16="http://schemas.microsoft.com/office/drawing/2014/main" id="{CF2398EA-2FDF-E4A9-CBDC-848F07780805}"/>
              </a:ext>
            </a:extLst>
          </p:cNvPr>
          <p:cNvSpPr/>
          <p:nvPr userDrawn="1"/>
        </p:nvSpPr>
        <p:spPr>
          <a:xfrm>
            <a:off x="2941632"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icture Placeholder 21">
            <a:extLst>
              <a:ext uri="{FF2B5EF4-FFF2-40B4-BE49-F238E27FC236}">
                <a16:creationId xmlns:a16="http://schemas.microsoft.com/office/drawing/2014/main" id="{F512B6BE-88FB-2DC3-A2CB-4571B5D7351F}"/>
              </a:ext>
            </a:extLst>
          </p:cNvPr>
          <p:cNvSpPr>
            <a:spLocks noGrp="1"/>
          </p:cNvSpPr>
          <p:nvPr>
            <p:ph type="pic" sz="quarter" idx="17"/>
          </p:nvPr>
        </p:nvSpPr>
        <p:spPr>
          <a:xfrm>
            <a:off x="3107988"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6" name="Oval 15">
            <a:extLst>
              <a:ext uri="{FF2B5EF4-FFF2-40B4-BE49-F238E27FC236}">
                <a16:creationId xmlns:a16="http://schemas.microsoft.com/office/drawing/2014/main" id="{66194684-2C3E-356E-FC62-0A6CF246E6FD}"/>
              </a:ext>
            </a:extLst>
          </p:cNvPr>
          <p:cNvSpPr/>
          <p:nvPr userDrawn="1"/>
        </p:nvSpPr>
        <p:spPr>
          <a:xfrm>
            <a:off x="7468366" y="1427782"/>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icture Placeholder 21">
            <a:extLst>
              <a:ext uri="{FF2B5EF4-FFF2-40B4-BE49-F238E27FC236}">
                <a16:creationId xmlns:a16="http://schemas.microsoft.com/office/drawing/2014/main" id="{E9D58E8C-1D74-6E80-1B7C-35D1B5F3AC16}"/>
              </a:ext>
            </a:extLst>
          </p:cNvPr>
          <p:cNvSpPr>
            <a:spLocks noGrp="1"/>
          </p:cNvSpPr>
          <p:nvPr>
            <p:ph type="pic" sz="quarter" idx="18"/>
          </p:nvPr>
        </p:nvSpPr>
        <p:spPr>
          <a:xfrm>
            <a:off x="7634722" y="1594138"/>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8" name="Oval 17">
            <a:extLst>
              <a:ext uri="{FF2B5EF4-FFF2-40B4-BE49-F238E27FC236}">
                <a16:creationId xmlns:a16="http://schemas.microsoft.com/office/drawing/2014/main" id="{727BD7D2-5AB8-3F8D-9C4F-E18832BD16E2}"/>
              </a:ext>
            </a:extLst>
          </p:cNvPr>
          <p:cNvSpPr/>
          <p:nvPr userDrawn="1"/>
        </p:nvSpPr>
        <p:spPr>
          <a:xfrm>
            <a:off x="5212651" y="1427782"/>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21">
            <a:extLst>
              <a:ext uri="{FF2B5EF4-FFF2-40B4-BE49-F238E27FC236}">
                <a16:creationId xmlns:a16="http://schemas.microsoft.com/office/drawing/2014/main" id="{8D84FF93-BF29-B0F5-664C-974C4BAC6C1E}"/>
              </a:ext>
            </a:extLst>
          </p:cNvPr>
          <p:cNvSpPr>
            <a:spLocks noGrp="1"/>
          </p:cNvSpPr>
          <p:nvPr>
            <p:ph type="pic" sz="quarter" idx="19"/>
          </p:nvPr>
        </p:nvSpPr>
        <p:spPr>
          <a:xfrm>
            <a:off x="5379007" y="1594138"/>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6" name="Text Placeholder 12">
            <a:extLst>
              <a:ext uri="{FF2B5EF4-FFF2-40B4-BE49-F238E27FC236}">
                <a16:creationId xmlns:a16="http://schemas.microsoft.com/office/drawing/2014/main" id="{2D876410-D272-CC26-B82F-69C3443A132A}"/>
              </a:ext>
            </a:extLst>
          </p:cNvPr>
          <p:cNvSpPr>
            <a:spLocks noGrp="1"/>
          </p:cNvSpPr>
          <p:nvPr>
            <p:ph type="body" sz="quarter" idx="21" hasCustomPrompt="1"/>
          </p:nvPr>
        </p:nvSpPr>
        <p:spPr>
          <a:xfrm>
            <a:off x="471955"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9" name="Text Placeholder 12">
            <a:extLst>
              <a:ext uri="{FF2B5EF4-FFF2-40B4-BE49-F238E27FC236}">
                <a16:creationId xmlns:a16="http://schemas.microsoft.com/office/drawing/2014/main" id="{E47276E7-BB72-E55F-D0F9-23FAA6795C80}"/>
              </a:ext>
            </a:extLst>
          </p:cNvPr>
          <p:cNvSpPr>
            <a:spLocks noGrp="1"/>
          </p:cNvSpPr>
          <p:nvPr>
            <p:ph type="body" sz="quarter" idx="22" hasCustomPrompt="1"/>
          </p:nvPr>
        </p:nvSpPr>
        <p:spPr>
          <a:xfrm>
            <a:off x="471955"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10" name="Text Placeholder 12">
            <a:extLst>
              <a:ext uri="{FF2B5EF4-FFF2-40B4-BE49-F238E27FC236}">
                <a16:creationId xmlns:a16="http://schemas.microsoft.com/office/drawing/2014/main" id="{99E2BF19-57BB-B7AD-09A2-2EC51E4497D1}"/>
              </a:ext>
            </a:extLst>
          </p:cNvPr>
          <p:cNvSpPr>
            <a:spLocks noGrp="1"/>
          </p:cNvSpPr>
          <p:nvPr>
            <p:ph type="body" sz="quarter" idx="23" hasCustomPrompt="1"/>
          </p:nvPr>
        </p:nvSpPr>
        <p:spPr>
          <a:xfrm>
            <a:off x="563823"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23" name="Text Placeholder 12">
            <a:extLst>
              <a:ext uri="{FF2B5EF4-FFF2-40B4-BE49-F238E27FC236}">
                <a16:creationId xmlns:a16="http://schemas.microsoft.com/office/drawing/2014/main" id="{9E8E3500-DF4D-4365-52B3-CB831CC70365}"/>
              </a:ext>
            </a:extLst>
          </p:cNvPr>
          <p:cNvSpPr>
            <a:spLocks noGrp="1"/>
          </p:cNvSpPr>
          <p:nvPr>
            <p:ph type="body" sz="quarter" idx="24" hasCustomPrompt="1"/>
          </p:nvPr>
        </p:nvSpPr>
        <p:spPr>
          <a:xfrm>
            <a:off x="2760012"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24" name="Text Placeholder 12">
            <a:extLst>
              <a:ext uri="{FF2B5EF4-FFF2-40B4-BE49-F238E27FC236}">
                <a16:creationId xmlns:a16="http://schemas.microsoft.com/office/drawing/2014/main" id="{3BC2C673-9E22-B604-12E9-BBCA4703F281}"/>
              </a:ext>
            </a:extLst>
          </p:cNvPr>
          <p:cNvSpPr>
            <a:spLocks noGrp="1"/>
          </p:cNvSpPr>
          <p:nvPr>
            <p:ph type="body" sz="quarter" idx="25" hasCustomPrompt="1"/>
          </p:nvPr>
        </p:nvSpPr>
        <p:spPr>
          <a:xfrm>
            <a:off x="2760012"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25" name="Text Placeholder 12">
            <a:extLst>
              <a:ext uri="{FF2B5EF4-FFF2-40B4-BE49-F238E27FC236}">
                <a16:creationId xmlns:a16="http://schemas.microsoft.com/office/drawing/2014/main" id="{F91246D7-76AC-0612-8CAC-583B3EE545B5}"/>
              </a:ext>
            </a:extLst>
          </p:cNvPr>
          <p:cNvSpPr>
            <a:spLocks noGrp="1"/>
          </p:cNvSpPr>
          <p:nvPr>
            <p:ph type="body" sz="quarter" idx="26" hasCustomPrompt="1"/>
          </p:nvPr>
        </p:nvSpPr>
        <p:spPr>
          <a:xfrm>
            <a:off x="2851880"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26" name="Text Placeholder 12">
            <a:extLst>
              <a:ext uri="{FF2B5EF4-FFF2-40B4-BE49-F238E27FC236}">
                <a16:creationId xmlns:a16="http://schemas.microsoft.com/office/drawing/2014/main" id="{17AEC0E1-4CC7-174E-1E6B-1F7B439E166D}"/>
              </a:ext>
            </a:extLst>
          </p:cNvPr>
          <p:cNvSpPr>
            <a:spLocks noGrp="1"/>
          </p:cNvSpPr>
          <p:nvPr>
            <p:ph type="body" sz="quarter" idx="27" hasCustomPrompt="1"/>
          </p:nvPr>
        </p:nvSpPr>
        <p:spPr>
          <a:xfrm>
            <a:off x="5048069"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27" name="Text Placeholder 12">
            <a:extLst>
              <a:ext uri="{FF2B5EF4-FFF2-40B4-BE49-F238E27FC236}">
                <a16:creationId xmlns:a16="http://schemas.microsoft.com/office/drawing/2014/main" id="{23CD663E-CEA2-4200-BA3E-05BDDF42CA9E}"/>
              </a:ext>
            </a:extLst>
          </p:cNvPr>
          <p:cNvSpPr>
            <a:spLocks noGrp="1"/>
          </p:cNvSpPr>
          <p:nvPr>
            <p:ph type="body" sz="quarter" idx="28" hasCustomPrompt="1"/>
          </p:nvPr>
        </p:nvSpPr>
        <p:spPr>
          <a:xfrm>
            <a:off x="5048069"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28" name="Text Placeholder 12">
            <a:extLst>
              <a:ext uri="{FF2B5EF4-FFF2-40B4-BE49-F238E27FC236}">
                <a16:creationId xmlns:a16="http://schemas.microsoft.com/office/drawing/2014/main" id="{B84E8B42-AEB3-6794-FFF8-75AE763292A4}"/>
              </a:ext>
            </a:extLst>
          </p:cNvPr>
          <p:cNvSpPr>
            <a:spLocks noGrp="1"/>
          </p:cNvSpPr>
          <p:nvPr>
            <p:ph type="body" sz="quarter" idx="29" hasCustomPrompt="1"/>
          </p:nvPr>
        </p:nvSpPr>
        <p:spPr>
          <a:xfrm>
            <a:off x="5139937"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29" name="Text Placeholder 12">
            <a:extLst>
              <a:ext uri="{FF2B5EF4-FFF2-40B4-BE49-F238E27FC236}">
                <a16:creationId xmlns:a16="http://schemas.microsoft.com/office/drawing/2014/main" id="{0102DE68-D44D-0B42-881D-477AA1DCC21B}"/>
              </a:ext>
            </a:extLst>
          </p:cNvPr>
          <p:cNvSpPr>
            <a:spLocks noGrp="1"/>
          </p:cNvSpPr>
          <p:nvPr>
            <p:ph type="body" sz="quarter" idx="30" hasCustomPrompt="1"/>
          </p:nvPr>
        </p:nvSpPr>
        <p:spPr>
          <a:xfrm>
            <a:off x="7309368"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30" name="Text Placeholder 12">
            <a:extLst>
              <a:ext uri="{FF2B5EF4-FFF2-40B4-BE49-F238E27FC236}">
                <a16:creationId xmlns:a16="http://schemas.microsoft.com/office/drawing/2014/main" id="{C6C8586A-FB04-5C15-39F9-F6BA47CCC100}"/>
              </a:ext>
            </a:extLst>
          </p:cNvPr>
          <p:cNvSpPr>
            <a:spLocks noGrp="1"/>
          </p:cNvSpPr>
          <p:nvPr>
            <p:ph type="body" sz="quarter" idx="31" hasCustomPrompt="1"/>
          </p:nvPr>
        </p:nvSpPr>
        <p:spPr>
          <a:xfrm>
            <a:off x="7309368"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31" name="Text Placeholder 12">
            <a:extLst>
              <a:ext uri="{FF2B5EF4-FFF2-40B4-BE49-F238E27FC236}">
                <a16:creationId xmlns:a16="http://schemas.microsoft.com/office/drawing/2014/main" id="{4B2D3AB0-7DCA-9248-9DC7-415D3452A539}"/>
              </a:ext>
            </a:extLst>
          </p:cNvPr>
          <p:cNvSpPr>
            <a:spLocks noGrp="1"/>
          </p:cNvSpPr>
          <p:nvPr>
            <p:ph type="body" sz="quarter" idx="32" hasCustomPrompt="1"/>
          </p:nvPr>
        </p:nvSpPr>
        <p:spPr>
          <a:xfrm>
            <a:off x="7401236"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32" name="Text Placeholder 12">
            <a:extLst>
              <a:ext uri="{FF2B5EF4-FFF2-40B4-BE49-F238E27FC236}">
                <a16:creationId xmlns:a16="http://schemas.microsoft.com/office/drawing/2014/main" id="{0F72A9E3-43B8-7F5C-735E-5AE5CABA2F56}"/>
              </a:ext>
            </a:extLst>
          </p:cNvPr>
          <p:cNvSpPr>
            <a:spLocks noGrp="1"/>
          </p:cNvSpPr>
          <p:nvPr>
            <p:ph type="body" sz="quarter" idx="33" hasCustomPrompt="1"/>
          </p:nvPr>
        </p:nvSpPr>
        <p:spPr>
          <a:xfrm>
            <a:off x="9624550"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33" name="Text Placeholder 12">
            <a:extLst>
              <a:ext uri="{FF2B5EF4-FFF2-40B4-BE49-F238E27FC236}">
                <a16:creationId xmlns:a16="http://schemas.microsoft.com/office/drawing/2014/main" id="{531D956D-76AC-388C-7F94-4CFD2A22C4C7}"/>
              </a:ext>
            </a:extLst>
          </p:cNvPr>
          <p:cNvSpPr>
            <a:spLocks noGrp="1"/>
          </p:cNvSpPr>
          <p:nvPr>
            <p:ph type="body" sz="quarter" idx="34" hasCustomPrompt="1"/>
          </p:nvPr>
        </p:nvSpPr>
        <p:spPr>
          <a:xfrm>
            <a:off x="9624550"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34" name="Text Placeholder 12">
            <a:extLst>
              <a:ext uri="{FF2B5EF4-FFF2-40B4-BE49-F238E27FC236}">
                <a16:creationId xmlns:a16="http://schemas.microsoft.com/office/drawing/2014/main" id="{A8CE67A3-2B01-994D-B8D6-1CCD5CCC442C}"/>
              </a:ext>
            </a:extLst>
          </p:cNvPr>
          <p:cNvSpPr>
            <a:spLocks noGrp="1"/>
          </p:cNvSpPr>
          <p:nvPr>
            <p:ph type="body" sz="quarter" idx="35" hasCustomPrompt="1"/>
          </p:nvPr>
        </p:nvSpPr>
        <p:spPr>
          <a:xfrm>
            <a:off x="9716418"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pic>
        <p:nvPicPr>
          <p:cNvPr id="5" name="Picture 4" descr="A blue and orange logo&#10;&#10;AI-generated content may be incorrect.">
            <a:extLst>
              <a:ext uri="{FF2B5EF4-FFF2-40B4-BE49-F238E27FC236}">
                <a16:creationId xmlns:a16="http://schemas.microsoft.com/office/drawing/2014/main" id="{E0D69A86-BC12-BBA9-AA39-A76870B85D76}"/>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20" name="Text Placeholder 12">
            <a:extLst>
              <a:ext uri="{FF2B5EF4-FFF2-40B4-BE49-F238E27FC236}">
                <a16:creationId xmlns:a16="http://schemas.microsoft.com/office/drawing/2014/main" id="{7C1A4D87-ADCB-32C9-3E9D-8A576E4429FD}"/>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1118109796"/>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7_Section Header">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9644C72-0949-3075-51CC-A23137017F63}"/>
              </a:ext>
            </a:extLst>
          </p:cNvPr>
          <p:cNvSpPr/>
          <p:nvPr userDrawn="1"/>
        </p:nvSpPr>
        <p:spPr>
          <a:xfrm>
            <a:off x="0" y="0"/>
            <a:ext cx="4069079" cy="6858000"/>
          </a:xfrm>
          <a:prstGeom prst="rect">
            <a:avLst/>
          </a:prstGeom>
          <a:gradFill>
            <a:gsLst>
              <a:gs pos="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3684035" cy="200055"/>
          </a:xfrm>
        </p:spPr>
        <p:txBody>
          <a:bodyPr wrap="square">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6" name="Oval 5">
            <a:extLst>
              <a:ext uri="{FF2B5EF4-FFF2-40B4-BE49-F238E27FC236}">
                <a16:creationId xmlns:a16="http://schemas.microsoft.com/office/drawing/2014/main" id="{C3625CB8-A397-260C-C3E3-6B59520389DC}"/>
              </a:ext>
            </a:extLst>
          </p:cNvPr>
          <p:cNvSpPr/>
          <p:nvPr userDrawn="1"/>
        </p:nvSpPr>
        <p:spPr>
          <a:xfrm>
            <a:off x="1102149" y="1904812"/>
            <a:ext cx="1871790" cy="1871790"/>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21">
            <a:extLst>
              <a:ext uri="{FF2B5EF4-FFF2-40B4-BE49-F238E27FC236}">
                <a16:creationId xmlns:a16="http://schemas.microsoft.com/office/drawing/2014/main" id="{ED46F259-D1DE-80C2-053B-A482CE827876}"/>
              </a:ext>
            </a:extLst>
          </p:cNvPr>
          <p:cNvSpPr>
            <a:spLocks noGrp="1"/>
          </p:cNvSpPr>
          <p:nvPr>
            <p:ph type="pic" sz="quarter" idx="15"/>
          </p:nvPr>
        </p:nvSpPr>
        <p:spPr>
          <a:xfrm>
            <a:off x="1271864" y="2074527"/>
            <a:ext cx="1532360" cy="1532360"/>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3" name="Text Placeholder 12">
            <a:extLst>
              <a:ext uri="{FF2B5EF4-FFF2-40B4-BE49-F238E27FC236}">
                <a16:creationId xmlns:a16="http://schemas.microsoft.com/office/drawing/2014/main" id="{5D903AE4-EC1E-A6D7-6C2B-046B4F92D580}"/>
              </a:ext>
            </a:extLst>
          </p:cNvPr>
          <p:cNvSpPr>
            <a:spLocks noGrp="1"/>
          </p:cNvSpPr>
          <p:nvPr>
            <p:ph type="body" sz="quarter" idx="16" hasCustomPrompt="1"/>
          </p:nvPr>
        </p:nvSpPr>
        <p:spPr>
          <a:xfrm>
            <a:off x="589120" y="4051459"/>
            <a:ext cx="2890838" cy="371833"/>
          </a:xfrm>
        </p:spPr>
        <p:txBody>
          <a:bodyPr wrap="none">
            <a:noAutofit/>
          </a:bodyPr>
          <a:lstStyle>
            <a:lvl1pPr algn="ctr">
              <a:defRPr sz="1600" b="1">
                <a:solidFill>
                  <a:schemeClr val="tx2"/>
                </a:solidFill>
              </a:defRPr>
            </a:lvl1pPr>
          </a:lstStyle>
          <a:p>
            <a:pPr lvl="0"/>
            <a:r>
              <a:rPr lang="en-US" dirty="0"/>
              <a:t>Frankie Oviedo</a:t>
            </a:r>
          </a:p>
        </p:txBody>
      </p:sp>
      <p:sp>
        <p:nvSpPr>
          <p:cNvPr id="14" name="Text Placeholder 12">
            <a:extLst>
              <a:ext uri="{FF2B5EF4-FFF2-40B4-BE49-F238E27FC236}">
                <a16:creationId xmlns:a16="http://schemas.microsoft.com/office/drawing/2014/main" id="{9B909333-57C4-13F8-1EF6-B2025E478C5D}"/>
              </a:ext>
            </a:extLst>
          </p:cNvPr>
          <p:cNvSpPr>
            <a:spLocks noGrp="1"/>
          </p:cNvSpPr>
          <p:nvPr>
            <p:ph type="body" sz="quarter" idx="17" hasCustomPrompt="1"/>
          </p:nvPr>
        </p:nvSpPr>
        <p:spPr>
          <a:xfrm>
            <a:off x="589120" y="4532835"/>
            <a:ext cx="2890838" cy="208968"/>
          </a:xfrm>
        </p:spPr>
        <p:txBody>
          <a:bodyPr wrap="square">
            <a:noAutofit/>
          </a:bodyPr>
          <a:lstStyle>
            <a:lvl1pPr algn="ctr">
              <a:defRPr sz="900" b="1" i="1">
                <a:solidFill>
                  <a:schemeClr val="tx2"/>
                </a:solidFill>
              </a:defRPr>
            </a:lvl1pPr>
          </a:lstStyle>
          <a:p>
            <a:pPr lvl="0"/>
            <a:r>
              <a:rPr lang="en-US" dirty="0"/>
              <a:t>Department Title</a:t>
            </a:r>
          </a:p>
        </p:txBody>
      </p:sp>
      <p:sp>
        <p:nvSpPr>
          <p:cNvPr id="18" name="Text Placeholder 12">
            <a:extLst>
              <a:ext uri="{FF2B5EF4-FFF2-40B4-BE49-F238E27FC236}">
                <a16:creationId xmlns:a16="http://schemas.microsoft.com/office/drawing/2014/main" id="{C61885D6-F1EA-47D5-F7F5-238C75E57E1C}"/>
              </a:ext>
            </a:extLst>
          </p:cNvPr>
          <p:cNvSpPr>
            <a:spLocks noGrp="1"/>
          </p:cNvSpPr>
          <p:nvPr>
            <p:ph type="body" sz="quarter" idx="18" hasCustomPrompt="1"/>
          </p:nvPr>
        </p:nvSpPr>
        <p:spPr>
          <a:xfrm>
            <a:off x="4690589" y="1996810"/>
            <a:ext cx="3893238" cy="3045827"/>
          </a:xfrm>
        </p:spPr>
        <p:txBody>
          <a:bodyPr>
            <a:noAutofit/>
          </a:bodyPr>
          <a:lstStyle>
            <a:lvl1pPr algn="l">
              <a:spcBef>
                <a:spcPts val="0"/>
              </a:spcBef>
              <a:defRPr sz="1200" b="0" i="0">
                <a:solidFill>
                  <a:schemeClr val="tx1"/>
                </a:solidFill>
              </a:defRPr>
            </a:lvl1pPr>
          </a:lstStyle>
          <a:p>
            <a:pPr lvl="0"/>
            <a:r>
              <a:rPr lang="en-US" dirty="0">
                <a:effectLst/>
              </a:rPr>
              <a:t>Frankie’s leadership style emphasizes building strong, agile teams. While his strategic vision drives every project forward, he considers his greatest achievement to be the high-performing teams he has mentored and grown over the years.</a:t>
            </a:r>
            <a:br>
              <a:rPr lang="en-US" dirty="0">
                <a:effectLst/>
              </a:rPr>
            </a:br>
            <a:br>
              <a:rPr lang="en-US" dirty="0">
                <a:effectLst/>
              </a:rPr>
            </a:br>
            <a:r>
              <a:rPr lang="en-US" dirty="0">
                <a:effectLst/>
              </a:rPr>
              <a:t>Frankie creates campaigns that don’t just capture attention — they forge lasting emotional connections. His work leaves an enduring impact, elevating brands while championing the power of collective creativity.</a:t>
            </a:r>
            <a:endParaRPr lang="en-US" dirty="0"/>
          </a:p>
        </p:txBody>
      </p:sp>
      <p:sp>
        <p:nvSpPr>
          <p:cNvPr id="20" name="Text Placeholder 12">
            <a:extLst>
              <a:ext uri="{FF2B5EF4-FFF2-40B4-BE49-F238E27FC236}">
                <a16:creationId xmlns:a16="http://schemas.microsoft.com/office/drawing/2014/main" id="{4807166A-981E-6A11-3443-4C2CA8FDD194}"/>
              </a:ext>
            </a:extLst>
          </p:cNvPr>
          <p:cNvSpPr>
            <a:spLocks noGrp="1"/>
          </p:cNvSpPr>
          <p:nvPr>
            <p:ph type="body" sz="quarter" idx="36" hasCustomPrompt="1"/>
          </p:nvPr>
        </p:nvSpPr>
        <p:spPr>
          <a:xfrm>
            <a:off x="471955" y="387691"/>
            <a:ext cx="2060821"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21" name="Text Placeholder 12">
            <a:extLst>
              <a:ext uri="{FF2B5EF4-FFF2-40B4-BE49-F238E27FC236}">
                <a16:creationId xmlns:a16="http://schemas.microsoft.com/office/drawing/2014/main" id="{8F4486B0-38BB-67B4-6FF7-41C71C33749F}"/>
              </a:ext>
            </a:extLst>
          </p:cNvPr>
          <p:cNvSpPr>
            <a:spLocks noGrp="1"/>
          </p:cNvSpPr>
          <p:nvPr>
            <p:ph type="body" sz="quarter" idx="37" hasCustomPrompt="1"/>
          </p:nvPr>
        </p:nvSpPr>
        <p:spPr>
          <a:xfrm>
            <a:off x="4690589" y="517069"/>
            <a:ext cx="3893238" cy="1211859"/>
          </a:xfrm>
        </p:spPr>
        <p:txBody>
          <a:bodyPr>
            <a:noAutofit/>
          </a:bodyPr>
          <a:lstStyle>
            <a:lvl1pPr algn="l">
              <a:spcBef>
                <a:spcPts val="0"/>
              </a:spcBef>
              <a:defRPr sz="1200" b="1" i="0">
                <a:solidFill>
                  <a:schemeClr val="tx2"/>
                </a:solidFill>
              </a:defRPr>
            </a:lvl1pPr>
          </a:lstStyle>
          <a:p>
            <a:pPr lvl="0"/>
            <a:r>
              <a:rPr lang="en-US" dirty="0">
                <a:effectLst/>
              </a:rPr>
              <a:t>Frankie has spent his career shaping powerful campaigns for some of the world’s top brands. Blending a passion for storytelling with a deep love for design, he believes that true creativity is sparked through collaboration.</a:t>
            </a:r>
            <a:endParaRPr lang="en-US" dirty="0"/>
          </a:p>
        </p:txBody>
      </p:sp>
      <p:sp>
        <p:nvSpPr>
          <p:cNvPr id="26" name="Text Placeholder 12">
            <a:extLst>
              <a:ext uri="{FF2B5EF4-FFF2-40B4-BE49-F238E27FC236}">
                <a16:creationId xmlns:a16="http://schemas.microsoft.com/office/drawing/2014/main" id="{A66FD6A2-C553-20E7-A1AD-623279C2617C}"/>
              </a:ext>
            </a:extLst>
          </p:cNvPr>
          <p:cNvSpPr>
            <a:spLocks noGrp="1"/>
          </p:cNvSpPr>
          <p:nvPr>
            <p:ph type="body" sz="quarter" idx="38" hasCustomPrompt="1"/>
          </p:nvPr>
        </p:nvSpPr>
        <p:spPr>
          <a:xfrm>
            <a:off x="9138949" y="760095"/>
            <a:ext cx="2572408" cy="4603817"/>
          </a:xfrm>
        </p:spPr>
        <p:txBody>
          <a:bodyPr>
            <a:noAutofit/>
          </a:bodyPr>
          <a:lstStyle>
            <a:lvl1pPr algn="l">
              <a:spcBef>
                <a:spcPts val="0"/>
              </a:spcBef>
              <a:defRPr sz="900" b="0" i="0">
                <a:solidFill>
                  <a:schemeClr val="tx1"/>
                </a:solidFill>
              </a:defRPr>
            </a:lvl1pPr>
          </a:lstStyle>
          <a:p>
            <a:pPr lvl="0"/>
            <a:r>
              <a:rPr lang="en-US" dirty="0">
                <a:effectLst/>
              </a:rPr>
              <a:t>Sporting Kansas City</a:t>
            </a:r>
            <a:br>
              <a:rPr lang="en-US" dirty="0">
                <a:effectLst/>
              </a:rPr>
            </a:br>
            <a:r>
              <a:rPr lang="en-US" dirty="0">
                <a:effectLst/>
              </a:rPr>
              <a:t>Kansas City Royals</a:t>
            </a:r>
            <a:br>
              <a:rPr lang="en-US" dirty="0">
                <a:effectLst/>
              </a:rPr>
            </a:br>
            <a:r>
              <a:rPr lang="en-US" dirty="0">
                <a:effectLst/>
              </a:rPr>
              <a:t>J. Reiger &amp; Co.</a:t>
            </a:r>
            <a:br>
              <a:rPr lang="en-US" dirty="0">
                <a:effectLst/>
              </a:rPr>
            </a:br>
            <a:r>
              <a:rPr lang="en-US" dirty="0">
                <a:effectLst/>
              </a:rPr>
              <a:t>Omaha Steaks </a:t>
            </a:r>
            <a:br>
              <a:rPr lang="en-US" dirty="0">
                <a:effectLst/>
              </a:rPr>
            </a:br>
            <a:r>
              <a:rPr lang="en-US" dirty="0">
                <a:effectLst/>
              </a:rPr>
              <a:t>Warner Music Group</a:t>
            </a:r>
            <a:br>
              <a:rPr lang="en-US" dirty="0">
                <a:effectLst/>
              </a:rPr>
            </a:br>
            <a:r>
              <a:rPr lang="en-US" dirty="0">
                <a:effectLst/>
              </a:rPr>
              <a:t>TIDI Products</a:t>
            </a:r>
            <a:br>
              <a:rPr lang="en-US" dirty="0">
                <a:effectLst/>
              </a:rPr>
            </a:br>
            <a:r>
              <a:rPr lang="en-US" dirty="0">
                <a:effectLst/>
              </a:rPr>
              <a:t>AUX </a:t>
            </a:r>
            <a:br>
              <a:rPr lang="en-US" dirty="0">
                <a:effectLst/>
              </a:rPr>
            </a:br>
            <a:r>
              <a:rPr lang="en-US" dirty="0">
                <a:effectLst/>
              </a:rPr>
              <a:t>Strange Music</a:t>
            </a:r>
            <a:br>
              <a:rPr lang="en-US" dirty="0">
                <a:effectLst/>
              </a:rPr>
            </a:br>
            <a:r>
              <a:rPr lang="en-US" dirty="0">
                <a:effectLst/>
              </a:rPr>
              <a:t>Wendy’s</a:t>
            </a:r>
            <a:br>
              <a:rPr lang="en-US" dirty="0">
                <a:effectLst/>
              </a:rPr>
            </a:br>
            <a:r>
              <a:rPr lang="en-US" dirty="0">
                <a:effectLst/>
              </a:rPr>
              <a:t>Gatorade </a:t>
            </a:r>
            <a:br>
              <a:rPr lang="en-US" dirty="0">
                <a:effectLst/>
              </a:rPr>
            </a:br>
            <a:r>
              <a:rPr lang="en-US" dirty="0">
                <a:effectLst/>
              </a:rPr>
              <a:t>Fender</a:t>
            </a:r>
            <a:br>
              <a:rPr lang="en-US" dirty="0">
                <a:effectLst/>
              </a:rPr>
            </a:br>
            <a:r>
              <a:rPr lang="en-US" dirty="0">
                <a:effectLst/>
              </a:rPr>
              <a:t>Chili’s </a:t>
            </a:r>
            <a:br>
              <a:rPr lang="en-US" dirty="0">
                <a:effectLst/>
              </a:rPr>
            </a:br>
            <a:r>
              <a:rPr lang="en-US" dirty="0">
                <a:effectLst/>
              </a:rPr>
              <a:t>Grey Goose</a:t>
            </a:r>
            <a:br>
              <a:rPr lang="en-US" dirty="0">
                <a:effectLst/>
              </a:rPr>
            </a:br>
            <a:r>
              <a:rPr lang="en-US" dirty="0">
                <a:effectLst/>
              </a:rPr>
              <a:t>Kellogg’s</a:t>
            </a:r>
            <a:br>
              <a:rPr lang="en-US" dirty="0">
                <a:effectLst/>
              </a:rPr>
            </a:br>
            <a:r>
              <a:rPr lang="en-US" dirty="0">
                <a:effectLst/>
              </a:rPr>
              <a:t>Marmot</a:t>
            </a:r>
            <a:br>
              <a:rPr lang="en-US" dirty="0">
                <a:effectLst/>
              </a:rPr>
            </a:br>
            <a:r>
              <a:rPr lang="en-US" dirty="0">
                <a:effectLst/>
              </a:rPr>
              <a:t>Red Bull</a:t>
            </a:r>
            <a:br>
              <a:rPr lang="en-US" dirty="0">
                <a:effectLst/>
              </a:rPr>
            </a:br>
            <a:r>
              <a:rPr lang="en-US" dirty="0">
                <a:effectLst/>
              </a:rPr>
              <a:t>Knob Creek</a:t>
            </a:r>
            <a:br>
              <a:rPr lang="en-US" dirty="0">
                <a:effectLst/>
              </a:rPr>
            </a:br>
            <a:r>
              <a:rPr lang="en-US" dirty="0">
                <a:effectLst/>
              </a:rPr>
              <a:t>Bacardi</a:t>
            </a:r>
            <a:br>
              <a:rPr lang="en-US" dirty="0">
                <a:effectLst/>
              </a:rPr>
            </a:br>
            <a:r>
              <a:rPr lang="en-US" dirty="0">
                <a:effectLst/>
              </a:rPr>
              <a:t>Atlantic Records</a:t>
            </a:r>
            <a:br>
              <a:rPr lang="en-US" dirty="0">
                <a:effectLst/>
              </a:rPr>
            </a:br>
            <a:r>
              <a:rPr lang="en-US" dirty="0">
                <a:effectLst/>
              </a:rPr>
              <a:t>Bombay Sapphire</a:t>
            </a:r>
            <a:br>
              <a:rPr lang="en-US" dirty="0">
                <a:effectLst/>
              </a:rPr>
            </a:br>
            <a:r>
              <a:rPr lang="en-US" dirty="0">
                <a:effectLst/>
              </a:rPr>
              <a:t>Elanco</a:t>
            </a:r>
            <a:br>
              <a:rPr lang="en-US" dirty="0">
                <a:effectLst/>
              </a:rPr>
            </a:br>
            <a:r>
              <a:rPr lang="en-US" dirty="0">
                <a:effectLst/>
              </a:rPr>
              <a:t>NAPA Auto Parts </a:t>
            </a:r>
            <a:br>
              <a:rPr lang="en-US" dirty="0">
                <a:effectLst/>
              </a:rPr>
            </a:br>
            <a:r>
              <a:rPr lang="en-US" dirty="0">
                <a:effectLst/>
              </a:rPr>
              <a:t>H&amp;R Block </a:t>
            </a:r>
            <a:br>
              <a:rPr lang="en-US" dirty="0">
                <a:effectLst/>
              </a:rPr>
            </a:br>
            <a:r>
              <a:rPr lang="en-US" dirty="0">
                <a:effectLst/>
              </a:rPr>
              <a:t>Price Chopper </a:t>
            </a:r>
            <a:br>
              <a:rPr lang="en-US" dirty="0">
                <a:effectLst/>
              </a:rPr>
            </a:br>
            <a:r>
              <a:rPr lang="en-US" dirty="0">
                <a:effectLst/>
              </a:rPr>
              <a:t>Sinclair Oil </a:t>
            </a:r>
            <a:endParaRPr lang="en-US" dirty="0"/>
          </a:p>
        </p:txBody>
      </p:sp>
      <p:sp>
        <p:nvSpPr>
          <p:cNvPr id="27" name="Text Placeholder 12">
            <a:extLst>
              <a:ext uri="{FF2B5EF4-FFF2-40B4-BE49-F238E27FC236}">
                <a16:creationId xmlns:a16="http://schemas.microsoft.com/office/drawing/2014/main" id="{86A5C847-7657-8442-D17A-9EE267582093}"/>
              </a:ext>
            </a:extLst>
          </p:cNvPr>
          <p:cNvSpPr>
            <a:spLocks noGrp="1"/>
          </p:cNvSpPr>
          <p:nvPr>
            <p:ph type="body" sz="quarter" idx="39" hasCustomPrompt="1"/>
          </p:nvPr>
        </p:nvSpPr>
        <p:spPr>
          <a:xfrm>
            <a:off x="9138949" y="517069"/>
            <a:ext cx="1800898" cy="185424"/>
          </a:xfrm>
        </p:spPr>
        <p:txBody>
          <a:bodyPr wrap="none">
            <a:noAutofit/>
          </a:bodyPr>
          <a:lstStyle>
            <a:lvl1pPr algn="l">
              <a:spcBef>
                <a:spcPts val="0"/>
              </a:spcBef>
              <a:defRPr sz="900" b="1" i="0">
                <a:solidFill>
                  <a:schemeClr val="tx2"/>
                </a:solidFill>
              </a:defRPr>
            </a:lvl1pPr>
          </a:lstStyle>
          <a:p>
            <a:pPr lvl="0"/>
            <a:r>
              <a:rPr lang="en-US" dirty="0">
                <a:effectLst/>
              </a:rPr>
              <a:t>Brand Experience</a:t>
            </a:r>
            <a:endParaRPr lang="en-US" dirty="0"/>
          </a:p>
        </p:txBody>
      </p:sp>
      <p:pic>
        <p:nvPicPr>
          <p:cNvPr id="5" name="Picture 4" descr="A blue and orange logo&#10;&#10;AI-generated content may be incorrect.">
            <a:extLst>
              <a:ext uri="{FF2B5EF4-FFF2-40B4-BE49-F238E27FC236}">
                <a16:creationId xmlns:a16="http://schemas.microsoft.com/office/drawing/2014/main" id="{BB844112-E442-3005-53B4-C99F6EFEB996}"/>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3785854609"/>
      </p:ext>
    </p:extLst>
  </p:cSld>
  <p:clrMapOvr>
    <a:masterClrMapping/>
  </p:clrMapOvr>
  <p:extLst>
    <p:ext uri="{DCECCB84-F9BA-43D5-87BE-67443E8EF086}">
      <p15:sldGuideLst xmlns:p15="http://schemas.microsoft.com/office/powerpoint/2012/main">
        <p15:guide id="1" orient="horz" pos="360" userDrawn="1">
          <p15:clr>
            <a:srgbClr val="FBAE40"/>
          </p15:clr>
        </p15:guide>
        <p15:guide id="2" pos="37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0_Section Header">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9644C72-0949-3075-51CC-A23137017F63}"/>
              </a:ext>
            </a:extLst>
          </p:cNvPr>
          <p:cNvSpPr/>
          <p:nvPr userDrawn="1"/>
        </p:nvSpPr>
        <p:spPr>
          <a:xfrm>
            <a:off x="0" y="0"/>
            <a:ext cx="4069079" cy="6858000"/>
          </a:xfrm>
          <a:prstGeom prst="rect">
            <a:avLst/>
          </a:prstGeom>
          <a:gradFill>
            <a:gsLst>
              <a:gs pos="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6" name="Oval 5">
            <a:extLst>
              <a:ext uri="{FF2B5EF4-FFF2-40B4-BE49-F238E27FC236}">
                <a16:creationId xmlns:a16="http://schemas.microsoft.com/office/drawing/2014/main" id="{C3625CB8-A397-260C-C3E3-6B59520389DC}"/>
              </a:ext>
            </a:extLst>
          </p:cNvPr>
          <p:cNvSpPr/>
          <p:nvPr userDrawn="1"/>
        </p:nvSpPr>
        <p:spPr>
          <a:xfrm>
            <a:off x="1102149" y="948684"/>
            <a:ext cx="1871790" cy="1871790"/>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21">
            <a:extLst>
              <a:ext uri="{FF2B5EF4-FFF2-40B4-BE49-F238E27FC236}">
                <a16:creationId xmlns:a16="http://schemas.microsoft.com/office/drawing/2014/main" id="{ED46F259-D1DE-80C2-053B-A482CE827876}"/>
              </a:ext>
            </a:extLst>
          </p:cNvPr>
          <p:cNvSpPr>
            <a:spLocks noGrp="1"/>
          </p:cNvSpPr>
          <p:nvPr>
            <p:ph type="pic" sz="quarter" idx="15"/>
          </p:nvPr>
        </p:nvSpPr>
        <p:spPr>
          <a:xfrm>
            <a:off x="1271864" y="1118399"/>
            <a:ext cx="1532360" cy="1532360"/>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pic>
        <p:nvPicPr>
          <p:cNvPr id="5" name="Picture 4" descr="A blue and orange logo&#10;&#10;AI-generated content may be incorrect.">
            <a:extLst>
              <a:ext uri="{FF2B5EF4-FFF2-40B4-BE49-F238E27FC236}">
                <a16:creationId xmlns:a16="http://schemas.microsoft.com/office/drawing/2014/main" id="{BB844112-E442-3005-53B4-C99F6EFEB996}"/>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4" name="Text Placeholder 12">
            <a:extLst>
              <a:ext uri="{FF2B5EF4-FFF2-40B4-BE49-F238E27FC236}">
                <a16:creationId xmlns:a16="http://schemas.microsoft.com/office/drawing/2014/main" id="{3317F368-2FDD-B8B9-D517-D43FED0744BC}"/>
              </a:ext>
            </a:extLst>
          </p:cNvPr>
          <p:cNvSpPr>
            <a:spLocks noGrp="1"/>
          </p:cNvSpPr>
          <p:nvPr>
            <p:ph type="body" sz="quarter" idx="36" hasCustomPrompt="1"/>
          </p:nvPr>
        </p:nvSpPr>
        <p:spPr>
          <a:xfrm>
            <a:off x="471955" y="387691"/>
            <a:ext cx="2060821" cy="263277"/>
          </a:xfrm>
        </p:spPr>
        <p:txBody>
          <a:bodyPr wrap="squar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2624989856"/>
      </p:ext>
    </p:extLst>
  </p:cSld>
  <p:clrMapOvr>
    <a:masterClrMapping/>
  </p:clrMapOvr>
  <p:extLst>
    <p:ext uri="{DCECCB84-F9BA-43D5-87BE-67443E8EF086}">
      <p15:sldGuideLst xmlns:p15="http://schemas.microsoft.com/office/powerpoint/2012/main">
        <p15:guide id="1" orient="horz" pos="360">
          <p15:clr>
            <a:srgbClr val="FBAE40"/>
          </p15:clr>
        </p15:guide>
        <p15:guide id="2" pos="374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6_Section Header">
    <p:bg>
      <p:bgPr>
        <a:gradFill>
          <a:gsLst>
            <a:gs pos="2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7AFC0E27-4625-6A2C-C305-56511F28F32D}"/>
              </a:ext>
            </a:extLst>
          </p:cNvPr>
          <p:cNvCxnSpPr>
            <a:cxnSpLocks/>
            <a:endCxn id="8" idx="1"/>
          </p:cNvCxnSpPr>
          <p:nvPr userDrawn="1"/>
        </p:nvCxnSpPr>
        <p:spPr>
          <a:xfrm>
            <a:off x="2336787" y="2713520"/>
            <a:ext cx="1582600" cy="1122"/>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0C15BAD-D152-4535-3345-3B36D0AC5D35}"/>
              </a:ext>
            </a:extLst>
          </p:cNvPr>
          <p:cNvCxnSpPr>
            <a:cxnSpLocks/>
          </p:cNvCxnSpPr>
          <p:nvPr userDrawn="1"/>
        </p:nvCxnSpPr>
        <p:spPr>
          <a:xfrm flipV="1">
            <a:off x="8272612" y="2703473"/>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FF7C1F5-1628-F40F-44A0-4C7BDF367662}"/>
              </a:ext>
            </a:extLst>
          </p:cNvPr>
          <p:cNvCxnSpPr>
            <a:cxnSpLocks/>
            <a:endCxn id="10" idx="1"/>
          </p:cNvCxnSpPr>
          <p:nvPr userDrawn="1"/>
        </p:nvCxnSpPr>
        <p:spPr>
          <a:xfrm flipV="1">
            <a:off x="5307911" y="2714642"/>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pic>
        <p:nvPicPr>
          <p:cNvPr id="3" name="Picture 2" descr="A blue and red circle&#10;&#10;AI-generated content may be incorrect.">
            <a:extLst>
              <a:ext uri="{FF2B5EF4-FFF2-40B4-BE49-F238E27FC236}">
                <a16:creationId xmlns:a16="http://schemas.microsoft.com/office/drawing/2014/main" id="{F5226844-5451-5790-73AC-A1A3FCC1204A}"/>
              </a:ext>
            </a:extLst>
          </p:cNvPr>
          <p:cNvPicPr>
            <a:picLocks noChangeAspect="1"/>
          </p:cNvPicPr>
          <p:nvPr userDrawn="1"/>
        </p:nvPicPr>
        <p:blipFill>
          <a:blip r:embed="rId3"/>
          <a:stretch>
            <a:fillRect/>
          </a:stretch>
        </p:blipFill>
        <p:spPr>
          <a:xfrm>
            <a:off x="954686" y="2020380"/>
            <a:ext cx="1388524" cy="1388524"/>
          </a:xfrm>
          <a:prstGeom prst="rect">
            <a:avLst/>
          </a:prstGeom>
        </p:spPr>
      </p:pic>
      <p:sp>
        <p:nvSpPr>
          <p:cNvPr id="5" name="Title 1">
            <a:extLst>
              <a:ext uri="{FF2B5EF4-FFF2-40B4-BE49-F238E27FC236}">
                <a16:creationId xmlns:a16="http://schemas.microsoft.com/office/drawing/2014/main" id="{9EB9B6E3-02FA-7D65-EB82-99433C7A2972}"/>
              </a:ext>
            </a:extLst>
          </p:cNvPr>
          <p:cNvSpPr>
            <a:spLocks noGrp="1"/>
          </p:cNvSpPr>
          <p:nvPr>
            <p:ph type="title" hasCustomPrompt="1"/>
          </p:nvPr>
        </p:nvSpPr>
        <p:spPr>
          <a:xfrm>
            <a:off x="1003326" y="838943"/>
            <a:ext cx="10003340" cy="830204"/>
          </a:xfrm>
        </p:spPr>
        <p:txBody>
          <a:bodyPr wrap="none" lIns="0" tIns="0" rIns="0" anchor="t">
            <a:noAutofit/>
          </a:bodyPr>
          <a:lstStyle>
            <a:lvl1pPr algn="ctr">
              <a:lnSpc>
                <a:spcPct val="114000"/>
              </a:lnSpc>
              <a:defRPr sz="4500" b="0" i="0">
                <a:solidFill>
                  <a:schemeClr val="tx2"/>
                </a:solidFill>
                <a:latin typeface="DM Sans 14pt ExtraLight" pitchFamily="2" charset="77"/>
              </a:defRPr>
            </a:lvl1pPr>
          </a:lstStyle>
          <a:p>
            <a:r>
              <a:rPr lang="en-US" dirty="0"/>
              <a:t>Click to add stepped process title</a:t>
            </a:r>
          </a:p>
        </p:txBody>
      </p:sp>
      <p:pic>
        <p:nvPicPr>
          <p:cNvPr id="8" name="Picture 7" descr="A blue and red circle&#10;&#10;AI-generated content may be incorrect.">
            <a:extLst>
              <a:ext uri="{FF2B5EF4-FFF2-40B4-BE49-F238E27FC236}">
                <a16:creationId xmlns:a16="http://schemas.microsoft.com/office/drawing/2014/main" id="{C6FFDCFF-4AA5-F382-4BC3-A5078A6EFCBC}"/>
              </a:ext>
            </a:extLst>
          </p:cNvPr>
          <p:cNvPicPr>
            <a:picLocks noChangeAspect="1"/>
          </p:cNvPicPr>
          <p:nvPr userDrawn="1"/>
        </p:nvPicPr>
        <p:blipFill>
          <a:blip r:embed="rId3"/>
          <a:stretch>
            <a:fillRect/>
          </a:stretch>
        </p:blipFill>
        <p:spPr>
          <a:xfrm>
            <a:off x="3919387" y="2020380"/>
            <a:ext cx="1388524" cy="1388524"/>
          </a:xfrm>
          <a:prstGeom prst="rect">
            <a:avLst/>
          </a:prstGeom>
        </p:spPr>
      </p:pic>
      <p:pic>
        <p:nvPicPr>
          <p:cNvPr id="10" name="Picture 9" descr="A blue and red circle&#10;&#10;AI-generated content may be incorrect.">
            <a:extLst>
              <a:ext uri="{FF2B5EF4-FFF2-40B4-BE49-F238E27FC236}">
                <a16:creationId xmlns:a16="http://schemas.microsoft.com/office/drawing/2014/main" id="{063D8DA6-A370-5F8F-9AB4-3D2A6DF5F9E5}"/>
              </a:ext>
            </a:extLst>
          </p:cNvPr>
          <p:cNvPicPr>
            <a:picLocks noChangeAspect="1"/>
          </p:cNvPicPr>
          <p:nvPr userDrawn="1"/>
        </p:nvPicPr>
        <p:blipFill>
          <a:blip r:embed="rId3"/>
          <a:stretch>
            <a:fillRect/>
          </a:stretch>
        </p:blipFill>
        <p:spPr>
          <a:xfrm>
            <a:off x="6884088" y="2020380"/>
            <a:ext cx="1388524" cy="1388524"/>
          </a:xfrm>
          <a:prstGeom prst="rect">
            <a:avLst/>
          </a:prstGeom>
        </p:spPr>
      </p:pic>
      <p:pic>
        <p:nvPicPr>
          <p:cNvPr id="13" name="Picture 12" descr="A blue and red circle&#10;&#10;AI-generated content may be incorrect.">
            <a:extLst>
              <a:ext uri="{FF2B5EF4-FFF2-40B4-BE49-F238E27FC236}">
                <a16:creationId xmlns:a16="http://schemas.microsoft.com/office/drawing/2014/main" id="{70F510B8-0619-048F-2A92-CBCC185FA3B7}"/>
              </a:ext>
            </a:extLst>
          </p:cNvPr>
          <p:cNvPicPr>
            <a:picLocks noChangeAspect="1"/>
          </p:cNvPicPr>
          <p:nvPr userDrawn="1"/>
        </p:nvPicPr>
        <p:blipFill>
          <a:blip r:embed="rId3"/>
          <a:stretch>
            <a:fillRect/>
          </a:stretch>
        </p:blipFill>
        <p:spPr>
          <a:xfrm>
            <a:off x="9848790" y="2020380"/>
            <a:ext cx="1388524" cy="1388524"/>
          </a:xfrm>
          <a:prstGeom prst="rect">
            <a:avLst/>
          </a:prstGeom>
        </p:spPr>
      </p:pic>
      <p:sp>
        <p:nvSpPr>
          <p:cNvPr id="2" name="Text Placeholder 12">
            <a:extLst>
              <a:ext uri="{FF2B5EF4-FFF2-40B4-BE49-F238E27FC236}">
                <a16:creationId xmlns:a16="http://schemas.microsoft.com/office/drawing/2014/main" id="{8BDCF21A-445A-5F43-620D-33B0B9DB1B6B}"/>
              </a:ext>
            </a:extLst>
          </p:cNvPr>
          <p:cNvSpPr>
            <a:spLocks noGrp="1"/>
          </p:cNvSpPr>
          <p:nvPr>
            <p:ph type="body" sz="quarter" idx="19" hasCustomPrompt="1"/>
          </p:nvPr>
        </p:nvSpPr>
        <p:spPr>
          <a:xfrm>
            <a:off x="4972181" y="387691"/>
            <a:ext cx="2065629" cy="263277"/>
          </a:xfrm>
        </p:spPr>
        <p:txBody>
          <a:bodyPr wrap="none">
            <a:noAutofit/>
          </a:bodyPr>
          <a:lstStyle>
            <a:lvl1pPr algn="ctr">
              <a:defRPr sz="1200" b="1" i="1">
                <a:solidFill>
                  <a:schemeClr val="accent3"/>
                </a:solidFill>
              </a:defRPr>
            </a:lvl1pPr>
          </a:lstStyle>
          <a:p>
            <a:pPr lvl="0"/>
            <a:r>
              <a:rPr lang="en-US" dirty="0"/>
              <a:t>Click to Header / Subhead</a:t>
            </a:r>
          </a:p>
        </p:txBody>
      </p:sp>
      <p:sp>
        <p:nvSpPr>
          <p:cNvPr id="15" name="Text Placeholder 12">
            <a:extLst>
              <a:ext uri="{FF2B5EF4-FFF2-40B4-BE49-F238E27FC236}">
                <a16:creationId xmlns:a16="http://schemas.microsoft.com/office/drawing/2014/main" id="{01E5F9F8-81F6-E521-DB14-F422D6D871DB}"/>
              </a:ext>
            </a:extLst>
          </p:cNvPr>
          <p:cNvSpPr>
            <a:spLocks noGrp="1"/>
          </p:cNvSpPr>
          <p:nvPr>
            <p:ph type="body" sz="quarter" idx="21" hasCustomPrompt="1"/>
          </p:nvPr>
        </p:nvSpPr>
        <p:spPr>
          <a:xfrm>
            <a:off x="649979" y="3629913"/>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20" name="Text Placeholder 12">
            <a:extLst>
              <a:ext uri="{FF2B5EF4-FFF2-40B4-BE49-F238E27FC236}">
                <a16:creationId xmlns:a16="http://schemas.microsoft.com/office/drawing/2014/main" id="{68A48DFC-432C-E359-7F6A-BB549F61429D}"/>
              </a:ext>
            </a:extLst>
          </p:cNvPr>
          <p:cNvSpPr>
            <a:spLocks noGrp="1"/>
          </p:cNvSpPr>
          <p:nvPr>
            <p:ph type="body" sz="quarter" idx="23" hasCustomPrompt="1"/>
          </p:nvPr>
        </p:nvSpPr>
        <p:spPr>
          <a:xfrm>
            <a:off x="741847" y="4279726"/>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32" name="Text Placeholder 12">
            <a:extLst>
              <a:ext uri="{FF2B5EF4-FFF2-40B4-BE49-F238E27FC236}">
                <a16:creationId xmlns:a16="http://schemas.microsoft.com/office/drawing/2014/main" id="{879E13FA-3366-BC7A-19F3-9AC3025D1305}"/>
              </a:ext>
            </a:extLst>
          </p:cNvPr>
          <p:cNvSpPr>
            <a:spLocks noGrp="1"/>
          </p:cNvSpPr>
          <p:nvPr>
            <p:ph type="body" sz="quarter" idx="24" hasCustomPrompt="1"/>
          </p:nvPr>
        </p:nvSpPr>
        <p:spPr>
          <a:xfrm>
            <a:off x="3625494" y="3629913"/>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33" name="Text Placeholder 12">
            <a:extLst>
              <a:ext uri="{FF2B5EF4-FFF2-40B4-BE49-F238E27FC236}">
                <a16:creationId xmlns:a16="http://schemas.microsoft.com/office/drawing/2014/main" id="{C58935AB-EDDF-0590-C681-E775A78EAA05}"/>
              </a:ext>
            </a:extLst>
          </p:cNvPr>
          <p:cNvSpPr>
            <a:spLocks noGrp="1"/>
          </p:cNvSpPr>
          <p:nvPr>
            <p:ph type="body" sz="quarter" idx="25" hasCustomPrompt="1"/>
          </p:nvPr>
        </p:nvSpPr>
        <p:spPr>
          <a:xfrm>
            <a:off x="3717362" y="4279726"/>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34" name="Text Placeholder 12">
            <a:extLst>
              <a:ext uri="{FF2B5EF4-FFF2-40B4-BE49-F238E27FC236}">
                <a16:creationId xmlns:a16="http://schemas.microsoft.com/office/drawing/2014/main" id="{ED946349-A67E-9951-2D38-3249C72168BC}"/>
              </a:ext>
            </a:extLst>
          </p:cNvPr>
          <p:cNvSpPr>
            <a:spLocks noGrp="1"/>
          </p:cNvSpPr>
          <p:nvPr>
            <p:ph type="body" sz="quarter" idx="26" hasCustomPrompt="1"/>
          </p:nvPr>
        </p:nvSpPr>
        <p:spPr>
          <a:xfrm>
            <a:off x="6601009" y="3632142"/>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35" name="Text Placeholder 12">
            <a:extLst>
              <a:ext uri="{FF2B5EF4-FFF2-40B4-BE49-F238E27FC236}">
                <a16:creationId xmlns:a16="http://schemas.microsoft.com/office/drawing/2014/main" id="{182DA389-6B68-8F74-6B25-B0D14E6E3D23}"/>
              </a:ext>
            </a:extLst>
          </p:cNvPr>
          <p:cNvSpPr>
            <a:spLocks noGrp="1"/>
          </p:cNvSpPr>
          <p:nvPr>
            <p:ph type="body" sz="quarter" idx="27" hasCustomPrompt="1"/>
          </p:nvPr>
        </p:nvSpPr>
        <p:spPr>
          <a:xfrm>
            <a:off x="6692877" y="4281955"/>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36" name="Text Placeholder 12">
            <a:extLst>
              <a:ext uri="{FF2B5EF4-FFF2-40B4-BE49-F238E27FC236}">
                <a16:creationId xmlns:a16="http://schemas.microsoft.com/office/drawing/2014/main" id="{849E5C1D-9879-A219-DCB4-D2C7C0DA02A0}"/>
              </a:ext>
            </a:extLst>
          </p:cNvPr>
          <p:cNvSpPr>
            <a:spLocks noGrp="1"/>
          </p:cNvSpPr>
          <p:nvPr>
            <p:ph type="body" sz="quarter" idx="28" hasCustomPrompt="1"/>
          </p:nvPr>
        </p:nvSpPr>
        <p:spPr>
          <a:xfrm>
            <a:off x="9563196" y="3629913"/>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37" name="Text Placeholder 12">
            <a:extLst>
              <a:ext uri="{FF2B5EF4-FFF2-40B4-BE49-F238E27FC236}">
                <a16:creationId xmlns:a16="http://schemas.microsoft.com/office/drawing/2014/main" id="{457379B2-410B-C924-E585-14E9FA00350B}"/>
              </a:ext>
            </a:extLst>
          </p:cNvPr>
          <p:cNvSpPr>
            <a:spLocks noGrp="1"/>
          </p:cNvSpPr>
          <p:nvPr>
            <p:ph type="body" sz="quarter" idx="29" hasCustomPrompt="1"/>
          </p:nvPr>
        </p:nvSpPr>
        <p:spPr>
          <a:xfrm>
            <a:off x="9655064" y="4279726"/>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6" name="Footer Placeholder 3">
            <a:extLst>
              <a:ext uri="{FF2B5EF4-FFF2-40B4-BE49-F238E27FC236}">
                <a16:creationId xmlns:a16="http://schemas.microsoft.com/office/drawing/2014/main" id="{0DBDCC58-9F40-5921-96BF-F547994AEF6F}"/>
              </a:ext>
            </a:extLst>
          </p:cNvPr>
          <p:cNvSpPr>
            <a:spLocks noGrp="1"/>
          </p:cNvSpPr>
          <p:nvPr>
            <p:ph type="ftr" sz="quarter" idx="11"/>
          </p:nvPr>
        </p:nvSpPr>
        <p:spPr>
          <a:xfrm>
            <a:off x="1102149" y="6363845"/>
            <a:ext cx="3684035" cy="200055"/>
          </a:xfrm>
        </p:spPr>
        <p:txBody>
          <a:bodyPr wrap="square">
            <a:spAutoFit/>
          </a:bodyPr>
          <a:lstStyle>
            <a:lvl1pPr>
              <a:defRPr sz="1000">
                <a:solidFill>
                  <a:schemeClr val="tx2"/>
                </a:solidFill>
              </a:defRPr>
            </a:lvl1pPr>
          </a:lstStyle>
          <a:p>
            <a:r>
              <a:rPr lang="en-US" dirty="0"/>
              <a:t>Add Metadata here in Slide Master &gt; Insert &gt; Slide Number</a:t>
            </a:r>
          </a:p>
        </p:txBody>
      </p:sp>
      <p:sp>
        <p:nvSpPr>
          <p:cNvPr id="7" name="Slide Number Placeholder 4">
            <a:extLst>
              <a:ext uri="{FF2B5EF4-FFF2-40B4-BE49-F238E27FC236}">
                <a16:creationId xmlns:a16="http://schemas.microsoft.com/office/drawing/2014/main" id="{08F3C22B-94B2-4C04-D7E7-4820F6798C83}"/>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Tree>
    <p:extLst>
      <p:ext uri="{BB962C8B-B14F-4D97-AF65-F5344CB8AC3E}">
        <p14:creationId xmlns:p14="http://schemas.microsoft.com/office/powerpoint/2010/main" val="10126033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8_Section Header">
    <p:bg>
      <p:bgPr>
        <a:solidFill>
          <a:schemeClr val="accent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7AFC0E27-4625-6A2C-C305-56511F28F32D}"/>
              </a:ext>
            </a:extLst>
          </p:cNvPr>
          <p:cNvCxnSpPr>
            <a:cxnSpLocks/>
            <a:endCxn id="8" idx="1"/>
          </p:cNvCxnSpPr>
          <p:nvPr userDrawn="1"/>
        </p:nvCxnSpPr>
        <p:spPr>
          <a:xfrm>
            <a:off x="2336787" y="2713520"/>
            <a:ext cx="1582600" cy="1122"/>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0C15BAD-D152-4535-3345-3B36D0AC5D35}"/>
              </a:ext>
            </a:extLst>
          </p:cNvPr>
          <p:cNvCxnSpPr>
            <a:cxnSpLocks/>
          </p:cNvCxnSpPr>
          <p:nvPr userDrawn="1"/>
        </p:nvCxnSpPr>
        <p:spPr>
          <a:xfrm flipV="1">
            <a:off x="8272612" y="2703473"/>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FF7C1F5-1628-F40F-44A0-4C7BDF367662}"/>
              </a:ext>
            </a:extLst>
          </p:cNvPr>
          <p:cNvCxnSpPr>
            <a:cxnSpLocks/>
            <a:endCxn id="10" idx="1"/>
          </p:cNvCxnSpPr>
          <p:nvPr userDrawn="1"/>
        </p:nvCxnSpPr>
        <p:spPr>
          <a:xfrm flipV="1">
            <a:off x="5307911" y="2714642"/>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3" name="Picture 2" descr="A blue and red circle&#10;&#10;AI-generated content may be incorrect.">
            <a:extLst>
              <a:ext uri="{FF2B5EF4-FFF2-40B4-BE49-F238E27FC236}">
                <a16:creationId xmlns:a16="http://schemas.microsoft.com/office/drawing/2014/main" id="{F5226844-5451-5790-73AC-A1A3FCC1204A}"/>
              </a:ext>
            </a:extLst>
          </p:cNvPr>
          <p:cNvPicPr>
            <a:picLocks noChangeAspect="1"/>
          </p:cNvPicPr>
          <p:nvPr userDrawn="1"/>
        </p:nvPicPr>
        <p:blipFill>
          <a:blip r:embed="rId2"/>
          <a:stretch>
            <a:fillRect/>
          </a:stretch>
        </p:blipFill>
        <p:spPr>
          <a:xfrm>
            <a:off x="954686" y="2020380"/>
            <a:ext cx="1388524" cy="1388524"/>
          </a:xfrm>
          <a:prstGeom prst="rect">
            <a:avLst/>
          </a:prstGeom>
        </p:spPr>
      </p:pic>
      <p:sp>
        <p:nvSpPr>
          <p:cNvPr id="5" name="Title 1">
            <a:extLst>
              <a:ext uri="{FF2B5EF4-FFF2-40B4-BE49-F238E27FC236}">
                <a16:creationId xmlns:a16="http://schemas.microsoft.com/office/drawing/2014/main" id="{9EB9B6E3-02FA-7D65-EB82-99433C7A2972}"/>
              </a:ext>
            </a:extLst>
          </p:cNvPr>
          <p:cNvSpPr>
            <a:spLocks noGrp="1"/>
          </p:cNvSpPr>
          <p:nvPr>
            <p:ph type="title" hasCustomPrompt="1"/>
          </p:nvPr>
        </p:nvSpPr>
        <p:spPr>
          <a:xfrm>
            <a:off x="1003326" y="838943"/>
            <a:ext cx="10003340" cy="830204"/>
          </a:xfrm>
        </p:spPr>
        <p:txBody>
          <a:bodyPr wrap="none" lIns="0" tIns="0" rIns="0" anchor="t">
            <a:noAutofit/>
          </a:bodyPr>
          <a:lstStyle>
            <a:lvl1pPr algn="ctr">
              <a:lnSpc>
                <a:spcPct val="114000"/>
              </a:lnSpc>
              <a:defRPr sz="4500" b="0" i="0">
                <a:solidFill>
                  <a:schemeClr val="bg2"/>
                </a:solidFill>
                <a:latin typeface="DM Sans 14pt ExtraLight" pitchFamily="2" charset="77"/>
              </a:defRPr>
            </a:lvl1pPr>
          </a:lstStyle>
          <a:p>
            <a:r>
              <a:rPr lang="en-US" dirty="0"/>
              <a:t>Click to add stepped process title</a:t>
            </a:r>
          </a:p>
        </p:txBody>
      </p:sp>
      <p:pic>
        <p:nvPicPr>
          <p:cNvPr id="8" name="Picture 7" descr="A blue and red circle&#10;&#10;AI-generated content may be incorrect.">
            <a:extLst>
              <a:ext uri="{FF2B5EF4-FFF2-40B4-BE49-F238E27FC236}">
                <a16:creationId xmlns:a16="http://schemas.microsoft.com/office/drawing/2014/main" id="{C6FFDCFF-4AA5-F382-4BC3-A5078A6EFCBC}"/>
              </a:ext>
            </a:extLst>
          </p:cNvPr>
          <p:cNvPicPr>
            <a:picLocks noChangeAspect="1"/>
          </p:cNvPicPr>
          <p:nvPr userDrawn="1"/>
        </p:nvPicPr>
        <p:blipFill>
          <a:blip r:embed="rId2"/>
          <a:stretch>
            <a:fillRect/>
          </a:stretch>
        </p:blipFill>
        <p:spPr>
          <a:xfrm>
            <a:off x="3919387" y="2020380"/>
            <a:ext cx="1388524" cy="1388524"/>
          </a:xfrm>
          <a:prstGeom prst="rect">
            <a:avLst/>
          </a:prstGeom>
        </p:spPr>
      </p:pic>
      <p:pic>
        <p:nvPicPr>
          <p:cNvPr id="10" name="Picture 9" descr="A blue and red circle&#10;&#10;AI-generated content may be incorrect.">
            <a:extLst>
              <a:ext uri="{FF2B5EF4-FFF2-40B4-BE49-F238E27FC236}">
                <a16:creationId xmlns:a16="http://schemas.microsoft.com/office/drawing/2014/main" id="{063D8DA6-A370-5F8F-9AB4-3D2A6DF5F9E5}"/>
              </a:ext>
            </a:extLst>
          </p:cNvPr>
          <p:cNvPicPr>
            <a:picLocks noChangeAspect="1"/>
          </p:cNvPicPr>
          <p:nvPr userDrawn="1"/>
        </p:nvPicPr>
        <p:blipFill>
          <a:blip r:embed="rId2"/>
          <a:stretch>
            <a:fillRect/>
          </a:stretch>
        </p:blipFill>
        <p:spPr>
          <a:xfrm>
            <a:off x="6884088" y="2020380"/>
            <a:ext cx="1388524" cy="1388524"/>
          </a:xfrm>
          <a:prstGeom prst="rect">
            <a:avLst/>
          </a:prstGeom>
        </p:spPr>
      </p:pic>
      <p:pic>
        <p:nvPicPr>
          <p:cNvPr id="13" name="Picture 12" descr="A blue and red circle&#10;&#10;AI-generated content may be incorrect.">
            <a:extLst>
              <a:ext uri="{FF2B5EF4-FFF2-40B4-BE49-F238E27FC236}">
                <a16:creationId xmlns:a16="http://schemas.microsoft.com/office/drawing/2014/main" id="{70F510B8-0619-048F-2A92-CBCC185FA3B7}"/>
              </a:ext>
            </a:extLst>
          </p:cNvPr>
          <p:cNvPicPr>
            <a:picLocks noChangeAspect="1"/>
          </p:cNvPicPr>
          <p:nvPr userDrawn="1"/>
        </p:nvPicPr>
        <p:blipFill>
          <a:blip r:embed="rId2"/>
          <a:stretch>
            <a:fillRect/>
          </a:stretch>
        </p:blipFill>
        <p:spPr>
          <a:xfrm>
            <a:off x="9848790" y="2020380"/>
            <a:ext cx="1388524" cy="1388524"/>
          </a:xfrm>
          <a:prstGeom prst="rect">
            <a:avLst/>
          </a:prstGeom>
        </p:spPr>
      </p:pic>
      <p:sp>
        <p:nvSpPr>
          <p:cNvPr id="2" name="Text Placeholder 12">
            <a:extLst>
              <a:ext uri="{FF2B5EF4-FFF2-40B4-BE49-F238E27FC236}">
                <a16:creationId xmlns:a16="http://schemas.microsoft.com/office/drawing/2014/main" id="{8BDCF21A-445A-5F43-620D-33B0B9DB1B6B}"/>
              </a:ext>
            </a:extLst>
          </p:cNvPr>
          <p:cNvSpPr>
            <a:spLocks noGrp="1"/>
          </p:cNvSpPr>
          <p:nvPr>
            <p:ph type="body" sz="quarter" idx="19" hasCustomPrompt="1"/>
          </p:nvPr>
        </p:nvSpPr>
        <p:spPr>
          <a:xfrm>
            <a:off x="4972181" y="387691"/>
            <a:ext cx="2065629" cy="263277"/>
          </a:xfrm>
        </p:spPr>
        <p:txBody>
          <a:bodyPr wrap="none">
            <a:noAutofit/>
          </a:bodyPr>
          <a:lstStyle>
            <a:lvl1pPr algn="ctr">
              <a:defRPr sz="1200" b="1" i="1">
                <a:solidFill>
                  <a:schemeClr val="accent3"/>
                </a:solidFill>
              </a:defRPr>
            </a:lvl1pPr>
          </a:lstStyle>
          <a:p>
            <a:pPr lvl="0"/>
            <a:r>
              <a:rPr lang="en-US" dirty="0"/>
              <a:t>Click to Header / Subhead</a:t>
            </a:r>
          </a:p>
        </p:txBody>
      </p:sp>
      <p:sp>
        <p:nvSpPr>
          <p:cNvPr id="15" name="Text Placeholder 12">
            <a:extLst>
              <a:ext uri="{FF2B5EF4-FFF2-40B4-BE49-F238E27FC236}">
                <a16:creationId xmlns:a16="http://schemas.microsoft.com/office/drawing/2014/main" id="{01E5F9F8-81F6-E521-DB14-F422D6D871DB}"/>
              </a:ext>
            </a:extLst>
          </p:cNvPr>
          <p:cNvSpPr>
            <a:spLocks noGrp="1"/>
          </p:cNvSpPr>
          <p:nvPr>
            <p:ph type="body" sz="quarter" idx="21" hasCustomPrompt="1"/>
          </p:nvPr>
        </p:nvSpPr>
        <p:spPr>
          <a:xfrm>
            <a:off x="649979" y="3629913"/>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20" name="Text Placeholder 12">
            <a:extLst>
              <a:ext uri="{FF2B5EF4-FFF2-40B4-BE49-F238E27FC236}">
                <a16:creationId xmlns:a16="http://schemas.microsoft.com/office/drawing/2014/main" id="{68A48DFC-432C-E359-7F6A-BB549F61429D}"/>
              </a:ext>
            </a:extLst>
          </p:cNvPr>
          <p:cNvSpPr>
            <a:spLocks noGrp="1"/>
          </p:cNvSpPr>
          <p:nvPr>
            <p:ph type="body" sz="quarter" idx="23" hasCustomPrompt="1"/>
          </p:nvPr>
        </p:nvSpPr>
        <p:spPr>
          <a:xfrm>
            <a:off x="741847" y="4279726"/>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32" name="Text Placeholder 12">
            <a:extLst>
              <a:ext uri="{FF2B5EF4-FFF2-40B4-BE49-F238E27FC236}">
                <a16:creationId xmlns:a16="http://schemas.microsoft.com/office/drawing/2014/main" id="{879E13FA-3366-BC7A-19F3-9AC3025D1305}"/>
              </a:ext>
            </a:extLst>
          </p:cNvPr>
          <p:cNvSpPr>
            <a:spLocks noGrp="1"/>
          </p:cNvSpPr>
          <p:nvPr>
            <p:ph type="body" sz="quarter" idx="24" hasCustomPrompt="1"/>
          </p:nvPr>
        </p:nvSpPr>
        <p:spPr>
          <a:xfrm>
            <a:off x="3625494" y="3629913"/>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33" name="Text Placeholder 12">
            <a:extLst>
              <a:ext uri="{FF2B5EF4-FFF2-40B4-BE49-F238E27FC236}">
                <a16:creationId xmlns:a16="http://schemas.microsoft.com/office/drawing/2014/main" id="{C58935AB-EDDF-0590-C681-E775A78EAA05}"/>
              </a:ext>
            </a:extLst>
          </p:cNvPr>
          <p:cNvSpPr>
            <a:spLocks noGrp="1"/>
          </p:cNvSpPr>
          <p:nvPr>
            <p:ph type="body" sz="quarter" idx="25" hasCustomPrompt="1"/>
          </p:nvPr>
        </p:nvSpPr>
        <p:spPr>
          <a:xfrm>
            <a:off x="3717362" y="4279726"/>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34" name="Text Placeholder 12">
            <a:extLst>
              <a:ext uri="{FF2B5EF4-FFF2-40B4-BE49-F238E27FC236}">
                <a16:creationId xmlns:a16="http://schemas.microsoft.com/office/drawing/2014/main" id="{ED946349-A67E-9951-2D38-3249C72168BC}"/>
              </a:ext>
            </a:extLst>
          </p:cNvPr>
          <p:cNvSpPr>
            <a:spLocks noGrp="1"/>
          </p:cNvSpPr>
          <p:nvPr>
            <p:ph type="body" sz="quarter" idx="26" hasCustomPrompt="1"/>
          </p:nvPr>
        </p:nvSpPr>
        <p:spPr>
          <a:xfrm>
            <a:off x="6601009" y="3632142"/>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35" name="Text Placeholder 12">
            <a:extLst>
              <a:ext uri="{FF2B5EF4-FFF2-40B4-BE49-F238E27FC236}">
                <a16:creationId xmlns:a16="http://schemas.microsoft.com/office/drawing/2014/main" id="{182DA389-6B68-8F74-6B25-B0D14E6E3D23}"/>
              </a:ext>
            </a:extLst>
          </p:cNvPr>
          <p:cNvSpPr>
            <a:spLocks noGrp="1"/>
          </p:cNvSpPr>
          <p:nvPr>
            <p:ph type="body" sz="quarter" idx="27" hasCustomPrompt="1"/>
          </p:nvPr>
        </p:nvSpPr>
        <p:spPr>
          <a:xfrm>
            <a:off x="6692877" y="4281955"/>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36" name="Text Placeholder 12">
            <a:extLst>
              <a:ext uri="{FF2B5EF4-FFF2-40B4-BE49-F238E27FC236}">
                <a16:creationId xmlns:a16="http://schemas.microsoft.com/office/drawing/2014/main" id="{849E5C1D-9879-A219-DCB4-D2C7C0DA02A0}"/>
              </a:ext>
            </a:extLst>
          </p:cNvPr>
          <p:cNvSpPr>
            <a:spLocks noGrp="1"/>
          </p:cNvSpPr>
          <p:nvPr>
            <p:ph type="body" sz="quarter" idx="28" hasCustomPrompt="1"/>
          </p:nvPr>
        </p:nvSpPr>
        <p:spPr>
          <a:xfrm>
            <a:off x="9563196" y="3629913"/>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37" name="Text Placeholder 12">
            <a:extLst>
              <a:ext uri="{FF2B5EF4-FFF2-40B4-BE49-F238E27FC236}">
                <a16:creationId xmlns:a16="http://schemas.microsoft.com/office/drawing/2014/main" id="{457379B2-410B-C924-E585-14E9FA00350B}"/>
              </a:ext>
            </a:extLst>
          </p:cNvPr>
          <p:cNvSpPr>
            <a:spLocks noGrp="1"/>
          </p:cNvSpPr>
          <p:nvPr>
            <p:ph type="body" sz="quarter" idx="29" hasCustomPrompt="1"/>
          </p:nvPr>
        </p:nvSpPr>
        <p:spPr>
          <a:xfrm>
            <a:off x="9655064" y="4279726"/>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4" name="Footer Placeholder 3">
            <a:extLst>
              <a:ext uri="{FF2B5EF4-FFF2-40B4-BE49-F238E27FC236}">
                <a16:creationId xmlns:a16="http://schemas.microsoft.com/office/drawing/2014/main" id="{F4622E17-5965-DC44-C005-6540DE841617}"/>
              </a:ext>
            </a:extLst>
          </p:cNvPr>
          <p:cNvSpPr>
            <a:spLocks noGrp="1"/>
          </p:cNvSpPr>
          <p:nvPr>
            <p:ph type="ftr" sz="quarter" idx="11"/>
          </p:nvPr>
        </p:nvSpPr>
        <p:spPr>
          <a:xfrm>
            <a:off x="1102149" y="6363845"/>
            <a:ext cx="3684035" cy="200055"/>
          </a:xfrm>
        </p:spPr>
        <p:txBody>
          <a:bodyPr wrap="square">
            <a:spAutoFit/>
          </a:bodyPr>
          <a:lstStyle>
            <a:lvl1pPr>
              <a:defRPr sz="1000">
                <a:solidFill>
                  <a:schemeClr val="bg2"/>
                </a:solidFill>
              </a:defRPr>
            </a:lvl1pPr>
          </a:lstStyle>
          <a:p>
            <a:r>
              <a:rPr lang="en-US" dirty="0"/>
              <a:t>Add Metadata here in Slide Master &gt; Insert &gt; Slide Number</a:t>
            </a:r>
          </a:p>
        </p:txBody>
      </p:sp>
      <p:sp>
        <p:nvSpPr>
          <p:cNvPr id="6" name="Slide Number Placeholder 4">
            <a:extLst>
              <a:ext uri="{FF2B5EF4-FFF2-40B4-BE49-F238E27FC236}">
                <a16:creationId xmlns:a16="http://schemas.microsoft.com/office/drawing/2014/main" id="{27553C02-7D4C-940C-956E-C2861FBE6129}"/>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9" name="Picture 8" descr="A close up of a logo&#10;&#10;AI-generated content may be incorrect.">
            <a:extLst>
              <a:ext uri="{FF2B5EF4-FFF2-40B4-BE49-F238E27FC236}">
                <a16:creationId xmlns:a16="http://schemas.microsoft.com/office/drawing/2014/main" id="{C87FB21D-724C-806C-1D34-B5DD269C7BB3}"/>
              </a:ext>
            </a:extLst>
          </p:cNvPr>
          <p:cNvPicPr>
            <a:picLocks noChangeAspect="1"/>
          </p:cNvPicPr>
          <p:nvPr userDrawn="1"/>
        </p:nvPicPr>
        <p:blipFill>
          <a:blip r:embed="rId3"/>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3025440699"/>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9_Section Header">
    <p:bg>
      <p:bgPr>
        <a:gradFill>
          <a:gsLst>
            <a:gs pos="50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6349120-918C-2A5C-35FB-BA0976D00AA2}"/>
              </a:ext>
            </a:extLst>
          </p:cNvPr>
          <p:cNvSpPr/>
          <p:nvPr userDrawn="1"/>
        </p:nvSpPr>
        <p:spPr>
          <a:xfrm rot="10800000">
            <a:off x="-8" y="0"/>
            <a:ext cx="6096004" cy="2953174"/>
          </a:xfrm>
          <a:prstGeom prst="rect">
            <a:avLst/>
          </a:prstGeom>
          <a:gradFill flip="none" rotWithShape="1">
            <a:gsLst>
              <a:gs pos="50000">
                <a:schemeClr val="bg2"/>
              </a:gs>
              <a:gs pos="100000">
                <a:schemeClr val="tx1">
                  <a:alpha val="9882"/>
                </a:schemeClr>
              </a:gs>
            </a:gsLst>
            <a:lin ang="14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45CAED2-28B9-D78A-751F-9450267F0FDE}"/>
              </a:ext>
            </a:extLst>
          </p:cNvPr>
          <p:cNvSpPr/>
          <p:nvPr userDrawn="1"/>
        </p:nvSpPr>
        <p:spPr>
          <a:xfrm rot="10800000">
            <a:off x="6087530" y="0"/>
            <a:ext cx="6096000" cy="2953174"/>
          </a:xfrm>
          <a:prstGeom prst="rect">
            <a:avLst/>
          </a:prstGeom>
          <a:gradFill>
            <a:gsLst>
              <a:gs pos="50000">
                <a:schemeClr val="bg2"/>
              </a:gs>
              <a:gs pos="100000">
                <a:schemeClr val="tx1">
                  <a:alpha val="9882"/>
                </a:schemeClr>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58B8E10-3738-FBF7-7635-AB6B64B38312}"/>
              </a:ext>
            </a:extLst>
          </p:cNvPr>
          <p:cNvSpPr/>
          <p:nvPr userDrawn="1"/>
        </p:nvSpPr>
        <p:spPr>
          <a:xfrm>
            <a:off x="6095996" y="2971800"/>
            <a:ext cx="6096004" cy="3886200"/>
          </a:xfrm>
          <a:prstGeom prst="rect">
            <a:avLst/>
          </a:prstGeom>
          <a:gradFill flip="none" rotWithShape="1">
            <a:gsLst>
              <a:gs pos="50000">
                <a:schemeClr val="bg2"/>
              </a:gs>
              <a:gs pos="100000">
                <a:schemeClr val="tx1">
                  <a:alpha val="9882"/>
                </a:schemeClr>
              </a:gs>
            </a:gsLst>
            <a:lin ang="14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388E1BD-B2FD-E4B9-D4CB-52D927E5A7CE}"/>
              </a:ext>
            </a:extLst>
          </p:cNvPr>
          <p:cNvSpPr/>
          <p:nvPr userDrawn="1"/>
        </p:nvSpPr>
        <p:spPr>
          <a:xfrm>
            <a:off x="1" y="2971800"/>
            <a:ext cx="6096000" cy="3886200"/>
          </a:xfrm>
          <a:prstGeom prst="rect">
            <a:avLst/>
          </a:prstGeom>
          <a:gradFill>
            <a:gsLst>
              <a:gs pos="50000">
                <a:schemeClr val="bg2"/>
              </a:gs>
              <a:gs pos="100000">
                <a:schemeClr val="tx1">
                  <a:alpha val="9882"/>
                </a:scheme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89E842C-1C79-07C7-B220-3AB4E9AF8B1B}"/>
              </a:ext>
            </a:extLst>
          </p:cNvPr>
          <p:cNvSpPr/>
          <p:nvPr userDrawn="1"/>
        </p:nvSpPr>
        <p:spPr>
          <a:xfrm>
            <a:off x="4544061" y="1421556"/>
            <a:ext cx="3108960" cy="3108960"/>
          </a:xfrm>
          <a:prstGeom prst="ellipse">
            <a:avLst/>
          </a:prstGeom>
          <a:solidFill>
            <a:schemeClr val="bg2">
              <a:alpha val="7594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Arc 20">
            <a:extLst>
              <a:ext uri="{FF2B5EF4-FFF2-40B4-BE49-F238E27FC236}">
                <a16:creationId xmlns:a16="http://schemas.microsoft.com/office/drawing/2014/main" id="{6938251B-45E7-742E-F6A3-BC0F1B758F47}"/>
              </a:ext>
            </a:extLst>
          </p:cNvPr>
          <p:cNvSpPr/>
          <p:nvPr userDrawn="1"/>
        </p:nvSpPr>
        <p:spPr>
          <a:xfrm>
            <a:off x="5037665" y="1913466"/>
            <a:ext cx="2116667" cy="2116667"/>
          </a:xfrm>
          <a:prstGeom prst="arc">
            <a:avLst/>
          </a:prstGeom>
          <a:ln w="4667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F2DC63D2-3425-F914-20E3-E5D645D06CF2}"/>
              </a:ext>
            </a:extLst>
          </p:cNvPr>
          <p:cNvSpPr/>
          <p:nvPr userDrawn="1"/>
        </p:nvSpPr>
        <p:spPr>
          <a:xfrm rot="5400000">
            <a:off x="5037666" y="1913466"/>
            <a:ext cx="2116667" cy="2116667"/>
          </a:xfrm>
          <a:prstGeom prst="arc">
            <a:avLst/>
          </a:prstGeom>
          <a:ln w="4667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Arc 26">
            <a:extLst>
              <a:ext uri="{FF2B5EF4-FFF2-40B4-BE49-F238E27FC236}">
                <a16:creationId xmlns:a16="http://schemas.microsoft.com/office/drawing/2014/main" id="{E2806320-E9B1-B4BE-7D00-AB83107DF904}"/>
              </a:ext>
            </a:extLst>
          </p:cNvPr>
          <p:cNvSpPr/>
          <p:nvPr userDrawn="1"/>
        </p:nvSpPr>
        <p:spPr>
          <a:xfrm rot="10800000">
            <a:off x="5037663" y="1913466"/>
            <a:ext cx="2116667" cy="2116667"/>
          </a:xfrm>
          <a:prstGeom prst="arc">
            <a:avLst/>
          </a:prstGeom>
          <a:ln w="466725">
            <a:solidFill>
              <a:schemeClr val="accent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Arc 27">
            <a:extLst>
              <a:ext uri="{FF2B5EF4-FFF2-40B4-BE49-F238E27FC236}">
                <a16:creationId xmlns:a16="http://schemas.microsoft.com/office/drawing/2014/main" id="{4D74C593-60F9-6268-7B61-8FE975200FA8}"/>
              </a:ext>
            </a:extLst>
          </p:cNvPr>
          <p:cNvSpPr/>
          <p:nvPr userDrawn="1"/>
        </p:nvSpPr>
        <p:spPr>
          <a:xfrm rot="16200000">
            <a:off x="5037664" y="1913466"/>
            <a:ext cx="2116667" cy="2116667"/>
          </a:xfrm>
          <a:prstGeom prst="arc">
            <a:avLst/>
          </a:prstGeom>
          <a:ln w="466725">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Rectangle 28">
            <a:extLst>
              <a:ext uri="{FF2B5EF4-FFF2-40B4-BE49-F238E27FC236}">
                <a16:creationId xmlns:a16="http://schemas.microsoft.com/office/drawing/2014/main" id="{8795F799-7EBD-2808-EE01-173996257D68}"/>
              </a:ext>
            </a:extLst>
          </p:cNvPr>
          <p:cNvSpPr/>
          <p:nvPr userDrawn="1"/>
        </p:nvSpPr>
        <p:spPr>
          <a:xfrm flipH="1">
            <a:off x="6057047" y="1"/>
            <a:ext cx="81285"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A8DB072-AD87-5BA0-4A77-896397900B48}"/>
              </a:ext>
            </a:extLst>
          </p:cNvPr>
          <p:cNvSpPr/>
          <p:nvPr userDrawn="1"/>
        </p:nvSpPr>
        <p:spPr>
          <a:xfrm rot="5400000">
            <a:off x="6095999" y="1625600"/>
            <a:ext cx="45719" cy="270086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DEAA892-3047-EEC6-12D0-41D272138190}"/>
              </a:ext>
            </a:extLst>
          </p:cNvPr>
          <p:cNvSpPr/>
          <p:nvPr userDrawn="1"/>
        </p:nvSpPr>
        <p:spPr>
          <a:xfrm rot="5400000" flipH="1">
            <a:off x="6059079" y="-3112686"/>
            <a:ext cx="67061" cy="121987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6B29E89-60C6-67FD-EDF9-B719E2E4CBA4}"/>
              </a:ext>
            </a:extLst>
          </p:cNvPr>
          <p:cNvSpPr/>
          <p:nvPr userDrawn="1"/>
        </p:nvSpPr>
        <p:spPr>
          <a:xfrm>
            <a:off x="5528733" y="2404533"/>
            <a:ext cx="1134534" cy="1134534"/>
          </a:xfrm>
          <a:prstGeom prst="ellipse">
            <a:avLst/>
          </a:prstGeom>
          <a:gradFill>
            <a:gsLst>
              <a:gs pos="73000">
                <a:schemeClr val="accent3"/>
              </a:gs>
              <a:gs pos="36000">
                <a:schemeClr val="accent2"/>
              </a:gs>
              <a:gs pos="0">
                <a:schemeClr val="tx2"/>
              </a:gs>
              <a:gs pos="100000">
                <a:schemeClr val="accent4"/>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5" name="Picture 4" descr="A blue and orange logo&#10;&#10;AI-generated content may be incorrect.">
            <a:extLst>
              <a:ext uri="{FF2B5EF4-FFF2-40B4-BE49-F238E27FC236}">
                <a16:creationId xmlns:a16="http://schemas.microsoft.com/office/drawing/2014/main" id="{73A83040-3742-D618-552F-1BC5C220C513}"/>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3187855557"/>
      </p:ext>
    </p:extLst>
  </p:cSld>
  <p:clrMapOvr>
    <a:masterClrMapping/>
  </p:clrMapOvr>
  <p:extLst>
    <p:ext uri="{DCECCB84-F9BA-43D5-87BE-67443E8EF086}">
      <p15:sldGuideLst xmlns:p15="http://schemas.microsoft.com/office/powerpoint/2012/main">
        <p15:guide id="1" orient="horz" pos="1872"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38DEF97A-12D1-9ED3-89DA-8D81AA313185}"/>
              </a:ext>
            </a:extLst>
          </p:cNvPr>
          <p:cNvSpPr/>
          <p:nvPr userDrawn="1"/>
        </p:nvSpPr>
        <p:spPr>
          <a:xfrm>
            <a:off x="477625" y="2744572"/>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93A215-28C9-3E90-DA58-463EF7694092}"/>
              </a:ext>
            </a:extLst>
          </p:cNvPr>
          <p:cNvSpPr/>
          <p:nvPr userDrawn="1"/>
        </p:nvSpPr>
        <p:spPr>
          <a:xfrm>
            <a:off x="477624" y="2131729"/>
            <a:ext cx="2425061" cy="49906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blue arrow in a circle&#10;&#10;AI-generated content may be incorrect.">
            <a:extLst>
              <a:ext uri="{FF2B5EF4-FFF2-40B4-BE49-F238E27FC236}">
                <a16:creationId xmlns:a16="http://schemas.microsoft.com/office/drawing/2014/main" id="{57CA568C-D9D3-AECC-48DD-F40ADA830334}"/>
              </a:ext>
            </a:extLst>
          </p:cNvPr>
          <p:cNvPicPr>
            <a:picLocks noChangeAspect="1"/>
          </p:cNvPicPr>
          <p:nvPr userDrawn="1"/>
        </p:nvPicPr>
        <p:blipFill>
          <a:blip r:embed="rId2"/>
          <a:stretch>
            <a:fillRect/>
          </a:stretch>
        </p:blipFill>
        <p:spPr>
          <a:xfrm>
            <a:off x="637521" y="2974023"/>
            <a:ext cx="254343" cy="254343"/>
          </a:xfrm>
          <a:prstGeom prst="rect">
            <a:avLst/>
          </a:prstGeom>
        </p:spPr>
      </p:pic>
      <p:sp>
        <p:nvSpPr>
          <p:cNvPr id="7" name="Text Placeholder 13">
            <a:extLst>
              <a:ext uri="{FF2B5EF4-FFF2-40B4-BE49-F238E27FC236}">
                <a16:creationId xmlns:a16="http://schemas.microsoft.com/office/drawing/2014/main" id="{6CB2FDD5-CFBB-B78C-B2EC-A60C0C0EFF29}"/>
              </a:ext>
            </a:extLst>
          </p:cNvPr>
          <p:cNvSpPr>
            <a:spLocks noGrp="1"/>
          </p:cNvSpPr>
          <p:nvPr>
            <p:ph type="body" sz="quarter" idx="17" hasCustomPrompt="1"/>
          </p:nvPr>
        </p:nvSpPr>
        <p:spPr>
          <a:xfrm>
            <a:off x="650098" y="2271675"/>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30" name="Rectangle 29">
            <a:extLst>
              <a:ext uri="{FF2B5EF4-FFF2-40B4-BE49-F238E27FC236}">
                <a16:creationId xmlns:a16="http://schemas.microsoft.com/office/drawing/2014/main" id="{B7DEBC8B-FD14-D674-3A4B-F6167D2D5C8C}"/>
              </a:ext>
            </a:extLst>
          </p:cNvPr>
          <p:cNvSpPr/>
          <p:nvPr userDrawn="1"/>
        </p:nvSpPr>
        <p:spPr>
          <a:xfrm>
            <a:off x="3414854" y="2131729"/>
            <a:ext cx="2425061" cy="4990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13">
            <a:extLst>
              <a:ext uri="{FF2B5EF4-FFF2-40B4-BE49-F238E27FC236}">
                <a16:creationId xmlns:a16="http://schemas.microsoft.com/office/drawing/2014/main" id="{DF1C1170-234C-444A-73FA-2C5D4D0308AE}"/>
              </a:ext>
            </a:extLst>
          </p:cNvPr>
          <p:cNvSpPr>
            <a:spLocks noGrp="1"/>
          </p:cNvSpPr>
          <p:nvPr>
            <p:ph type="body" sz="quarter" idx="37" hasCustomPrompt="1"/>
          </p:nvPr>
        </p:nvSpPr>
        <p:spPr>
          <a:xfrm>
            <a:off x="3587328" y="2271675"/>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32" name="Rectangle 31">
            <a:extLst>
              <a:ext uri="{FF2B5EF4-FFF2-40B4-BE49-F238E27FC236}">
                <a16:creationId xmlns:a16="http://schemas.microsoft.com/office/drawing/2014/main" id="{C5C743D4-F35B-9E2E-3012-98B6EFA31181}"/>
              </a:ext>
            </a:extLst>
          </p:cNvPr>
          <p:cNvSpPr/>
          <p:nvPr userDrawn="1"/>
        </p:nvSpPr>
        <p:spPr>
          <a:xfrm>
            <a:off x="6352084" y="2124425"/>
            <a:ext cx="2425061" cy="4990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Placeholder 13">
            <a:extLst>
              <a:ext uri="{FF2B5EF4-FFF2-40B4-BE49-F238E27FC236}">
                <a16:creationId xmlns:a16="http://schemas.microsoft.com/office/drawing/2014/main" id="{E73950C3-CFB6-F8AF-496E-83A0C9682BF5}"/>
              </a:ext>
            </a:extLst>
          </p:cNvPr>
          <p:cNvSpPr>
            <a:spLocks noGrp="1"/>
          </p:cNvSpPr>
          <p:nvPr>
            <p:ph type="body" sz="quarter" idx="38" hasCustomPrompt="1"/>
          </p:nvPr>
        </p:nvSpPr>
        <p:spPr>
          <a:xfrm>
            <a:off x="6524558" y="2264371"/>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34" name="Rectangle 33">
            <a:extLst>
              <a:ext uri="{FF2B5EF4-FFF2-40B4-BE49-F238E27FC236}">
                <a16:creationId xmlns:a16="http://schemas.microsoft.com/office/drawing/2014/main" id="{282BE216-85D7-F00F-91D8-80A2203B17A1}"/>
              </a:ext>
            </a:extLst>
          </p:cNvPr>
          <p:cNvSpPr/>
          <p:nvPr userDrawn="1"/>
        </p:nvSpPr>
        <p:spPr>
          <a:xfrm>
            <a:off x="9289314" y="2111437"/>
            <a:ext cx="2425061" cy="49906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3">
            <a:extLst>
              <a:ext uri="{FF2B5EF4-FFF2-40B4-BE49-F238E27FC236}">
                <a16:creationId xmlns:a16="http://schemas.microsoft.com/office/drawing/2014/main" id="{0B00DDBD-6BFA-AE93-459A-6469E3488974}"/>
              </a:ext>
            </a:extLst>
          </p:cNvPr>
          <p:cNvSpPr>
            <a:spLocks noGrp="1"/>
          </p:cNvSpPr>
          <p:nvPr>
            <p:ph type="body" sz="quarter" idx="39" hasCustomPrompt="1"/>
          </p:nvPr>
        </p:nvSpPr>
        <p:spPr>
          <a:xfrm>
            <a:off x="9461788" y="2251383"/>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36" name="Title 1">
            <a:extLst>
              <a:ext uri="{FF2B5EF4-FFF2-40B4-BE49-F238E27FC236}">
                <a16:creationId xmlns:a16="http://schemas.microsoft.com/office/drawing/2014/main" id="{D85474DB-2619-746D-30F1-01DFC3DA0C00}"/>
              </a:ext>
            </a:extLst>
          </p:cNvPr>
          <p:cNvSpPr>
            <a:spLocks noGrp="1"/>
          </p:cNvSpPr>
          <p:nvPr>
            <p:ph type="title" hasCustomPrompt="1"/>
          </p:nvPr>
        </p:nvSpPr>
        <p:spPr>
          <a:xfrm>
            <a:off x="471955" y="1017216"/>
            <a:ext cx="7867712" cy="830204"/>
          </a:xfrm>
        </p:spPr>
        <p:txBody>
          <a:bodyPr wrap="none" lIns="0" tIns="0" rIns="0" anchor="t">
            <a:noAutofit/>
          </a:bodyPr>
          <a:lstStyle>
            <a:lvl1pPr algn="l">
              <a:lnSpc>
                <a:spcPct val="114000"/>
              </a:lnSpc>
              <a:defRPr sz="4500" b="0" i="0">
                <a:solidFill>
                  <a:schemeClr val="tx2"/>
                </a:solidFill>
                <a:latin typeface="DM Sans 14pt ExtraLight" pitchFamily="2" charset="77"/>
              </a:defRPr>
            </a:lvl1pPr>
          </a:lstStyle>
          <a:p>
            <a:r>
              <a:rPr lang="en-US" dirty="0"/>
              <a:t>Click to add stepped plan title</a:t>
            </a:r>
          </a:p>
        </p:txBody>
      </p:sp>
      <p:sp>
        <p:nvSpPr>
          <p:cNvPr id="38" name="Text Placeholder 13">
            <a:extLst>
              <a:ext uri="{FF2B5EF4-FFF2-40B4-BE49-F238E27FC236}">
                <a16:creationId xmlns:a16="http://schemas.microsoft.com/office/drawing/2014/main" id="{85E2590A-B247-DAB9-68D7-158A8715CB45}"/>
              </a:ext>
            </a:extLst>
          </p:cNvPr>
          <p:cNvSpPr>
            <a:spLocks noGrp="1"/>
          </p:cNvSpPr>
          <p:nvPr>
            <p:ph type="body" sz="quarter" idx="16" hasCustomPrompt="1"/>
          </p:nvPr>
        </p:nvSpPr>
        <p:spPr>
          <a:xfrm>
            <a:off x="1026312" y="301907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41" name="Picture 40" descr="A blue arrow in a circle&#10;&#10;AI-generated content may be incorrect.">
            <a:extLst>
              <a:ext uri="{FF2B5EF4-FFF2-40B4-BE49-F238E27FC236}">
                <a16:creationId xmlns:a16="http://schemas.microsoft.com/office/drawing/2014/main" id="{0AE816B6-5926-8ECB-1877-11041DEA9E8D}"/>
              </a:ext>
            </a:extLst>
          </p:cNvPr>
          <p:cNvPicPr>
            <a:picLocks noChangeAspect="1"/>
          </p:cNvPicPr>
          <p:nvPr userDrawn="1"/>
        </p:nvPicPr>
        <p:blipFill>
          <a:blip r:embed="rId2"/>
          <a:stretch>
            <a:fillRect/>
          </a:stretch>
        </p:blipFill>
        <p:spPr>
          <a:xfrm>
            <a:off x="637521" y="3749445"/>
            <a:ext cx="254343" cy="254343"/>
          </a:xfrm>
          <a:prstGeom prst="rect">
            <a:avLst/>
          </a:prstGeom>
        </p:spPr>
      </p:pic>
      <p:sp>
        <p:nvSpPr>
          <p:cNvPr id="42" name="Text Placeholder 13">
            <a:extLst>
              <a:ext uri="{FF2B5EF4-FFF2-40B4-BE49-F238E27FC236}">
                <a16:creationId xmlns:a16="http://schemas.microsoft.com/office/drawing/2014/main" id="{0F3993E7-3BEF-FF1A-0622-0E0E26D5616D}"/>
              </a:ext>
            </a:extLst>
          </p:cNvPr>
          <p:cNvSpPr>
            <a:spLocks noGrp="1"/>
          </p:cNvSpPr>
          <p:nvPr>
            <p:ph type="body" sz="quarter" idx="40" hasCustomPrompt="1"/>
          </p:nvPr>
        </p:nvSpPr>
        <p:spPr>
          <a:xfrm>
            <a:off x="1026312" y="3794501"/>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43" name="Picture 42" descr="A blue arrow in a circle&#10;&#10;AI-generated content may be incorrect.">
            <a:extLst>
              <a:ext uri="{FF2B5EF4-FFF2-40B4-BE49-F238E27FC236}">
                <a16:creationId xmlns:a16="http://schemas.microsoft.com/office/drawing/2014/main" id="{6327CD36-605F-FB91-840E-AA9A1FC725FD}"/>
              </a:ext>
            </a:extLst>
          </p:cNvPr>
          <p:cNvPicPr>
            <a:picLocks noChangeAspect="1"/>
          </p:cNvPicPr>
          <p:nvPr userDrawn="1"/>
        </p:nvPicPr>
        <p:blipFill>
          <a:blip r:embed="rId2"/>
          <a:stretch>
            <a:fillRect/>
          </a:stretch>
        </p:blipFill>
        <p:spPr>
          <a:xfrm>
            <a:off x="637521" y="4547186"/>
            <a:ext cx="254343" cy="254343"/>
          </a:xfrm>
          <a:prstGeom prst="rect">
            <a:avLst/>
          </a:prstGeom>
        </p:spPr>
      </p:pic>
      <p:sp>
        <p:nvSpPr>
          <p:cNvPr id="44" name="Text Placeholder 13">
            <a:extLst>
              <a:ext uri="{FF2B5EF4-FFF2-40B4-BE49-F238E27FC236}">
                <a16:creationId xmlns:a16="http://schemas.microsoft.com/office/drawing/2014/main" id="{DA5F3B64-1A61-FFE7-8FBB-2209D146E2A0}"/>
              </a:ext>
            </a:extLst>
          </p:cNvPr>
          <p:cNvSpPr>
            <a:spLocks noGrp="1"/>
          </p:cNvSpPr>
          <p:nvPr>
            <p:ph type="body" sz="quarter" idx="41" hasCustomPrompt="1"/>
          </p:nvPr>
        </p:nvSpPr>
        <p:spPr>
          <a:xfrm>
            <a:off x="1026312" y="4592242"/>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sp>
        <p:nvSpPr>
          <p:cNvPr id="45" name="Rectangle 44">
            <a:extLst>
              <a:ext uri="{FF2B5EF4-FFF2-40B4-BE49-F238E27FC236}">
                <a16:creationId xmlns:a16="http://schemas.microsoft.com/office/drawing/2014/main" id="{144FE29F-C41B-B9D0-77D6-2B6AA9E9D547}"/>
              </a:ext>
            </a:extLst>
          </p:cNvPr>
          <p:cNvSpPr/>
          <p:nvPr userDrawn="1"/>
        </p:nvSpPr>
        <p:spPr>
          <a:xfrm>
            <a:off x="3414854" y="2740199"/>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descr="A blue arrow in a circle&#10;&#10;AI-generated content may be incorrect.">
            <a:extLst>
              <a:ext uri="{FF2B5EF4-FFF2-40B4-BE49-F238E27FC236}">
                <a16:creationId xmlns:a16="http://schemas.microsoft.com/office/drawing/2014/main" id="{D6F9C7F2-26B0-7C56-4981-445EA2268FA9}"/>
              </a:ext>
            </a:extLst>
          </p:cNvPr>
          <p:cNvPicPr>
            <a:picLocks noChangeAspect="1"/>
          </p:cNvPicPr>
          <p:nvPr userDrawn="1"/>
        </p:nvPicPr>
        <p:blipFill>
          <a:blip r:embed="rId2"/>
          <a:stretch>
            <a:fillRect/>
          </a:stretch>
        </p:blipFill>
        <p:spPr>
          <a:xfrm>
            <a:off x="3574750" y="2969650"/>
            <a:ext cx="254343" cy="254343"/>
          </a:xfrm>
          <a:prstGeom prst="rect">
            <a:avLst/>
          </a:prstGeom>
        </p:spPr>
      </p:pic>
      <p:sp>
        <p:nvSpPr>
          <p:cNvPr id="47" name="Text Placeholder 13">
            <a:extLst>
              <a:ext uri="{FF2B5EF4-FFF2-40B4-BE49-F238E27FC236}">
                <a16:creationId xmlns:a16="http://schemas.microsoft.com/office/drawing/2014/main" id="{8D6903E0-BD38-739B-C85D-6A31ACDEE089}"/>
              </a:ext>
            </a:extLst>
          </p:cNvPr>
          <p:cNvSpPr>
            <a:spLocks noGrp="1"/>
          </p:cNvSpPr>
          <p:nvPr>
            <p:ph type="body" sz="quarter" idx="42" hasCustomPrompt="1"/>
          </p:nvPr>
        </p:nvSpPr>
        <p:spPr>
          <a:xfrm>
            <a:off x="3963541" y="3014706"/>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48" name="Picture 47" descr="A blue arrow in a circle&#10;&#10;AI-generated content may be incorrect.">
            <a:extLst>
              <a:ext uri="{FF2B5EF4-FFF2-40B4-BE49-F238E27FC236}">
                <a16:creationId xmlns:a16="http://schemas.microsoft.com/office/drawing/2014/main" id="{8B38AAA3-A843-69B8-AE73-2734965E6935}"/>
              </a:ext>
            </a:extLst>
          </p:cNvPr>
          <p:cNvPicPr>
            <a:picLocks noChangeAspect="1"/>
          </p:cNvPicPr>
          <p:nvPr userDrawn="1"/>
        </p:nvPicPr>
        <p:blipFill>
          <a:blip r:embed="rId2"/>
          <a:stretch>
            <a:fillRect/>
          </a:stretch>
        </p:blipFill>
        <p:spPr>
          <a:xfrm>
            <a:off x="3574750" y="3745072"/>
            <a:ext cx="254343" cy="254343"/>
          </a:xfrm>
          <a:prstGeom prst="rect">
            <a:avLst/>
          </a:prstGeom>
        </p:spPr>
      </p:pic>
      <p:sp>
        <p:nvSpPr>
          <p:cNvPr id="49" name="Text Placeholder 13">
            <a:extLst>
              <a:ext uri="{FF2B5EF4-FFF2-40B4-BE49-F238E27FC236}">
                <a16:creationId xmlns:a16="http://schemas.microsoft.com/office/drawing/2014/main" id="{AA281C4C-5D53-F7EA-591A-C3B71C7EE8A2}"/>
              </a:ext>
            </a:extLst>
          </p:cNvPr>
          <p:cNvSpPr>
            <a:spLocks noGrp="1"/>
          </p:cNvSpPr>
          <p:nvPr>
            <p:ph type="body" sz="quarter" idx="43" hasCustomPrompt="1"/>
          </p:nvPr>
        </p:nvSpPr>
        <p:spPr>
          <a:xfrm>
            <a:off x="3963541" y="3790128"/>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50" name="Picture 49" descr="A blue arrow in a circle&#10;&#10;AI-generated content may be incorrect.">
            <a:extLst>
              <a:ext uri="{FF2B5EF4-FFF2-40B4-BE49-F238E27FC236}">
                <a16:creationId xmlns:a16="http://schemas.microsoft.com/office/drawing/2014/main" id="{F4A26263-D2BA-4D6F-2B21-6C5DBCCAE83B}"/>
              </a:ext>
            </a:extLst>
          </p:cNvPr>
          <p:cNvPicPr>
            <a:picLocks noChangeAspect="1"/>
          </p:cNvPicPr>
          <p:nvPr userDrawn="1"/>
        </p:nvPicPr>
        <p:blipFill>
          <a:blip r:embed="rId2"/>
          <a:stretch>
            <a:fillRect/>
          </a:stretch>
        </p:blipFill>
        <p:spPr>
          <a:xfrm>
            <a:off x="3574750" y="4542813"/>
            <a:ext cx="254343" cy="254343"/>
          </a:xfrm>
          <a:prstGeom prst="rect">
            <a:avLst/>
          </a:prstGeom>
        </p:spPr>
      </p:pic>
      <p:sp>
        <p:nvSpPr>
          <p:cNvPr id="51" name="Text Placeholder 13">
            <a:extLst>
              <a:ext uri="{FF2B5EF4-FFF2-40B4-BE49-F238E27FC236}">
                <a16:creationId xmlns:a16="http://schemas.microsoft.com/office/drawing/2014/main" id="{81AAFC2F-35D1-B8D2-5EC8-7EF042D15960}"/>
              </a:ext>
            </a:extLst>
          </p:cNvPr>
          <p:cNvSpPr>
            <a:spLocks noGrp="1"/>
          </p:cNvSpPr>
          <p:nvPr>
            <p:ph type="body" sz="quarter" idx="44" hasCustomPrompt="1"/>
          </p:nvPr>
        </p:nvSpPr>
        <p:spPr>
          <a:xfrm>
            <a:off x="3963541" y="458786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sp>
        <p:nvSpPr>
          <p:cNvPr id="52" name="Rectangle 51">
            <a:extLst>
              <a:ext uri="{FF2B5EF4-FFF2-40B4-BE49-F238E27FC236}">
                <a16:creationId xmlns:a16="http://schemas.microsoft.com/office/drawing/2014/main" id="{D37BD085-BDFC-5F33-426D-3693D415B2E2}"/>
              </a:ext>
            </a:extLst>
          </p:cNvPr>
          <p:cNvSpPr/>
          <p:nvPr userDrawn="1"/>
        </p:nvSpPr>
        <p:spPr>
          <a:xfrm>
            <a:off x="6352083" y="2740199"/>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descr="A blue arrow in a circle&#10;&#10;AI-generated content may be incorrect.">
            <a:extLst>
              <a:ext uri="{FF2B5EF4-FFF2-40B4-BE49-F238E27FC236}">
                <a16:creationId xmlns:a16="http://schemas.microsoft.com/office/drawing/2014/main" id="{03327376-58B8-C6E3-B2F5-6E1DC51785B7}"/>
              </a:ext>
            </a:extLst>
          </p:cNvPr>
          <p:cNvPicPr>
            <a:picLocks noChangeAspect="1"/>
          </p:cNvPicPr>
          <p:nvPr userDrawn="1"/>
        </p:nvPicPr>
        <p:blipFill>
          <a:blip r:embed="rId2"/>
          <a:stretch>
            <a:fillRect/>
          </a:stretch>
        </p:blipFill>
        <p:spPr>
          <a:xfrm>
            <a:off x="6511979" y="2969650"/>
            <a:ext cx="254343" cy="254343"/>
          </a:xfrm>
          <a:prstGeom prst="rect">
            <a:avLst/>
          </a:prstGeom>
        </p:spPr>
      </p:pic>
      <p:sp>
        <p:nvSpPr>
          <p:cNvPr id="54" name="Text Placeholder 13">
            <a:extLst>
              <a:ext uri="{FF2B5EF4-FFF2-40B4-BE49-F238E27FC236}">
                <a16:creationId xmlns:a16="http://schemas.microsoft.com/office/drawing/2014/main" id="{469425FE-30A8-B33F-8AF1-97CE65C9337D}"/>
              </a:ext>
            </a:extLst>
          </p:cNvPr>
          <p:cNvSpPr>
            <a:spLocks noGrp="1"/>
          </p:cNvSpPr>
          <p:nvPr>
            <p:ph type="body" sz="quarter" idx="45" hasCustomPrompt="1"/>
          </p:nvPr>
        </p:nvSpPr>
        <p:spPr>
          <a:xfrm>
            <a:off x="6900770" y="3014706"/>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55" name="Picture 54" descr="A blue arrow in a circle&#10;&#10;AI-generated content may be incorrect.">
            <a:extLst>
              <a:ext uri="{FF2B5EF4-FFF2-40B4-BE49-F238E27FC236}">
                <a16:creationId xmlns:a16="http://schemas.microsoft.com/office/drawing/2014/main" id="{F2E7B149-562F-351F-674B-5D616D248645}"/>
              </a:ext>
            </a:extLst>
          </p:cNvPr>
          <p:cNvPicPr>
            <a:picLocks noChangeAspect="1"/>
          </p:cNvPicPr>
          <p:nvPr userDrawn="1"/>
        </p:nvPicPr>
        <p:blipFill>
          <a:blip r:embed="rId2"/>
          <a:stretch>
            <a:fillRect/>
          </a:stretch>
        </p:blipFill>
        <p:spPr>
          <a:xfrm>
            <a:off x="6511979" y="3745072"/>
            <a:ext cx="254343" cy="254343"/>
          </a:xfrm>
          <a:prstGeom prst="rect">
            <a:avLst/>
          </a:prstGeom>
        </p:spPr>
      </p:pic>
      <p:sp>
        <p:nvSpPr>
          <p:cNvPr id="56" name="Text Placeholder 13">
            <a:extLst>
              <a:ext uri="{FF2B5EF4-FFF2-40B4-BE49-F238E27FC236}">
                <a16:creationId xmlns:a16="http://schemas.microsoft.com/office/drawing/2014/main" id="{2C0996CE-3C02-C55C-6BD1-36B1E7DE696A}"/>
              </a:ext>
            </a:extLst>
          </p:cNvPr>
          <p:cNvSpPr>
            <a:spLocks noGrp="1"/>
          </p:cNvSpPr>
          <p:nvPr>
            <p:ph type="body" sz="quarter" idx="46" hasCustomPrompt="1"/>
          </p:nvPr>
        </p:nvSpPr>
        <p:spPr>
          <a:xfrm>
            <a:off x="6900770" y="3790128"/>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57" name="Picture 56" descr="A blue arrow in a circle&#10;&#10;AI-generated content may be incorrect.">
            <a:extLst>
              <a:ext uri="{FF2B5EF4-FFF2-40B4-BE49-F238E27FC236}">
                <a16:creationId xmlns:a16="http://schemas.microsoft.com/office/drawing/2014/main" id="{2C4B2A3A-CA1B-DA8A-C1F6-6FCF0B404A08}"/>
              </a:ext>
            </a:extLst>
          </p:cNvPr>
          <p:cNvPicPr>
            <a:picLocks noChangeAspect="1"/>
          </p:cNvPicPr>
          <p:nvPr userDrawn="1"/>
        </p:nvPicPr>
        <p:blipFill>
          <a:blip r:embed="rId2"/>
          <a:stretch>
            <a:fillRect/>
          </a:stretch>
        </p:blipFill>
        <p:spPr>
          <a:xfrm>
            <a:off x="6511979" y="4542813"/>
            <a:ext cx="254343" cy="254343"/>
          </a:xfrm>
          <a:prstGeom prst="rect">
            <a:avLst/>
          </a:prstGeom>
        </p:spPr>
      </p:pic>
      <p:sp>
        <p:nvSpPr>
          <p:cNvPr id="58" name="Text Placeholder 13">
            <a:extLst>
              <a:ext uri="{FF2B5EF4-FFF2-40B4-BE49-F238E27FC236}">
                <a16:creationId xmlns:a16="http://schemas.microsoft.com/office/drawing/2014/main" id="{88D4945A-B9B2-D156-0FB8-DBC09D2B2DC2}"/>
              </a:ext>
            </a:extLst>
          </p:cNvPr>
          <p:cNvSpPr>
            <a:spLocks noGrp="1"/>
          </p:cNvSpPr>
          <p:nvPr>
            <p:ph type="body" sz="quarter" idx="47" hasCustomPrompt="1"/>
          </p:nvPr>
        </p:nvSpPr>
        <p:spPr>
          <a:xfrm>
            <a:off x="6900770" y="458786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sp>
        <p:nvSpPr>
          <p:cNvPr id="59" name="Rectangle 58">
            <a:extLst>
              <a:ext uri="{FF2B5EF4-FFF2-40B4-BE49-F238E27FC236}">
                <a16:creationId xmlns:a16="http://schemas.microsoft.com/office/drawing/2014/main" id="{0D5576E4-DD88-499A-9209-CE94CFA2EAFB}"/>
              </a:ext>
            </a:extLst>
          </p:cNvPr>
          <p:cNvSpPr/>
          <p:nvPr userDrawn="1"/>
        </p:nvSpPr>
        <p:spPr>
          <a:xfrm>
            <a:off x="9289315" y="2740199"/>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59" descr="A blue arrow in a circle&#10;&#10;AI-generated content may be incorrect.">
            <a:extLst>
              <a:ext uri="{FF2B5EF4-FFF2-40B4-BE49-F238E27FC236}">
                <a16:creationId xmlns:a16="http://schemas.microsoft.com/office/drawing/2014/main" id="{77B0A526-78D6-04A3-2818-F9823F66C79D}"/>
              </a:ext>
            </a:extLst>
          </p:cNvPr>
          <p:cNvPicPr>
            <a:picLocks noChangeAspect="1"/>
          </p:cNvPicPr>
          <p:nvPr userDrawn="1"/>
        </p:nvPicPr>
        <p:blipFill>
          <a:blip r:embed="rId2"/>
          <a:stretch>
            <a:fillRect/>
          </a:stretch>
        </p:blipFill>
        <p:spPr>
          <a:xfrm>
            <a:off x="9449211" y="2969650"/>
            <a:ext cx="254343" cy="254343"/>
          </a:xfrm>
          <a:prstGeom prst="rect">
            <a:avLst/>
          </a:prstGeom>
        </p:spPr>
      </p:pic>
      <p:sp>
        <p:nvSpPr>
          <p:cNvPr id="61" name="Text Placeholder 13">
            <a:extLst>
              <a:ext uri="{FF2B5EF4-FFF2-40B4-BE49-F238E27FC236}">
                <a16:creationId xmlns:a16="http://schemas.microsoft.com/office/drawing/2014/main" id="{29E4141D-461D-06F9-623A-6063D921B59A}"/>
              </a:ext>
            </a:extLst>
          </p:cNvPr>
          <p:cNvSpPr>
            <a:spLocks noGrp="1"/>
          </p:cNvSpPr>
          <p:nvPr>
            <p:ph type="body" sz="quarter" idx="48" hasCustomPrompt="1"/>
          </p:nvPr>
        </p:nvSpPr>
        <p:spPr>
          <a:xfrm>
            <a:off x="9838002" y="3014706"/>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62" name="Picture 61" descr="A blue arrow in a circle&#10;&#10;AI-generated content may be incorrect.">
            <a:extLst>
              <a:ext uri="{FF2B5EF4-FFF2-40B4-BE49-F238E27FC236}">
                <a16:creationId xmlns:a16="http://schemas.microsoft.com/office/drawing/2014/main" id="{F8C937EC-2A9E-2462-2364-6A2267F10AFF}"/>
              </a:ext>
            </a:extLst>
          </p:cNvPr>
          <p:cNvPicPr>
            <a:picLocks noChangeAspect="1"/>
          </p:cNvPicPr>
          <p:nvPr userDrawn="1"/>
        </p:nvPicPr>
        <p:blipFill>
          <a:blip r:embed="rId2"/>
          <a:stretch>
            <a:fillRect/>
          </a:stretch>
        </p:blipFill>
        <p:spPr>
          <a:xfrm>
            <a:off x="9449211" y="3745072"/>
            <a:ext cx="254343" cy="254343"/>
          </a:xfrm>
          <a:prstGeom prst="rect">
            <a:avLst/>
          </a:prstGeom>
        </p:spPr>
      </p:pic>
      <p:sp>
        <p:nvSpPr>
          <p:cNvPr id="63" name="Text Placeholder 13">
            <a:extLst>
              <a:ext uri="{FF2B5EF4-FFF2-40B4-BE49-F238E27FC236}">
                <a16:creationId xmlns:a16="http://schemas.microsoft.com/office/drawing/2014/main" id="{AB662BE4-9EF8-24AB-8E31-41E506F7F37F}"/>
              </a:ext>
            </a:extLst>
          </p:cNvPr>
          <p:cNvSpPr>
            <a:spLocks noGrp="1"/>
          </p:cNvSpPr>
          <p:nvPr>
            <p:ph type="body" sz="quarter" idx="49" hasCustomPrompt="1"/>
          </p:nvPr>
        </p:nvSpPr>
        <p:spPr>
          <a:xfrm>
            <a:off x="9838002" y="3790128"/>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64" name="Picture 63" descr="A blue arrow in a circle&#10;&#10;AI-generated content may be incorrect.">
            <a:extLst>
              <a:ext uri="{FF2B5EF4-FFF2-40B4-BE49-F238E27FC236}">
                <a16:creationId xmlns:a16="http://schemas.microsoft.com/office/drawing/2014/main" id="{3DA38710-7947-256D-425B-F4D6342DECB5}"/>
              </a:ext>
            </a:extLst>
          </p:cNvPr>
          <p:cNvPicPr>
            <a:picLocks noChangeAspect="1"/>
          </p:cNvPicPr>
          <p:nvPr userDrawn="1"/>
        </p:nvPicPr>
        <p:blipFill>
          <a:blip r:embed="rId2"/>
          <a:stretch>
            <a:fillRect/>
          </a:stretch>
        </p:blipFill>
        <p:spPr>
          <a:xfrm>
            <a:off x="9449211" y="4542813"/>
            <a:ext cx="254343" cy="254343"/>
          </a:xfrm>
          <a:prstGeom prst="rect">
            <a:avLst/>
          </a:prstGeom>
        </p:spPr>
      </p:pic>
      <p:sp>
        <p:nvSpPr>
          <p:cNvPr id="65" name="Text Placeholder 13">
            <a:extLst>
              <a:ext uri="{FF2B5EF4-FFF2-40B4-BE49-F238E27FC236}">
                <a16:creationId xmlns:a16="http://schemas.microsoft.com/office/drawing/2014/main" id="{A53A3260-261B-8FF2-566E-D6C96582B81B}"/>
              </a:ext>
            </a:extLst>
          </p:cNvPr>
          <p:cNvSpPr>
            <a:spLocks noGrp="1"/>
          </p:cNvSpPr>
          <p:nvPr>
            <p:ph type="body" sz="quarter" idx="50" hasCustomPrompt="1"/>
          </p:nvPr>
        </p:nvSpPr>
        <p:spPr>
          <a:xfrm>
            <a:off x="9838002" y="458786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cxnSp>
        <p:nvCxnSpPr>
          <p:cNvPr id="67" name="Straight Arrow Connector 66">
            <a:extLst>
              <a:ext uri="{FF2B5EF4-FFF2-40B4-BE49-F238E27FC236}">
                <a16:creationId xmlns:a16="http://schemas.microsoft.com/office/drawing/2014/main" id="{815930EC-3F58-082A-BDE3-A31820974A33}"/>
              </a:ext>
            </a:extLst>
          </p:cNvPr>
          <p:cNvCxnSpPr>
            <a:cxnSpLocks/>
          </p:cNvCxnSpPr>
          <p:nvPr userDrawn="1"/>
        </p:nvCxnSpPr>
        <p:spPr>
          <a:xfrm>
            <a:off x="3048001"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9BCAC092-CFED-043E-581C-8230ADA91E37}"/>
              </a:ext>
            </a:extLst>
          </p:cNvPr>
          <p:cNvCxnSpPr>
            <a:cxnSpLocks/>
          </p:cNvCxnSpPr>
          <p:nvPr userDrawn="1"/>
        </p:nvCxnSpPr>
        <p:spPr>
          <a:xfrm>
            <a:off x="5985933"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C8B9E949-FA3E-E102-B14B-005263D5B333}"/>
              </a:ext>
            </a:extLst>
          </p:cNvPr>
          <p:cNvCxnSpPr>
            <a:cxnSpLocks/>
          </p:cNvCxnSpPr>
          <p:nvPr userDrawn="1"/>
        </p:nvCxnSpPr>
        <p:spPr>
          <a:xfrm>
            <a:off x="8917482"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pic>
        <p:nvPicPr>
          <p:cNvPr id="2" name="Picture 1" descr="A blue and orange logo&#10;&#10;AI-generated content may be incorrect.">
            <a:extLst>
              <a:ext uri="{FF2B5EF4-FFF2-40B4-BE49-F238E27FC236}">
                <a16:creationId xmlns:a16="http://schemas.microsoft.com/office/drawing/2014/main" id="{17B4BB5C-B2AB-A6F2-C13A-A9DA62FBE9C3}"/>
              </a:ext>
            </a:extLst>
          </p:cNvPr>
          <p:cNvPicPr>
            <a:picLocks noChangeAspect="1"/>
          </p:cNvPicPr>
          <p:nvPr userDrawn="1"/>
        </p:nvPicPr>
        <p:blipFill>
          <a:blip r:embed="rId3"/>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F849C2CD-D7BF-6E16-ABB4-44F123B9552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247080653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1_Section Header">
    <p:bg>
      <p:bgPr>
        <a:solidFill>
          <a:schemeClr val="accent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EB9B6E3-02FA-7D65-EB82-99433C7A2972}"/>
              </a:ext>
            </a:extLst>
          </p:cNvPr>
          <p:cNvSpPr>
            <a:spLocks noGrp="1"/>
          </p:cNvSpPr>
          <p:nvPr>
            <p:ph type="title" hasCustomPrompt="1"/>
          </p:nvPr>
        </p:nvSpPr>
        <p:spPr>
          <a:xfrm>
            <a:off x="471955" y="1033738"/>
            <a:ext cx="3295712" cy="1318956"/>
          </a:xfrm>
        </p:spPr>
        <p:txBody>
          <a:bodyPr wrap="square" lIns="0" tIns="0" rIns="0" anchor="t">
            <a:noAutofit/>
          </a:bodyPr>
          <a:lstStyle>
            <a:lvl1pPr algn="l">
              <a:lnSpc>
                <a:spcPct val="95000"/>
              </a:lnSpc>
              <a:defRPr sz="4500" b="0" i="0">
                <a:solidFill>
                  <a:schemeClr val="bg2"/>
                </a:solidFill>
                <a:latin typeface="DM Sans 14pt ExtraLight" pitchFamily="2" charset="77"/>
              </a:defRPr>
            </a:lvl1pPr>
          </a:lstStyle>
          <a:p>
            <a:r>
              <a:rPr lang="en-US" dirty="0"/>
              <a:t>Click to add short title</a:t>
            </a:r>
          </a:p>
        </p:txBody>
      </p:sp>
      <p:sp>
        <p:nvSpPr>
          <p:cNvPr id="4" name="Text Placeholder 12">
            <a:extLst>
              <a:ext uri="{FF2B5EF4-FFF2-40B4-BE49-F238E27FC236}">
                <a16:creationId xmlns:a16="http://schemas.microsoft.com/office/drawing/2014/main" id="{20C8EF81-18F9-ED77-82EC-99A157DC6E6B}"/>
              </a:ext>
            </a:extLst>
          </p:cNvPr>
          <p:cNvSpPr>
            <a:spLocks noGrp="1"/>
          </p:cNvSpPr>
          <p:nvPr>
            <p:ph type="body" sz="quarter" idx="36" hasCustomPrompt="1"/>
          </p:nvPr>
        </p:nvSpPr>
        <p:spPr>
          <a:xfrm>
            <a:off x="471955" y="387691"/>
            <a:ext cx="2060821" cy="263277"/>
          </a:xfrm>
        </p:spPr>
        <p:txBody>
          <a:bodyPr wrap="none">
            <a:noAutofit/>
          </a:bodyPr>
          <a:lstStyle>
            <a:lvl1pPr algn="l">
              <a:defRPr sz="1200" b="1" i="1">
                <a:solidFill>
                  <a:schemeClr val="bg2"/>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A0826749-0157-064A-1E9E-8C04CDF8767D}"/>
              </a:ext>
            </a:extLst>
          </p:cNvPr>
          <p:cNvSpPr>
            <a:spLocks noGrp="1"/>
          </p:cNvSpPr>
          <p:nvPr>
            <p:ph type="body" sz="quarter" idx="37" hasCustomPrompt="1"/>
          </p:nvPr>
        </p:nvSpPr>
        <p:spPr>
          <a:xfrm>
            <a:off x="471955" y="2700653"/>
            <a:ext cx="3295712" cy="1129433"/>
          </a:xfrm>
        </p:spPr>
        <p:txBody>
          <a:bodyPr wrap="square">
            <a:noAutofit/>
          </a:bodyPr>
          <a:lstStyle>
            <a:lvl1pPr algn="l">
              <a:defRPr sz="1000" b="0" i="0">
                <a:solidFill>
                  <a:schemeClr val="bg2"/>
                </a:solidFill>
              </a:defRPr>
            </a:lvl1pPr>
          </a:lstStyle>
          <a:p>
            <a:pPr lvl="0"/>
            <a:r>
              <a:rPr lang="en-US" dirty="0"/>
              <a:t>Click to body copy.</a:t>
            </a:r>
          </a:p>
        </p:txBody>
      </p:sp>
      <p:pic>
        <p:nvPicPr>
          <p:cNvPr id="12" name="Picture 11" descr="A blue light in the dark&#10;&#10;AI-generated content may be incorrect.">
            <a:extLst>
              <a:ext uri="{FF2B5EF4-FFF2-40B4-BE49-F238E27FC236}">
                <a16:creationId xmlns:a16="http://schemas.microsoft.com/office/drawing/2014/main" id="{154AC6E9-622A-87AF-AAA6-4F30EEACDF24}"/>
              </a:ext>
            </a:extLst>
          </p:cNvPr>
          <p:cNvPicPr>
            <a:picLocks noChangeAspect="1"/>
          </p:cNvPicPr>
          <p:nvPr userDrawn="1"/>
        </p:nvPicPr>
        <p:blipFill>
          <a:blip r:embed="rId2"/>
          <a:stretch>
            <a:fillRect/>
          </a:stretch>
        </p:blipFill>
        <p:spPr>
          <a:xfrm>
            <a:off x="4091997" y="1179791"/>
            <a:ext cx="7772400" cy="3893266"/>
          </a:xfrm>
          <a:prstGeom prst="rect">
            <a:avLst/>
          </a:prstGeom>
        </p:spPr>
      </p:pic>
      <p:pic>
        <p:nvPicPr>
          <p:cNvPr id="16" name="Picture 15" descr="A colorful funnel with different layers&#10;&#10;AI-generated content may be incorrect.">
            <a:extLst>
              <a:ext uri="{FF2B5EF4-FFF2-40B4-BE49-F238E27FC236}">
                <a16:creationId xmlns:a16="http://schemas.microsoft.com/office/drawing/2014/main" id="{FA86846C-1FBE-C341-76F3-043525276B89}"/>
              </a:ext>
            </a:extLst>
          </p:cNvPr>
          <p:cNvPicPr>
            <a:picLocks noChangeAspect="1"/>
          </p:cNvPicPr>
          <p:nvPr userDrawn="1"/>
        </p:nvPicPr>
        <p:blipFill>
          <a:blip r:embed="rId3"/>
          <a:stretch>
            <a:fillRect/>
          </a:stretch>
        </p:blipFill>
        <p:spPr>
          <a:xfrm>
            <a:off x="6128588" y="1098152"/>
            <a:ext cx="3946515" cy="4157347"/>
          </a:xfrm>
          <a:prstGeom prst="rect">
            <a:avLst/>
          </a:prstGeom>
        </p:spPr>
      </p:pic>
      <p:cxnSp>
        <p:nvCxnSpPr>
          <p:cNvPr id="22" name="Straight Connector 21">
            <a:extLst>
              <a:ext uri="{FF2B5EF4-FFF2-40B4-BE49-F238E27FC236}">
                <a16:creationId xmlns:a16="http://schemas.microsoft.com/office/drawing/2014/main" id="{EE87EC03-7431-6030-BA6B-C31FFD817AA8}"/>
              </a:ext>
            </a:extLst>
          </p:cNvPr>
          <p:cNvCxnSpPr>
            <a:cxnSpLocks/>
          </p:cNvCxnSpPr>
          <p:nvPr userDrawn="1"/>
        </p:nvCxnSpPr>
        <p:spPr>
          <a:xfrm flipV="1">
            <a:off x="4213804" y="476994"/>
            <a:ext cx="0" cy="493397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20" name="Text Placeholder 12">
            <a:extLst>
              <a:ext uri="{FF2B5EF4-FFF2-40B4-BE49-F238E27FC236}">
                <a16:creationId xmlns:a16="http://schemas.microsoft.com/office/drawing/2014/main" id="{68A48DFC-432C-E359-7F6A-BB549F61429D}"/>
              </a:ext>
            </a:extLst>
          </p:cNvPr>
          <p:cNvSpPr>
            <a:spLocks noGrp="1"/>
          </p:cNvSpPr>
          <p:nvPr>
            <p:ph type="body" sz="quarter" idx="23" hasCustomPrompt="1"/>
          </p:nvPr>
        </p:nvSpPr>
        <p:spPr>
          <a:xfrm>
            <a:off x="7222175" y="1838336"/>
            <a:ext cx="1805808" cy="227050"/>
          </a:xfrm>
        </p:spPr>
        <p:txBody>
          <a:bodyPr wrap="none">
            <a:noAutofit/>
          </a:bodyPr>
          <a:lstStyle>
            <a:lvl1pPr algn="ctr">
              <a:defRPr sz="1000" b="1" i="0">
                <a:solidFill>
                  <a:schemeClr val="bg2"/>
                </a:solidFill>
              </a:defRPr>
            </a:lvl1pPr>
          </a:lstStyle>
          <a:p>
            <a:pPr lvl="0"/>
            <a:r>
              <a:rPr lang="en-US" dirty="0"/>
              <a:t>Click to add title</a:t>
            </a:r>
          </a:p>
        </p:txBody>
      </p:sp>
      <p:sp>
        <p:nvSpPr>
          <p:cNvPr id="27" name="Text Placeholder 12">
            <a:extLst>
              <a:ext uri="{FF2B5EF4-FFF2-40B4-BE49-F238E27FC236}">
                <a16:creationId xmlns:a16="http://schemas.microsoft.com/office/drawing/2014/main" id="{3382CC49-B2FB-CC0A-DD1B-3A714E2CD20D}"/>
              </a:ext>
            </a:extLst>
          </p:cNvPr>
          <p:cNvSpPr>
            <a:spLocks noGrp="1"/>
          </p:cNvSpPr>
          <p:nvPr>
            <p:ph type="body" sz="quarter" idx="38" hasCustomPrompt="1"/>
          </p:nvPr>
        </p:nvSpPr>
        <p:spPr>
          <a:xfrm>
            <a:off x="7222175" y="2759767"/>
            <a:ext cx="1805808" cy="227050"/>
          </a:xfrm>
        </p:spPr>
        <p:txBody>
          <a:bodyPr wrap="none">
            <a:noAutofit/>
          </a:bodyPr>
          <a:lstStyle>
            <a:lvl1pPr algn="ctr">
              <a:defRPr sz="1000" b="1" i="0">
                <a:solidFill>
                  <a:schemeClr val="bg2"/>
                </a:solidFill>
              </a:defRPr>
            </a:lvl1pPr>
          </a:lstStyle>
          <a:p>
            <a:pPr lvl="0"/>
            <a:r>
              <a:rPr lang="en-US" dirty="0"/>
              <a:t>Click to add title</a:t>
            </a:r>
          </a:p>
        </p:txBody>
      </p:sp>
      <p:sp>
        <p:nvSpPr>
          <p:cNvPr id="28" name="Text Placeholder 12">
            <a:extLst>
              <a:ext uri="{FF2B5EF4-FFF2-40B4-BE49-F238E27FC236}">
                <a16:creationId xmlns:a16="http://schemas.microsoft.com/office/drawing/2014/main" id="{E325788B-37B8-8DE9-EC0D-5328FEE8EE87}"/>
              </a:ext>
            </a:extLst>
          </p:cNvPr>
          <p:cNvSpPr>
            <a:spLocks noGrp="1"/>
          </p:cNvSpPr>
          <p:nvPr>
            <p:ph type="body" sz="quarter" idx="39" hasCustomPrompt="1"/>
          </p:nvPr>
        </p:nvSpPr>
        <p:spPr>
          <a:xfrm>
            <a:off x="7222175" y="3632622"/>
            <a:ext cx="1805808" cy="227050"/>
          </a:xfrm>
        </p:spPr>
        <p:txBody>
          <a:bodyPr wrap="none">
            <a:noAutofit/>
          </a:bodyPr>
          <a:lstStyle>
            <a:lvl1pPr algn="ctr">
              <a:defRPr sz="1000" b="1" i="0">
                <a:solidFill>
                  <a:schemeClr val="bg2"/>
                </a:solidFill>
              </a:defRPr>
            </a:lvl1pPr>
          </a:lstStyle>
          <a:p>
            <a:pPr lvl="0"/>
            <a:r>
              <a:rPr lang="en-US" dirty="0"/>
              <a:t>Click to add title</a:t>
            </a:r>
          </a:p>
        </p:txBody>
      </p:sp>
      <p:sp>
        <p:nvSpPr>
          <p:cNvPr id="29" name="Text Placeholder 12">
            <a:extLst>
              <a:ext uri="{FF2B5EF4-FFF2-40B4-BE49-F238E27FC236}">
                <a16:creationId xmlns:a16="http://schemas.microsoft.com/office/drawing/2014/main" id="{FC7D611E-184E-82E1-ADE5-76699D1D4645}"/>
              </a:ext>
            </a:extLst>
          </p:cNvPr>
          <p:cNvSpPr>
            <a:spLocks noGrp="1"/>
          </p:cNvSpPr>
          <p:nvPr>
            <p:ph type="body" sz="quarter" idx="40" hasCustomPrompt="1"/>
          </p:nvPr>
        </p:nvSpPr>
        <p:spPr>
          <a:xfrm>
            <a:off x="7476122" y="4639859"/>
            <a:ext cx="1240357" cy="180883"/>
          </a:xfrm>
        </p:spPr>
        <p:txBody>
          <a:bodyPr wrap="none" rIns="0" bIns="0">
            <a:noAutofit/>
          </a:bodyPr>
          <a:lstStyle>
            <a:lvl1pPr algn="ctr">
              <a:defRPr sz="1000" b="1" i="0">
                <a:solidFill>
                  <a:schemeClr val="bg2"/>
                </a:solidFill>
              </a:defRPr>
            </a:lvl1pPr>
          </a:lstStyle>
          <a:p>
            <a:pPr lvl="0"/>
            <a:r>
              <a:rPr lang="en-US" dirty="0"/>
              <a:t>Loyalty</a:t>
            </a:r>
          </a:p>
        </p:txBody>
      </p:sp>
      <p:sp>
        <p:nvSpPr>
          <p:cNvPr id="30" name="Text Placeholder 12">
            <a:extLst>
              <a:ext uri="{FF2B5EF4-FFF2-40B4-BE49-F238E27FC236}">
                <a16:creationId xmlns:a16="http://schemas.microsoft.com/office/drawing/2014/main" id="{8757F5CC-6235-FD5C-81AB-4A0CB9E322FF}"/>
              </a:ext>
            </a:extLst>
          </p:cNvPr>
          <p:cNvSpPr>
            <a:spLocks noGrp="1"/>
          </p:cNvSpPr>
          <p:nvPr>
            <p:ph type="body" sz="quarter" idx="41" hasCustomPrompt="1"/>
          </p:nvPr>
        </p:nvSpPr>
        <p:spPr>
          <a:xfrm>
            <a:off x="7694673" y="660239"/>
            <a:ext cx="860813" cy="289438"/>
          </a:xfrm>
        </p:spPr>
        <p:txBody>
          <a:bodyPr wrap="none" rIns="0" bIns="0">
            <a:noAutofit/>
          </a:bodyPr>
          <a:lstStyle>
            <a:lvl1pPr algn="ctr">
              <a:defRPr sz="1600" b="1" i="1">
                <a:solidFill>
                  <a:schemeClr val="bg2"/>
                </a:solidFill>
              </a:defRPr>
            </a:lvl1pPr>
          </a:lstStyle>
          <a:p>
            <a:pPr lvl="0"/>
            <a:r>
              <a:rPr lang="en-US" dirty="0"/>
              <a:t>The How</a:t>
            </a:r>
          </a:p>
        </p:txBody>
      </p:sp>
      <p:sp>
        <p:nvSpPr>
          <p:cNvPr id="31" name="Text Placeholder 12">
            <a:extLst>
              <a:ext uri="{FF2B5EF4-FFF2-40B4-BE49-F238E27FC236}">
                <a16:creationId xmlns:a16="http://schemas.microsoft.com/office/drawing/2014/main" id="{E085D225-D77A-AD30-76D1-CF2992CA9808}"/>
              </a:ext>
            </a:extLst>
          </p:cNvPr>
          <p:cNvSpPr>
            <a:spLocks noGrp="1"/>
          </p:cNvSpPr>
          <p:nvPr>
            <p:ph type="body" sz="quarter" idx="42" hasCustomPrompt="1"/>
          </p:nvPr>
        </p:nvSpPr>
        <p:spPr>
          <a:xfrm>
            <a:off x="5063519" y="3282704"/>
            <a:ext cx="1805808" cy="263277"/>
          </a:xfrm>
        </p:spPr>
        <p:txBody>
          <a:bodyPr wrap="none">
            <a:noAutofit/>
          </a:bodyPr>
          <a:lstStyle>
            <a:lvl1pPr algn="ctr">
              <a:defRPr sz="1200" b="0" i="0">
                <a:solidFill>
                  <a:schemeClr val="bg2"/>
                </a:solidFill>
              </a:defRPr>
            </a:lvl1pPr>
          </a:lstStyle>
          <a:p>
            <a:pPr lvl="0"/>
            <a:r>
              <a:rPr lang="en-US" dirty="0"/>
              <a:t>Hyper Targeted</a:t>
            </a:r>
          </a:p>
        </p:txBody>
      </p:sp>
      <p:sp>
        <p:nvSpPr>
          <p:cNvPr id="38" name="Text Placeholder 12">
            <a:extLst>
              <a:ext uri="{FF2B5EF4-FFF2-40B4-BE49-F238E27FC236}">
                <a16:creationId xmlns:a16="http://schemas.microsoft.com/office/drawing/2014/main" id="{30D988A5-A4CB-5E74-A1C7-4BAC7F97408C}"/>
              </a:ext>
            </a:extLst>
          </p:cNvPr>
          <p:cNvSpPr>
            <a:spLocks noGrp="1"/>
          </p:cNvSpPr>
          <p:nvPr>
            <p:ph type="body" sz="quarter" idx="43" hasCustomPrompt="1"/>
          </p:nvPr>
        </p:nvSpPr>
        <p:spPr>
          <a:xfrm>
            <a:off x="9410607" y="3282704"/>
            <a:ext cx="1805808" cy="263277"/>
          </a:xfrm>
        </p:spPr>
        <p:txBody>
          <a:bodyPr wrap="none">
            <a:noAutofit/>
          </a:bodyPr>
          <a:lstStyle>
            <a:lvl1pPr algn="ctr">
              <a:defRPr sz="1200" b="0" i="0">
                <a:solidFill>
                  <a:schemeClr val="bg2"/>
                </a:solidFill>
              </a:defRPr>
            </a:lvl1pPr>
          </a:lstStyle>
          <a:p>
            <a:pPr lvl="0"/>
            <a:r>
              <a:rPr lang="en-US" dirty="0"/>
              <a:t>Hyper Local</a:t>
            </a:r>
          </a:p>
        </p:txBody>
      </p:sp>
      <p:sp>
        <p:nvSpPr>
          <p:cNvPr id="2" name="Footer Placeholder 3">
            <a:extLst>
              <a:ext uri="{FF2B5EF4-FFF2-40B4-BE49-F238E27FC236}">
                <a16:creationId xmlns:a16="http://schemas.microsoft.com/office/drawing/2014/main" id="{C8FF23A9-8622-0CDB-DA19-7D4B1A4FC94D}"/>
              </a:ext>
            </a:extLst>
          </p:cNvPr>
          <p:cNvSpPr>
            <a:spLocks noGrp="1"/>
          </p:cNvSpPr>
          <p:nvPr>
            <p:ph type="ftr" sz="quarter" idx="11"/>
          </p:nvPr>
        </p:nvSpPr>
        <p:spPr>
          <a:xfrm>
            <a:off x="1102149" y="6363845"/>
            <a:ext cx="3684035" cy="200055"/>
          </a:xfrm>
        </p:spPr>
        <p:txBody>
          <a:bodyPr wrap="square">
            <a:spAutoFit/>
          </a:bodyPr>
          <a:lstStyle>
            <a:lvl1pPr>
              <a:defRPr sz="1000">
                <a:solidFill>
                  <a:schemeClr val="bg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BFACF969-16A6-4576-3059-56B6EE08D358}"/>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8" name="Picture 7" descr="A close up of a logo&#10;&#10;AI-generated content may be incorrect.">
            <a:extLst>
              <a:ext uri="{FF2B5EF4-FFF2-40B4-BE49-F238E27FC236}">
                <a16:creationId xmlns:a16="http://schemas.microsoft.com/office/drawing/2014/main" id="{46C12F50-E272-EC4A-190F-3F04B112310F}"/>
              </a:ext>
            </a:extLst>
          </p:cNvPr>
          <p:cNvPicPr>
            <a:picLocks noChangeAspect="1"/>
          </p:cNvPicPr>
          <p:nvPr userDrawn="1"/>
        </p:nvPicPr>
        <p:blipFill>
          <a:blip r:embed="rId4"/>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2848476546"/>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2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5" name="Rectangle 4">
            <a:extLst>
              <a:ext uri="{FF2B5EF4-FFF2-40B4-BE49-F238E27FC236}">
                <a16:creationId xmlns:a16="http://schemas.microsoft.com/office/drawing/2014/main" id="{38DEF97A-12D1-9ED3-89DA-8D81AA313185}"/>
              </a:ext>
            </a:extLst>
          </p:cNvPr>
          <p:cNvSpPr/>
          <p:nvPr userDrawn="1"/>
        </p:nvSpPr>
        <p:spPr>
          <a:xfrm>
            <a:off x="477624" y="2744572"/>
            <a:ext cx="3491653"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93A215-28C9-3E90-DA58-463EF7694092}"/>
              </a:ext>
            </a:extLst>
          </p:cNvPr>
          <p:cNvSpPr/>
          <p:nvPr userDrawn="1"/>
        </p:nvSpPr>
        <p:spPr>
          <a:xfrm>
            <a:off x="477624" y="2131729"/>
            <a:ext cx="3491654" cy="49906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3">
            <a:extLst>
              <a:ext uri="{FF2B5EF4-FFF2-40B4-BE49-F238E27FC236}">
                <a16:creationId xmlns:a16="http://schemas.microsoft.com/office/drawing/2014/main" id="{6CB2FDD5-CFBB-B78C-B2EC-A60C0C0EFF29}"/>
              </a:ext>
            </a:extLst>
          </p:cNvPr>
          <p:cNvSpPr>
            <a:spLocks noGrp="1"/>
          </p:cNvSpPr>
          <p:nvPr>
            <p:ph type="body" sz="quarter" idx="17" hasCustomPrompt="1"/>
          </p:nvPr>
        </p:nvSpPr>
        <p:spPr>
          <a:xfrm>
            <a:off x="1094048" y="2271675"/>
            <a:ext cx="2101569" cy="217111"/>
          </a:xfrm>
        </p:spPr>
        <p:txBody>
          <a:bodyPr wrap="square" rIns="0" bIns="0">
            <a:noAutofit/>
          </a:bodyPr>
          <a:lstStyle>
            <a:lvl1pPr>
              <a:defRPr sz="1200" b="1">
                <a:solidFill>
                  <a:schemeClr val="bg2"/>
                </a:solidFill>
              </a:defRPr>
            </a:lvl1pPr>
          </a:lstStyle>
          <a:p>
            <a:pPr lvl="0"/>
            <a:r>
              <a:rPr lang="en-US" dirty="0"/>
              <a:t>Click to Add Title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36" name="Title 1">
            <a:extLst>
              <a:ext uri="{FF2B5EF4-FFF2-40B4-BE49-F238E27FC236}">
                <a16:creationId xmlns:a16="http://schemas.microsoft.com/office/drawing/2014/main" id="{D85474DB-2619-746D-30F1-01DFC3DA0C00}"/>
              </a:ext>
            </a:extLst>
          </p:cNvPr>
          <p:cNvSpPr>
            <a:spLocks noGrp="1"/>
          </p:cNvSpPr>
          <p:nvPr>
            <p:ph type="title" hasCustomPrompt="1"/>
          </p:nvPr>
        </p:nvSpPr>
        <p:spPr>
          <a:xfrm>
            <a:off x="471955" y="1017216"/>
            <a:ext cx="7867712" cy="830204"/>
          </a:xfrm>
        </p:spPr>
        <p:txBody>
          <a:bodyPr wrap="none" lIns="0" tIns="0" rIns="0" anchor="t">
            <a:noAutofit/>
          </a:bodyPr>
          <a:lstStyle>
            <a:lvl1pPr algn="l">
              <a:lnSpc>
                <a:spcPct val="114000"/>
              </a:lnSpc>
              <a:defRPr sz="4500" b="0" i="0">
                <a:solidFill>
                  <a:schemeClr val="tx2"/>
                </a:solidFill>
                <a:latin typeface="DM Sans 14pt ExtraLight" pitchFamily="2" charset="77"/>
              </a:defRPr>
            </a:lvl1pPr>
          </a:lstStyle>
          <a:p>
            <a:r>
              <a:rPr lang="en-US" dirty="0"/>
              <a:t>Media Strategy Overview</a:t>
            </a:r>
          </a:p>
        </p:txBody>
      </p:sp>
      <p:sp>
        <p:nvSpPr>
          <p:cNvPr id="38" name="Text Placeholder 13">
            <a:extLst>
              <a:ext uri="{FF2B5EF4-FFF2-40B4-BE49-F238E27FC236}">
                <a16:creationId xmlns:a16="http://schemas.microsoft.com/office/drawing/2014/main" id="{85E2590A-B247-DAB9-68D7-158A8715CB45}"/>
              </a:ext>
            </a:extLst>
          </p:cNvPr>
          <p:cNvSpPr>
            <a:spLocks noGrp="1"/>
          </p:cNvSpPr>
          <p:nvPr>
            <p:ph type="body" sz="quarter" idx="16" hasCustomPrompt="1"/>
          </p:nvPr>
        </p:nvSpPr>
        <p:spPr>
          <a:xfrm>
            <a:off x="722741" y="3183827"/>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42" name="Text Placeholder 13">
            <a:extLst>
              <a:ext uri="{FF2B5EF4-FFF2-40B4-BE49-F238E27FC236}">
                <a16:creationId xmlns:a16="http://schemas.microsoft.com/office/drawing/2014/main" id="{0F3993E7-3BEF-FF1A-0622-0E0E26D5616D}"/>
              </a:ext>
            </a:extLst>
          </p:cNvPr>
          <p:cNvSpPr>
            <a:spLocks noGrp="1"/>
          </p:cNvSpPr>
          <p:nvPr>
            <p:ph type="body" sz="quarter" idx="40" hasCustomPrompt="1"/>
          </p:nvPr>
        </p:nvSpPr>
        <p:spPr>
          <a:xfrm>
            <a:off x="722741" y="2977304"/>
            <a:ext cx="1713611" cy="180883"/>
          </a:xfrm>
        </p:spPr>
        <p:txBody>
          <a:bodyPr wrap="square" rIns="0" bIns="0">
            <a:noAutofit/>
          </a:bodyPr>
          <a:lstStyle>
            <a:lvl1pPr>
              <a:defRPr sz="1000" b="1">
                <a:solidFill>
                  <a:schemeClr val="tx1"/>
                </a:solidFill>
              </a:defRPr>
            </a:lvl1pPr>
          </a:lstStyle>
          <a:p>
            <a:pPr lvl="0"/>
            <a:r>
              <a:rPr lang="en-US" dirty="0"/>
              <a:t>Click to short subtitle here.</a:t>
            </a:r>
          </a:p>
        </p:txBody>
      </p:sp>
      <p:cxnSp>
        <p:nvCxnSpPr>
          <p:cNvPr id="67" name="Straight Arrow Connector 66">
            <a:extLst>
              <a:ext uri="{FF2B5EF4-FFF2-40B4-BE49-F238E27FC236}">
                <a16:creationId xmlns:a16="http://schemas.microsoft.com/office/drawing/2014/main" id="{815930EC-3F58-082A-BDE3-A31820974A33}"/>
              </a:ext>
            </a:extLst>
          </p:cNvPr>
          <p:cNvCxnSpPr>
            <a:cxnSpLocks/>
          </p:cNvCxnSpPr>
          <p:nvPr userDrawn="1"/>
        </p:nvCxnSpPr>
        <p:spPr>
          <a:xfrm>
            <a:off x="3048001"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pic>
        <p:nvPicPr>
          <p:cNvPr id="3" name="Picture 2" descr="A white arrow in a circle&#10;&#10;AI-generated content may be incorrect.">
            <a:extLst>
              <a:ext uri="{FF2B5EF4-FFF2-40B4-BE49-F238E27FC236}">
                <a16:creationId xmlns:a16="http://schemas.microsoft.com/office/drawing/2014/main" id="{E58ECE98-8D00-5DA1-B2F1-5C4B6FBAF0F8}"/>
              </a:ext>
            </a:extLst>
          </p:cNvPr>
          <p:cNvPicPr>
            <a:picLocks noChangeAspect="1"/>
          </p:cNvPicPr>
          <p:nvPr userDrawn="1"/>
        </p:nvPicPr>
        <p:blipFill>
          <a:blip r:embed="rId3"/>
          <a:stretch>
            <a:fillRect/>
          </a:stretch>
        </p:blipFill>
        <p:spPr>
          <a:xfrm>
            <a:off x="710378" y="2248188"/>
            <a:ext cx="261802" cy="261802"/>
          </a:xfrm>
          <a:prstGeom prst="rect">
            <a:avLst/>
          </a:prstGeom>
        </p:spPr>
      </p:pic>
      <p:sp>
        <p:nvSpPr>
          <p:cNvPr id="10" name="Text Placeholder 13">
            <a:extLst>
              <a:ext uri="{FF2B5EF4-FFF2-40B4-BE49-F238E27FC236}">
                <a16:creationId xmlns:a16="http://schemas.microsoft.com/office/drawing/2014/main" id="{40DA7CF5-C896-47E7-19A0-6073B327336E}"/>
              </a:ext>
            </a:extLst>
          </p:cNvPr>
          <p:cNvSpPr>
            <a:spLocks noGrp="1"/>
          </p:cNvSpPr>
          <p:nvPr>
            <p:ph type="body" sz="quarter" idx="41" hasCustomPrompt="1"/>
          </p:nvPr>
        </p:nvSpPr>
        <p:spPr>
          <a:xfrm>
            <a:off x="722741" y="4451228"/>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12" name="Text Placeholder 13">
            <a:extLst>
              <a:ext uri="{FF2B5EF4-FFF2-40B4-BE49-F238E27FC236}">
                <a16:creationId xmlns:a16="http://schemas.microsoft.com/office/drawing/2014/main" id="{5A3B1729-5825-345F-690D-ED46824E1039}"/>
              </a:ext>
            </a:extLst>
          </p:cNvPr>
          <p:cNvSpPr>
            <a:spLocks noGrp="1"/>
          </p:cNvSpPr>
          <p:nvPr>
            <p:ph type="body" sz="quarter" idx="42" hasCustomPrompt="1"/>
          </p:nvPr>
        </p:nvSpPr>
        <p:spPr>
          <a:xfrm>
            <a:off x="722741" y="4244705"/>
            <a:ext cx="1713611" cy="180883"/>
          </a:xfrm>
        </p:spPr>
        <p:txBody>
          <a:bodyPr wrap="square" rIns="0" bIns="0">
            <a:noAutofit/>
          </a:bodyPr>
          <a:lstStyle>
            <a:lvl1pPr>
              <a:defRPr sz="1000" b="1">
                <a:solidFill>
                  <a:schemeClr val="tx1"/>
                </a:solidFill>
              </a:defRPr>
            </a:lvl1pPr>
          </a:lstStyle>
          <a:p>
            <a:pPr lvl="0"/>
            <a:r>
              <a:rPr lang="en-US" dirty="0"/>
              <a:t>Click to short subtitle here.</a:t>
            </a:r>
          </a:p>
        </p:txBody>
      </p:sp>
      <p:sp>
        <p:nvSpPr>
          <p:cNvPr id="14" name="Rectangle 13">
            <a:extLst>
              <a:ext uri="{FF2B5EF4-FFF2-40B4-BE49-F238E27FC236}">
                <a16:creationId xmlns:a16="http://schemas.microsoft.com/office/drawing/2014/main" id="{732BC3E4-2931-52D6-B549-ED23124D8435}"/>
              </a:ext>
            </a:extLst>
          </p:cNvPr>
          <p:cNvSpPr/>
          <p:nvPr userDrawn="1"/>
        </p:nvSpPr>
        <p:spPr>
          <a:xfrm>
            <a:off x="4458955" y="2739856"/>
            <a:ext cx="3491653"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BF2EA23-7E0D-23E0-2978-A037E01853CE}"/>
              </a:ext>
            </a:extLst>
          </p:cNvPr>
          <p:cNvSpPr/>
          <p:nvPr userDrawn="1"/>
        </p:nvSpPr>
        <p:spPr>
          <a:xfrm>
            <a:off x="4458955" y="2127013"/>
            <a:ext cx="3491654" cy="4990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13">
            <a:extLst>
              <a:ext uri="{FF2B5EF4-FFF2-40B4-BE49-F238E27FC236}">
                <a16:creationId xmlns:a16="http://schemas.microsoft.com/office/drawing/2014/main" id="{5AE544F2-E56B-F7A2-CF8A-56448F0349F7}"/>
              </a:ext>
            </a:extLst>
          </p:cNvPr>
          <p:cNvSpPr>
            <a:spLocks noGrp="1"/>
          </p:cNvSpPr>
          <p:nvPr>
            <p:ph type="body" sz="quarter" idx="43" hasCustomPrompt="1"/>
          </p:nvPr>
        </p:nvSpPr>
        <p:spPr>
          <a:xfrm>
            <a:off x="5075379" y="2266959"/>
            <a:ext cx="2101569" cy="217111"/>
          </a:xfrm>
        </p:spPr>
        <p:txBody>
          <a:bodyPr wrap="square" rIns="0" bIns="0">
            <a:noAutofit/>
          </a:bodyPr>
          <a:lstStyle>
            <a:lvl1pPr>
              <a:defRPr sz="1200" b="1">
                <a:solidFill>
                  <a:schemeClr val="bg2"/>
                </a:solidFill>
              </a:defRPr>
            </a:lvl1pPr>
          </a:lstStyle>
          <a:p>
            <a:pPr lvl="0"/>
            <a:r>
              <a:rPr lang="en-US" dirty="0"/>
              <a:t>Click to Add Title</a:t>
            </a:r>
          </a:p>
        </p:txBody>
      </p:sp>
      <p:sp>
        <p:nvSpPr>
          <p:cNvPr id="21" name="Text Placeholder 13">
            <a:extLst>
              <a:ext uri="{FF2B5EF4-FFF2-40B4-BE49-F238E27FC236}">
                <a16:creationId xmlns:a16="http://schemas.microsoft.com/office/drawing/2014/main" id="{169B894C-73E6-4B2A-2E6B-4FF3ACCDB2E9}"/>
              </a:ext>
            </a:extLst>
          </p:cNvPr>
          <p:cNvSpPr>
            <a:spLocks noGrp="1"/>
          </p:cNvSpPr>
          <p:nvPr>
            <p:ph type="body" sz="quarter" idx="44" hasCustomPrompt="1"/>
          </p:nvPr>
        </p:nvSpPr>
        <p:spPr>
          <a:xfrm>
            <a:off x="4704072" y="3179111"/>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22" name="Text Placeholder 13">
            <a:extLst>
              <a:ext uri="{FF2B5EF4-FFF2-40B4-BE49-F238E27FC236}">
                <a16:creationId xmlns:a16="http://schemas.microsoft.com/office/drawing/2014/main" id="{9138ABF2-8395-E529-D98D-6B2ABD5DC2C5}"/>
              </a:ext>
            </a:extLst>
          </p:cNvPr>
          <p:cNvSpPr>
            <a:spLocks noGrp="1"/>
          </p:cNvSpPr>
          <p:nvPr>
            <p:ph type="body" sz="quarter" idx="45" hasCustomPrompt="1"/>
          </p:nvPr>
        </p:nvSpPr>
        <p:spPr>
          <a:xfrm>
            <a:off x="4704072" y="2972588"/>
            <a:ext cx="1713611" cy="180883"/>
          </a:xfrm>
        </p:spPr>
        <p:txBody>
          <a:bodyPr wrap="square" rIns="0" bIns="0">
            <a:noAutofit/>
          </a:bodyPr>
          <a:lstStyle>
            <a:lvl1pPr>
              <a:defRPr sz="1000" b="1">
                <a:solidFill>
                  <a:schemeClr val="accent2"/>
                </a:solidFill>
              </a:defRPr>
            </a:lvl1pPr>
          </a:lstStyle>
          <a:p>
            <a:pPr lvl="0"/>
            <a:r>
              <a:rPr lang="en-US" dirty="0"/>
              <a:t>Click to short subtitle here.</a:t>
            </a:r>
          </a:p>
        </p:txBody>
      </p:sp>
      <p:cxnSp>
        <p:nvCxnSpPr>
          <p:cNvPr id="23" name="Straight Arrow Connector 22">
            <a:extLst>
              <a:ext uri="{FF2B5EF4-FFF2-40B4-BE49-F238E27FC236}">
                <a16:creationId xmlns:a16="http://schemas.microsoft.com/office/drawing/2014/main" id="{1BF169BD-D65E-1060-E81B-C60BCF410EAD}"/>
              </a:ext>
            </a:extLst>
          </p:cNvPr>
          <p:cNvCxnSpPr>
            <a:cxnSpLocks/>
          </p:cNvCxnSpPr>
          <p:nvPr userDrawn="1"/>
        </p:nvCxnSpPr>
        <p:spPr>
          <a:xfrm>
            <a:off x="7029332" y="2374414"/>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pic>
        <p:nvPicPr>
          <p:cNvPr id="24" name="Picture 23" descr="A white arrow in a circle&#10;&#10;AI-generated content may be incorrect.">
            <a:extLst>
              <a:ext uri="{FF2B5EF4-FFF2-40B4-BE49-F238E27FC236}">
                <a16:creationId xmlns:a16="http://schemas.microsoft.com/office/drawing/2014/main" id="{3A671086-1062-D9FC-6207-CCA799ECA1EA}"/>
              </a:ext>
            </a:extLst>
          </p:cNvPr>
          <p:cNvPicPr>
            <a:picLocks noChangeAspect="1"/>
          </p:cNvPicPr>
          <p:nvPr userDrawn="1"/>
        </p:nvPicPr>
        <p:blipFill>
          <a:blip r:embed="rId3"/>
          <a:stretch>
            <a:fillRect/>
          </a:stretch>
        </p:blipFill>
        <p:spPr>
          <a:xfrm>
            <a:off x="4691709" y="2243472"/>
            <a:ext cx="261802" cy="261802"/>
          </a:xfrm>
          <a:prstGeom prst="rect">
            <a:avLst/>
          </a:prstGeom>
        </p:spPr>
      </p:pic>
      <p:sp>
        <p:nvSpPr>
          <p:cNvPr id="25" name="Text Placeholder 13">
            <a:extLst>
              <a:ext uri="{FF2B5EF4-FFF2-40B4-BE49-F238E27FC236}">
                <a16:creationId xmlns:a16="http://schemas.microsoft.com/office/drawing/2014/main" id="{BD043182-51C9-45F4-DA9B-551EB2FDA9BF}"/>
              </a:ext>
            </a:extLst>
          </p:cNvPr>
          <p:cNvSpPr>
            <a:spLocks noGrp="1"/>
          </p:cNvSpPr>
          <p:nvPr>
            <p:ph type="body" sz="quarter" idx="46" hasCustomPrompt="1"/>
          </p:nvPr>
        </p:nvSpPr>
        <p:spPr>
          <a:xfrm>
            <a:off x="4704072" y="4446512"/>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26" name="Text Placeholder 13">
            <a:extLst>
              <a:ext uri="{FF2B5EF4-FFF2-40B4-BE49-F238E27FC236}">
                <a16:creationId xmlns:a16="http://schemas.microsoft.com/office/drawing/2014/main" id="{B004E732-CB4C-F8B7-CB22-8FF57E01A1B1}"/>
              </a:ext>
            </a:extLst>
          </p:cNvPr>
          <p:cNvSpPr>
            <a:spLocks noGrp="1"/>
          </p:cNvSpPr>
          <p:nvPr>
            <p:ph type="body" sz="quarter" idx="47" hasCustomPrompt="1"/>
          </p:nvPr>
        </p:nvSpPr>
        <p:spPr>
          <a:xfrm>
            <a:off x="4704072" y="4239989"/>
            <a:ext cx="1713611" cy="180883"/>
          </a:xfrm>
        </p:spPr>
        <p:txBody>
          <a:bodyPr wrap="square" rIns="0" bIns="0">
            <a:noAutofit/>
          </a:bodyPr>
          <a:lstStyle>
            <a:lvl1pPr>
              <a:defRPr sz="1000" b="1">
                <a:solidFill>
                  <a:schemeClr val="accent2"/>
                </a:solidFill>
              </a:defRPr>
            </a:lvl1pPr>
          </a:lstStyle>
          <a:p>
            <a:pPr lvl="0"/>
            <a:r>
              <a:rPr lang="en-US" dirty="0"/>
              <a:t>Click to short subtitle here.</a:t>
            </a:r>
          </a:p>
        </p:txBody>
      </p:sp>
      <p:sp>
        <p:nvSpPr>
          <p:cNvPr id="27" name="Text Placeholder 13">
            <a:extLst>
              <a:ext uri="{FF2B5EF4-FFF2-40B4-BE49-F238E27FC236}">
                <a16:creationId xmlns:a16="http://schemas.microsoft.com/office/drawing/2014/main" id="{72F50192-26B4-F30D-8204-2A1DA73FEC9B}"/>
              </a:ext>
            </a:extLst>
          </p:cNvPr>
          <p:cNvSpPr>
            <a:spLocks noGrp="1"/>
          </p:cNvSpPr>
          <p:nvPr>
            <p:ph type="body" sz="quarter" idx="48" hasCustomPrompt="1"/>
          </p:nvPr>
        </p:nvSpPr>
        <p:spPr>
          <a:xfrm>
            <a:off x="8440288" y="2098219"/>
            <a:ext cx="3041334" cy="1525514"/>
          </a:xfrm>
        </p:spPr>
        <p:txBody>
          <a:bodyPr wrap="square" rIns="0" bIns="0">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effectLst/>
              </a:rPr>
              <a:t>*Our primary goal is to optimize for app installs. App install campaigns require additional backend setup and come with higher CPMs. A secondary option is driving landing page traffic This would send users to a page that links to both app stores—adding one extra step in the user journey but still a smooth execution if app tracking cannot be setup in time.</a:t>
            </a:r>
            <a:endParaRPr lang="en-US" dirty="0"/>
          </a:p>
        </p:txBody>
      </p:sp>
      <p:sp>
        <p:nvSpPr>
          <p:cNvPr id="2" name="Text Placeholder 12">
            <a:extLst>
              <a:ext uri="{FF2B5EF4-FFF2-40B4-BE49-F238E27FC236}">
                <a16:creationId xmlns:a16="http://schemas.microsoft.com/office/drawing/2014/main" id="{B16FA5CE-057C-6C12-6621-15CDCAE94900}"/>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446794769"/>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3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36" name="Title 1">
            <a:extLst>
              <a:ext uri="{FF2B5EF4-FFF2-40B4-BE49-F238E27FC236}">
                <a16:creationId xmlns:a16="http://schemas.microsoft.com/office/drawing/2014/main" id="{D85474DB-2619-746D-30F1-01DFC3DA0C00}"/>
              </a:ext>
            </a:extLst>
          </p:cNvPr>
          <p:cNvSpPr>
            <a:spLocks noGrp="1"/>
          </p:cNvSpPr>
          <p:nvPr>
            <p:ph type="title" hasCustomPrompt="1"/>
          </p:nvPr>
        </p:nvSpPr>
        <p:spPr>
          <a:xfrm>
            <a:off x="471955" y="1017216"/>
            <a:ext cx="7867712" cy="830204"/>
          </a:xfrm>
        </p:spPr>
        <p:txBody>
          <a:bodyPr wrap="none" lIns="0" tIns="0" rIns="0" anchor="t">
            <a:noAutofit/>
          </a:bodyPr>
          <a:lstStyle>
            <a:lvl1pPr algn="l">
              <a:lnSpc>
                <a:spcPct val="114000"/>
              </a:lnSpc>
              <a:defRPr sz="4500" b="0" i="0">
                <a:solidFill>
                  <a:schemeClr val="tx2"/>
                </a:solidFill>
                <a:latin typeface="DM Sans 14pt ExtraLight" pitchFamily="2" charset="77"/>
              </a:defRPr>
            </a:lvl1pPr>
          </a:lstStyle>
          <a:p>
            <a:r>
              <a:rPr lang="en-US" dirty="0"/>
              <a:t>Media Strategy Overview</a:t>
            </a:r>
          </a:p>
        </p:txBody>
      </p:sp>
      <p:sp>
        <p:nvSpPr>
          <p:cNvPr id="2" name="Text Placeholder 12">
            <a:extLst>
              <a:ext uri="{FF2B5EF4-FFF2-40B4-BE49-F238E27FC236}">
                <a16:creationId xmlns:a16="http://schemas.microsoft.com/office/drawing/2014/main" id="{6AF567BA-0E31-E89F-AF17-B8A4C9CAF33B}"/>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367314250"/>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4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 name="Text Placeholder 12">
            <a:extLst>
              <a:ext uri="{FF2B5EF4-FFF2-40B4-BE49-F238E27FC236}">
                <a16:creationId xmlns:a16="http://schemas.microsoft.com/office/drawing/2014/main" id="{B5D291ED-385F-C5A2-4F43-C6D94C7A34A3}"/>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4128422233"/>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cxnSp>
        <p:nvCxnSpPr>
          <p:cNvPr id="8" name="Straight Connector 7">
            <a:extLst>
              <a:ext uri="{FF2B5EF4-FFF2-40B4-BE49-F238E27FC236}">
                <a16:creationId xmlns:a16="http://schemas.microsoft.com/office/drawing/2014/main" id="{7A125ED5-C775-CD9C-E69F-AA658DBE2CA4}"/>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2BF5880E-9786-96C3-F13E-98C9BB74775C}"/>
              </a:ext>
            </a:extLst>
          </p:cNvPr>
          <p:cNvPicPr>
            <a:picLocks noChangeAspect="1"/>
          </p:cNvPicPr>
          <p:nvPr userDrawn="1"/>
        </p:nvPicPr>
        <p:blipFill>
          <a:blip r:embed="rId3"/>
          <a:stretch>
            <a:fillRect/>
          </a:stretch>
        </p:blipFill>
        <p:spPr>
          <a:xfrm>
            <a:off x="10808329" y="6212665"/>
            <a:ext cx="927312" cy="377794"/>
          </a:xfrm>
          <a:prstGeom prst="rect">
            <a:avLst/>
          </a:prstGeom>
        </p:spPr>
      </p:pic>
      <p:pic>
        <p:nvPicPr>
          <p:cNvPr id="9" name="Picture 8" descr="A white flame with black background&#10;&#10;AI-generated content may be incorrect.">
            <a:extLst>
              <a:ext uri="{FF2B5EF4-FFF2-40B4-BE49-F238E27FC236}">
                <a16:creationId xmlns:a16="http://schemas.microsoft.com/office/drawing/2014/main" id="{41B64856-1429-1ABA-F2C8-8F922603EB66}"/>
              </a:ext>
            </a:extLst>
          </p:cNvPr>
          <p:cNvPicPr>
            <a:picLocks noChangeAspect="1"/>
          </p:cNvPicPr>
          <p:nvPr userDrawn="1"/>
        </p:nvPicPr>
        <p:blipFill>
          <a:blip r:embed="rId4"/>
          <a:stretch>
            <a:fillRect/>
          </a:stretch>
        </p:blipFill>
        <p:spPr>
          <a:xfrm>
            <a:off x="7446433" y="2045579"/>
            <a:ext cx="1282701" cy="1554460"/>
          </a:xfrm>
          <a:prstGeom prst="rect">
            <a:avLst/>
          </a:prstGeom>
        </p:spPr>
      </p:pic>
      <p:sp>
        <p:nvSpPr>
          <p:cNvPr id="11" name="TextBox 10">
            <a:extLst>
              <a:ext uri="{FF2B5EF4-FFF2-40B4-BE49-F238E27FC236}">
                <a16:creationId xmlns:a16="http://schemas.microsoft.com/office/drawing/2014/main" id="{0D679CEB-F53F-2D2F-1341-D4F2E73E7E36}"/>
              </a:ext>
            </a:extLst>
          </p:cNvPr>
          <p:cNvSpPr txBox="1"/>
          <p:nvPr userDrawn="1"/>
        </p:nvSpPr>
        <p:spPr>
          <a:xfrm>
            <a:off x="3378200" y="2464768"/>
            <a:ext cx="4229043" cy="1200329"/>
          </a:xfrm>
          <a:prstGeom prst="rect">
            <a:avLst/>
          </a:prstGeom>
          <a:noFill/>
        </p:spPr>
        <p:txBody>
          <a:bodyPr wrap="none">
            <a:spAutoFit/>
          </a:bodyPr>
          <a:lstStyle/>
          <a:p>
            <a:r>
              <a:rPr lang="en-US" sz="7200" b="0" i="0" dirty="0">
                <a:solidFill>
                  <a:schemeClr val="bg2"/>
                </a:solidFill>
                <a:latin typeface="DM Sans 14pt ExtraLight" pitchFamily="2" charset="77"/>
              </a:rPr>
              <a:t>Thank You</a:t>
            </a:r>
          </a:p>
        </p:txBody>
      </p:sp>
    </p:spTree>
    <p:extLst>
      <p:ext uri="{BB962C8B-B14F-4D97-AF65-F5344CB8AC3E}">
        <p14:creationId xmlns:p14="http://schemas.microsoft.com/office/powerpoint/2010/main" val="187262078"/>
      </p:ext>
    </p:extLst>
  </p:cSld>
  <p:clrMapOvr>
    <a:masterClrMapping/>
  </p:clrMapOvr>
  <p:extLst>
    <p:ext uri="{DCECCB84-F9BA-43D5-87BE-67443E8EF086}">
      <p15:sldGuideLst xmlns:p15="http://schemas.microsoft.com/office/powerpoint/2012/main">
        <p15:guide id="1" orient="horz" pos="2160">
          <p15:clr>
            <a:srgbClr val="FBAE40"/>
          </p15:clr>
        </p15:guide>
        <p15:guide id="2" pos="28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4685B-D2A9-D62E-5CE9-C7365950D5BF}"/>
              </a:ext>
            </a:extLst>
          </p:cNvPr>
          <p:cNvSpPr>
            <a:spLocks noGrp="1"/>
          </p:cNvSpPr>
          <p:nvPr>
            <p:ph type="title"/>
          </p:nvPr>
        </p:nvSpPr>
        <p:spPr>
          <a:xfrm>
            <a:off x="466058" y="915346"/>
            <a:ext cx="3559758" cy="2042643"/>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0B4EE912-5ACA-4749-3FD6-AAED00D16FF7}"/>
              </a:ext>
            </a:extLst>
          </p:cNvPr>
          <p:cNvSpPr>
            <a:spLocks noGrp="1"/>
          </p:cNvSpPr>
          <p:nvPr>
            <p:ph type="dt" sz="half" idx="10"/>
          </p:nvPr>
        </p:nvSpPr>
        <p:spPr/>
        <p:txBody>
          <a:bodyPr/>
          <a:lstStyle/>
          <a:p>
            <a:fld id="{FF0EEA6F-DFCD-7149-9CFF-59EB36D76ACF}" type="datetime1">
              <a:rPr lang="en-US" smtClean="0"/>
              <a:t>3/12/26</a:t>
            </a:fld>
            <a:endParaRPr lang="en-US" sz="1000" dirty="0"/>
          </a:p>
        </p:txBody>
      </p:sp>
      <p:sp>
        <p:nvSpPr>
          <p:cNvPr id="4" name="Footer Placeholder 3">
            <a:extLst>
              <a:ext uri="{FF2B5EF4-FFF2-40B4-BE49-F238E27FC236}">
                <a16:creationId xmlns:a16="http://schemas.microsoft.com/office/drawing/2014/main" id="{69A1111D-2FF3-E4D5-09E3-0FDC38D56C34}"/>
              </a:ext>
            </a:extLst>
          </p:cNvPr>
          <p:cNvSpPr>
            <a:spLocks noGrp="1"/>
          </p:cNvSpPr>
          <p:nvPr>
            <p:ph type="ftr" sz="quarter" idx="11"/>
          </p:nvPr>
        </p:nvSpPr>
        <p:spPr/>
        <p:txBody>
          <a:bodyPr/>
          <a:lstStyle/>
          <a:p>
            <a:r>
              <a:rPr lang="en-US" sz="1000"/>
              <a:t>Add Metadata here in Slide Masster &gt; Insert &gt; Slide Number</a:t>
            </a:r>
            <a:endParaRPr lang="en-US" sz="1000" dirty="0"/>
          </a:p>
        </p:txBody>
      </p:sp>
      <p:sp>
        <p:nvSpPr>
          <p:cNvPr id="5" name="Slide Number Placeholder 4">
            <a:extLst>
              <a:ext uri="{FF2B5EF4-FFF2-40B4-BE49-F238E27FC236}">
                <a16:creationId xmlns:a16="http://schemas.microsoft.com/office/drawing/2014/main" id="{BC4A6598-C85B-285D-2F88-E2B9FF713036}"/>
              </a:ext>
            </a:extLst>
          </p:cNvPr>
          <p:cNvSpPr>
            <a:spLocks noGrp="1"/>
          </p:cNvSpPr>
          <p:nvPr>
            <p:ph type="sldNum" sz="quarter" idx="12"/>
          </p:nvPr>
        </p:nvSpPr>
        <p:spPr/>
        <p:txBody>
          <a:bodyPr/>
          <a:lstStyle/>
          <a:p>
            <a:r>
              <a:rPr lang="en-US" sz="1000"/>
              <a:t>&lt;#&gt;</a:t>
            </a:r>
            <a:endParaRPr lang="en-US" sz="1000" dirty="0"/>
          </a:p>
        </p:txBody>
      </p:sp>
      <p:sp>
        <p:nvSpPr>
          <p:cNvPr id="7" name="Content Placeholder 6">
            <a:extLst>
              <a:ext uri="{FF2B5EF4-FFF2-40B4-BE49-F238E27FC236}">
                <a16:creationId xmlns:a16="http://schemas.microsoft.com/office/drawing/2014/main" id="{610BAF22-D592-A370-18D8-B617D1B9C91C}"/>
              </a:ext>
            </a:extLst>
          </p:cNvPr>
          <p:cNvSpPr>
            <a:spLocks noGrp="1"/>
          </p:cNvSpPr>
          <p:nvPr>
            <p:ph sz="quarter" idx="13"/>
          </p:nvPr>
        </p:nvSpPr>
        <p:spPr>
          <a:xfrm>
            <a:off x="4921805" y="915347"/>
            <a:ext cx="6738384" cy="4663108"/>
          </a:xfrm>
        </p:spPr>
        <p:txBody>
          <a:bodyPr/>
          <a:lstStyle/>
          <a:p>
            <a:pPr lvl="0"/>
            <a:endParaRPr lang="en-US" dirty="0"/>
          </a:p>
        </p:txBody>
      </p:sp>
      <p:sp>
        <p:nvSpPr>
          <p:cNvPr id="8" name="Text Placeholder 12">
            <a:extLst>
              <a:ext uri="{FF2B5EF4-FFF2-40B4-BE49-F238E27FC236}">
                <a16:creationId xmlns:a16="http://schemas.microsoft.com/office/drawing/2014/main" id="{0F3D4D17-DD1E-7735-5CEA-548372EE1893}"/>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cxnSp>
        <p:nvCxnSpPr>
          <p:cNvPr id="11" name="Straight Connector 10">
            <a:extLst>
              <a:ext uri="{FF2B5EF4-FFF2-40B4-BE49-F238E27FC236}">
                <a16:creationId xmlns:a16="http://schemas.microsoft.com/office/drawing/2014/main" id="{8D568092-AB0E-CD7C-A557-DA13A8569071}"/>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2" name="Picture 11" descr="A blue and orange logo&#10;&#10;AI-generated content may be incorrect.">
            <a:extLst>
              <a:ext uri="{FF2B5EF4-FFF2-40B4-BE49-F238E27FC236}">
                <a16:creationId xmlns:a16="http://schemas.microsoft.com/office/drawing/2014/main" id="{2C33B3B5-4AE0-AB22-6E8E-E751FF48283D}"/>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133276831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8F70E4-6740-04D6-A264-C607B18DEB8F}"/>
              </a:ext>
            </a:extLst>
          </p:cNvPr>
          <p:cNvSpPr>
            <a:spLocks noGrp="1"/>
          </p:cNvSpPr>
          <p:nvPr>
            <p:ph type="title"/>
          </p:nvPr>
        </p:nvSpPr>
        <p:spPr>
          <a:xfrm>
            <a:off x="466057" y="365125"/>
            <a:ext cx="10515600" cy="1325563"/>
          </a:xfrm>
          <a:prstGeom prst="rect">
            <a:avLst/>
          </a:prstGeom>
        </p:spPr>
        <p:txBody>
          <a:bodyPr vert="horz" lIns="0" tIns="0" rIns="91440" bIns="45720" rtlCol="0" anchor="t" anchorCtr="0">
            <a:normAutofit/>
          </a:bodyPr>
          <a:lstStyle/>
          <a:p>
            <a:r>
              <a:rPr lang="en-US" dirty="0"/>
              <a:t>Click to edit Master title style</a:t>
            </a:r>
          </a:p>
        </p:txBody>
      </p:sp>
      <p:sp>
        <p:nvSpPr>
          <p:cNvPr id="3" name="Text Placeholder 2">
            <a:extLst>
              <a:ext uri="{FF2B5EF4-FFF2-40B4-BE49-F238E27FC236}">
                <a16:creationId xmlns:a16="http://schemas.microsoft.com/office/drawing/2014/main" id="{CA385EEF-250E-7A4D-772F-6E03DAA144D4}"/>
              </a:ext>
            </a:extLst>
          </p:cNvPr>
          <p:cNvSpPr>
            <a:spLocks noGrp="1"/>
          </p:cNvSpPr>
          <p:nvPr>
            <p:ph type="body" idx="1"/>
          </p:nvPr>
        </p:nvSpPr>
        <p:spPr>
          <a:xfrm>
            <a:off x="466057" y="1825625"/>
            <a:ext cx="10515600" cy="3059884"/>
          </a:xfrm>
          <a:prstGeom prst="rect">
            <a:avLst/>
          </a:prstGeom>
        </p:spPr>
        <p:txBody>
          <a:bodyPr vert="horz" lIns="0" tIns="0" rIns="91440" bIns="45720" rtlCol="0" anchor="t" anchorCtr="0">
            <a:normAutofit/>
          </a:bodyPr>
          <a:lstStyle/>
          <a:p>
            <a:pPr lvl="0"/>
            <a:r>
              <a:rPr lang="en-US" dirty="0"/>
              <a:t>Click to add body copy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8D2A77-04D8-0EE1-DC65-532155FEB31D}"/>
              </a:ext>
            </a:extLst>
          </p:cNvPr>
          <p:cNvSpPr>
            <a:spLocks noGrp="1"/>
          </p:cNvSpPr>
          <p:nvPr>
            <p:ph type="dt" sz="half" idx="2"/>
          </p:nvPr>
        </p:nvSpPr>
        <p:spPr>
          <a:xfrm>
            <a:off x="9772453" y="6939605"/>
            <a:ext cx="2743200" cy="200055"/>
          </a:xfrm>
          <a:prstGeom prst="rect">
            <a:avLst/>
          </a:prstGeom>
        </p:spPr>
        <p:txBody>
          <a:bodyPr vert="horz" wrap="square" lIns="0" tIns="0" rIns="91440" bIns="45720" rtlCol="0" anchor="t" anchorCtr="0">
            <a:spAutoFit/>
          </a:bodyPr>
          <a:lstStyle>
            <a:lvl1pPr algn="l">
              <a:defRPr sz="1000" b="0" i="0">
                <a:solidFill>
                  <a:schemeClr val="tx1">
                    <a:tint val="82000"/>
                  </a:schemeClr>
                </a:solidFill>
                <a:latin typeface="DM Sans 14pt" pitchFamily="2" charset="77"/>
              </a:defRPr>
            </a:lvl1pPr>
          </a:lstStyle>
          <a:p>
            <a:fld id="{FF0EEA6F-DFCD-7149-9CFF-59EB36D76ACF}" type="datetime1">
              <a:rPr lang="en-US" smtClean="0"/>
              <a:t>3/12/26</a:t>
            </a:fld>
            <a:endParaRPr lang="en-US" sz="1000" dirty="0"/>
          </a:p>
        </p:txBody>
      </p:sp>
      <p:sp>
        <p:nvSpPr>
          <p:cNvPr id="5" name="Footer Placeholder 4">
            <a:extLst>
              <a:ext uri="{FF2B5EF4-FFF2-40B4-BE49-F238E27FC236}">
                <a16:creationId xmlns:a16="http://schemas.microsoft.com/office/drawing/2014/main" id="{05614034-E95B-62C5-15BD-1C4ACC91EF75}"/>
              </a:ext>
            </a:extLst>
          </p:cNvPr>
          <p:cNvSpPr>
            <a:spLocks noGrp="1"/>
          </p:cNvSpPr>
          <p:nvPr>
            <p:ph type="ftr" sz="quarter" idx="3"/>
          </p:nvPr>
        </p:nvSpPr>
        <p:spPr>
          <a:xfrm>
            <a:off x="1227878" y="6345717"/>
            <a:ext cx="4114800" cy="200055"/>
          </a:xfrm>
          <a:prstGeom prst="rect">
            <a:avLst/>
          </a:prstGeom>
        </p:spPr>
        <p:txBody>
          <a:bodyPr vert="horz" lIns="0" tIns="0" rIns="91440" bIns="45720" rtlCol="0" anchor="t" anchorCtr="0">
            <a:spAutoFit/>
          </a:bodyPr>
          <a:lstStyle>
            <a:lvl1pPr algn="l">
              <a:defRPr sz="1000" b="0" i="0">
                <a:solidFill>
                  <a:schemeClr val="tx1">
                    <a:tint val="82000"/>
                  </a:schemeClr>
                </a:solidFill>
                <a:latin typeface="DM Sans 14pt" pitchFamily="2" charset="77"/>
              </a:defRPr>
            </a:lvl1pPr>
          </a:lstStyle>
          <a:p>
            <a:r>
              <a:rPr lang="en-US" sz="1000"/>
              <a:t>Add Metadata here in Slide Masster &gt; Insert &gt; Slide Number</a:t>
            </a:r>
            <a:endParaRPr lang="en-US" sz="1000" dirty="0"/>
          </a:p>
        </p:txBody>
      </p:sp>
      <p:sp>
        <p:nvSpPr>
          <p:cNvPr id="6" name="Slide Number Placeholder 5">
            <a:extLst>
              <a:ext uri="{FF2B5EF4-FFF2-40B4-BE49-F238E27FC236}">
                <a16:creationId xmlns:a16="http://schemas.microsoft.com/office/drawing/2014/main" id="{87781769-9746-BBA6-199A-E7113575867E}"/>
              </a:ext>
            </a:extLst>
          </p:cNvPr>
          <p:cNvSpPr>
            <a:spLocks noGrp="1"/>
          </p:cNvSpPr>
          <p:nvPr>
            <p:ph type="sldNum" sz="quarter" idx="4"/>
          </p:nvPr>
        </p:nvSpPr>
        <p:spPr>
          <a:xfrm>
            <a:off x="466057" y="6345717"/>
            <a:ext cx="429489" cy="200055"/>
          </a:xfrm>
          <a:prstGeom prst="rect">
            <a:avLst/>
          </a:prstGeom>
        </p:spPr>
        <p:txBody>
          <a:bodyPr vert="horz" wrap="square" lIns="0" tIns="0" rIns="91440" bIns="45720" rtlCol="0" anchor="t" anchorCtr="0">
            <a:spAutoFit/>
          </a:bodyPr>
          <a:lstStyle>
            <a:lvl1pPr algn="l">
              <a:defRPr sz="1000" b="0" i="0">
                <a:solidFill>
                  <a:schemeClr val="tx1">
                    <a:tint val="82000"/>
                  </a:schemeClr>
                </a:solidFill>
                <a:latin typeface="DM Sans 14pt" pitchFamily="2" charset="77"/>
              </a:defRPr>
            </a:lvl1pPr>
          </a:lstStyle>
          <a:p>
            <a:r>
              <a:rPr lang="en-US" sz="1000" dirty="0"/>
              <a:t>&lt;#&gt;</a:t>
            </a:r>
          </a:p>
        </p:txBody>
      </p:sp>
    </p:spTree>
    <p:extLst>
      <p:ext uri="{BB962C8B-B14F-4D97-AF65-F5344CB8AC3E}">
        <p14:creationId xmlns:p14="http://schemas.microsoft.com/office/powerpoint/2010/main" val="1655324016"/>
      </p:ext>
    </p:extLst>
  </p:cSld>
  <p:clrMap bg1="lt1" tx1="dk1" bg2="lt2" tx2="dk2" accent1="accent1" accent2="accent2" accent3="accent3" accent4="accent4" accent5="accent5" accent6="accent6" hlink="hlink" folHlink="folHlink"/>
  <p:sldLayoutIdLst>
    <p:sldLayoutId id="2147483660" r:id="rId1"/>
    <p:sldLayoutId id="2147483681" r:id="rId2"/>
    <p:sldLayoutId id="2147483662" r:id="rId3"/>
    <p:sldLayoutId id="2147483663" r:id="rId4"/>
    <p:sldLayoutId id="2147483664" r:id="rId5"/>
    <p:sldLayoutId id="2147483661" r:id="rId6"/>
    <p:sldLayoutId id="2147483665" r:id="rId7"/>
    <p:sldLayoutId id="2147483690" r:id="rId8"/>
    <p:sldLayoutId id="2147483666" r:id="rId9"/>
    <p:sldLayoutId id="2147483691" r:id="rId10"/>
    <p:sldLayoutId id="2147483667" r:id="rId11"/>
    <p:sldLayoutId id="2147483668" r:id="rId12"/>
    <p:sldLayoutId id="2147483649" r:id="rId13"/>
    <p:sldLayoutId id="2147483677" r:id="rId14"/>
    <p:sldLayoutId id="2147483682" r:id="rId15"/>
    <p:sldLayoutId id="2147483687" r:id="rId16"/>
    <p:sldLayoutId id="2147483674" r:id="rId17"/>
    <p:sldLayoutId id="2147483693" r:id="rId18"/>
    <p:sldLayoutId id="2147483694" r:id="rId19"/>
    <p:sldLayoutId id="2147483692" r:id="rId20"/>
    <p:sldLayoutId id="2147483675" r:id="rId21"/>
    <p:sldLayoutId id="2147483671" r:id="rId22"/>
    <p:sldLayoutId id="2147483672" r:id="rId23"/>
    <p:sldLayoutId id="2147483673" r:id="rId24"/>
    <p:sldLayoutId id="2147483678" r:id="rId25"/>
    <p:sldLayoutId id="2147483695" r:id="rId26"/>
    <p:sldLayoutId id="2147483676" r:id="rId27"/>
    <p:sldLayoutId id="2147483679" r:id="rId28"/>
    <p:sldLayoutId id="2147483680" r:id="rId29"/>
    <p:sldLayoutId id="2147483683" r:id="rId30"/>
    <p:sldLayoutId id="2147483684" r:id="rId31"/>
    <p:sldLayoutId id="2147483685" r:id="rId32"/>
    <p:sldLayoutId id="2147483688" r:id="rId33"/>
    <p:sldLayoutId id="2147483689" r:id="rId34"/>
    <p:sldLayoutId id="2147483686" r:id="rId35"/>
    <p:sldLayoutId id="2147483696" r:id="rId36"/>
  </p:sldLayoutIdLst>
  <p:hf hdr="0" dt="0"/>
  <p:txStyles>
    <p:titleStyle>
      <a:lvl1pPr algn="l"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p:titleStyle>
    <p:body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D4EC624-BE31-6F7F-2269-03658894E137}"/>
              </a:ext>
            </a:extLst>
          </p:cNvPr>
          <p:cNvSpPr>
            <a:spLocks noGrp="1"/>
          </p:cNvSpPr>
          <p:nvPr>
            <p:ph type="title"/>
          </p:nvPr>
        </p:nvSpPr>
        <p:spPr/>
        <p:txBody>
          <a:bodyPr/>
          <a:lstStyle/>
          <a:p>
            <a:endParaRPr lang="en-US">
              <a:latin typeface="DM Sans 14pt ExtraLight"/>
            </a:endParaRPr>
          </a:p>
        </p:txBody>
      </p:sp>
      <p:sp>
        <p:nvSpPr>
          <p:cNvPr id="10" name="Picture Placeholder 9">
            <a:extLst>
              <a:ext uri="{FF2B5EF4-FFF2-40B4-BE49-F238E27FC236}">
                <a16:creationId xmlns:a16="http://schemas.microsoft.com/office/drawing/2014/main" id="{93AE44A1-0253-F498-3D00-B221A9D6DAA6}"/>
              </a:ext>
            </a:extLst>
          </p:cNvPr>
          <p:cNvSpPr>
            <a:spLocks noGrp="1"/>
          </p:cNvSpPr>
          <p:nvPr>
            <p:ph type="pic" sz="quarter" idx="12"/>
          </p:nvPr>
        </p:nvSpPr>
        <p:spPr/>
        <p:txBody>
          <a:bodyPr/>
          <a:lstStyle/>
          <a:p>
            <a:endParaRPr lang="en-US"/>
          </a:p>
        </p:txBody>
      </p:sp>
      <p:sp>
        <p:nvSpPr>
          <p:cNvPr id="15" name="Footer Placeholder 14">
            <a:extLst>
              <a:ext uri="{FF2B5EF4-FFF2-40B4-BE49-F238E27FC236}">
                <a16:creationId xmlns:a16="http://schemas.microsoft.com/office/drawing/2014/main" id="{FE63E62B-400E-880C-7D98-02D037027942}"/>
              </a:ext>
            </a:extLst>
          </p:cNvPr>
          <p:cNvSpPr>
            <a:spLocks noGrp="1"/>
          </p:cNvSpPr>
          <p:nvPr>
            <p:ph type="ftr" sz="quarter" idx="11"/>
          </p:nvPr>
        </p:nvSpPr>
        <p:spPr/>
        <p:txBody>
          <a:bodyPr/>
          <a:lstStyle/>
          <a:p>
            <a:r>
              <a:rPr lang="en-US" dirty="0"/>
              <a:t>Add Metadata here in Slide Master &gt; Insert &gt; Slide Number</a:t>
            </a:r>
          </a:p>
        </p:txBody>
      </p:sp>
      <p:sp>
        <p:nvSpPr>
          <p:cNvPr id="4" name="Slide Number Placeholder 3">
            <a:extLst>
              <a:ext uri="{FF2B5EF4-FFF2-40B4-BE49-F238E27FC236}">
                <a16:creationId xmlns:a16="http://schemas.microsoft.com/office/drawing/2014/main" id="{CB1C1A55-C5CA-C7D5-A9B6-EFD1EECCE581}"/>
              </a:ext>
            </a:extLst>
          </p:cNvPr>
          <p:cNvSpPr>
            <a:spLocks noGrp="1" noRot="1" noMove="1" noResize="1" noEditPoints="1" noAdjustHandles="1" noChangeArrowheads="1" noChangeShapeType="1"/>
          </p:cNvSpPr>
          <p:nvPr>
            <p:ph type="sldNum" sz="quarter" idx="14"/>
          </p:nvPr>
        </p:nvSpPr>
        <p:spPr/>
        <p:txBody>
          <a:bodyPr/>
          <a:lstStyle/>
          <a:p>
            <a:fld id="{1A187C66-C235-1C41-B065-EF4AE27E6170}" type="slidenum">
              <a:rPr lang="en-US" smtClean="0"/>
              <a:pPr/>
              <a:t>1</a:t>
            </a:fld>
            <a:endParaRPr lang="en-US" sz="1000" dirty="0"/>
          </a:p>
        </p:txBody>
      </p:sp>
    </p:spTree>
    <p:extLst>
      <p:ext uri="{BB962C8B-B14F-4D97-AF65-F5344CB8AC3E}">
        <p14:creationId xmlns:p14="http://schemas.microsoft.com/office/powerpoint/2010/main" val="2907939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1FF20D-6C85-B719-2CCA-F3126BC3F829}"/>
              </a:ext>
            </a:extLst>
          </p:cNvPr>
          <p:cNvSpPr>
            <a:spLocks noGrp="1"/>
          </p:cNvSpPr>
          <p:nvPr>
            <p:ph type="ftr" sz="quarter" idx="11"/>
          </p:nvPr>
        </p:nvSpPr>
        <p:spPr/>
        <p:txBody>
          <a:bodyPr/>
          <a:lstStyle/>
          <a:p>
            <a:r>
              <a:rPr lang="en-US" dirty="0"/>
              <a:t>Add Metadata here in Slide Master &gt; Insert &gt; Slide Number</a:t>
            </a:r>
          </a:p>
        </p:txBody>
      </p:sp>
      <p:sp>
        <p:nvSpPr>
          <p:cNvPr id="3" name="Slide Number Placeholder 2">
            <a:extLst>
              <a:ext uri="{FF2B5EF4-FFF2-40B4-BE49-F238E27FC236}">
                <a16:creationId xmlns:a16="http://schemas.microsoft.com/office/drawing/2014/main" id="{4E011C5A-F682-463F-9B54-1EB3D6DB8BF9}"/>
              </a:ext>
            </a:extLst>
          </p:cNvPr>
          <p:cNvSpPr>
            <a:spLocks noGrp="1"/>
          </p:cNvSpPr>
          <p:nvPr>
            <p:ph type="sldNum" sz="quarter" idx="12"/>
          </p:nvPr>
        </p:nvSpPr>
        <p:spPr/>
        <p:txBody>
          <a:bodyPr/>
          <a:lstStyle/>
          <a:p>
            <a:fld id="{1A187C66-C235-1C41-B065-EF4AE27E6170}" type="slidenum">
              <a:rPr lang="en-US" smtClean="0"/>
              <a:pPr/>
              <a:t>2</a:t>
            </a:fld>
            <a:endParaRPr lang="en-US" sz="1000" dirty="0"/>
          </a:p>
        </p:txBody>
      </p:sp>
    </p:spTree>
    <p:extLst>
      <p:ext uri="{BB962C8B-B14F-4D97-AF65-F5344CB8AC3E}">
        <p14:creationId xmlns:p14="http://schemas.microsoft.com/office/powerpoint/2010/main" val="3968818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E0E5FD9-E0C2-865E-DD1B-7D26FBE7E76D}"/>
              </a:ext>
            </a:extLst>
          </p:cNvPr>
          <p:cNvSpPr>
            <a:spLocks noGrp="1"/>
          </p:cNvSpPr>
          <p:nvPr>
            <p:ph type="ftr" sz="quarter" idx="11"/>
          </p:nvPr>
        </p:nvSpPr>
        <p:spPr/>
        <p:txBody>
          <a:bodyPr/>
          <a:lstStyle/>
          <a:p>
            <a:r>
              <a:rPr lang="en-US" dirty="0"/>
              <a:t>Add Metadata here in Slide Master &gt; Insert &gt; Slide Number</a:t>
            </a:r>
          </a:p>
        </p:txBody>
      </p:sp>
      <p:sp>
        <p:nvSpPr>
          <p:cNvPr id="3" name="Slide Number Placeholder 2">
            <a:extLst>
              <a:ext uri="{FF2B5EF4-FFF2-40B4-BE49-F238E27FC236}">
                <a16:creationId xmlns:a16="http://schemas.microsoft.com/office/drawing/2014/main" id="{56821F17-0CD0-B76C-9A52-0A1B742A8BA5}"/>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3</a:t>
            </a:fld>
            <a:endParaRPr lang="en-US" sz="1000" dirty="0"/>
          </a:p>
        </p:txBody>
      </p:sp>
    </p:spTree>
    <p:extLst>
      <p:ext uri="{BB962C8B-B14F-4D97-AF65-F5344CB8AC3E}">
        <p14:creationId xmlns:p14="http://schemas.microsoft.com/office/powerpoint/2010/main" val="611651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20086CDE-3350-F946-E00B-8D7B6EDEC805}"/>
              </a:ext>
            </a:extLst>
          </p:cNvPr>
          <p:cNvSpPr>
            <a:spLocks noGrp="1"/>
          </p:cNvSpPr>
          <p:nvPr>
            <p:ph type="ftr" sz="quarter" idx="11"/>
          </p:nvPr>
        </p:nvSpPr>
        <p:spPr/>
        <p:txBody>
          <a:bodyPr/>
          <a:lstStyle/>
          <a:p>
            <a:r>
              <a:rPr lang="en-US" dirty="0"/>
              <a:t>Add Metadata here in Slide Master &gt; Insert &gt; Slide Number</a:t>
            </a:r>
          </a:p>
        </p:txBody>
      </p:sp>
      <p:sp>
        <p:nvSpPr>
          <p:cNvPr id="4" name="Slide Number Placeholder 3">
            <a:extLst>
              <a:ext uri="{FF2B5EF4-FFF2-40B4-BE49-F238E27FC236}">
                <a16:creationId xmlns:a16="http://schemas.microsoft.com/office/drawing/2014/main" id="{E9691F17-CAA8-C883-6DE5-B4449998511E}"/>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4</a:t>
            </a:fld>
            <a:endParaRPr lang="en-US" dirty="0"/>
          </a:p>
        </p:txBody>
      </p:sp>
      <p:sp>
        <p:nvSpPr>
          <p:cNvPr id="3" name="Title 2">
            <a:extLst>
              <a:ext uri="{FF2B5EF4-FFF2-40B4-BE49-F238E27FC236}">
                <a16:creationId xmlns:a16="http://schemas.microsoft.com/office/drawing/2014/main" id="{7F363457-875B-B302-906E-E135D4DB5DAD}"/>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567377AA-BBC3-06C4-A9EA-478F5F5F487A}"/>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1959139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90080A04-D5A9-D245-9084-EC97F59433B4}"/>
              </a:ext>
            </a:extLst>
          </p:cNvPr>
          <p:cNvSpPr>
            <a:spLocks noGrp="1"/>
          </p:cNvSpPr>
          <p:nvPr>
            <p:ph type="ftr" sz="quarter" idx="11"/>
          </p:nvPr>
        </p:nvSpPr>
        <p:spPr/>
        <p:txBody>
          <a:bodyPr/>
          <a:lstStyle/>
          <a:p>
            <a:r>
              <a:rPr lang="en-US" dirty="0"/>
              <a:t>Add Metadata here in Slide Master &gt; Insert &gt; Slide Number</a:t>
            </a:r>
          </a:p>
        </p:txBody>
      </p:sp>
      <p:sp>
        <p:nvSpPr>
          <p:cNvPr id="4" name="Slide Number Placeholder 3">
            <a:extLst>
              <a:ext uri="{FF2B5EF4-FFF2-40B4-BE49-F238E27FC236}">
                <a16:creationId xmlns:a16="http://schemas.microsoft.com/office/drawing/2014/main" id="{F12B4BE1-7D4B-3B56-7B00-3A6F0E0872EF}"/>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5</a:t>
            </a:fld>
            <a:endParaRPr lang="en-US" dirty="0"/>
          </a:p>
        </p:txBody>
      </p:sp>
      <p:sp>
        <p:nvSpPr>
          <p:cNvPr id="3" name="Text Placeholder 2">
            <a:extLst>
              <a:ext uri="{FF2B5EF4-FFF2-40B4-BE49-F238E27FC236}">
                <a16:creationId xmlns:a16="http://schemas.microsoft.com/office/drawing/2014/main" id="{08D19C9B-C496-628C-8046-F6D754E39B88}"/>
              </a:ext>
            </a:extLst>
          </p:cNvPr>
          <p:cNvSpPr>
            <a:spLocks noGrp="1"/>
          </p:cNvSpPr>
          <p:nvPr>
            <p:ph type="body" sz="quarter" idx="36"/>
          </p:nvPr>
        </p:nvSpPr>
        <p:spPr/>
        <p:txBody>
          <a:bodyPr/>
          <a:lstStyle/>
          <a:p>
            <a:endParaRPr lang="en-US"/>
          </a:p>
        </p:txBody>
      </p:sp>
      <p:sp>
        <p:nvSpPr>
          <p:cNvPr id="5" name="Title 1">
            <a:extLst>
              <a:ext uri="{FF2B5EF4-FFF2-40B4-BE49-F238E27FC236}">
                <a16:creationId xmlns:a16="http://schemas.microsoft.com/office/drawing/2014/main" id="{25E506AF-941C-F7C5-8DF9-E73A265D4803}"/>
              </a:ext>
            </a:extLst>
          </p:cNvPr>
          <p:cNvSpPr txBox="1">
            <a:spLocks noGrp="1" noRot="1" noMove="1" noResize="1" noEditPoints="1" noAdjustHandles="1" noChangeArrowheads="1" noChangeShapeType="1"/>
          </p:cNvSpPr>
          <p:nvPr/>
        </p:nvSpPr>
        <p:spPr>
          <a:xfrm>
            <a:off x="357896" y="885625"/>
            <a:ext cx="918170" cy="4826318"/>
          </a:xfrm>
          <a:prstGeom prst="rect">
            <a:avLst/>
          </a:prstGeom>
        </p:spPr>
        <p:txBody>
          <a:bodyPr anchor="t">
            <a:noAutofit/>
          </a:bodyPr>
          <a:lstStyle>
            <a:lvl1pPr algn="l" defTabSz="914400" rtl="0" eaLnBrk="1" latinLnBrk="0" hangingPunct="1">
              <a:lnSpc>
                <a:spcPct val="120000"/>
              </a:lnSpc>
              <a:spcBef>
                <a:spcPct val="0"/>
              </a:spcBef>
              <a:buNone/>
              <a:defRPr sz="4500" b="0" i="0" kern="1200">
                <a:solidFill>
                  <a:schemeClr val="accent3"/>
                </a:solidFill>
                <a:latin typeface="DM Sans 14pt ExtraLight" pitchFamily="2" charset="77"/>
                <a:ea typeface="+mj-ea"/>
                <a:cs typeface="+mj-cs"/>
              </a:defRPr>
            </a:lvl1pPr>
          </a:lstStyle>
          <a:p>
            <a:pPr>
              <a:lnSpc>
                <a:spcPct val="140000"/>
              </a:lnSpc>
            </a:pPr>
            <a:r>
              <a:rPr lang="en-US" dirty="0"/>
              <a:t>01</a:t>
            </a:r>
            <a:br>
              <a:rPr lang="en-US" dirty="0"/>
            </a:br>
            <a:r>
              <a:rPr lang="en-US" dirty="0"/>
              <a:t>02</a:t>
            </a:r>
            <a:br>
              <a:rPr lang="en-US" dirty="0"/>
            </a:br>
            <a:r>
              <a:rPr lang="en-US" dirty="0"/>
              <a:t>03</a:t>
            </a:r>
            <a:br>
              <a:rPr lang="en-US" dirty="0"/>
            </a:br>
            <a:r>
              <a:rPr lang="en-US" dirty="0"/>
              <a:t>04</a:t>
            </a:r>
            <a:br>
              <a:rPr lang="en-US" dirty="0"/>
            </a:br>
            <a:r>
              <a:rPr lang="en-US" dirty="0"/>
              <a:t>05</a:t>
            </a:r>
          </a:p>
        </p:txBody>
      </p:sp>
      <p:sp>
        <p:nvSpPr>
          <p:cNvPr id="6" name="Title 1">
            <a:extLst>
              <a:ext uri="{FF2B5EF4-FFF2-40B4-BE49-F238E27FC236}">
                <a16:creationId xmlns:a16="http://schemas.microsoft.com/office/drawing/2014/main" id="{61354103-DBE9-74BD-75A7-046781F1AB2E}"/>
              </a:ext>
            </a:extLst>
          </p:cNvPr>
          <p:cNvSpPr txBox="1">
            <a:spLocks noGrp="1" noRot="1" noMove="1" noResize="1" noEditPoints="1" noAdjustHandles="1" noChangeArrowheads="1" noChangeShapeType="1"/>
          </p:cNvSpPr>
          <p:nvPr/>
        </p:nvSpPr>
        <p:spPr>
          <a:xfrm>
            <a:off x="1463773" y="885625"/>
            <a:ext cx="10181150" cy="4826318"/>
          </a:xfrm>
          <a:prstGeom prst="rect">
            <a:avLst/>
          </a:prstGeom>
        </p:spPr>
        <p:txBody>
          <a:bodyPr anchor="t">
            <a:noAutofit/>
          </a:bodyPr>
          <a:lstStyle>
            <a:lvl1pPr algn="l" defTabSz="914400" rtl="0" eaLnBrk="1" latinLnBrk="0" hangingPunct="1">
              <a:lnSpc>
                <a:spcPct val="120000"/>
              </a:lnSpc>
              <a:spcBef>
                <a:spcPct val="0"/>
              </a:spcBef>
              <a:buNone/>
              <a:defRPr sz="4500" b="0" i="0" kern="1200">
                <a:solidFill>
                  <a:schemeClr val="accent3"/>
                </a:solidFill>
                <a:latin typeface="DM Sans 14pt ExtraLight" pitchFamily="2" charset="77"/>
                <a:ea typeface="+mj-ea"/>
                <a:cs typeface="+mj-cs"/>
              </a:defRPr>
            </a:lvl1pPr>
          </a:lstStyle>
          <a:p>
            <a:pPr>
              <a:lnSpc>
                <a:spcPct val="140000"/>
              </a:lnSpc>
            </a:pPr>
            <a:r>
              <a:rPr lang="en-US" dirty="0">
                <a:solidFill>
                  <a:schemeClr val="accent1"/>
                </a:solidFill>
              </a:rPr>
              <a:t>Section Title</a:t>
            </a:r>
          </a:p>
          <a:p>
            <a:pPr>
              <a:lnSpc>
                <a:spcPct val="140000"/>
              </a:lnSpc>
            </a:pPr>
            <a:r>
              <a:rPr lang="en-US" dirty="0">
                <a:solidFill>
                  <a:schemeClr val="accent1"/>
                </a:solidFill>
              </a:rPr>
              <a:t>Section Title</a:t>
            </a:r>
          </a:p>
          <a:p>
            <a:pPr>
              <a:lnSpc>
                <a:spcPct val="140000"/>
              </a:lnSpc>
            </a:pPr>
            <a:r>
              <a:rPr lang="en-US" dirty="0">
                <a:solidFill>
                  <a:schemeClr val="accent1"/>
                </a:solidFill>
              </a:rPr>
              <a:t>Section Title</a:t>
            </a:r>
          </a:p>
          <a:p>
            <a:pPr>
              <a:lnSpc>
                <a:spcPct val="140000"/>
              </a:lnSpc>
            </a:pPr>
            <a:r>
              <a:rPr lang="en-US" dirty="0">
                <a:solidFill>
                  <a:schemeClr val="accent1"/>
                </a:solidFill>
              </a:rPr>
              <a:t>Section Title</a:t>
            </a:r>
          </a:p>
          <a:p>
            <a:pPr>
              <a:lnSpc>
                <a:spcPct val="140000"/>
              </a:lnSpc>
            </a:pPr>
            <a:r>
              <a:rPr lang="en-US" dirty="0">
                <a:solidFill>
                  <a:schemeClr val="accent1"/>
                </a:solidFill>
              </a:rPr>
              <a:t>Section Title</a:t>
            </a:r>
          </a:p>
        </p:txBody>
      </p:sp>
      <p:cxnSp>
        <p:nvCxnSpPr>
          <p:cNvPr id="7" name="Straight Connector 6">
            <a:extLst>
              <a:ext uri="{FF2B5EF4-FFF2-40B4-BE49-F238E27FC236}">
                <a16:creationId xmlns:a16="http://schemas.microsoft.com/office/drawing/2014/main" id="{725136EE-304F-212C-EE87-667340A23934}"/>
              </a:ext>
            </a:extLst>
          </p:cNvPr>
          <p:cNvCxnSpPr>
            <a:cxnSpLocks noGrp="1" noRot="1" noMove="1" noResize="1" noEditPoints="1" noAdjustHandles="1" noChangeArrowheads="1" noChangeShapeType="1"/>
          </p:cNvCxnSpPr>
          <p:nvPr/>
        </p:nvCxnSpPr>
        <p:spPr>
          <a:xfrm>
            <a:off x="477624" y="4814947"/>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8970C5-431E-6165-B604-673479A8DD9F}"/>
              </a:ext>
            </a:extLst>
          </p:cNvPr>
          <p:cNvCxnSpPr>
            <a:cxnSpLocks noGrp="1" noRot="1" noMove="1" noResize="1" noEditPoints="1" noAdjustHandles="1" noChangeArrowheads="1" noChangeShapeType="1"/>
          </p:cNvCxnSpPr>
          <p:nvPr/>
        </p:nvCxnSpPr>
        <p:spPr>
          <a:xfrm>
            <a:off x="477624" y="3844399"/>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3BBC071-0036-A234-C623-5A36FFE687FB}"/>
              </a:ext>
            </a:extLst>
          </p:cNvPr>
          <p:cNvCxnSpPr>
            <a:cxnSpLocks noGrp="1" noRot="1" noMove="1" noResize="1" noEditPoints="1" noAdjustHandles="1" noChangeArrowheads="1" noChangeShapeType="1"/>
          </p:cNvCxnSpPr>
          <p:nvPr/>
        </p:nvCxnSpPr>
        <p:spPr>
          <a:xfrm>
            <a:off x="477624" y="2889894"/>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A7BBC2-AA5E-E5B0-171E-CB017514599F}"/>
              </a:ext>
            </a:extLst>
          </p:cNvPr>
          <p:cNvCxnSpPr>
            <a:cxnSpLocks noGrp="1" noRot="1" noMove="1" noResize="1" noEditPoints="1" noAdjustHandles="1" noChangeArrowheads="1" noChangeShapeType="1"/>
          </p:cNvCxnSpPr>
          <p:nvPr/>
        </p:nvCxnSpPr>
        <p:spPr>
          <a:xfrm>
            <a:off x="477624" y="1919346"/>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8694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19FEFE-48A1-8CEB-4606-B514C44CA821}"/>
              </a:ext>
            </a:extLst>
          </p:cNvPr>
          <p:cNvSpPr>
            <a:spLocks noGrp="1"/>
          </p:cNvSpPr>
          <p:nvPr>
            <p:ph type="title"/>
          </p:nvPr>
        </p:nvSpPr>
        <p:spPr/>
        <p:txBody>
          <a:bodyPr/>
          <a:lstStyle/>
          <a:p>
            <a:endParaRPr lang="en-US"/>
          </a:p>
        </p:txBody>
      </p:sp>
      <p:sp>
        <p:nvSpPr>
          <p:cNvPr id="2" name="Footer Placeholder 1">
            <a:extLst>
              <a:ext uri="{FF2B5EF4-FFF2-40B4-BE49-F238E27FC236}">
                <a16:creationId xmlns:a16="http://schemas.microsoft.com/office/drawing/2014/main" id="{3873C0AF-4B14-D141-3F6B-C30D6FA632A4}"/>
              </a:ext>
            </a:extLst>
          </p:cNvPr>
          <p:cNvSpPr>
            <a:spLocks noGrp="1"/>
          </p:cNvSpPr>
          <p:nvPr>
            <p:ph type="ftr" sz="quarter" idx="11"/>
          </p:nvPr>
        </p:nvSpPr>
        <p:spPr/>
        <p:txBody>
          <a:bodyPr/>
          <a:lstStyle/>
          <a:p>
            <a:r>
              <a:rPr lang="en-US" dirty="0"/>
              <a:t>Add Metadata here in Slide Master &gt; Insert &gt; Slide Number</a:t>
            </a:r>
          </a:p>
        </p:txBody>
      </p:sp>
      <p:sp>
        <p:nvSpPr>
          <p:cNvPr id="4" name="Slide Number Placeholder 3">
            <a:extLst>
              <a:ext uri="{FF2B5EF4-FFF2-40B4-BE49-F238E27FC236}">
                <a16:creationId xmlns:a16="http://schemas.microsoft.com/office/drawing/2014/main" id="{65EAE705-C8D0-200C-9F02-1C949EAEE4A5}"/>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6</a:t>
            </a:fld>
            <a:endParaRPr lang="en-US" sz="1000" dirty="0"/>
          </a:p>
        </p:txBody>
      </p:sp>
      <p:sp>
        <p:nvSpPr>
          <p:cNvPr id="5" name="Text Placeholder 4">
            <a:extLst>
              <a:ext uri="{FF2B5EF4-FFF2-40B4-BE49-F238E27FC236}">
                <a16:creationId xmlns:a16="http://schemas.microsoft.com/office/drawing/2014/main" id="{076C278A-1F4A-755D-BDDC-6C8C9568BC2E}"/>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3124667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C79643-17BB-24B6-B820-5D9EDFB3AE31}"/>
              </a:ext>
            </a:extLst>
          </p:cNvPr>
          <p:cNvSpPr>
            <a:spLocks noGrp="1"/>
          </p:cNvSpPr>
          <p:nvPr>
            <p:ph type="ftr" sz="quarter" idx="11"/>
          </p:nvPr>
        </p:nvSpPr>
        <p:spPr/>
        <p:txBody>
          <a:bodyPr/>
          <a:lstStyle/>
          <a:p>
            <a:r>
              <a:rPr lang="en-US"/>
              <a:t>Add Metadata here in Slide Master &gt; Insert &gt; Slide Number</a:t>
            </a:r>
            <a:endParaRPr lang="en-US" dirty="0"/>
          </a:p>
        </p:txBody>
      </p:sp>
      <p:sp>
        <p:nvSpPr>
          <p:cNvPr id="3" name="Slide Number Placeholder 2">
            <a:extLst>
              <a:ext uri="{FF2B5EF4-FFF2-40B4-BE49-F238E27FC236}">
                <a16:creationId xmlns:a16="http://schemas.microsoft.com/office/drawing/2014/main" id="{12E1CAF4-8990-D144-2D98-16FDF809FE00}"/>
              </a:ext>
            </a:extLst>
          </p:cNvPr>
          <p:cNvSpPr>
            <a:spLocks noGrp="1"/>
          </p:cNvSpPr>
          <p:nvPr>
            <p:ph type="sldNum" sz="quarter" idx="12"/>
          </p:nvPr>
        </p:nvSpPr>
        <p:spPr/>
        <p:txBody>
          <a:bodyPr/>
          <a:lstStyle/>
          <a:p>
            <a:fld id="{1A187C66-C235-1C41-B065-EF4AE27E6170}" type="slidenum">
              <a:rPr lang="en-US" smtClean="0"/>
              <a:pPr/>
              <a:t>7</a:t>
            </a:fld>
            <a:endParaRPr lang="en-US" dirty="0"/>
          </a:p>
        </p:txBody>
      </p:sp>
      <p:sp>
        <p:nvSpPr>
          <p:cNvPr id="4" name="Picture Placeholder 3">
            <a:extLst>
              <a:ext uri="{FF2B5EF4-FFF2-40B4-BE49-F238E27FC236}">
                <a16:creationId xmlns:a16="http://schemas.microsoft.com/office/drawing/2014/main" id="{A8F5B4F9-B8C7-46B0-666E-DB1D91476836}"/>
              </a:ext>
            </a:extLst>
          </p:cNvPr>
          <p:cNvSpPr>
            <a:spLocks noGrp="1"/>
          </p:cNvSpPr>
          <p:nvPr>
            <p:ph type="pic" sz="quarter" idx="14"/>
          </p:nvPr>
        </p:nvSpPr>
        <p:spPr/>
        <p:txBody>
          <a:bodyPr/>
          <a:lstStyle/>
          <a:p>
            <a:endParaRPr lang="en-US"/>
          </a:p>
        </p:txBody>
      </p:sp>
      <p:sp>
        <p:nvSpPr>
          <p:cNvPr id="5" name="Text Placeholder 4">
            <a:extLst>
              <a:ext uri="{FF2B5EF4-FFF2-40B4-BE49-F238E27FC236}">
                <a16:creationId xmlns:a16="http://schemas.microsoft.com/office/drawing/2014/main" id="{14D03200-6888-9FB3-7DC6-57725CFDF838}"/>
              </a:ext>
            </a:extLst>
          </p:cNvPr>
          <p:cNvSpPr>
            <a:spLocks noGrp="1"/>
          </p:cNvSpPr>
          <p:nvPr>
            <p:ph type="body" sz="quarter" idx="36"/>
          </p:nvPr>
        </p:nvSpPr>
        <p:spPr/>
        <p:txBody>
          <a:bodyPr/>
          <a:lstStyle/>
          <a:p>
            <a:endParaRPr lang="en-US"/>
          </a:p>
        </p:txBody>
      </p:sp>
      <p:sp>
        <p:nvSpPr>
          <p:cNvPr id="6" name="Text Placeholder 5">
            <a:extLst>
              <a:ext uri="{FF2B5EF4-FFF2-40B4-BE49-F238E27FC236}">
                <a16:creationId xmlns:a16="http://schemas.microsoft.com/office/drawing/2014/main" id="{DBD36E83-C82A-2C86-CCE3-66723AD29A46}"/>
              </a:ext>
            </a:extLst>
          </p:cNvPr>
          <p:cNvSpPr>
            <a:spLocks noGrp="1"/>
          </p:cNvSpPr>
          <p:nvPr>
            <p:ph type="body" sz="quarter" idx="37"/>
          </p:nvPr>
        </p:nvSpPr>
        <p:spPr/>
        <p:txBody>
          <a:bodyPr/>
          <a:lstStyle/>
          <a:p>
            <a:endParaRPr lang="en-US"/>
          </a:p>
        </p:txBody>
      </p:sp>
      <p:sp>
        <p:nvSpPr>
          <p:cNvPr id="7" name="Text Placeholder 6">
            <a:extLst>
              <a:ext uri="{FF2B5EF4-FFF2-40B4-BE49-F238E27FC236}">
                <a16:creationId xmlns:a16="http://schemas.microsoft.com/office/drawing/2014/main" id="{EDB38F31-F2B3-7A79-843E-57784FA7A150}"/>
              </a:ext>
            </a:extLst>
          </p:cNvPr>
          <p:cNvSpPr>
            <a:spLocks noGrp="1"/>
          </p:cNvSpPr>
          <p:nvPr>
            <p:ph type="body" sz="quarter" idx="38"/>
          </p:nvPr>
        </p:nvSpPr>
        <p:spPr/>
        <p:txBody>
          <a:bodyPr/>
          <a:lstStyle/>
          <a:p>
            <a:endParaRPr lang="en-US" dirty="0"/>
          </a:p>
        </p:txBody>
      </p:sp>
    </p:spTree>
    <p:extLst>
      <p:ext uri="{BB962C8B-B14F-4D97-AF65-F5344CB8AC3E}">
        <p14:creationId xmlns:p14="http://schemas.microsoft.com/office/powerpoint/2010/main" val="2471488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FB6BC65-2B95-B3D4-E1FE-A6BD4BAC00ED}"/>
              </a:ext>
            </a:extLst>
          </p:cNvPr>
          <p:cNvSpPr>
            <a:spLocks noGrp="1"/>
          </p:cNvSpPr>
          <p:nvPr>
            <p:ph type="ftr" sz="quarter" idx="11"/>
          </p:nvPr>
        </p:nvSpPr>
        <p:spPr/>
        <p:txBody>
          <a:bodyPr/>
          <a:lstStyle/>
          <a:p>
            <a:r>
              <a:rPr lang="en-US"/>
              <a:t>Add Metadata here in Slide Master &gt; Insert &gt; Slide Number</a:t>
            </a:r>
            <a:endParaRPr lang="en-US" dirty="0"/>
          </a:p>
        </p:txBody>
      </p:sp>
      <p:sp>
        <p:nvSpPr>
          <p:cNvPr id="3" name="Slide Number Placeholder 2">
            <a:extLst>
              <a:ext uri="{FF2B5EF4-FFF2-40B4-BE49-F238E27FC236}">
                <a16:creationId xmlns:a16="http://schemas.microsoft.com/office/drawing/2014/main" id="{E8BCA353-B30F-F93C-5244-B7880A3EF54B}"/>
              </a:ext>
            </a:extLst>
          </p:cNvPr>
          <p:cNvSpPr>
            <a:spLocks noGrp="1"/>
          </p:cNvSpPr>
          <p:nvPr>
            <p:ph type="sldNum" sz="quarter" idx="12"/>
          </p:nvPr>
        </p:nvSpPr>
        <p:spPr/>
        <p:txBody>
          <a:bodyPr/>
          <a:lstStyle/>
          <a:p>
            <a:fld id="{1A187C66-C235-1C41-B065-EF4AE27E6170}" type="slidenum">
              <a:rPr lang="en-US" smtClean="0"/>
              <a:pPr/>
              <a:t>8</a:t>
            </a:fld>
            <a:endParaRPr lang="en-US" dirty="0"/>
          </a:p>
        </p:txBody>
      </p:sp>
      <p:sp>
        <p:nvSpPr>
          <p:cNvPr id="8" name="Picture Placeholder 7">
            <a:extLst>
              <a:ext uri="{FF2B5EF4-FFF2-40B4-BE49-F238E27FC236}">
                <a16:creationId xmlns:a16="http://schemas.microsoft.com/office/drawing/2014/main" id="{ABBC27AB-299B-DE59-5511-F83C79EC0842}"/>
              </a:ext>
            </a:extLst>
          </p:cNvPr>
          <p:cNvSpPr>
            <a:spLocks noGrp="1"/>
          </p:cNvSpPr>
          <p:nvPr>
            <p:ph type="pic" sz="quarter" idx="14"/>
          </p:nvPr>
        </p:nvSpPr>
        <p:spPr/>
        <p:txBody>
          <a:bodyPr/>
          <a:lstStyle/>
          <a:p>
            <a:endParaRPr lang="en-US"/>
          </a:p>
        </p:txBody>
      </p:sp>
      <p:sp>
        <p:nvSpPr>
          <p:cNvPr id="9" name="Text Placeholder 8">
            <a:extLst>
              <a:ext uri="{FF2B5EF4-FFF2-40B4-BE49-F238E27FC236}">
                <a16:creationId xmlns:a16="http://schemas.microsoft.com/office/drawing/2014/main" id="{C1570766-3B10-8DBF-1C23-48384C0D9A08}"/>
              </a:ext>
            </a:extLst>
          </p:cNvPr>
          <p:cNvSpPr>
            <a:spLocks noGrp="1"/>
          </p:cNvSpPr>
          <p:nvPr>
            <p:ph type="body" sz="quarter" idx="36"/>
          </p:nvPr>
        </p:nvSpPr>
        <p:spPr/>
        <p:txBody>
          <a:bodyPr/>
          <a:lstStyle/>
          <a:p>
            <a:endParaRPr lang="en-US"/>
          </a:p>
        </p:txBody>
      </p:sp>
      <p:sp>
        <p:nvSpPr>
          <p:cNvPr id="10" name="Text Placeholder 9">
            <a:extLst>
              <a:ext uri="{FF2B5EF4-FFF2-40B4-BE49-F238E27FC236}">
                <a16:creationId xmlns:a16="http://schemas.microsoft.com/office/drawing/2014/main" id="{388296E6-0580-B10F-EA18-AC22E468C0BE}"/>
              </a:ext>
            </a:extLst>
          </p:cNvPr>
          <p:cNvSpPr>
            <a:spLocks noGrp="1"/>
          </p:cNvSpPr>
          <p:nvPr>
            <p:ph type="body" sz="quarter" idx="37"/>
          </p:nvPr>
        </p:nvSpPr>
        <p:spPr/>
        <p:txBody>
          <a:bodyPr/>
          <a:lstStyle/>
          <a:p>
            <a:endParaRPr lang="en-US"/>
          </a:p>
        </p:txBody>
      </p:sp>
      <p:sp>
        <p:nvSpPr>
          <p:cNvPr id="28" name="Text Placeholder 24">
            <a:extLst>
              <a:ext uri="{FF2B5EF4-FFF2-40B4-BE49-F238E27FC236}">
                <a16:creationId xmlns:a16="http://schemas.microsoft.com/office/drawing/2014/main" id="{55C46D3F-55FE-3B4A-FC3F-21D500359FFA}"/>
              </a:ext>
            </a:extLst>
          </p:cNvPr>
          <p:cNvSpPr txBox="1">
            <a:spLocks/>
          </p:cNvSpPr>
          <p:nvPr/>
        </p:nvSpPr>
        <p:spPr>
          <a:xfrm>
            <a:off x="445662" y="1901633"/>
            <a:ext cx="4973701" cy="3767642"/>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add text</a:t>
            </a:r>
          </a:p>
          <a:p>
            <a:pPr marL="914400" lvl="1" indent="-171450"/>
            <a:r>
              <a:rPr lang="en-US" dirty="0"/>
              <a:t>Click to add text</a:t>
            </a:r>
          </a:p>
        </p:txBody>
      </p:sp>
    </p:spTree>
    <p:extLst>
      <p:ext uri="{BB962C8B-B14F-4D97-AF65-F5344CB8AC3E}">
        <p14:creationId xmlns:p14="http://schemas.microsoft.com/office/powerpoint/2010/main" val="647541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8D54F67-7113-0812-A42F-D50A56FCACD0}"/>
              </a:ext>
            </a:extLst>
          </p:cNvPr>
          <p:cNvSpPr>
            <a:spLocks noGrp="1"/>
          </p:cNvSpPr>
          <p:nvPr>
            <p:ph type="ftr" sz="quarter" idx="11"/>
          </p:nvPr>
        </p:nvSpPr>
        <p:spPr/>
        <p:txBody>
          <a:bodyPr/>
          <a:lstStyle/>
          <a:p>
            <a:r>
              <a:rPr lang="en-US"/>
              <a:t>Add Metadata here in Slide Masster &gt; Insert &gt; Slide Number</a:t>
            </a:r>
            <a:endParaRPr lang="en-US" dirty="0"/>
          </a:p>
        </p:txBody>
      </p:sp>
      <p:sp>
        <p:nvSpPr>
          <p:cNvPr id="3" name="Slide Number Placeholder 2">
            <a:extLst>
              <a:ext uri="{FF2B5EF4-FFF2-40B4-BE49-F238E27FC236}">
                <a16:creationId xmlns:a16="http://schemas.microsoft.com/office/drawing/2014/main" id="{6258B538-68E0-4D94-4EFB-CC86A7D7A195}"/>
              </a:ext>
            </a:extLst>
          </p:cNvPr>
          <p:cNvSpPr>
            <a:spLocks noGrp="1"/>
          </p:cNvSpPr>
          <p:nvPr>
            <p:ph type="sldNum" sz="quarter" idx="12"/>
          </p:nvPr>
        </p:nvSpPr>
        <p:spPr/>
        <p:txBody>
          <a:bodyPr/>
          <a:lstStyle/>
          <a:p>
            <a:fld id="{1A187C66-C235-1C41-B065-EF4AE27E6170}" type="slidenum">
              <a:rPr lang="en-US" smtClean="0"/>
              <a:pPr/>
              <a:t>9</a:t>
            </a:fld>
            <a:endParaRPr lang="en-US" dirty="0"/>
          </a:p>
        </p:txBody>
      </p:sp>
      <p:sp>
        <p:nvSpPr>
          <p:cNvPr id="10" name="Picture Placeholder 9">
            <a:extLst>
              <a:ext uri="{FF2B5EF4-FFF2-40B4-BE49-F238E27FC236}">
                <a16:creationId xmlns:a16="http://schemas.microsoft.com/office/drawing/2014/main" id="{4202D5D4-397E-CE8D-112B-7A236038AF23}"/>
              </a:ext>
            </a:extLst>
          </p:cNvPr>
          <p:cNvSpPr>
            <a:spLocks noGrp="1"/>
          </p:cNvSpPr>
          <p:nvPr>
            <p:ph type="pic" sz="quarter" idx="14"/>
          </p:nvPr>
        </p:nvSpPr>
        <p:spPr/>
        <p:txBody>
          <a:bodyPr/>
          <a:lstStyle/>
          <a:p>
            <a:endParaRPr lang="en-US"/>
          </a:p>
        </p:txBody>
      </p:sp>
      <p:sp>
        <p:nvSpPr>
          <p:cNvPr id="11" name="Text Placeholder 10">
            <a:extLst>
              <a:ext uri="{FF2B5EF4-FFF2-40B4-BE49-F238E27FC236}">
                <a16:creationId xmlns:a16="http://schemas.microsoft.com/office/drawing/2014/main" id="{DC79A79A-88E7-FFB5-129D-BEE3162EB049}"/>
              </a:ext>
            </a:extLst>
          </p:cNvPr>
          <p:cNvSpPr>
            <a:spLocks noGrp="1"/>
          </p:cNvSpPr>
          <p:nvPr>
            <p:ph type="body" sz="quarter" idx="36"/>
          </p:nvPr>
        </p:nvSpPr>
        <p:spPr/>
        <p:txBody>
          <a:bodyPr/>
          <a:lstStyle/>
          <a:p>
            <a:endParaRPr lang="en-US"/>
          </a:p>
        </p:txBody>
      </p:sp>
      <p:sp>
        <p:nvSpPr>
          <p:cNvPr id="12" name="Text Placeholder 11">
            <a:extLst>
              <a:ext uri="{FF2B5EF4-FFF2-40B4-BE49-F238E27FC236}">
                <a16:creationId xmlns:a16="http://schemas.microsoft.com/office/drawing/2014/main" id="{CBAA88E0-6307-3D0A-14B0-0A939F131999}"/>
              </a:ext>
            </a:extLst>
          </p:cNvPr>
          <p:cNvSpPr>
            <a:spLocks noGrp="1"/>
          </p:cNvSpPr>
          <p:nvPr>
            <p:ph type="body" sz="quarter" idx="37"/>
          </p:nvPr>
        </p:nvSpPr>
        <p:spPr/>
        <p:txBody>
          <a:bodyPr/>
          <a:lstStyle/>
          <a:p>
            <a:endParaRPr lang="en-US"/>
          </a:p>
        </p:txBody>
      </p:sp>
      <p:sp>
        <p:nvSpPr>
          <p:cNvPr id="13" name="Text Placeholder 12">
            <a:extLst>
              <a:ext uri="{FF2B5EF4-FFF2-40B4-BE49-F238E27FC236}">
                <a16:creationId xmlns:a16="http://schemas.microsoft.com/office/drawing/2014/main" id="{0828EBE8-0BC4-E0F3-DBFD-356327347B60}"/>
              </a:ext>
            </a:extLst>
          </p:cNvPr>
          <p:cNvSpPr>
            <a:spLocks noGrp="1"/>
          </p:cNvSpPr>
          <p:nvPr>
            <p:ph type="body" sz="quarter" idx="4294967295"/>
          </p:nvPr>
        </p:nvSpPr>
        <p:spPr>
          <a:xfrm>
            <a:off x="6728037" y="1828801"/>
            <a:ext cx="4986337" cy="2168434"/>
          </a:xfrm>
        </p:spPr>
        <p:txBody>
          <a:bodyPr/>
          <a:lstStyle/>
          <a:p>
            <a:endParaRPr lang="en-US"/>
          </a:p>
        </p:txBody>
      </p:sp>
    </p:spTree>
    <p:extLst>
      <p:ext uri="{BB962C8B-B14F-4D97-AF65-F5344CB8AC3E}">
        <p14:creationId xmlns:p14="http://schemas.microsoft.com/office/powerpoint/2010/main" val="624182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0D28A9-E647-50A9-0A42-4D5771E19324}"/>
              </a:ext>
            </a:extLst>
          </p:cNvPr>
          <p:cNvSpPr>
            <a:spLocks noGrp="1"/>
          </p:cNvSpPr>
          <p:nvPr>
            <p:ph type="ftr" sz="quarter" idx="11"/>
          </p:nvPr>
        </p:nvSpPr>
        <p:spPr/>
        <p:txBody>
          <a:bodyPr/>
          <a:lstStyle/>
          <a:p>
            <a:r>
              <a:rPr lang="en-US"/>
              <a:t>Add Metadata here in Slide Masster &gt; Insert &gt; Slide Number</a:t>
            </a:r>
            <a:endParaRPr lang="en-US" dirty="0"/>
          </a:p>
        </p:txBody>
      </p:sp>
      <p:sp>
        <p:nvSpPr>
          <p:cNvPr id="3" name="Slide Number Placeholder 2">
            <a:extLst>
              <a:ext uri="{FF2B5EF4-FFF2-40B4-BE49-F238E27FC236}">
                <a16:creationId xmlns:a16="http://schemas.microsoft.com/office/drawing/2014/main" id="{200AE701-C4D7-4F8A-6D2E-7252B2F03125}"/>
              </a:ext>
            </a:extLst>
          </p:cNvPr>
          <p:cNvSpPr>
            <a:spLocks noGrp="1"/>
          </p:cNvSpPr>
          <p:nvPr>
            <p:ph type="sldNum" sz="quarter" idx="12"/>
          </p:nvPr>
        </p:nvSpPr>
        <p:spPr/>
        <p:txBody>
          <a:bodyPr/>
          <a:lstStyle/>
          <a:p>
            <a:fld id="{1A187C66-C235-1C41-B065-EF4AE27E6170}" type="slidenum">
              <a:rPr lang="en-US" smtClean="0"/>
              <a:pPr/>
              <a:t>10</a:t>
            </a:fld>
            <a:endParaRPr lang="en-US" dirty="0"/>
          </a:p>
        </p:txBody>
      </p:sp>
      <p:sp>
        <p:nvSpPr>
          <p:cNvPr id="9" name="Picture Placeholder 8">
            <a:extLst>
              <a:ext uri="{FF2B5EF4-FFF2-40B4-BE49-F238E27FC236}">
                <a16:creationId xmlns:a16="http://schemas.microsoft.com/office/drawing/2014/main" id="{B6BCC185-FE6B-2C0B-4EFF-34D8D0C3D97D}"/>
              </a:ext>
            </a:extLst>
          </p:cNvPr>
          <p:cNvSpPr>
            <a:spLocks noGrp="1"/>
          </p:cNvSpPr>
          <p:nvPr>
            <p:ph type="pic" sz="quarter" idx="14"/>
          </p:nvPr>
        </p:nvSpPr>
        <p:spPr/>
        <p:txBody>
          <a:bodyPr/>
          <a:lstStyle/>
          <a:p>
            <a:endParaRPr lang="en-US"/>
          </a:p>
        </p:txBody>
      </p:sp>
      <p:sp>
        <p:nvSpPr>
          <p:cNvPr id="10" name="Text Placeholder 9">
            <a:extLst>
              <a:ext uri="{FF2B5EF4-FFF2-40B4-BE49-F238E27FC236}">
                <a16:creationId xmlns:a16="http://schemas.microsoft.com/office/drawing/2014/main" id="{1969DB2A-224D-0400-DD72-D0BFE6CA582E}"/>
              </a:ext>
            </a:extLst>
          </p:cNvPr>
          <p:cNvSpPr>
            <a:spLocks noGrp="1"/>
          </p:cNvSpPr>
          <p:nvPr>
            <p:ph type="body" sz="quarter" idx="36"/>
          </p:nvPr>
        </p:nvSpPr>
        <p:spPr/>
        <p:txBody>
          <a:bodyPr/>
          <a:lstStyle/>
          <a:p>
            <a:endParaRPr lang="en-US"/>
          </a:p>
        </p:txBody>
      </p:sp>
      <p:sp>
        <p:nvSpPr>
          <p:cNvPr id="11" name="Text Placeholder 10">
            <a:extLst>
              <a:ext uri="{FF2B5EF4-FFF2-40B4-BE49-F238E27FC236}">
                <a16:creationId xmlns:a16="http://schemas.microsoft.com/office/drawing/2014/main" id="{B91C984E-F527-AB6F-AE62-7B3B025B913C}"/>
              </a:ext>
            </a:extLst>
          </p:cNvPr>
          <p:cNvSpPr>
            <a:spLocks noGrp="1"/>
          </p:cNvSpPr>
          <p:nvPr>
            <p:ph type="body" sz="quarter" idx="37"/>
          </p:nvPr>
        </p:nvSpPr>
        <p:spPr/>
        <p:txBody>
          <a:bodyPr/>
          <a:lstStyle/>
          <a:p>
            <a:endParaRPr lang="en-US"/>
          </a:p>
        </p:txBody>
      </p:sp>
      <p:sp>
        <p:nvSpPr>
          <p:cNvPr id="8" name="Text Placeholder 24">
            <a:extLst>
              <a:ext uri="{FF2B5EF4-FFF2-40B4-BE49-F238E27FC236}">
                <a16:creationId xmlns:a16="http://schemas.microsoft.com/office/drawing/2014/main" id="{1E02F714-8572-BC6C-95EA-3B454CD67AC3}"/>
              </a:ext>
            </a:extLst>
          </p:cNvPr>
          <p:cNvSpPr txBox="1">
            <a:spLocks/>
          </p:cNvSpPr>
          <p:nvPr/>
        </p:nvSpPr>
        <p:spPr>
          <a:xfrm>
            <a:off x="6728038" y="1829792"/>
            <a:ext cx="4973701" cy="3767642"/>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add text</a:t>
            </a:r>
          </a:p>
          <a:p>
            <a:pPr marL="914400" lvl="1" indent="-171450"/>
            <a:r>
              <a:rPr lang="en-US" dirty="0"/>
              <a:t>Click to add text</a:t>
            </a:r>
          </a:p>
        </p:txBody>
      </p:sp>
    </p:spTree>
    <p:extLst>
      <p:ext uri="{BB962C8B-B14F-4D97-AF65-F5344CB8AC3E}">
        <p14:creationId xmlns:p14="http://schemas.microsoft.com/office/powerpoint/2010/main" val="219467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A88154E-AC79-E16C-7782-673D523B874A}"/>
              </a:ext>
            </a:extLst>
          </p:cNvPr>
          <p:cNvSpPr>
            <a:spLocks noGrp="1"/>
          </p:cNvSpPr>
          <p:nvPr>
            <p:ph type="pic" sz="quarter" idx="14"/>
          </p:nvPr>
        </p:nvSpPr>
        <p:spPr/>
        <p:txBody>
          <a:bodyPr/>
          <a:lstStyle/>
          <a:p>
            <a:endParaRPr lang="en-US"/>
          </a:p>
        </p:txBody>
      </p:sp>
      <p:sp>
        <p:nvSpPr>
          <p:cNvPr id="4" name="Slide Number Placeholder 3">
            <a:extLst>
              <a:ext uri="{FF2B5EF4-FFF2-40B4-BE49-F238E27FC236}">
                <a16:creationId xmlns:a16="http://schemas.microsoft.com/office/drawing/2014/main" id="{DFCB9997-8765-C69F-5A37-9493A44DC409}"/>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11</a:t>
            </a:fld>
            <a:endParaRPr lang="en-US" dirty="0"/>
          </a:p>
        </p:txBody>
      </p:sp>
      <p:sp>
        <p:nvSpPr>
          <p:cNvPr id="5" name="Text Placeholder 4">
            <a:extLst>
              <a:ext uri="{FF2B5EF4-FFF2-40B4-BE49-F238E27FC236}">
                <a16:creationId xmlns:a16="http://schemas.microsoft.com/office/drawing/2014/main" id="{C7D848A8-A2FA-9DD5-B490-0EE23005CD67}"/>
              </a:ext>
            </a:extLst>
          </p:cNvPr>
          <p:cNvSpPr>
            <a:spLocks noGrp="1" noRot="1" noMove="1" noResize="1" noEditPoints="1" noAdjustHandles="1" noChangeArrowheads="1" noChangeShapeType="1"/>
          </p:cNvSpPr>
          <p:nvPr>
            <p:ph type="body" sz="quarter" idx="17"/>
          </p:nvPr>
        </p:nvSpPr>
        <p:spPr/>
        <p:txBody>
          <a:bodyPr/>
          <a:lstStyle/>
          <a:p>
            <a:endParaRPr lang="en-US"/>
          </a:p>
        </p:txBody>
      </p:sp>
      <p:sp>
        <p:nvSpPr>
          <p:cNvPr id="6" name="Text Placeholder 5">
            <a:extLst>
              <a:ext uri="{FF2B5EF4-FFF2-40B4-BE49-F238E27FC236}">
                <a16:creationId xmlns:a16="http://schemas.microsoft.com/office/drawing/2014/main" id="{1443BEF0-40DD-840C-71E5-FC8DB72CE141}"/>
              </a:ext>
            </a:extLst>
          </p:cNvPr>
          <p:cNvSpPr>
            <a:spLocks noGrp="1" noRot="1" noMove="1" noResize="1" noEditPoints="1" noAdjustHandles="1" noChangeArrowheads="1" noChangeShapeType="1"/>
          </p:cNvSpPr>
          <p:nvPr>
            <p:ph type="body" sz="quarter" idx="18"/>
          </p:nvPr>
        </p:nvSpPr>
        <p:spPr/>
        <p:txBody>
          <a:bodyPr/>
          <a:lstStyle/>
          <a:p>
            <a:endParaRPr lang="en-US"/>
          </a:p>
        </p:txBody>
      </p:sp>
      <p:sp>
        <p:nvSpPr>
          <p:cNvPr id="7" name="Text Placeholder 6">
            <a:extLst>
              <a:ext uri="{FF2B5EF4-FFF2-40B4-BE49-F238E27FC236}">
                <a16:creationId xmlns:a16="http://schemas.microsoft.com/office/drawing/2014/main" id="{2584C5E5-B3E8-8182-D88F-179DA135975B}"/>
              </a:ext>
            </a:extLst>
          </p:cNvPr>
          <p:cNvSpPr>
            <a:spLocks noGrp="1" noRot="1" noMove="1" noResize="1" noEditPoints="1" noAdjustHandles="1" noChangeArrowheads="1" noChangeShapeType="1"/>
          </p:cNvSpPr>
          <p:nvPr>
            <p:ph type="body" sz="quarter" idx="19"/>
          </p:nvPr>
        </p:nvSpPr>
        <p:spPr/>
        <p:txBody>
          <a:bodyPr/>
          <a:lstStyle/>
          <a:p>
            <a:endParaRPr lang="en-US"/>
          </a:p>
        </p:txBody>
      </p:sp>
      <p:sp>
        <p:nvSpPr>
          <p:cNvPr id="8" name="Text Placeholder 7">
            <a:extLst>
              <a:ext uri="{FF2B5EF4-FFF2-40B4-BE49-F238E27FC236}">
                <a16:creationId xmlns:a16="http://schemas.microsoft.com/office/drawing/2014/main" id="{33558359-1CC2-F3C5-EF3D-B427C858061F}"/>
              </a:ext>
            </a:extLst>
          </p:cNvPr>
          <p:cNvSpPr>
            <a:spLocks noGrp="1" noRot="1" noMove="1" noResize="1" noEditPoints="1" noAdjustHandles="1" noChangeArrowheads="1" noChangeShapeType="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F3073504-478B-DE6D-65E3-37A5EFC51E42}"/>
              </a:ext>
            </a:extLst>
          </p:cNvPr>
          <p:cNvSpPr>
            <a:spLocks noGrp="1" noRot="1" noMove="1" noResize="1" noEditPoints="1" noAdjustHandles="1" noChangeArrowheads="1" noChangeShapeType="1"/>
          </p:cNvSpPr>
          <p:nvPr>
            <p:ph type="body" sz="quarter" idx="37"/>
          </p:nvPr>
        </p:nvSpPr>
        <p:spPr/>
        <p:txBody>
          <a:bodyPr/>
          <a:lstStyle/>
          <a:p>
            <a:endParaRPr lang="en-US"/>
          </a:p>
        </p:txBody>
      </p:sp>
      <p:cxnSp>
        <p:nvCxnSpPr>
          <p:cNvPr id="13" name="Straight Connector 12">
            <a:extLst>
              <a:ext uri="{FF2B5EF4-FFF2-40B4-BE49-F238E27FC236}">
                <a16:creationId xmlns:a16="http://schemas.microsoft.com/office/drawing/2014/main" id="{4F3043E5-E092-654D-57B1-DB978C6D4F32}"/>
              </a:ext>
            </a:extLst>
          </p:cNvPr>
          <p:cNvCxnSpPr>
            <a:cxnSpLocks noGrp="1" noRot="1" noMove="1" noResize="1" noEditPoints="1" noAdjustHandles="1" noChangeArrowheads="1" noChangeShapeType="1"/>
          </p:cNvCxnSpPr>
          <p:nvPr/>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10" name="Footer Placeholder 9">
            <a:extLst>
              <a:ext uri="{FF2B5EF4-FFF2-40B4-BE49-F238E27FC236}">
                <a16:creationId xmlns:a16="http://schemas.microsoft.com/office/drawing/2014/main" id="{F86A909D-A294-8AE0-6ED2-959B07192BC6}"/>
              </a:ext>
            </a:extLst>
          </p:cNvPr>
          <p:cNvSpPr>
            <a:spLocks noGrp="1"/>
          </p:cNvSpPr>
          <p:nvPr>
            <p:ph type="ftr" sz="quarter" idx="11"/>
          </p:nvPr>
        </p:nvSpPr>
        <p:spPr/>
        <p:txBody>
          <a:bodyPr/>
          <a:lstStyle/>
          <a:p>
            <a:r>
              <a:rPr lang="en-US" dirty="0"/>
              <a:t>Add Metadata here in Slide Master &gt; Insert &gt; Slide Number</a:t>
            </a:r>
            <a:endParaRPr lang="en-US" dirty="0">
              <a:solidFill>
                <a:schemeClr val="bg2"/>
              </a:solidFill>
            </a:endParaRPr>
          </a:p>
        </p:txBody>
      </p:sp>
    </p:spTree>
    <p:extLst>
      <p:ext uri="{BB962C8B-B14F-4D97-AF65-F5344CB8AC3E}">
        <p14:creationId xmlns:p14="http://schemas.microsoft.com/office/powerpoint/2010/main" val="3631307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3CFD3C-C44D-899D-D4C5-94492DF37177}"/>
              </a:ext>
            </a:extLst>
          </p:cNvPr>
          <p:cNvSpPr>
            <a:spLocks noGrp="1"/>
          </p:cNvSpPr>
          <p:nvPr>
            <p:ph type="pic" sz="quarter" idx="14"/>
          </p:nvPr>
        </p:nvSpPr>
        <p:spPr/>
        <p:txBody>
          <a:bodyPr/>
          <a:lstStyle/>
          <a:p>
            <a:endParaRPr lang="en-US"/>
          </a:p>
        </p:txBody>
      </p:sp>
      <p:sp>
        <p:nvSpPr>
          <p:cNvPr id="4" name="Slide Number Placeholder 3">
            <a:extLst>
              <a:ext uri="{FF2B5EF4-FFF2-40B4-BE49-F238E27FC236}">
                <a16:creationId xmlns:a16="http://schemas.microsoft.com/office/drawing/2014/main" id="{7AF5E3F0-66F9-81D7-8CDE-07DA2783EDAC}"/>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12</a:t>
            </a:fld>
            <a:endParaRPr lang="en-US" dirty="0"/>
          </a:p>
        </p:txBody>
      </p:sp>
      <p:sp>
        <p:nvSpPr>
          <p:cNvPr id="11" name="Text Placeholder 10">
            <a:extLst>
              <a:ext uri="{FF2B5EF4-FFF2-40B4-BE49-F238E27FC236}">
                <a16:creationId xmlns:a16="http://schemas.microsoft.com/office/drawing/2014/main" id="{FC719682-1F6C-13A5-7B66-342E6D6563B2}"/>
              </a:ext>
            </a:extLst>
          </p:cNvPr>
          <p:cNvSpPr>
            <a:spLocks noGrp="1" noRot="1" noMove="1" noResize="1" noEditPoints="1" noAdjustHandles="1" noChangeArrowheads="1" noChangeShapeType="1"/>
          </p:cNvSpPr>
          <p:nvPr>
            <p:ph type="body" sz="quarter" idx="17"/>
          </p:nvPr>
        </p:nvSpPr>
        <p:spPr/>
        <p:txBody>
          <a:bodyPr/>
          <a:lstStyle/>
          <a:p>
            <a:endParaRPr lang="en-US" dirty="0"/>
          </a:p>
        </p:txBody>
      </p:sp>
      <p:sp>
        <p:nvSpPr>
          <p:cNvPr id="12" name="Text Placeholder 11">
            <a:extLst>
              <a:ext uri="{FF2B5EF4-FFF2-40B4-BE49-F238E27FC236}">
                <a16:creationId xmlns:a16="http://schemas.microsoft.com/office/drawing/2014/main" id="{4F5ADCF4-22F4-6FC3-34ED-A48174D68C78}"/>
              </a:ext>
            </a:extLst>
          </p:cNvPr>
          <p:cNvSpPr>
            <a:spLocks noGrp="1" noRot="1" noMove="1" noResize="1" noEditPoints="1" noAdjustHandles="1" noChangeArrowheads="1" noChangeShapeType="1"/>
          </p:cNvSpPr>
          <p:nvPr>
            <p:ph type="body" sz="quarter" idx="18"/>
          </p:nvPr>
        </p:nvSpPr>
        <p:spPr/>
        <p:txBody>
          <a:bodyPr/>
          <a:lstStyle/>
          <a:p>
            <a:endParaRPr lang="en-US" dirty="0"/>
          </a:p>
        </p:txBody>
      </p:sp>
      <p:sp>
        <p:nvSpPr>
          <p:cNvPr id="13" name="Text Placeholder 12">
            <a:extLst>
              <a:ext uri="{FF2B5EF4-FFF2-40B4-BE49-F238E27FC236}">
                <a16:creationId xmlns:a16="http://schemas.microsoft.com/office/drawing/2014/main" id="{16EF6234-A33E-EB74-90C5-2752ACE79F15}"/>
              </a:ext>
            </a:extLst>
          </p:cNvPr>
          <p:cNvSpPr>
            <a:spLocks noGrp="1" noRot="1" noMove="1" noResize="1" noEditPoints="1" noAdjustHandles="1" noChangeArrowheads="1" noChangeShapeType="1"/>
          </p:cNvSpPr>
          <p:nvPr>
            <p:ph type="body" sz="quarter" idx="19"/>
          </p:nvPr>
        </p:nvSpPr>
        <p:spPr/>
        <p:txBody>
          <a:bodyPr/>
          <a:lstStyle/>
          <a:p>
            <a:endParaRPr lang="en-US" dirty="0"/>
          </a:p>
        </p:txBody>
      </p:sp>
      <p:sp>
        <p:nvSpPr>
          <p:cNvPr id="14" name="Text Placeholder 13">
            <a:extLst>
              <a:ext uri="{FF2B5EF4-FFF2-40B4-BE49-F238E27FC236}">
                <a16:creationId xmlns:a16="http://schemas.microsoft.com/office/drawing/2014/main" id="{F5EB0C94-A35F-A1FD-2598-3FF9A08FBBAC}"/>
              </a:ext>
            </a:extLst>
          </p:cNvPr>
          <p:cNvSpPr>
            <a:spLocks noGrp="1" noRot="1" noMove="1" noResize="1" noEditPoints="1" noAdjustHandles="1" noChangeArrowheads="1" noChangeShapeType="1"/>
          </p:cNvSpPr>
          <p:nvPr>
            <p:ph type="body" sz="quarter" idx="36"/>
          </p:nvPr>
        </p:nvSpPr>
        <p:spPr/>
        <p:txBody>
          <a:bodyPr/>
          <a:lstStyle/>
          <a:p>
            <a:endParaRPr lang="en-US" dirty="0"/>
          </a:p>
        </p:txBody>
      </p:sp>
      <p:sp>
        <p:nvSpPr>
          <p:cNvPr id="15" name="Text Placeholder 14">
            <a:extLst>
              <a:ext uri="{FF2B5EF4-FFF2-40B4-BE49-F238E27FC236}">
                <a16:creationId xmlns:a16="http://schemas.microsoft.com/office/drawing/2014/main" id="{0550802F-E920-18AD-C4F7-C9E1AFB110B4}"/>
              </a:ext>
            </a:extLst>
          </p:cNvPr>
          <p:cNvSpPr>
            <a:spLocks noGrp="1" noRot="1" noMove="1" noResize="1" noEditPoints="1" noAdjustHandles="1" noChangeArrowheads="1" noChangeShapeType="1"/>
          </p:cNvSpPr>
          <p:nvPr>
            <p:ph type="body" sz="quarter" idx="37"/>
          </p:nvPr>
        </p:nvSpPr>
        <p:spPr/>
        <p:txBody>
          <a:bodyPr/>
          <a:lstStyle/>
          <a:p>
            <a:endParaRPr lang="en-US" dirty="0"/>
          </a:p>
        </p:txBody>
      </p:sp>
      <p:sp>
        <p:nvSpPr>
          <p:cNvPr id="2" name="Footer Placeholder 1">
            <a:extLst>
              <a:ext uri="{FF2B5EF4-FFF2-40B4-BE49-F238E27FC236}">
                <a16:creationId xmlns:a16="http://schemas.microsoft.com/office/drawing/2014/main" id="{FD44C176-19D6-4BF7-6273-9E986C1C126B}"/>
              </a:ext>
            </a:extLst>
          </p:cNvPr>
          <p:cNvSpPr>
            <a:spLocks noGrp="1"/>
          </p:cNvSpPr>
          <p:nvPr>
            <p:ph type="ftr" sz="quarter" idx="11"/>
          </p:nvPr>
        </p:nvSpPr>
        <p:spPr/>
        <p:txBody>
          <a:bodyPr/>
          <a:lstStyle/>
          <a:p>
            <a:r>
              <a:rPr lang="en-US" dirty="0"/>
              <a:t>Add Metadata here in Slide Master &gt; Insert &gt; Slide Number</a:t>
            </a:r>
            <a:endParaRPr lang="en-US" dirty="0">
              <a:solidFill>
                <a:schemeClr val="bg2"/>
              </a:solidFill>
            </a:endParaRPr>
          </a:p>
        </p:txBody>
      </p:sp>
      <p:cxnSp>
        <p:nvCxnSpPr>
          <p:cNvPr id="3" name="Straight Connector 2">
            <a:extLst>
              <a:ext uri="{FF2B5EF4-FFF2-40B4-BE49-F238E27FC236}">
                <a16:creationId xmlns:a16="http://schemas.microsoft.com/office/drawing/2014/main" id="{A089D9CE-9A9E-46E9-6E0E-19A054A23292}"/>
              </a:ext>
            </a:extLst>
          </p:cNvPr>
          <p:cNvCxnSpPr/>
          <p:nvPr/>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099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639E10-ED71-59F0-8003-188B55362026}"/>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13</a:t>
            </a:fld>
            <a:endParaRPr lang="en-US" dirty="0"/>
          </a:p>
        </p:txBody>
      </p:sp>
      <p:sp>
        <p:nvSpPr>
          <p:cNvPr id="17" name="Text Placeholder 16">
            <a:extLst>
              <a:ext uri="{FF2B5EF4-FFF2-40B4-BE49-F238E27FC236}">
                <a16:creationId xmlns:a16="http://schemas.microsoft.com/office/drawing/2014/main" id="{107595CC-C0D3-10E0-F558-45EE23896E67}"/>
              </a:ext>
            </a:extLst>
          </p:cNvPr>
          <p:cNvSpPr>
            <a:spLocks noGrp="1" noRot="1" noMove="1" noResize="1" noEditPoints="1" noAdjustHandles="1" noChangeArrowheads="1" noChangeShapeType="1"/>
          </p:cNvSpPr>
          <p:nvPr>
            <p:ph type="body" sz="quarter" idx="36"/>
          </p:nvPr>
        </p:nvSpPr>
        <p:spPr/>
        <p:txBody>
          <a:bodyPr/>
          <a:lstStyle/>
          <a:p>
            <a:endParaRPr lang="en-US"/>
          </a:p>
        </p:txBody>
      </p:sp>
      <p:sp>
        <p:nvSpPr>
          <p:cNvPr id="5" name="Title 1">
            <a:extLst>
              <a:ext uri="{FF2B5EF4-FFF2-40B4-BE49-F238E27FC236}">
                <a16:creationId xmlns:a16="http://schemas.microsoft.com/office/drawing/2014/main" id="{9634BC23-6C92-05A8-69A7-57E2B17A61CF}"/>
              </a:ext>
            </a:extLst>
          </p:cNvPr>
          <p:cNvSpPr txBox="1">
            <a:spLocks noGrp="1" noRot="1" noMove="1" noResize="1" noEditPoints="1" noAdjustHandles="1" noChangeArrowheads="1" noChangeShapeType="1"/>
          </p:cNvSpPr>
          <p:nvPr/>
        </p:nvSpPr>
        <p:spPr>
          <a:xfrm>
            <a:off x="5740400" y="421464"/>
            <a:ext cx="2379133" cy="1195684"/>
          </a:xfrm>
          <a:prstGeom prst="rect">
            <a:avLst/>
          </a:prstGeom>
        </p:spPr>
        <p:txBody>
          <a:bodyPr vert="horz" lIns="0" tIns="0" rIns="91440" bIns="45720" rtlCol="0" anchor="t" anchorCtr="0">
            <a:normAutofit/>
          </a:bodyPr>
          <a:lstStyle>
            <a:lvl1pPr algn="ctr" defTabSz="914400" rtl="0" eaLnBrk="1" latinLnBrk="0" hangingPunct="1">
              <a:lnSpc>
                <a:spcPct val="95000"/>
              </a:lnSpc>
              <a:spcBef>
                <a:spcPct val="0"/>
              </a:spcBef>
              <a:buNone/>
              <a:defRPr lang="en-US" sz="7500" b="0" i="0" kern="1200" dirty="0">
                <a:solidFill>
                  <a:schemeClr val="bg2"/>
                </a:solidFill>
                <a:latin typeface="DM Sans 14pt ExtraLight" pitchFamily="2" charset="77"/>
                <a:ea typeface="+mj-ea"/>
                <a:cs typeface="+mj-cs"/>
              </a:defRPr>
            </a:lvl1pPr>
          </a:lstStyle>
          <a:p>
            <a:pPr algn="l"/>
            <a:r>
              <a:rPr lang="en-US" dirty="0"/>
              <a:t>76%</a:t>
            </a:r>
          </a:p>
        </p:txBody>
      </p:sp>
      <p:sp>
        <p:nvSpPr>
          <p:cNvPr id="6" name="Text Placeholder 13">
            <a:extLst>
              <a:ext uri="{FF2B5EF4-FFF2-40B4-BE49-F238E27FC236}">
                <a16:creationId xmlns:a16="http://schemas.microsoft.com/office/drawing/2014/main" id="{6560E84F-E19F-3219-8D6D-364F21E2FCE4}"/>
              </a:ext>
            </a:extLst>
          </p:cNvPr>
          <p:cNvSpPr txBox="1">
            <a:spLocks noGrp="1" noRot="1" noMove="1" noResize="1" noEditPoints="1" noAdjustHandles="1" noChangeArrowheads="1" noChangeShapeType="1"/>
          </p:cNvSpPr>
          <p:nvPr/>
        </p:nvSpPr>
        <p:spPr>
          <a:xfrm>
            <a:off x="5740401" y="1457874"/>
            <a:ext cx="2218266" cy="239623"/>
          </a:xfrm>
          <a:prstGeom prst="rect">
            <a:avLst/>
          </a:prstGeom>
        </p:spPr>
        <p:txBody>
          <a:bodyPr lIns="0" tIns="0"/>
          <a:lstStyle>
            <a:lvl1pPr marL="0" indent="0" algn="ctr" defTabSz="914400" rtl="0" eaLnBrk="1" latinLnBrk="0" hangingPunct="1">
              <a:lnSpc>
                <a:spcPct val="125000"/>
              </a:lnSpc>
              <a:spcBef>
                <a:spcPts val="1000"/>
              </a:spcBef>
              <a:buFontTx/>
              <a:buNone/>
              <a:defRPr sz="1400" b="0" i="0" kern="1200">
                <a:solidFill>
                  <a:schemeClr val="bg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200" b="1" dirty="0">
                <a:latin typeface="DM Sans 14pt SemiBold" pitchFamily="2" charset="77"/>
              </a:rPr>
              <a:t>Click to add body</a:t>
            </a:r>
          </a:p>
        </p:txBody>
      </p:sp>
      <p:sp>
        <p:nvSpPr>
          <p:cNvPr id="7" name="Text Placeholder 13">
            <a:extLst>
              <a:ext uri="{FF2B5EF4-FFF2-40B4-BE49-F238E27FC236}">
                <a16:creationId xmlns:a16="http://schemas.microsoft.com/office/drawing/2014/main" id="{085A6821-D707-8529-8A12-3B94D62DF681}"/>
              </a:ext>
            </a:extLst>
          </p:cNvPr>
          <p:cNvSpPr txBox="1">
            <a:spLocks noGrp="1" noRot="1" noMove="1" noResize="1" noEditPoints="1" noAdjustHandles="1" noChangeArrowheads="1" noChangeShapeType="1"/>
          </p:cNvSpPr>
          <p:nvPr/>
        </p:nvSpPr>
        <p:spPr>
          <a:xfrm>
            <a:off x="5740401" y="1781681"/>
            <a:ext cx="2218266" cy="982616"/>
          </a:xfrm>
          <a:prstGeom prst="rect">
            <a:avLst/>
          </a:prstGeom>
        </p:spPr>
        <p:txBody>
          <a:bodyPr lIns="0" tIns="0"/>
          <a:lstStyle>
            <a:lvl1pPr marL="0" indent="0" algn="ctr" defTabSz="914400" rtl="0" eaLnBrk="1" latinLnBrk="0" hangingPunct="1">
              <a:lnSpc>
                <a:spcPct val="125000"/>
              </a:lnSpc>
              <a:spcBef>
                <a:spcPts val="1000"/>
              </a:spcBef>
              <a:buFontTx/>
              <a:buNone/>
              <a:defRPr sz="1400" b="0" i="0" kern="1200">
                <a:solidFill>
                  <a:schemeClr val="bg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200" dirty="0"/>
              <a:t>Click to add body. Please keep to 4 lines or less.</a:t>
            </a:r>
          </a:p>
        </p:txBody>
      </p:sp>
      <p:sp>
        <p:nvSpPr>
          <p:cNvPr id="8" name="Title 1">
            <a:extLst>
              <a:ext uri="{FF2B5EF4-FFF2-40B4-BE49-F238E27FC236}">
                <a16:creationId xmlns:a16="http://schemas.microsoft.com/office/drawing/2014/main" id="{CACD30BA-D3AE-D197-57A9-C9501468A187}"/>
              </a:ext>
            </a:extLst>
          </p:cNvPr>
          <p:cNvSpPr txBox="1">
            <a:spLocks noGrp="1" noRot="1" noMove="1" noResize="1" noEditPoints="1" noAdjustHandles="1" noChangeArrowheads="1" noChangeShapeType="1"/>
          </p:cNvSpPr>
          <p:nvPr/>
        </p:nvSpPr>
        <p:spPr>
          <a:xfrm>
            <a:off x="5740400" y="3281499"/>
            <a:ext cx="2379133" cy="1195684"/>
          </a:xfrm>
          <a:prstGeom prst="rect">
            <a:avLst/>
          </a:prstGeom>
        </p:spPr>
        <p:txBody>
          <a:bodyPr vert="horz" lIns="0" tIns="0" rIns="91440" bIns="45720" rtlCol="0" anchor="t" anchorCtr="0">
            <a:normAutofit/>
          </a:bodyPr>
          <a:lstStyle>
            <a:lvl1pPr algn="ctr" defTabSz="914400" rtl="0" eaLnBrk="1" latinLnBrk="0" hangingPunct="1">
              <a:lnSpc>
                <a:spcPct val="95000"/>
              </a:lnSpc>
              <a:spcBef>
                <a:spcPct val="0"/>
              </a:spcBef>
              <a:buNone/>
              <a:defRPr lang="en-US" sz="7500" b="0" i="0" kern="1200" dirty="0">
                <a:solidFill>
                  <a:schemeClr val="bg2"/>
                </a:solidFill>
                <a:latin typeface="DM Sans 14pt ExtraLight" pitchFamily="2" charset="77"/>
                <a:ea typeface="+mj-ea"/>
                <a:cs typeface="+mj-cs"/>
              </a:defRPr>
            </a:lvl1pPr>
          </a:lstStyle>
          <a:p>
            <a:pPr algn="l"/>
            <a:r>
              <a:rPr lang="en-US" dirty="0"/>
              <a:t>1.2M</a:t>
            </a:r>
          </a:p>
        </p:txBody>
      </p:sp>
      <p:sp>
        <p:nvSpPr>
          <p:cNvPr id="9" name="Text Placeholder 13">
            <a:extLst>
              <a:ext uri="{FF2B5EF4-FFF2-40B4-BE49-F238E27FC236}">
                <a16:creationId xmlns:a16="http://schemas.microsoft.com/office/drawing/2014/main" id="{097ECF7F-9B6D-D98C-9832-3DD650C1DDC9}"/>
              </a:ext>
            </a:extLst>
          </p:cNvPr>
          <p:cNvSpPr txBox="1">
            <a:spLocks noGrp="1" noRot="1" noMove="1" noResize="1" noEditPoints="1" noAdjustHandles="1" noChangeArrowheads="1" noChangeShapeType="1"/>
          </p:cNvSpPr>
          <p:nvPr/>
        </p:nvSpPr>
        <p:spPr>
          <a:xfrm>
            <a:off x="5740401" y="4317909"/>
            <a:ext cx="2218266" cy="239623"/>
          </a:xfrm>
          <a:prstGeom prst="rect">
            <a:avLst/>
          </a:prstGeom>
        </p:spPr>
        <p:txBody>
          <a:bodyPr lIns="0" tIns="0"/>
          <a:lstStyle>
            <a:lvl1pPr marL="0" indent="0" algn="ctr" defTabSz="914400" rtl="0" eaLnBrk="1" latinLnBrk="0" hangingPunct="1">
              <a:lnSpc>
                <a:spcPct val="125000"/>
              </a:lnSpc>
              <a:spcBef>
                <a:spcPts val="1000"/>
              </a:spcBef>
              <a:buFontTx/>
              <a:buNone/>
              <a:defRPr sz="1400" b="0" i="0" kern="1200">
                <a:solidFill>
                  <a:schemeClr val="bg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200" b="1" dirty="0">
                <a:latin typeface="DM Sans 14pt SemiBold" pitchFamily="2" charset="77"/>
              </a:rPr>
              <a:t>Click to add body</a:t>
            </a:r>
          </a:p>
        </p:txBody>
      </p:sp>
      <p:sp>
        <p:nvSpPr>
          <p:cNvPr id="10" name="Text Placeholder 13">
            <a:extLst>
              <a:ext uri="{FF2B5EF4-FFF2-40B4-BE49-F238E27FC236}">
                <a16:creationId xmlns:a16="http://schemas.microsoft.com/office/drawing/2014/main" id="{427F1FAA-2360-C82C-1CBD-1C12F1E9D3DF}"/>
              </a:ext>
            </a:extLst>
          </p:cNvPr>
          <p:cNvSpPr txBox="1">
            <a:spLocks noGrp="1" noRot="1" noMove="1" noResize="1" noEditPoints="1" noAdjustHandles="1" noChangeArrowheads="1" noChangeShapeType="1"/>
          </p:cNvSpPr>
          <p:nvPr/>
        </p:nvSpPr>
        <p:spPr>
          <a:xfrm>
            <a:off x="5740401" y="4641716"/>
            <a:ext cx="2218266" cy="982616"/>
          </a:xfrm>
          <a:prstGeom prst="rect">
            <a:avLst/>
          </a:prstGeom>
        </p:spPr>
        <p:txBody>
          <a:bodyPr lIns="0" tIns="0"/>
          <a:lstStyle>
            <a:lvl1pPr marL="0" indent="0" algn="ctr" defTabSz="914400" rtl="0" eaLnBrk="1" latinLnBrk="0" hangingPunct="1">
              <a:lnSpc>
                <a:spcPct val="125000"/>
              </a:lnSpc>
              <a:spcBef>
                <a:spcPts val="1000"/>
              </a:spcBef>
              <a:buFontTx/>
              <a:buNone/>
              <a:defRPr sz="1400" b="0" i="0" kern="1200">
                <a:solidFill>
                  <a:schemeClr val="bg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200" dirty="0"/>
              <a:t>Click to add body. Please keep to 4 lines or less.</a:t>
            </a:r>
          </a:p>
        </p:txBody>
      </p:sp>
      <p:sp>
        <p:nvSpPr>
          <p:cNvPr id="11" name="Title 1">
            <a:extLst>
              <a:ext uri="{FF2B5EF4-FFF2-40B4-BE49-F238E27FC236}">
                <a16:creationId xmlns:a16="http://schemas.microsoft.com/office/drawing/2014/main" id="{A2C3E228-572D-451C-40E0-C690083A8E3F}"/>
              </a:ext>
            </a:extLst>
          </p:cNvPr>
          <p:cNvSpPr txBox="1">
            <a:spLocks noGrp="1" noRot="1" noMove="1" noResize="1" noEditPoints="1" noAdjustHandles="1" noChangeArrowheads="1" noChangeShapeType="1"/>
          </p:cNvSpPr>
          <p:nvPr/>
        </p:nvSpPr>
        <p:spPr>
          <a:xfrm>
            <a:off x="8881533" y="417355"/>
            <a:ext cx="2379133" cy="1195684"/>
          </a:xfrm>
          <a:prstGeom prst="rect">
            <a:avLst/>
          </a:prstGeom>
        </p:spPr>
        <p:txBody>
          <a:bodyPr vert="horz" lIns="0" tIns="0" rIns="91440" bIns="45720" rtlCol="0" anchor="t" anchorCtr="0">
            <a:normAutofit/>
          </a:bodyPr>
          <a:lstStyle>
            <a:lvl1pPr algn="ctr" defTabSz="914400" rtl="0" eaLnBrk="1" latinLnBrk="0" hangingPunct="1">
              <a:lnSpc>
                <a:spcPct val="95000"/>
              </a:lnSpc>
              <a:spcBef>
                <a:spcPct val="0"/>
              </a:spcBef>
              <a:buNone/>
              <a:defRPr lang="en-US" sz="7500" b="0" i="0" kern="1200" dirty="0">
                <a:solidFill>
                  <a:schemeClr val="bg2"/>
                </a:solidFill>
                <a:latin typeface="DM Sans 14pt ExtraLight" pitchFamily="2" charset="77"/>
                <a:ea typeface="+mj-ea"/>
                <a:cs typeface="+mj-cs"/>
              </a:defRPr>
            </a:lvl1pPr>
          </a:lstStyle>
          <a:p>
            <a:pPr algn="l"/>
            <a:r>
              <a:rPr lang="en-US" dirty="0"/>
              <a:t>90K</a:t>
            </a:r>
          </a:p>
        </p:txBody>
      </p:sp>
      <p:sp>
        <p:nvSpPr>
          <p:cNvPr id="12" name="Text Placeholder 13">
            <a:extLst>
              <a:ext uri="{FF2B5EF4-FFF2-40B4-BE49-F238E27FC236}">
                <a16:creationId xmlns:a16="http://schemas.microsoft.com/office/drawing/2014/main" id="{7F05C6E2-F5B9-B2FA-CAA4-C138BBE90D1C}"/>
              </a:ext>
            </a:extLst>
          </p:cNvPr>
          <p:cNvSpPr txBox="1">
            <a:spLocks noGrp="1" noRot="1" noMove="1" noResize="1" noEditPoints="1" noAdjustHandles="1" noChangeArrowheads="1" noChangeShapeType="1"/>
          </p:cNvSpPr>
          <p:nvPr/>
        </p:nvSpPr>
        <p:spPr>
          <a:xfrm>
            <a:off x="8881534" y="1453765"/>
            <a:ext cx="2218266" cy="239623"/>
          </a:xfrm>
          <a:prstGeom prst="rect">
            <a:avLst/>
          </a:prstGeom>
        </p:spPr>
        <p:txBody>
          <a:bodyPr lIns="0" tIns="0"/>
          <a:lstStyle>
            <a:lvl1pPr marL="0" indent="0" algn="ctr" defTabSz="914400" rtl="0" eaLnBrk="1" latinLnBrk="0" hangingPunct="1">
              <a:lnSpc>
                <a:spcPct val="125000"/>
              </a:lnSpc>
              <a:spcBef>
                <a:spcPts val="1000"/>
              </a:spcBef>
              <a:buFontTx/>
              <a:buNone/>
              <a:defRPr sz="1400" b="0" i="0" kern="1200">
                <a:solidFill>
                  <a:schemeClr val="bg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200" b="1" dirty="0">
                <a:latin typeface="DM Sans 14pt SemiBold" pitchFamily="2" charset="77"/>
              </a:rPr>
              <a:t>Click to add body</a:t>
            </a:r>
          </a:p>
        </p:txBody>
      </p:sp>
      <p:sp>
        <p:nvSpPr>
          <p:cNvPr id="13" name="Text Placeholder 13">
            <a:extLst>
              <a:ext uri="{FF2B5EF4-FFF2-40B4-BE49-F238E27FC236}">
                <a16:creationId xmlns:a16="http://schemas.microsoft.com/office/drawing/2014/main" id="{1D8D99BC-D128-0822-84E8-01DFEDF8A3EA}"/>
              </a:ext>
            </a:extLst>
          </p:cNvPr>
          <p:cNvSpPr txBox="1">
            <a:spLocks noGrp="1" noRot="1" noMove="1" noResize="1" noEditPoints="1" noAdjustHandles="1" noChangeArrowheads="1" noChangeShapeType="1"/>
          </p:cNvSpPr>
          <p:nvPr/>
        </p:nvSpPr>
        <p:spPr>
          <a:xfrm>
            <a:off x="8881534" y="1777572"/>
            <a:ext cx="2218266" cy="982616"/>
          </a:xfrm>
          <a:prstGeom prst="rect">
            <a:avLst/>
          </a:prstGeom>
        </p:spPr>
        <p:txBody>
          <a:bodyPr lIns="0" tIns="0"/>
          <a:lstStyle>
            <a:lvl1pPr marL="0" indent="0" algn="ctr" defTabSz="914400" rtl="0" eaLnBrk="1" latinLnBrk="0" hangingPunct="1">
              <a:lnSpc>
                <a:spcPct val="125000"/>
              </a:lnSpc>
              <a:spcBef>
                <a:spcPts val="1000"/>
              </a:spcBef>
              <a:buFontTx/>
              <a:buNone/>
              <a:defRPr sz="1400" b="0" i="0" kern="1200">
                <a:solidFill>
                  <a:schemeClr val="bg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200" dirty="0"/>
              <a:t>Click to add body. Please keep to 4 lines or less.</a:t>
            </a:r>
          </a:p>
        </p:txBody>
      </p:sp>
      <p:sp>
        <p:nvSpPr>
          <p:cNvPr id="14" name="Title 1">
            <a:extLst>
              <a:ext uri="{FF2B5EF4-FFF2-40B4-BE49-F238E27FC236}">
                <a16:creationId xmlns:a16="http://schemas.microsoft.com/office/drawing/2014/main" id="{6A190234-6198-92DE-35A5-E2C8F4AB72C2}"/>
              </a:ext>
            </a:extLst>
          </p:cNvPr>
          <p:cNvSpPr txBox="1">
            <a:spLocks noGrp="1" noRot="1" noMove="1" noResize="1" noEditPoints="1" noAdjustHandles="1" noChangeArrowheads="1" noChangeShapeType="1"/>
          </p:cNvSpPr>
          <p:nvPr/>
        </p:nvSpPr>
        <p:spPr>
          <a:xfrm>
            <a:off x="8881533" y="3277390"/>
            <a:ext cx="2827867" cy="1195684"/>
          </a:xfrm>
          <a:prstGeom prst="rect">
            <a:avLst/>
          </a:prstGeom>
        </p:spPr>
        <p:txBody>
          <a:bodyPr vert="horz" lIns="0" tIns="0" rIns="91440" bIns="45720" rtlCol="0" anchor="t" anchorCtr="0">
            <a:normAutofit/>
          </a:bodyPr>
          <a:lstStyle>
            <a:lvl1pPr algn="ctr" defTabSz="914400" rtl="0" eaLnBrk="1" latinLnBrk="0" hangingPunct="1">
              <a:lnSpc>
                <a:spcPct val="95000"/>
              </a:lnSpc>
              <a:spcBef>
                <a:spcPct val="0"/>
              </a:spcBef>
              <a:buNone/>
              <a:defRPr lang="en-US" sz="7500" b="0" i="0" kern="1200" dirty="0">
                <a:solidFill>
                  <a:schemeClr val="bg2"/>
                </a:solidFill>
                <a:latin typeface="DM Sans 14pt ExtraLight" pitchFamily="2" charset="77"/>
                <a:ea typeface="+mj-ea"/>
                <a:cs typeface="+mj-cs"/>
              </a:defRPr>
            </a:lvl1pPr>
          </a:lstStyle>
          <a:p>
            <a:pPr algn="l"/>
            <a:r>
              <a:rPr lang="en-US" dirty="0"/>
              <a:t>$200</a:t>
            </a:r>
          </a:p>
        </p:txBody>
      </p:sp>
      <p:sp>
        <p:nvSpPr>
          <p:cNvPr id="15" name="Text Placeholder 13">
            <a:extLst>
              <a:ext uri="{FF2B5EF4-FFF2-40B4-BE49-F238E27FC236}">
                <a16:creationId xmlns:a16="http://schemas.microsoft.com/office/drawing/2014/main" id="{2A8E9632-2219-CB2A-9018-CB8432F9E718}"/>
              </a:ext>
            </a:extLst>
          </p:cNvPr>
          <p:cNvSpPr txBox="1">
            <a:spLocks noGrp="1" noRot="1" noMove="1" noResize="1" noEditPoints="1" noAdjustHandles="1" noChangeArrowheads="1" noChangeShapeType="1"/>
          </p:cNvSpPr>
          <p:nvPr/>
        </p:nvSpPr>
        <p:spPr>
          <a:xfrm>
            <a:off x="8881534" y="4313800"/>
            <a:ext cx="2218266" cy="239623"/>
          </a:xfrm>
          <a:prstGeom prst="rect">
            <a:avLst/>
          </a:prstGeom>
        </p:spPr>
        <p:txBody>
          <a:bodyPr lIns="0" tIns="0"/>
          <a:lstStyle>
            <a:lvl1pPr marL="0" indent="0" algn="ctr" defTabSz="914400" rtl="0" eaLnBrk="1" latinLnBrk="0" hangingPunct="1">
              <a:lnSpc>
                <a:spcPct val="125000"/>
              </a:lnSpc>
              <a:spcBef>
                <a:spcPts val="1000"/>
              </a:spcBef>
              <a:buFontTx/>
              <a:buNone/>
              <a:defRPr sz="1400" b="0" i="0" kern="1200">
                <a:solidFill>
                  <a:schemeClr val="bg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200" b="1" dirty="0">
                <a:latin typeface="DM Sans 14pt SemiBold" pitchFamily="2" charset="77"/>
              </a:rPr>
              <a:t>Click to add body</a:t>
            </a:r>
          </a:p>
        </p:txBody>
      </p:sp>
      <p:sp>
        <p:nvSpPr>
          <p:cNvPr id="16" name="Text Placeholder 13">
            <a:extLst>
              <a:ext uri="{FF2B5EF4-FFF2-40B4-BE49-F238E27FC236}">
                <a16:creationId xmlns:a16="http://schemas.microsoft.com/office/drawing/2014/main" id="{7AD304F3-43CD-EFA3-E7E9-11A2555EFF4E}"/>
              </a:ext>
            </a:extLst>
          </p:cNvPr>
          <p:cNvSpPr txBox="1">
            <a:spLocks noGrp="1" noRot="1" noMove="1" noResize="1" noEditPoints="1" noAdjustHandles="1" noChangeArrowheads="1" noChangeShapeType="1"/>
          </p:cNvSpPr>
          <p:nvPr/>
        </p:nvSpPr>
        <p:spPr>
          <a:xfrm>
            <a:off x="8881534" y="4637607"/>
            <a:ext cx="2218266" cy="982616"/>
          </a:xfrm>
          <a:prstGeom prst="rect">
            <a:avLst/>
          </a:prstGeom>
        </p:spPr>
        <p:txBody>
          <a:bodyPr lIns="0" tIns="0"/>
          <a:lstStyle>
            <a:lvl1pPr marL="0" indent="0" algn="ctr" defTabSz="914400" rtl="0" eaLnBrk="1" latinLnBrk="0" hangingPunct="1">
              <a:lnSpc>
                <a:spcPct val="125000"/>
              </a:lnSpc>
              <a:spcBef>
                <a:spcPts val="1000"/>
              </a:spcBef>
              <a:buFontTx/>
              <a:buNone/>
              <a:defRPr sz="1400" b="0" i="0" kern="1200">
                <a:solidFill>
                  <a:schemeClr val="bg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200" dirty="0"/>
              <a:t>Click to add body. Please keep to 4 lines or less.</a:t>
            </a:r>
          </a:p>
        </p:txBody>
      </p:sp>
      <p:sp>
        <p:nvSpPr>
          <p:cNvPr id="4" name="Footer Placeholder 3">
            <a:extLst>
              <a:ext uri="{FF2B5EF4-FFF2-40B4-BE49-F238E27FC236}">
                <a16:creationId xmlns:a16="http://schemas.microsoft.com/office/drawing/2014/main" id="{7DF620A3-2695-83AA-3333-8C0459379D2D}"/>
              </a:ext>
            </a:extLst>
          </p:cNvPr>
          <p:cNvSpPr>
            <a:spLocks noGrp="1"/>
          </p:cNvSpPr>
          <p:nvPr>
            <p:ph type="ftr" sz="quarter" idx="11"/>
          </p:nvPr>
        </p:nvSpPr>
        <p:spPr/>
        <p:txBody>
          <a:bodyPr/>
          <a:lstStyle/>
          <a:p>
            <a:r>
              <a:rPr lang="en-US" dirty="0"/>
              <a:t>Add Metadata here in Slide Master &gt; Insert &gt; Slide Number</a:t>
            </a:r>
          </a:p>
        </p:txBody>
      </p:sp>
    </p:spTree>
    <p:extLst>
      <p:ext uri="{BB962C8B-B14F-4D97-AF65-F5344CB8AC3E}">
        <p14:creationId xmlns:p14="http://schemas.microsoft.com/office/powerpoint/2010/main" val="3034592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BAD1CD7-C469-B408-EA63-5944F7B9F3DA}"/>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14</a:t>
            </a:fld>
            <a:endParaRPr lang="en-US" dirty="0"/>
          </a:p>
        </p:txBody>
      </p:sp>
      <p:sp>
        <p:nvSpPr>
          <p:cNvPr id="18" name="Title 17">
            <a:extLst>
              <a:ext uri="{FF2B5EF4-FFF2-40B4-BE49-F238E27FC236}">
                <a16:creationId xmlns:a16="http://schemas.microsoft.com/office/drawing/2014/main" id="{C33AF64D-A114-60E0-946F-E08817CACC6A}"/>
              </a:ext>
            </a:extLst>
          </p:cNvPr>
          <p:cNvSpPr>
            <a:spLocks noGrp="1" noRot="1" noMove="1" noResize="1" noEditPoints="1" noAdjustHandles="1" noChangeArrowheads="1" noChangeShapeType="1"/>
          </p:cNvSpPr>
          <p:nvPr>
            <p:ph type="title"/>
          </p:nvPr>
        </p:nvSpPr>
        <p:spPr/>
        <p:txBody>
          <a:bodyPr>
            <a:normAutofit fontScale="90000"/>
          </a:bodyPr>
          <a:lstStyle/>
          <a:p>
            <a:endParaRPr lang="en-US"/>
          </a:p>
        </p:txBody>
      </p:sp>
      <p:sp>
        <p:nvSpPr>
          <p:cNvPr id="19" name="Picture Placeholder 18">
            <a:extLst>
              <a:ext uri="{FF2B5EF4-FFF2-40B4-BE49-F238E27FC236}">
                <a16:creationId xmlns:a16="http://schemas.microsoft.com/office/drawing/2014/main" id="{05857323-ED2C-A9BF-8ED6-9B1230F85084}"/>
              </a:ext>
            </a:extLst>
          </p:cNvPr>
          <p:cNvSpPr>
            <a:spLocks noGrp="1" noRot="1" noMove="1" noResize="1" noEditPoints="1" noAdjustHandles="1" noChangeArrowheads="1" noChangeShapeType="1"/>
          </p:cNvSpPr>
          <p:nvPr>
            <p:ph type="pic" sz="quarter" idx="15"/>
          </p:nvPr>
        </p:nvSpPr>
        <p:spPr/>
        <p:txBody>
          <a:bodyPr/>
          <a:lstStyle/>
          <a:p>
            <a:endParaRPr lang="en-US"/>
          </a:p>
        </p:txBody>
      </p:sp>
      <p:sp>
        <p:nvSpPr>
          <p:cNvPr id="20" name="Picture Placeholder 19">
            <a:extLst>
              <a:ext uri="{FF2B5EF4-FFF2-40B4-BE49-F238E27FC236}">
                <a16:creationId xmlns:a16="http://schemas.microsoft.com/office/drawing/2014/main" id="{87E617DA-CD7C-E675-38A4-4D9B8C59F10F}"/>
              </a:ext>
            </a:extLst>
          </p:cNvPr>
          <p:cNvSpPr>
            <a:spLocks noGrp="1" noRot="1" noMove="1" noResize="1" noEditPoints="1" noAdjustHandles="1" noChangeArrowheads="1" noChangeShapeType="1"/>
          </p:cNvSpPr>
          <p:nvPr>
            <p:ph type="pic" sz="quarter" idx="16"/>
          </p:nvPr>
        </p:nvSpPr>
        <p:spPr/>
        <p:txBody>
          <a:bodyPr/>
          <a:lstStyle/>
          <a:p>
            <a:endParaRPr lang="en-US"/>
          </a:p>
        </p:txBody>
      </p:sp>
      <p:sp>
        <p:nvSpPr>
          <p:cNvPr id="21" name="Picture Placeholder 20">
            <a:extLst>
              <a:ext uri="{FF2B5EF4-FFF2-40B4-BE49-F238E27FC236}">
                <a16:creationId xmlns:a16="http://schemas.microsoft.com/office/drawing/2014/main" id="{167304EE-56EB-683C-10DD-FA43D14219E7}"/>
              </a:ext>
            </a:extLst>
          </p:cNvPr>
          <p:cNvSpPr>
            <a:spLocks noGrp="1"/>
          </p:cNvSpPr>
          <p:nvPr>
            <p:ph type="pic" sz="quarter" idx="17"/>
          </p:nvPr>
        </p:nvSpPr>
        <p:spPr/>
        <p:txBody>
          <a:bodyPr/>
          <a:lstStyle/>
          <a:p>
            <a:endParaRPr lang="en-US"/>
          </a:p>
        </p:txBody>
      </p:sp>
      <p:sp>
        <p:nvSpPr>
          <p:cNvPr id="22" name="Picture Placeholder 21">
            <a:extLst>
              <a:ext uri="{FF2B5EF4-FFF2-40B4-BE49-F238E27FC236}">
                <a16:creationId xmlns:a16="http://schemas.microsoft.com/office/drawing/2014/main" id="{4B41BF9E-1DD4-6E3D-91B8-8E93D758A9A6}"/>
              </a:ext>
            </a:extLst>
          </p:cNvPr>
          <p:cNvSpPr>
            <a:spLocks noGrp="1"/>
          </p:cNvSpPr>
          <p:nvPr>
            <p:ph type="pic" sz="quarter" idx="18"/>
          </p:nvPr>
        </p:nvSpPr>
        <p:spPr/>
        <p:txBody>
          <a:bodyPr/>
          <a:lstStyle/>
          <a:p>
            <a:endParaRPr lang="en-US"/>
          </a:p>
        </p:txBody>
      </p:sp>
      <p:sp>
        <p:nvSpPr>
          <p:cNvPr id="23" name="Picture Placeholder 22">
            <a:extLst>
              <a:ext uri="{FF2B5EF4-FFF2-40B4-BE49-F238E27FC236}">
                <a16:creationId xmlns:a16="http://schemas.microsoft.com/office/drawing/2014/main" id="{167DC275-DF32-7427-3AE0-947AEDCBC108}"/>
              </a:ext>
            </a:extLst>
          </p:cNvPr>
          <p:cNvSpPr>
            <a:spLocks noGrp="1"/>
          </p:cNvSpPr>
          <p:nvPr>
            <p:ph type="pic" sz="quarter" idx="19"/>
          </p:nvPr>
        </p:nvSpPr>
        <p:spPr/>
        <p:txBody>
          <a:bodyPr/>
          <a:lstStyle/>
          <a:p>
            <a:endParaRPr lang="en-US"/>
          </a:p>
        </p:txBody>
      </p:sp>
      <p:sp>
        <p:nvSpPr>
          <p:cNvPr id="24" name="Picture Placeholder 23">
            <a:extLst>
              <a:ext uri="{FF2B5EF4-FFF2-40B4-BE49-F238E27FC236}">
                <a16:creationId xmlns:a16="http://schemas.microsoft.com/office/drawing/2014/main" id="{DB06D5B9-7D42-D8ED-5F09-3627A7571F90}"/>
              </a:ext>
            </a:extLst>
          </p:cNvPr>
          <p:cNvSpPr>
            <a:spLocks noGrp="1"/>
          </p:cNvSpPr>
          <p:nvPr>
            <p:ph type="pic" sz="quarter" idx="20"/>
          </p:nvPr>
        </p:nvSpPr>
        <p:spPr/>
        <p:txBody>
          <a:bodyPr/>
          <a:lstStyle/>
          <a:p>
            <a:endParaRPr lang="en-US"/>
          </a:p>
        </p:txBody>
      </p:sp>
      <p:sp>
        <p:nvSpPr>
          <p:cNvPr id="25" name="Picture Placeholder 24">
            <a:extLst>
              <a:ext uri="{FF2B5EF4-FFF2-40B4-BE49-F238E27FC236}">
                <a16:creationId xmlns:a16="http://schemas.microsoft.com/office/drawing/2014/main" id="{5175BDCD-6C41-A880-A9EA-E03230EB18CD}"/>
              </a:ext>
            </a:extLst>
          </p:cNvPr>
          <p:cNvSpPr>
            <a:spLocks noGrp="1" noRot="1" noMove="1" noResize="1" noEditPoints="1" noAdjustHandles="1" noChangeArrowheads="1" noChangeShapeType="1"/>
          </p:cNvSpPr>
          <p:nvPr>
            <p:ph type="pic" sz="quarter" idx="21"/>
          </p:nvPr>
        </p:nvSpPr>
        <p:spPr/>
        <p:txBody>
          <a:bodyPr/>
          <a:lstStyle/>
          <a:p>
            <a:endParaRPr lang="en-US"/>
          </a:p>
        </p:txBody>
      </p:sp>
      <p:sp>
        <p:nvSpPr>
          <p:cNvPr id="26" name="Picture Placeholder 25">
            <a:extLst>
              <a:ext uri="{FF2B5EF4-FFF2-40B4-BE49-F238E27FC236}">
                <a16:creationId xmlns:a16="http://schemas.microsoft.com/office/drawing/2014/main" id="{1FD49F2D-7DD5-EAA8-42EE-D3ADC5DD0056}"/>
              </a:ext>
            </a:extLst>
          </p:cNvPr>
          <p:cNvSpPr>
            <a:spLocks noGrp="1" noRot="1" noMove="1" noResize="1" noEditPoints="1" noAdjustHandles="1" noChangeArrowheads="1" noChangeShapeType="1"/>
          </p:cNvSpPr>
          <p:nvPr>
            <p:ph type="pic" sz="quarter" idx="22"/>
          </p:nvPr>
        </p:nvSpPr>
        <p:spPr/>
        <p:txBody>
          <a:bodyPr/>
          <a:lstStyle/>
          <a:p>
            <a:endParaRPr lang="en-US"/>
          </a:p>
        </p:txBody>
      </p:sp>
      <p:sp>
        <p:nvSpPr>
          <p:cNvPr id="27" name="Picture Placeholder 26">
            <a:extLst>
              <a:ext uri="{FF2B5EF4-FFF2-40B4-BE49-F238E27FC236}">
                <a16:creationId xmlns:a16="http://schemas.microsoft.com/office/drawing/2014/main" id="{1D597240-635B-F309-471A-6CFED96B1EDE}"/>
              </a:ext>
            </a:extLst>
          </p:cNvPr>
          <p:cNvSpPr>
            <a:spLocks noGrp="1" noRot="1" noMove="1" noResize="1" noEditPoints="1" noAdjustHandles="1" noChangeArrowheads="1" noChangeShapeType="1"/>
          </p:cNvSpPr>
          <p:nvPr>
            <p:ph type="pic" sz="quarter" idx="23"/>
          </p:nvPr>
        </p:nvSpPr>
        <p:spPr/>
        <p:txBody>
          <a:bodyPr/>
          <a:lstStyle/>
          <a:p>
            <a:endParaRPr lang="en-US"/>
          </a:p>
        </p:txBody>
      </p:sp>
      <p:sp>
        <p:nvSpPr>
          <p:cNvPr id="28" name="Picture Placeholder 27">
            <a:extLst>
              <a:ext uri="{FF2B5EF4-FFF2-40B4-BE49-F238E27FC236}">
                <a16:creationId xmlns:a16="http://schemas.microsoft.com/office/drawing/2014/main" id="{30788CD0-13F8-036B-809A-75842ABB11CA}"/>
              </a:ext>
            </a:extLst>
          </p:cNvPr>
          <p:cNvSpPr>
            <a:spLocks noGrp="1"/>
          </p:cNvSpPr>
          <p:nvPr>
            <p:ph type="pic" sz="quarter" idx="24"/>
          </p:nvPr>
        </p:nvSpPr>
        <p:spPr/>
        <p:txBody>
          <a:bodyPr/>
          <a:lstStyle/>
          <a:p>
            <a:endParaRPr lang="en-US"/>
          </a:p>
        </p:txBody>
      </p:sp>
      <p:sp>
        <p:nvSpPr>
          <p:cNvPr id="29" name="Picture Placeholder 28">
            <a:extLst>
              <a:ext uri="{FF2B5EF4-FFF2-40B4-BE49-F238E27FC236}">
                <a16:creationId xmlns:a16="http://schemas.microsoft.com/office/drawing/2014/main" id="{97AF7628-EF0F-9CB3-7C5C-3A8DF6C470E5}"/>
              </a:ext>
            </a:extLst>
          </p:cNvPr>
          <p:cNvSpPr>
            <a:spLocks noGrp="1"/>
          </p:cNvSpPr>
          <p:nvPr>
            <p:ph type="pic" sz="quarter" idx="25"/>
          </p:nvPr>
        </p:nvSpPr>
        <p:spPr/>
        <p:txBody>
          <a:bodyPr/>
          <a:lstStyle/>
          <a:p>
            <a:endParaRPr lang="en-US"/>
          </a:p>
        </p:txBody>
      </p:sp>
      <p:sp>
        <p:nvSpPr>
          <p:cNvPr id="30" name="Picture Placeholder 29">
            <a:extLst>
              <a:ext uri="{FF2B5EF4-FFF2-40B4-BE49-F238E27FC236}">
                <a16:creationId xmlns:a16="http://schemas.microsoft.com/office/drawing/2014/main" id="{3795E2E9-D6D5-9332-0C12-04C92019F71A}"/>
              </a:ext>
            </a:extLst>
          </p:cNvPr>
          <p:cNvSpPr>
            <a:spLocks noGrp="1"/>
          </p:cNvSpPr>
          <p:nvPr>
            <p:ph type="pic" sz="quarter" idx="26"/>
          </p:nvPr>
        </p:nvSpPr>
        <p:spPr/>
        <p:txBody>
          <a:bodyPr/>
          <a:lstStyle/>
          <a:p>
            <a:endParaRPr lang="en-US"/>
          </a:p>
        </p:txBody>
      </p:sp>
      <p:sp>
        <p:nvSpPr>
          <p:cNvPr id="31" name="Text Placeholder 30">
            <a:extLst>
              <a:ext uri="{FF2B5EF4-FFF2-40B4-BE49-F238E27FC236}">
                <a16:creationId xmlns:a16="http://schemas.microsoft.com/office/drawing/2014/main" id="{E3D3AB3E-B0E9-2ECD-AFDF-4EB14B7E6DCB}"/>
              </a:ext>
            </a:extLst>
          </p:cNvPr>
          <p:cNvSpPr>
            <a:spLocks noGrp="1" noRot="1" noMove="1" noResize="1" noEditPoints="1" noAdjustHandles="1" noChangeArrowheads="1" noChangeShapeType="1"/>
          </p:cNvSpPr>
          <p:nvPr>
            <p:ph type="body" sz="quarter" idx="36"/>
          </p:nvPr>
        </p:nvSpPr>
        <p:spPr/>
        <p:txBody>
          <a:bodyPr/>
          <a:lstStyle/>
          <a:p>
            <a:endParaRPr lang="en-US"/>
          </a:p>
        </p:txBody>
      </p:sp>
      <p:sp>
        <p:nvSpPr>
          <p:cNvPr id="4" name="Footer Placeholder 3">
            <a:extLst>
              <a:ext uri="{FF2B5EF4-FFF2-40B4-BE49-F238E27FC236}">
                <a16:creationId xmlns:a16="http://schemas.microsoft.com/office/drawing/2014/main" id="{716B70C7-E09C-F652-67FD-976B8A008F9D}"/>
              </a:ext>
            </a:extLst>
          </p:cNvPr>
          <p:cNvSpPr>
            <a:spLocks noGrp="1"/>
          </p:cNvSpPr>
          <p:nvPr>
            <p:ph type="ftr" sz="quarter" idx="11"/>
          </p:nvPr>
        </p:nvSpPr>
        <p:spPr/>
        <p:txBody>
          <a:bodyPr/>
          <a:lstStyle/>
          <a:p>
            <a:r>
              <a:rPr lang="en-US" dirty="0"/>
              <a:t>Add Metadata here in Slide Master &gt; Insert &gt; Slide Number</a:t>
            </a:r>
          </a:p>
        </p:txBody>
      </p:sp>
    </p:spTree>
    <p:extLst>
      <p:ext uri="{BB962C8B-B14F-4D97-AF65-F5344CB8AC3E}">
        <p14:creationId xmlns:p14="http://schemas.microsoft.com/office/powerpoint/2010/main" val="490349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449B-E2EA-D676-84DD-D07F133FEE95}"/>
              </a:ext>
            </a:extLst>
          </p:cNvPr>
          <p:cNvSpPr>
            <a:spLocks noGrp="1" noRot="1" noMove="1" noResize="1" noEditPoints="1" noAdjustHandles="1" noChangeArrowheads="1" noChangeShapeType="1"/>
          </p:cNvSpPr>
          <p:nvPr>
            <p:ph type="ctrTitle"/>
          </p:nvPr>
        </p:nvSpPr>
        <p:spPr>
          <a:xfrm>
            <a:off x="1524000" y="1932833"/>
            <a:ext cx="9144000" cy="1195684"/>
          </a:xfrm>
        </p:spPr>
        <p:txBody>
          <a:bodyPr/>
          <a:lstStyle/>
          <a:p>
            <a:endParaRPr lang="en-US"/>
          </a:p>
        </p:txBody>
      </p:sp>
      <p:sp>
        <p:nvSpPr>
          <p:cNvPr id="5" name="Slide Number Placeholder 4">
            <a:extLst>
              <a:ext uri="{FF2B5EF4-FFF2-40B4-BE49-F238E27FC236}">
                <a16:creationId xmlns:a16="http://schemas.microsoft.com/office/drawing/2014/main" id="{52879D8F-B458-0C45-82C3-1FFC33323B2F}"/>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15</a:t>
            </a:fld>
            <a:endParaRPr lang="en-US" dirty="0"/>
          </a:p>
        </p:txBody>
      </p:sp>
      <p:sp>
        <p:nvSpPr>
          <p:cNvPr id="3" name="Text Placeholder 2">
            <a:extLst>
              <a:ext uri="{FF2B5EF4-FFF2-40B4-BE49-F238E27FC236}">
                <a16:creationId xmlns:a16="http://schemas.microsoft.com/office/drawing/2014/main" id="{656E862B-F48B-25FA-3C61-50D64C160DA6}"/>
              </a:ext>
            </a:extLst>
          </p:cNvPr>
          <p:cNvSpPr>
            <a:spLocks noGrp="1" noRot="1" noMove="1" noResize="1" noEditPoints="1" noAdjustHandles="1" noChangeArrowheads="1" noChangeShapeType="1"/>
          </p:cNvSpPr>
          <p:nvPr>
            <p:ph type="body" sz="quarter" idx="4294967295"/>
          </p:nvPr>
        </p:nvSpPr>
        <p:spPr>
          <a:xfrm>
            <a:off x="1524000" y="3589385"/>
            <a:ext cx="9144000" cy="1592206"/>
          </a:xfrm>
        </p:spPr>
        <p:txBody>
          <a:bodyPr/>
          <a:lstStyle/>
          <a:p>
            <a:pPr algn="ctr"/>
            <a:endParaRPr lang="en-US">
              <a:solidFill>
                <a:schemeClr val="bg2"/>
              </a:solidFill>
            </a:endParaRPr>
          </a:p>
        </p:txBody>
      </p:sp>
      <p:sp>
        <p:nvSpPr>
          <p:cNvPr id="8" name="Text Placeholder 7">
            <a:extLst>
              <a:ext uri="{FF2B5EF4-FFF2-40B4-BE49-F238E27FC236}">
                <a16:creationId xmlns:a16="http://schemas.microsoft.com/office/drawing/2014/main" id="{C423C465-3D22-EAE3-7283-6F4C48385FE7}"/>
              </a:ext>
            </a:extLst>
          </p:cNvPr>
          <p:cNvSpPr>
            <a:spLocks noGrp="1" noRot="1" noMove="1" noResize="1" noEditPoints="1" noAdjustHandles="1" noChangeArrowheads="1" noChangeShapeType="1"/>
          </p:cNvSpPr>
          <p:nvPr>
            <p:ph type="body" sz="quarter" idx="36"/>
          </p:nvPr>
        </p:nvSpPr>
        <p:spPr/>
        <p:txBody>
          <a:bodyPr/>
          <a:lstStyle/>
          <a:p>
            <a:endParaRPr lang="en-US"/>
          </a:p>
        </p:txBody>
      </p:sp>
      <p:sp>
        <p:nvSpPr>
          <p:cNvPr id="6" name="Footer Placeholder 5">
            <a:extLst>
              <a:ext uri="{FF2B5EF4-FFF2-40B4-BE49-F238E27FC236}">
                <a16:creationId xmlns:a16="http://schemas.microsoft.com/office/drawing/2014/main" id="{9DA810EB-6E85-E872-5DDA-8FBCEFFEB9A3}"/>
              </a:ext>
            </a:extLst>
          </p:cNvPr>
          <p:cNvSpPr>
            <a:spLocks noGrp="1"/>
          </p:cNvSpPr>
          <p:nvPr>
            <p:ph type="ftr" sz="quarter" idx="11"/>
          </p:nvPr>
        </p:nvSpPr>
        <p:spPr/>
        <p:txBody>
          <a:bodyPr/>
          <a:lstStyle/>
          <a:p>
            <a:r>
              <a:rPr lang="en-US" dirty="0"/>
              <a:t>Add Metadata here in Slide Master &gt; Insert &gt; Slide Number</a:t>
            </a:r>
          </a:p>
        </p:txBody>
      </p:sp>
    </p:spTree>
    <p:extLst>
      <p:ext uri="{BB962C8B-B14F-4D97-AF65-F5344CB8AC3E}">
        <p14:creationId xmlns:p14="http://schemas.microsoft.com/office/powerpoint/2010/main" val="3875012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99EA-9574-7357-A29F-B8CB60F9D4E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CF76B299-1008-FF04-7559-46E7988F3E49}"/>
              </a:ext>
            </a:extLst>
          </p:cNvPr>
          <p:cNvSpPr>
            <a:spLocks noGrp="1"/>
          </p:cNvSpPr>
          <p:nvPr>
            <p:ph type="body" sz="quarter" idx="36"/>
          </p:nvPr>
        </p:nvSpPr>
        <p:spPr/>
        <p:txBody>
          <a:bodyPr/>
          <a:lstStyle/>
          <a:p>
            <a:endParaRPr lang="en-US"/>
          </a:p>
        </p:txBody>
      </p:sp>
      <p:sp>
        <p:nvSpPr>
          <p:cNvPr id="13" name="Text Placeholder 12">
            <a:extLst>
              <a:ext uri="{FF2B5EF4-FFF2-40B4-BE49-F238E27FC236}">
                <a16:creationId xmlns:a16="http://schemas.microsoft.com/office/drawing/2014/main" id="{5A28E6A1-B6AB-D22C-A13E-32C8B2328584}"/>
              </a:ext>
            </a:extLst>
          </p:cNvPr>
          <p:cNvSpPr>
            <a:spLocks noGrp="1"/>
          </p:cNvSpPr>
          <p:nvPr>
            <p:ph type="body" sz="quarter" idx="37"/>
          </p:nvPr>
        </p:nvSpPr>
        <p:spPr/>
        <p:txBody>
          <a:bodyPr/>
          <a:lstStyle/>
          <a:p>
            <a:endParaRPr lang="en-US"/>
          </a:p>
        </p:txBody>
      </p:sp>
      <p:sp>
        <p:nvSpPr>
          <p:cNvPr id="5" name="Footer Placeholder 4">
            <a:extLst>
              <a:ext uri="{FF2B5EF4-FFF2-40B4-BE49-F238E27FC236}">
                <a16:creationId xmlns:a16="http://schemas.microsoft.com/office/drawing/2014/main" id="{93CCC663-72EB-6D0B-6990-4842DF97B291}"/>
              </a:ext>
            </a:extLst>
          </p:cNvPr>
          <p:cNvSpPr>
            <a:spLocks noGrp="1"/>
          </p:cNvSpPr>
          <p:nvPr>
            <p:ph type="ftr" sz="quarter" idx="11"/>
          </p:nvPr>
        </p:nvSpPr>
        <p:spPr/>
        <p:txBody>
          <a:bodyPr/>
          <a:lstStyle/>
          <a:p>
            <a:r>
              <a:rPr lang="en-US" dirty="0"/>
              <a:t>Add Metadata here in Slide Master &gt; Insert &gt; Slide Number</a:t>
            </a:r>
          </a:p>
        </p:txBody>
      </p:sp>
      <p:sp>
        <p:nvSpPr>
          <p:cNvPr id="4" name="Slide Number Placeholder 3">
            <a:extLst>
              <a:ext uri="{FF2B5EF4-FFF2-40B4-BE49-F238E27FC236}">
                <a16:creationId xmlns:a16="http://schemas.microsoft.com/office/drawing/2014/main" id="{34B25182-B460-80DC-09CF-C04671F45460}"/>
              </a:ext>
            </a:extLst>
          </p:cNvPr>
          <p:cNvSpPr>
            <a:spLocks noGrp="1" noRot="1" noMove="1" noResize="1" noEditPoints="1" noAdjustHandles="1" noChangeArrowheads="1" noChangeShapeType="1"/>
          </p:cNvSpPr>
          <p:nvPr>
            <p:ph type="sldNum" sz="quarter" idx="12"/>
          </p:nvPr>
        </p:nvSpPr>
        <p:spPr/>
        <p:txBody>
          <a:bodyPr/>
          <a:lstStyle/>
          <a:p>
            <a:fld id="{F2A05088-E85B-D14A-BEC0-5CF678D6EBDC}" type="slidenum">
              <a:rPr lang="en-US" smtClean="0"/>
              <a:pPr/>
              <a:t>16</a:t>
            </a:fld>
            <a:endParaRPr lang="en-US"/>
          </a:p>
        </p:txBody>
      </p:sp>
      <p:sp>
        <p:nvSpPr>
          <p:cNvPr id="11" name="Text Placeholder 10">
            <a:extLst>
              <a:ext uri="{FF2B5EF4-FFF2-40B4-BE49-F238E27FC236}">
                <a16:creationId xmlns:a16="http://schemas.microsoft.com/office/drawing/2014/main" id="{C33EA3E9-3934-C52D-CF4B-37C747621813}"/>
              </a:ext>
            </a:extLst>
          </p:cNvPr>
          <p:cNvSpPr>
            <a:spLocks noGrp="1"/>
          </p:cNvSpPr>
          <p:nvPr>
            <p:ph type="body" sz="quarter" idx="16"/>
          </p:nvPr>
        </p:nvSpPr>
        <p:spPr/>
        <p:txBody>
          <a:bodyPr/>
          <a:lstStyle/>
          <a:p>
            <a:endParaRPr lang="en-US" dirty="0"/>
          </a:p>
        </p:txBody>
      </p:sp>
      <p:sp>
        <p:nvSpPr>
          <p:cNvPr id="14" name="Text Placeholder 13">
            <a:extLst>
              <a:ext uri="{FF2B5EF4-FFF2-40B4-BE49-F238E27FC236}">
                <a16:creationId xmlns:a16="http://schemas.microsoft.com/office/drawing/2014/main" id="{F2828CA4-7CCA-B9D2-9CDE-D598E607D6BE}"/>
              </a:ext>
            </a:extLst>
          </p:cNvPr>
          <p:cNvSpPr>
            <a:spLocks noGrp="1"/>
          </p:cNvSpPr>
          <p:nvPr>
            <p:ph type="body" sz="quarter" idx="38"/>
          </p:nvPr>
        </p:nvSpPr>
        <p:spPr/>
        <p:txBody>
          <a:bodyPr/>
          <a:lstStyle/>
          <a:p>
            <a:endParaRPr lang="en-US"/>
          </a:p>
        </p:txBody>
      </p:sp>
      <p:sp>
        <p:nvSpPr>
          <p:cNvPr id="15" name="Text Placeholder 14">
            <a:extLst>
              <a:ext uri="{FF2B5EF4-FFF2-40B4-BE49-F238E27FC236}">
                <a16:creationId xmlns:a16="http://schemas.microsoft.com/office/drawing/2014/main" id="{DDF025DC-EC9C-74AA-0B0D-670DF4925232}"/>
              </a:ext>
            </a:extLst>
          </p:cNvPr>
          <p:cNvSpPr>
            <a:spLocks noGrp="1"/>
          </p:cNvSpPr>
          <p:nvPr>
            <p:ph type="body" sz="quarter" idx="39"/>
          </p:nvPr>
        </p:nvSpPr>
        <p:spPr/>
        <p:txBody>
          <a:bodyPr/>
          <a:lstStyle/>
          <a:p>
            <a:endParaRPr lang="en-US"/>
          </a:p>
        </p:txBody>
      </p:sp>
    </p:spTree>
    <p:extLst>
      <p:ext uri="{BB962C8B-B14F-4D97-AF65-F5344CB8AC3E}">
        <p14:creationId xmlns:p14="http://schemas.microsoft.com/office/powerpoint/2010/main" val="523728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22A07AA7-5095-B34A-C3D9-DD6109B8155B}"/>
              </a:ext>
            </a:extLst>
          </p:cNvPr>
          <p:cNvSpPr>
            <a:spLocks noGrp="1"/>
          </p:cNvSpPr>
          <p:nvPr>
            <p:ph type="body" sz="quarter" idx="36"/>
          </p:nvPr>
        </p:nvSpPr>
        <p:spPr/>
        <p:txBody>
          <a:bodyPr/>
          <a:lstStyle/>
          <a:p>
            <a:endParaRPr lang="en-US"/>
          </a:p>
        </p:txBody>
      </p:sp>
      <p:sp>
        <p:nvSpPr>
          <p:cNvPr id="10" name="Text Placeholder 9">
            <a:extLst>
              <a:ext uri="{FF2B5EF4-FFF2-40B4-BE49-F238E27FC236}">
                <a16:creationId xmlns:a16="http://schemas.microsoft.com/office/drawing/2014/main" id="{F464CF03-99CB-DB13-E5F6-4EA731E54DDD}"/>
              </a:ext>
            </a:extLst>
          </p:cNvPr>
          <p:cNvSpPr>
            <a:spLocks noGrp="1"/>
          </p:cNvSpPr>
          <p:nvPr>
            <p:ph type="body" sz="quarter" idx="37"/>
          </p:nvPr>
        </p:nvSpPr>
        <p:spPr/>
        <p:txBody>
          <a:bodyPr/>
          <a:lstStyle/>
          <a:p>
            <a:endParaRPr lang="en-US"/>
          </a:p>
        </p:txBody>
      </p:sp>
      <p:sp>
        <p:nvSpPr>
          <p:cNvPr id="5" name="Footer Placeholder 4">
            <a:extLst>
              <a:ext uri="{FF2B5EF4-FFF2-40B4-BE49-F238E27FC236}">
                <a16:creationId xmlns:a16="http://schemas.microsoft.com/office/drawing/2014/main" id="{B7243CCC-8F4C-53AB-7783-3FFBACFA5AC6}"/>
              </a:ext>
            </a:extLst>
          </p:cNvPr>
          <p:cNvSpPr>
            <a:spLocks noGrp="1"/>
          </p:cNvSpPr>
          <p:nvPr>
            <p:ph type="ftr" sz="quarter" idx="11"/>
          </p:nvPr>
        </p:nvSpPr>
        <p:spPr/>
        <p:txBody>
          <a:bodyPr/>
          <a:lstStyle/>
          <a:p>
            <a:r>
              <a:rPr lang="en-US" dirty="0"/>
              <a:t>Add Metadata here in Slide Master &gt; Insert &gt; Slide Number</a:t>
            </a:r>
          </a:p>
        </p:txBody>
      </p:sp>
      <p:sp>
        <p:nvSpPr>
          <p:cNvPr id="4" name="Slide Number Placeholder 3">
            <a:extLst>
              <a:ext uri="{FF2B5EF4-FFF2-40B4-BE49-F238E27FC236}">
                <a16:creationId xmlns:a16="http://schemas.microsoft.com/office/drawing/2014/main" id="{F24B7894-A030-177C-79B2-DFB71EA10280}"/>
              </a:ext>
            </a:extLst>
          </p:cNvPr>
          <p:cNvSpPr>
            <a:spLocks noGrp="1" noRot="1" noMove="1" noResize="1" noEditPoints="1" noAdjustHandles="1" noChangeArrowheads="1" noChangeShapeType="1"/>
          </p:cNvSpPr>
          <p:nvPr>
            <p:ph type="sldNum" sz="quarter" idx="12"/>
          </p:nvPr>
        </p:nvSpPr>
        <p:spPr/>
        <p:txBody>
          <a:bodyPr/>
          <a:lstStyle/>
          <a:p>
            <a:fld id="{F2A05088-E85B-D14A-BEC0-5CF678D6EBDC}" type="slidenum">
              <a:rPr lang="en-US" smtClean="0"/>
              <a:pPr/>
              <a:t>17</a:t>
            </a:fld>
            <a:endParaRPr lang="en-US"/>
          </a:p>
        </p:txBody>
      </p:sp>
      <p:sp>
        <p:nvSpPr>
          <p:cNvPr id="19" name="Text Placeholder 24">
            <a:extLst>
              <a:ext uri="{FF2B5EF4-FFF2-40B4-BE49-F238E27FC236}">
                <a16:creationId xmlns:a16="http://schemas.microsoft.com/office/drawing/2014/main" id="{B9FFCD78-1605-8B00-9A27-DA411C320A28}"/>
              </a:ext>
            </a:extLst>
          </p:cNvPr>
          <p:cNvSpPr txBox="1">
            <a:spLocks/>
          </p:cNvSpPr>
          <p:nvPr/>
        </p:nvSpPr>
        <p:spPr>
          <a:xfrm>
            <a:off x="458724" y="2516608"/>
            <a:ext cx="3369399" cy="3003550"/>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add text</a:t>
            </a:r>
          </a:p>
          <a:p>
            <a:pPr marL="914400" lvl="1" indent="-171450"/>
            <a:r>
              <a:rPr lang="en-US" dirty="0"/>
              <a:t>Click to add text</a:t>
            </a:r>
          </a:p>
        </p:txBody>
      </p:sp>
      <p:sp>
        <p:nvSpPr>
          <p:cNvPr id="20" name="Text Placeholder 24">
            <a:extLst>
              <a:ext uri="{FF2B5EF4-FFF2-40B4-BE49-F238E27FC236}">
                <a16:creationId xmlns:a16="http://schemas.microsoft.com/office/drawing/2014/main" id="{ED01EEBB-77C0-E003-2B2F-6759ECB4FFBD}"/>
              </a:ext>
            </a:extLst>
          </p:cNvPr>
          <p:cNvSpPr txBox="1">
            <a:spLocks/>
          </p:cNvSpPr>
          <p:nvPr/>
        </p:nvSpPr>
        <p:spPr>
          <a:xfrm>
            <a:off x="8285548" y="2516608"/>
            <a:ext cx="3369399" cy="3003550"/>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add text</a:t>
            </a:r>
          </a:p>
          <a:p>
            <a:pPr marL="914400" lvl="1" indent="-171450"/>
            <a:r>
              <a:rPr lang="en-US" dirty="0"/>
              <a:t>Click to add text</a:t>
            </a:r>
          </a:p>
        </p:txBody>
      </p:sp>
      <p:sp>
        <p:nvSpPr>
          <p:cNvPr id="21" name="Text Placeholder 24">
            <a:extLst>
              <a:ext uri="{FF2B5EF4-FFF2-40B4-BE49-F238E27FC236}">
                <a16:creationId xmlns:a16="http://schemas.microsoft.com/office/drawing/2014/main" id="{095CA888-EB7E-5AE1-459E-D32E862C4E77}"/>
              </a:ext>
            </a:extLst>
          </p:cNvPr>
          <p:cNvSpPr txBox="1">
            <a:spLocks/>
          </p:cNvSpPr>
          <p:nvPr/>
        </p:nvSpPr>
        <p:spPr>
          <a:xfrm>
            <a:off x="4372136" y="2516608"/>
            <a:ext cx="3369399" cy="3003550"/>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add text</a:t>
            </a:r>
          </a:p>
          <a:p>
            <a:pPr marL="914400" lvl="1" indent="-171450"/>
            <a:r>
              <a:rPr lang="en-US" dirty="0"/>
              <a:t>Click to add text</a:t>
            </a:r>
          </a:p>
        </p:txBody>
      </p:sp>
    </p:spTree>
    <p:extLst>
      <p:ext uri="{BB962C8B-B14F-4D97-AF65-F5344CB8AC3E}">
        <p14:creationId xmlns:p14="http://schemas.microsoft.com/office/powerpoint/2010/main" val="1396401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66BDD2EE-21BB-1321-E177-C2895EDA6668}"/>
              </a:ext>
            </a:extLst>
          </p:cNvPr>
          <p:cNvSpPr>
            <a:spLocks noGrp="1"/>
          </p:cNvSpPr>
          <p:nvPr>
            <p:ph type="body" sz="quarter" idx="16"/>
          </p:nvPr>
        </p:nvSpPr>
        <p:spPr/>
        <p:txBody>
          <a:bodyPr/>
          <a:lstStyle/>
          <a:p>
            <a:endParaRPr lang="en-US"/>
          </a:p>
        </p:txBody>
      </p:sp>
      <p:sp>
        <p:nvSpPr>
          <p:cNvPr id="15" name="Text Placeholder 14">
            <a:extLst>
              <a:ext uri="{FF2B5EF4-FFF2-40B4-BE49-F238E27FC236}">
                <a16:creationId xmlns:a16="http://schemas.microsoft.com/office/drawing/2014/main" id="{271ADDA3-8F67-3A1E-5984-D2B4B743BE17}"/>
              </a:ext>
            </a:extLst>
          </p:cNvPr>
          <p:cNvSpPr>
            <a:spLocks noGrp="1"/>
          </p:cNvSpPr>
          <p:nvPr>
            <p:ph type="body" sz="quarter" idx="17"/>
          </p:nvPr>
        </p:nvSpPr>
        <p:spPr/>
        <p:txBody>
          <a:bodyPr/>
          <a:lstStyle/>
          <a:p>
            <a:endParaRPr lang="en-US" dirty="0"/>
          </a:p>
        </p:txBody>
      </p:sp>
      <p:sp>
        <p:nvSpPr>
          <p:cNvPr id="16" name="Text Placeholder 15">
            <a:extLst>
              <a:ext uri="{FF2B5EF4-FFF2-40B4-BE49-F238E27FC236}">
                <a16:creationId xmlns:a16="http://schemas.microsoft.com/office/drawing/2014/main" id="{6D3A48DD-D98A-8A85-EB0F-6C278E288F3F}"/>
              </a:ext>
            </a:extLst>
          </p:cNvPr>
          <p:cNvSpPr>
            <a:spLocks noGrp="1"/>
          </p:cNvSpPr>
          <p:nvPr>
            <p:ph type="body" sz="quarter" idx="18"/>
          </p:nvPr>
        </p:nvSpPr>
        <p:spPr/>
        <p:txBody>
          <a:bodyPr/>
          <a:lstStyle/>
          <a:p>
            <a:endParaRPr lang="en-US"/>
          </a:p>
        </p:txBody>
      </p:sp>
      <p:sp>
        <p:nvSpPr>
          <p:cNvPr id="17" name="Text Placeholder 16">
            <a:extLst>
              <a:ext uri="{FF2B5EF4-FFF2-40B4-BE49-F238E27FC236}">
                <a16:creationId xmlns:a16="http://schemas.microsoft.com/office/drawing/2014/main" id="{DA5F8B16-46A0-DFA8-E645-343EA766228D}"/>
              </a:ext>
            </a:extLst>
          </p:cNvPr>
          <p:cNvSpPr>
            <a:spLocks noGrp="1"/>
          </p:cNvSpPr>
          <p:nvPr>
            <p:ph type="body" sz="quarter" idx="19"/>
          </p:nvPr>
        </p:nvSpPr>
        <p:spPr/>
        <p:txBody>
          <a:bodyPr/>
          <a:lstStyle/>
          <a:p>
            <a:endParaRPr lang="en-US"/>
          </a:p>
        </p:txBody>
      </p:sp>
      <p:sp>
        <p:nvSpPr>
          <p:cNvPr id="18" name="Text Placeholder 17">
            <a:extLst>
              <a:ext uri="{FF2B5EF4-FFF2-40B4-BE49-F238E27FC236}">
                <a16:creationId xmlns:a16="http://schemas.microsoft.com/office/drawing/2014/main" id="{7F6D1D78-DDF4-939C-D974-E1745BE25403}"/>
              </a:ext>
            </a:extLst>
          </p:cNvPr>
          <p:cNvSpPr>
            <a:spLocks noGrp="1"/>
          </p:cNvSpPr>
          <p:nvPr>
            <p:ph type="body" sz="quarter" idx="36"/>
          </p:nvPr>
        </p:nvSpPr>
        <p:spPr/>
        <p:txBody>
          <a:bodyPr/>
          <a:lstStyle/>
          <a:p>
            <a:endParaRPr lang="en-US"/>
          </a:p>
        </p:txBody>
      </p:sp>
      <p:sp>
        <p:nvSpPr>
          <p:cNvPr id="3" name="Slide Number Placeholder 2">
            <a:extLst>
              <a:ext uri="{FF2B5EF4-FFF2-40B4-BE49-F238E27FC236}">
                <a16:creationId xmlns:a16="http://schemas.microsoft.com/office/drawing/2014/main" id="{F67E51C1-A7D2-87FA-C337-726A66AC7924}"/>
              </a:ext>
            </a:extLst>
          </p:cNvPr>
          <p:cNvSpPr>
            <a:spLocks noGrp="1" noRot="1" noMove="1" noResize="1" noEditPoints="1" noAdjustHandles="1" noChangeArrowheads="1" noChangeShapeType="1"/>
          </p:cNvSpPr>
          <p:nvPr>
            <p:ph type="sldNum" sz="quarter" idx="12"/>
          </p:nvPr>
        </p:nvSpPr>
        <p:spPr/>
        <p:txBody>
          <a:bodyPr/>
          <a:lstStyle/>
          <a:p>
            <a:fld id="{F2A05088-E85B-D14A-BEC0-5CF678D6EBDC}" type="slidenum">
              <a:rPr lang="en-US" smtClean="0"/>
              <a:pPr/>
              <a:t>18</a:t>
            </a:fld>
            <a:endParaRPr lang="en-US"/>
          </a:p>
        </p:txBody>
      </p:sp>
      <p:sp>
        <p:nvSpPr>
          <p:cNvPr id="4" name="Footer Placeholder 3">
            <a:extLst>
              <a:ext uri="{FF2B5EF4-FFF2-40B4-BE49-F238E27FC236}">
                <a16:creationId xmlns:a16="http://schemas.microsoft.com/office/drawing/2014/main" id="{63A0EF7C-5EA4-98FE-835C-EE44B57461F8}"/>
              </a:ext>
            </a:extLst>
          </p:cNvPr>
          <p:cNvSpPr>
            <a:spLocks noGrp="1"/>
          </p:cNvSpPr>
          <p:nvPr>
            <p:ph type="ftr" sz="quarter" idx="11"/>
          </p:nvPr>
        </p:nvSpPr>
        <p:spPr/>
        <p:txBody>
          <a:bodyPr/>
          <a:lstStyle/>
          <a:p>
            <a:r>
              <a:rPr lang="en-US" dirty="0"/>
              <a:t>Add Metadata here in Slide Master &gt; Insert &gt; Slide Number</a:t>
            </a:r>
          </a:p>
        </p:txBody>
      </p:sp>
    </p:spTree>
    <p:extLst>
      <p:ext uri="{BB962C8B-B14F-4D97-AF65-F5344CB8AC3E}">
        <p14:creationId xmlns:p14="http://schemas.microsoft.com/office/powerpoint/2010/main" val="2883877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F12A8-3A26-657E-F084-E76CB2BBA03B}"/>
              </a:ext>
            </a:extLst>
          </p:cNvPr>
          <p:cNvSpPr>
            <a:spLocks noGrp="1"/>
          </p:cNvSpPr>
          <p:nvPr>
            <p:ph type="ftr" sz="quarter" idx="11"/>
          </p:nvPr>
        </p:nvSpPr>
        <p:spPr/>
        <p:txBody>
          <a:bodyPr/>
          <a:lstStyle/>
          <a:p>
            <a:r>
              <a:rPr lang="en-US" dirty="0"/>
              <a:t>Add Metadata here in Slide Master &gt; Insert &gt; Slide Number</a:t>
            </a:r>
          </a:p>
        </p:txBody>
      </p:sp>
      <p:sp>
        <p:nvSpPr>
          <p:cNvPr id="4" name="Slide Number Placeholder 3">
            <a:extLst>
              <a:ext uri="{FF2B5EF4-FFF2-40B4-BE49-F238E27FC236}">
                <a16:creationId xmlns:a16="http://schemas.microsoft.com/office/drawing/2014/main" id="{45E79763-2D1F-5DEA-E15A-01FE371CD47D}"/>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19</a:t>
            </a:fld>
            <a:endParaRPr lang="en-US" dirty="0"/>
          </a:p>
        </p:txBody>
      </p:sp>
      <p:sp>
        <p:nvSpPr>
          <p:cNvPr id="3" name="Picture Placeholder 2">
            <a:extLst>
              <a:ext uri="{FF2B5EF4-FFF2-40B4-BE49-F238E27FC236}">
                <a16:creationId xmlns:a16="http://schemas.microsoft.com/office/drawing/2014/main" id="{00CE3C9E-D033-51C0-579A-5B362E51C1E1}"/>
              </a:ext>
            </a:extLst>
          </p:cNvPr>
          <p:cNvSpPr>
            <a:spLocks noGrp="1"/>
          </p:cNvSpPr>
          <p:nvPr>
            <p:ph type="pic" sz="quarter" idx="15"/>
          </p:nvPr>
        </p:nvSpPr>
        <p:spPr/>
        <p:txBody>
          <a:bodyPr/>
          <a:lstStyle/>
          <a:p>
            <a:endParaRPr lang="en-US"/>
          </a:p>
        </p:txBody>
      </p:sp>
      <p:sp>
        <p:nvSpPr>
          <p:cNvPr id="5" name="Picture Placeholder 4">
            <a:extLst>
              <a:ext uri="{FF2B5EF4-FFF2-40B4-BE49-F238E27FC236}">
                <a16:creationId xmlns:a16="http://schemas.microsoft.com/office/drawing/2014/main" id="{85257D10-1B7E-E0B1-9773-B83405BA573A}"/>
              </a:ext>
            </a:extLst>
          </p:cNvPr>
          <p:cNvSpPr>
            <a:spLocks noGrp="1"/>
          </p:cNvSpPr>
          <p:nvPr>
            <p:ph type="pic" sz="quarter" idx="16"/>
          </p:nvPr>
        </p:nvSpPr>
        <p:spPr/>
        <p:txBody>
          <a:bodyPr/>
          <a:lstStyle/>
          <a:p>
            <a:endParaRPr lang="en-US"/>
          </a:p>
        </p:txBody>
      </p:sp>
      <p:sp>
        <p:nvSpPr>
          <p:cNvPr id="6" name="Picture Placeholder 5">
            <a:extLst>
              <a:ext uri="{FF2B5EF4-FFF2-40B4-BE49-F238E27FC236}">
                <a16:creationId xmlns:a16="http://schemas.microsoft.com/office/drawing/2014/main" id="{2B0B7C75-392D-AB87-1741-E50EDC9DC1FD}"/>
              </a:ext>
            </a:extLst>
          </p:cNvPr>
          <p:cNvSpPr>
            <a:spLocks noGrp="1"/>
          </p:cNvSpPr>
          <p:nvPr>
            <p:ph type="pic" sz="quarter" idx="17"/>
          </p:nvPr>
        </p:nvSpPr>
        <p:spPr/>
        <p:txBody>
          <a:bodyPr/>
          <a:lstStyle/>
          <a:p>
            <a:endParaRPr lang="en-US"/>
          </a:p>
        </p:txBody>
      </p:sp>
      <p:sp>
        <p:nvSpPr>
          <p:cNvPr id="7" name="Text Placeholder 6">
            <a:extLst>
              <a:ext uri="{FF2B5EF4-FFF2-40B4-BE49-F238E27FC236}">
                <a16:creationId xmlns:a16="http://schemas.microsoft.com/office/drawing/2014/main" id="{C12021B5-698F-7233-87B6-9506055E747A}"/>
              </a:ext>
            </a:extLst>
          </p:cNvPr>
          <p:cNvSpPr>
            <a:spLocks noGrp="1"/>
          </p:cNvSpPr>
          <p:nvPr>
            <p:ph type="body" sz="quarter" idx="18"/>
          </p:nvPr>
        </p:nvSpPr>
        <p:spPr/>
        <p:txBody>
          <a:bodyPr/>
          <a:lstStyle/>
          <a:p>
            <a:endParaRPr lang="en-US" dirty="0"/>
          </a:p>
        </p:txBody>
      </p:sp>
      <p:sp>
        <p:nvSpPr>
          <p:cNvPr id="8" name="Text Placeholder 7">
            <a:extLst>
              <a:ext uri="{FF2B5EF4-FFF2-40B4-BE49-F238E27FC236}">
                <a16:creationId xmlns:a16="http://schemas.microsoft.com/office/drawing/2014/main" id="{7E183762-52C5-5271-9F8D-44E7C9C554F2}"/>
              </a:ext>
            </a:extLst>
          </p:cNvPr>
          <p:cNvSpPr>
            <a:spLocks noGrp="1"/>
          </p:cNvSpPr>
          <p:nvPr>
            <p:ph type="body" sz="quarter" idx="19"/>
          </p:nvPr>
        </p:nvSpPr>
        <p:spPr/>
        <p:txBody>
          <a:bodyPr/>
          <a:lstStyle/>
          <a:p>
            <a:endParaRPr lang="en-US"/>
          </a:p>
        </p:txBody>
      </p:sp>
      <p:sp>
        <p:nvSpPr>
          <p:cNvPr id="9" name="Text Placeholder 8">
            <a:extLst>
              <a:ext uri="{FF2B5EF4-FFF2-40B4-BE49-F238E27FC236}">
                <a16:creationId xmlns:a16="http://schemas.microsoft.com/office/drawing/2014/main" id="{51466154-4FA8-61DC-1E1F-38BBA499E5C5}"/>
              </a:ext>
            </a:extLst>
          </p:cNvPr>
          <p:cNvSpPr>
            <a:spLocks noGrp="1"/>
          </p:cNvSpPr>
          <p:nvPr>
            <p:ph type="body" sz="quarter" idx="20"/>
          </p:nvPr>
        </p:nvSpPr>
        <p:spPr/>
        <p:txBody>
          <a:bodyPr/>
          <a:lstStyle/>
          <a:p>
            <a:endParaRPr lang="en-US"/>
          </a:p>
        </p:txBody>
      </p:sp>
      <p:sp>
        <p:nvSpPr>
          <p:cNvPr id="11" name="Text Placeholder 10">
            <a:extLst>
              <a:ext uri="{FF2B5EF4-FFF2-40B4-BE49-F238E27FC236}">
                <a16:creationId xmlns:a16="http://schemas.microsoft.com/office/drawing/2014/main" id="{7FF74B61-32CE-6C4E-832F-6BE8E4C33016}"/>
              </a:ext>
            </a:extLst>
          </p:cNvPr>
          <p:cNvSpPr>
            <a:spLocks noGrp="1"/>
          </p:cNvSpPr>
          <p:nvPr>
            <p:ph type="body" sz="quarter" idx="21"/>
          </p:nvPr>
        </p:nvSpPr>
        <p:spPr/>
        <p:txBody>
          <a:bodyPr/>
          <a:lstStyle/>
          <a:p>
            <a:endParaRPr lang="en-US"/>
          </a:p>
        </p:txBody>
      </p:sp>
      <p:sp>
        <p:nvSpPr>
          <p:cNvPr id="12" name="Text Placeholder 11">
            <a:extLst>
              <a:ext uri="{FF2B5EF4-FFF2-40B4-BE49-F238E27FC236}">
                <a16:creationId xmlns:a16="http://schemas.microsoft.com/office/drawing/2014/main" id="{0FEBBC25-A8B6-BD47-B106-FCB430ACE9FC}"/>
              </a:ext>
            </a:extLst>
          </p:cNvPr>
          <p:cNvSpPr>
            <a:spLocks noGrp="1"/>
          </p:cNvSpPr>
          <p:nvPr>
            <p:ph type="body" sz="quarter" idx="22"/>
          </p:nvPr>
        </p:nvSpPr>
        <p:spPr/>
        <p:txBody>
          <a:bodyPr/>
          <a:lstStyle/>
          <a:p>
            <a:endParaRPr lang="en-US"/>
          </a:p>
        </p:txBody>
      </p:sp>
      <p:sp>
        <p:nvSpPr>
          <p:cNvPr id="13" name="Text Placeholder 12">
            <a:extLst>
              <a:ext uri="{FF2B5EF4-FFF2-40B4-BE49-F238E27FC236}">
                <a16:creationId xmlns:a16="http://schemas.microsoft.com/office/drawing/2014/main" id="{D63DA67E-933B-CED6-B645-9017ABEF3C6E}"/>
              </a:ext>
            </a:extLst>
          </p:cNvPr>
          <p:cNvSpPr>
            <a:spLocks noGrp="1"/>
          </p:cNvSpPr>
          <p:nvPr>
            <p:ph type="body" sz="quarter" idx="23"/>
          </p:nvPr>
        </p:nvSpPr>
        <p:spPr/>
        <p:txBody>
          <a:bodyPr/>
          <a:lstStyle/>
          <a:p>
            <a:endParaRPr lang="en-US"/>
          </a:p>
        </p:txBody>
      </p:sp>
      <p:sp>
        <p:nvSpPr>
          <p:cNvPr id="14" name="Text Placeholder 13">
            <a:extLst>
              <a:ext uri="{FF2B5EF4-FFF2-40B4-BE49-F238E27FC236}">
                <a16:creationId xmlns:a16="http://schemas.microsoft.com/office/drawing/2014/main" id="{0513ED59-B31B-2D98-0C75-99A093619C8C}"/>
              </a:ext>
            </a:extLst>
          </p:cNvPr>
          <p:cNvSpPr>
            <a:spLocks noGrp="1"/>
          </p:cNvSpPr>
          <p:nvPr>
            <p:ph type="body" sz="quarter" idx="24"/>
          </p:nvPr>
        </p:nvSpPr>
        <p:spPr/>
        <p:txBody>
          <a:bodyPr/>
          <a:lstStyle/>
          <a:p>
            <a:endParaRPr lang="en-US"/>
          </a:p>
        </p:txBody>
      </p:sp>
      <p:sp>
        <p:nvSpPr>
          <p:cNvPr id="15" name="Text Placeholder 14">
            <a:extLst>
              <a:ext uri="{FF2B5EF4-FFF2-40B4-BE49-F238E27FC236}">
                <a16:creationId xmlns:a16="http://schemas.microsoft.com/office/drawing/2014/main" id="{93498A9A-6D79-A362-966B-8A2A303A79DF}"/>
              </a:ext>
            </a:extLst>
          </p:cNvPr>
          <p:cNvSpPr>
            <a:spLocks noGrp="1"/>
          </p:cNvSpPr>
          <p:nvPr>
            <p:ph type="body" sz="quarter" idx="25"/>
          </p:nvPr>
        </p:nvSpPr>
        <p:spPr/>
        <p:txBody>
          <a:bodyPr/>
          <a:lstStyle/>
          <a:p>
            <a:endParaRPr lang="en-US"/>
          </a:p>
        </p:txBody>
      </p:sp>
      <p:sp>
        <p:nvSpPr>
          <p:cNvPr id="16" name="Text Placeholder 15">
            <a:extLst>
              <a:ext uri="{FF2B5EF4-FFF2-40B4-BE49-F238E27FC236}">
                <a16:creationId xmlns:a16="http://schemas.microsoft.com/office/drawing/2014/main" id="{0A1471F4-B325-3282-F6CF-A20DCEBDCDB1}"/>
              </a:ext>
            </a:extLst>
          </p:cNvPr>
          <p:cNvSpPr>
            <a:spLocks noGrp="1"/>
          </p:cNvSpPr>
          <p:nvPr>
            <p:ph type="body" sz="quarter" idx="26"/>
          </p:nvPr>
        </p:nvSpPr>
        <p:spPr/>
        <p:txBody>
          <a:bodyPr/>
          <a:lstStyle/>
          <a:p>
            <a:endParaRPr lang="en-US"/>
          </a:p>
        </p:txBody>
      </p:sp>
      <p:sp>
        <p:nvSpPr>
          <p:cNvPr id="17" name="Text Placeholder 16">
            <a:extLst>
              <a:ext uri="{FF2B5EF4-FFF2-40B4-BE49-F238E27FC236}">
                <a16:creationId xmlns:a16="http://schemas.microsoft.com/office/drawing/2014/main" id="{E10B6C88-FC09-F89A-57B3-64C3A97AADD4}"/>
              </a:ext>
            </a:extLst>
          </p:cNvPr>
          <p:cNvSpPr>
            <a:spLocks noGrp="1"/>
          </p:cNvSpPr>
          <p:nvPr>
            <p:ph type="body" sz="quarter" idx="36"/>
          </p:nvPr>
        </p:nvSpPr>
        <p:spPr/>
        <p:txBody>
          <a:bodyPr/>
          <a:lstStyle/>
          <a:p>
            <a:endParaRPr lang="en-US"/>
          </a:p>
        </p:txBody>
      </p:sp>
      <p:cxnSp>
        <p:nvCxnSpPr>
          <p:cNvPr id="10" name="Straight Connector 9">
            <a:extLst>
              <a:ext uri="{FF2B5EF4-FFF2-40B4-BE49-F238E27FC236}">
                <a16:creationId xmlns:a16="http://schemas.microsoft.com/office/drawing/2014/main" id="{CF5C2157-773D-4164-FB71-7CD42592CB75}"/>
              </a:ext>
            </a:extLst>
          </p:cNvPr>
          <p:cNvCxnSpPr>
            <a:cxnSpLocks noGrp="1" noRot="1" noMove="1" noResize="1" noEditPoints="1" noAdjustHandles="1" noChangeArrowheads="1" noChangeShapeType="1"/>
          </p:cNvCxnSpPr>
          <p:nvPr/>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5186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9BBB457-D311-9EEA-FB39-BA8768FF4691}"/>
              </a:ext>
            </a:extLst>
          </p:cNvPr>
          <p:cNvSpPr>
            <a:spLocks noGrp="1"/>
          </p:cNvSpPr>
          <p:nvPr>
            <p:ph type="ftr" sz="quarter" idx="11"/>
          </p:nvPr>
        </p:nvSpPr>
        <p:spPr/>
        <p:txBody>
          <a:bodyPr/>
          <a:lstStyle/>
          <a:p>
            <a:r>
              <a:rPr lang="en-US" dirty="0"/>
              <a:t>Add Metadata here in Slide Master &gt; Insert &gt; Slide Number</a:t>
            </a:r>
          </a:p>
        </p:txBody>
      </p:sp>
      <p:sp>
        <p:nvSpPr>
          <p:cNvPr id="3" name="Slide Number Placeholder 2">
            <a:extLst>
              <a:ext uri="{FF2B5EF4-FFF2-40B4-BE49-F238E27FC236}">
                <a16:creationId xmlns:a16="http://schemas.microsoft.com/office/drawing/2014/main" id="{6820157E-7E20-8E55-C51D-A10344BE6429}"/>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20</a:t>
            </a:fld>
            <a:endParaRPr lang="en-US" dirty="0"/>
          </a:p>
        </p:txBody>
      </p:sp>
      <p:sp>
        <p:nvSpPr>
          <p:cNvPr id="2" name="Picture Placeholder 1">
            <a:extLst>
              <a:ext uri="{FF2B5EF4-FFF2-40B4-BE49-F238E27FC236}">
                <a16:creationId xmlns:a16="http://schemas.microsoft.com/office/drawing/2014/main" id="{4F47B9F8-216F-C7C7-868B-08BB6809D57C}"/>
              </a:ext>
            </a:extLst>
          </p:cNvPr>
          <p:cNvSpPr>
            <a:spLocks noGrp="1"/>
          </p:cNvSpPr>
          <p:nvPr>
            <p:ph type="pic" sz="quarter" idx="15"/>
          </p:nvPr>
        </p:nvSpPr>
        <p:spPr/>
        <p:txBody>
          <a:bodyPr/>
          <a:lstStyle/>
          <a:p>
            <a:endParaRPr lang="en-US"/>
          </a:p>
        </p:txBody>
      </p:sp>
      <p:sp>
        <p:nvSpPr>
          <p:cNvPr id="5" name="Picture Placeholder 4">
            <a:extLst>
              <a:ext uri="{FF2B5EF4-FFF2-40B4-BE49-F238E27FC236}">
                <a16:creationId xmlns:a16="http://schemas.microsoft.com/office/drawing/2014/main" id="{C2184B67-7E10-0A17-ACAC-06900179D206}"/>
              </a:ext>
            </a:extLst>
          </p:cNvPr>
          <p:cNvSpPr>
            <a:spLocks noGrp="1"/>
          </p:cNvSpPr>
          <p:nvPr>
            <p:ph type="pic" sz="quarter" idx="16"/>
          </p:nvPr>
        </p:nvSpPr>
        <p:spPr/>
        <p:txBody>
          <a:bodyPr/>
          <a:lstStyle/>
          <a:p>
            <a:endParaRPr lang="en-US"/>
          </a:p>
        </p:txBody>
      </p:sp>
      <p:sp>
        <p:nvSpPr>
          <p:cNvPr id="6" name="Picture Placeholder 5">
            <a:extLst>
              <a:ext uri="{FF2B5EF4-FFF2-40B4-BE49-F238E27FC236}">
                <a16:creationId xmlns:a16="http://schemas.microsoft.com/office/drawing/2014/main" id="{6960BE3C-B29D-5E5E-6E8B-F5AECFAA2F9B}"/>
              </a:ext>
            </a:extLst>
          </p:cNvPr>
          <p:cNvSpPr>
            <a:spLocks noGrp="1"/>
          </p:cNvSpPr>
          <p:nvPr>
            <p:ph type="pic" sz="quarter" idx="17"/>
          </p:nvPr>
        </p:nvSpPr>
        <p:spPr/>
        <p:txBody>
          <a:bodyPr/>
          <a:lstStyle/>
          <a:p>
            <a:endParaRPr lang="en-US"/>
          </a:p>
        </p:txBody>
      </p:sp>
      <p:sp>
        <p:nvSpPr>
          <p:cNvPr id="7" name="Picture Placeholder 6">
            <a:extLst>
              <a:ext uri="{FF2B5EF4-FFF2-40B4-BE49-F238E27FC236}">
                <a16:creationId xmlns:a16="http://schemas.microsoft.com/office/drawing/2014/main" id="{1437E837-0B4C-DD09-D4E0-B56F54C42BCD}"/>
              </a:ext>
            </a:extLst>
          </p:cNvPr>
          <p:cNvSpPr>
            <a:spLocks noGrp="1"/>
          </p:cNvSpPr>
          <p:nvPr>
            <p:ph type="pic" sz="quarter" idx="18"/>
          </p:nvPr>
        </p:nvSpPr>
        <p:spPr/>
        <p:txBody>
          <a:bodyPr/>
          <a:lstStyle/>
          <a:p>
            <a:endParaRPr lang="en-US"/>
          </a:p>
        </p:txBody>
      </p:sp>
      <p:sp>
        <p:nvSpPr>
          <p:cNvPr id="8" name="Picture Placeholder 7">
            <a:extLst>
              <a:ext uri="{FF2B5EF4-FFF2-40B4-BE49-F238E27FC236}">
                <a16:creationId xmlns:a16="http://schemas.microsoft.com/office/drawing/2014/main" id="{C32A2A08-936E-EA22-0A18-0685F6E6F94D}"/>
              </a:ext>
            </a:extLst>
          </p:cNvPr>
          <p:cNvSpPr>
            <a:spLocks noGrp="1"/>
          </p:cNvSpPr>
          <p:nvPr>
            <p:ph type="pic" sz="quarter" idx="19"/>
          </p:nvPr>
        </p:nvSpPr>
        <p:spPr/>
        <p:txBody>
          <a:bodyPr/>
          <a:lstStyle/>
          <a:p>
            <a:endParaRPr lang="en-US"/>
          </a:p>
        </p:txBody>
      </p:sp>
      <p:sp>
        <p:nvSpPr>
          <p:cNvPr id="9" name="Text Placeholder 8">
            <a:extLst>
              <a:ext uri="{FF2B5EF4-FFF2-40B4-BE49-F238E27FC236}">
                <a16:creationId xmlns:a16="http://schemas.microsoft.com/office/drawing/2014/main" id="{7D799DC6-E314-9601-1873-90E0608495D8}"/>
              </a:ext>
            </a:extLst>
          </p:cNvPr>
          <p:cNvSpPr>
            <a:spLocks noGrp="1"/>
          </p:cNvSpPr>
          <p:nvPr>
            <p:ph type="body" sz="quarter" idx="21"/>
          </p:nvPr>
        </p:nvSpPr>
        <p:spPr/>
        <p:txBody>
          <a:bodyPr/>
          <a:lstStyle/>
          <a:p>
            <a:endParaRPr lang="en-US"/>
          </a:p>
        </p:txBody>
      </p:sp>
      <p:sp>
        <p:nvSpPr>
          <p:cNvPr id="10" name="Text Placeholder 9">
            <a:extLst>
              <a:ext uri="{FF2B5EF4-FFF2-40B4-BE49-F238E27FC236}">
                <a16:creationId xmlns:a16="http://schemas.microsoft.com/office/drawing/2014/main" id="{31AF3EED-C5E1-5643-8D33-F37B262C1F85}"/>
              </a:ext>
            </a:extLst>
          </p:cNvPr>
          <p:cNvSpPr>
            <a:spLocks noGrp="1"/>
          </p:cNvSpPr>
          <p:nvPr>
            <p:ph type="body" sz="quarter" idx="22"/>
          </p:nvPr>
        </p:nvSpPr>
        <p:spPr/>
        <p:txBody>
          <a:bodyPr/>
          <a:lstStyle/>
          <a:p>
            <a:endParaRPr lang="en-US"/>
          </a:p>
        </p:txBody>
      </p:sp>
      <p:sp>
        <p:nvSpPr>
          <p:cNvPr id="11" name="Text Placeholder 10">
            <a:extLst>
              <a:ext uri="{FF2B5EF4-FFF2-40B4-BE49-F238E27FC236}">
                <a16:creationId xmlns:a16="http://schemas.microsoft.com/office/drawing/2014/main" id="{0B925286-0F8F-6D1F-6CD9-B0FF908CA10A}"/>
              </a:ext>
            </a:extLst>
          </p:cNvPr>
          <p:cNvSpPr>
            <a:spLocks noGrp="1"/>
          </p:cNvSpPr>
          <p:nvPr>
            <p:ph type="body" sz="quarter" idx="23"/>
          </p:nvPr>
        </p:nvSpPr>
        <p:spPr/>
        <p:txBody>
          <a:bodyPr/>
          <a:lstStyle/>
          <a:p>
            <a:endParaRPr lang="en-US"/>
          </a:p>
        </p:txBody>
      </p:sp>
      <p:sp>
        <p:nvSpPr>
          <p:cNvPr id="12" name="Text Placeholder 11">
            <a:extLst>
              <a:ext uri="{FF2B5EF4-FFF2-40B4-BE49-F238E27FC236}">
                <a16:creationId xmlns:a16="http://schemas.microsoft.com/office/drawing/2014/main" id="{28FC320F-9014-D367-5CCE-F9300A272767}"/>
              </a:ext>
            </a:extLst>
          </p:cNvPr>
          <p:cNvSpPr>
            <a:spLocks noGrp="1"/>
          </p:cNvSpPr>
          <p:nvPr>
            <p:ph type="body" sz="quarter" idx="24"/>
          </p:nvPr>
        </p:nvSpPr>
        <p:spPr/>
        <p:txBody>
          <a:bodyPr/>
          <a:lstStyle/>
          <a:p>
            <a:endParaRPr lang="en-US"/>
          </a:p>
        </p:txBody>
      </p:sp>
      <p:sp>
        <p:nvSpPr>
          <p:cNvPr id="13" name="Text Placeholder 12">
            <a:extLst>
              <a:ext uri="{FF2B5EF4-FFF2-40B4-BE49-F238E27FC236}">
                <a16:creationId xmlns:a16="http://schemas.microsoft.com/office/drawing/2014/main" id="{0FECAF80-A2D9-2B3B-5564-DF2ACEC556A1}"/>
              </a:ext>
            </a:extLst>
          </p:cNvPr>
          <p:cNvSpPr>
            <a:spLocks noGrp="1"/>
          </p:cNvSpPr>
          <p:nvPr>
            <p:ph type="body" sz="quarter" idx="25"/>
          </p:nvPr>
        </p:nvSpPr>
        <p:spPr/>
        <p:txBody>
          <a:bodyPr/>
          <a:lstStyle/>
          <a:p>
            <a:endParaRPr lang="en-US"/>
          </a:p>
        </p:txBody>
      </p:sp>
      <p:sp>
        <p:nvSpPr>
          <p:cNvPr id="14" name="Text Placeholder 13">
            <a:extLst>
              <a:ext uri="{FF2B5EF4-FFF2-40B4-BE49-F238E27FC236}">
                <a16:creationId xmlns:a16="http://schemas.microsoft.com/office/drawing/2014/main" id="{25602702-8F4F-BC9D-F7B4-B2BEDCE6C0AE}"/>
              </a:ext>
            </a:extLst>
          </p:cNvPr>
          <p:cNvSpPr>
            <a:spLocks noGrp="1"/>
          </p:cNvSpPr>
          <p:nvPr>
            <p:ph type="body" sz="quarter" idx="26"/>
          </p:nvPr>
        </p:nvSpPr>
        <p:spPr/>
        <p:txBody>
          <a:bodyPr/>
          <a:lstStyle/>
          <a:p>
            <a:endParaRPr lang="en-US"/>
          </a:p>
        </p:txBody>
      </p:sp>
      <p:sp>
        <p:nvSpPr>
          <p:cNvPr id="15" name="Text Placeholder 14">
            <a:extLst>
              <a:ext uri="{FF2B5EF4-FFF2-40B4-BE49-F238E27FC236}">
                <a16:creationId xmlns:a16="http://schemas.microsoft.com/office/drawing/2014/main" id="{AC45A302-6C1A-4CC3-42E5-F1154AF5BA3D}"/>
              </a:ext>
            </a:extLst>
          </p:cNvPr>
          <p:cNvSpPr>
            <a:spLocks noGrp="1"/>
          </p:cNvSpPr>
          <p:nvPr>
            <p:ph type="body" sz="quarter" idx="27"/>
          </p:nvPr>
        </p:nvSpPr>
        <p:spPr/>
        <p:txBody>
          <a:bodyPr/>
          <a:lstStyle/>
          <a:p>
            <a:endParaRPr lang="en-US"/>
          </a:p>
        </p:txBody>
      </p:sp>
      <p:sp>
        <p:nvSpPr>
          <p:cNvPr id="16" name="Text Placeholder 15">
            <a:extLst>
              <a:ext uri="{FF2B5EF4-FFF2-40B4-BE49-F238E27FC236}">
                <a16:creationId xmlns:a16="http://schemas.microsoft.com/office/drawing/2014/main" id="{3351E777-B59E-23C3-4540-D4AD1466256E}"/>
              </a:ext>
            </a:extLst>
          </p:cNvPr>
          <p:cNvSpPr>
            <a:spLocks noGrp="1"/>
          </p:cNvSpPr>
          <p:nvPr>
            <p:ph type="body" sz="quarter" idx="28"/>
          </p:nvPr>
        </p:nvSpPr>
        <p:spPr/>
        <p:txBody>
          <a:bodyPr/>
          <a:lstStyle/>
          <a:p>
            <a:endParaRPr lang="en-US"/>
          </a:p>
        </p:txBody>
      </p:sp>
      <p:sp>
        <p:nvSpPr>
          <p:cNvPr id="17" name="Text Placeholder 16">
            <a:extLst>
              <a:ext uri="{FF2B5EF4-FFF2-40B4-BE49-F238E27FC236}">
                <a16:creationId xmlns:a16="http://schemas.microsoft.com/office/drawing/2014/main" id="{13D1A7D9-C280-3184-26BB-83650CC9CE9A}"/>
              </a:ext>
            </a:extLst>
          </p:cNvPr>
          <p:cNvSpPr>
            <a:spLocks noGrp="1"/>
          </p:cNvSpPr>
          <p:nvPr>
            <p:ph type="body" sz="quarter" idx="29"/>
          </p:nvPr>
        </p:nvSpPr>
        <p:spPr/>
        <p:txBody>
          <a:bodyPr/>
          <a:lstStyle/>
          <a:p>
            <a:endParaRPr lang="en-US"/>
          </a:p>
        </p:txBody>
      </p:sp>
      <p:sp>
        <p:nvSpPr>
          <p:cNvPr id="18" name="Text Placeholder 17">
            <a:extLst>
              <a:ext uri="{FF2B5EF4-FFF2-40B4-BE49-F238E27FC236}">
                <a16:creationId xmlns:a16="http://schemas.microsoft.com/office/drawing/2014/main" id="{8C32ACEF-F32A-9130-47FD-B823936FBA50}"/>
              </a:ext>
            </a:extLst>
          </p:cNvPr>
          <p:cNvSpPr>
            <a:spLocks noGrp="1"/>
          </p:cNvSpPr>
          <p:nvPr>
            <p:ph type="body" sz="quarter" idx="30"/>
          </p:nvPr>
        </p:nvSpPr>
        <p:spPr/>
        <p:txBody>
          <a:bodyPr/>
          <a:lstStyle/>
          <a:p>
            <a:endParaRPr lang="en-US"/>
          </a:p>
        </p:txBody>
      </p:sp>
      <p:sp>
        <p:nvSpPr>
          <p:cNvPr id="19" name="Text Placeholder 18">
            <a:extLst>
              <a:ext uri="{FF2B5EF4-FFF2-40B4-BE49-F238E27FC236}">
                <a16:creationId xmlns:a16="http://schemas.microsoft.com/office/drawing/2014/main" id="{491B2A1B-6719-3851-FAD2-79261BCD3AA4}"/>
              </a:ext>
            </a:extLst>
          </p:cNvPr>
          <p:cNvSpPr>
            <a:spLocks noGrp="1"/>
          </p:cNvSpPr>
          <p:nvPr>
            <p:ph type="body" sz="quarter" idx="31"/>
          </p:nvPr>
        </p:nvSpPr>
        <p:spPr/>
        <p:txBody>
          <a:bodyPr/>
          <a:lstStyle/>
          <a:p>
            <a:endParaRPr lang="en-US"/>
          </a:p>
        </p:txBody>
      </p:sp>
      <p:sp>
        <p:nvSpPr>
          <p:cNvPr id="20" name="Text Placeholder 19">
            <a:extLst>
              <a:ext uri="{FF2B5EF4-FFF2-40B4-BE49-F238E27FC236}">
                <a16:creationId xmlns:a16="http://schemas.microsoft.com/office/drawing/2014/main" id="{DB79B6EC-0A9B-82EE-5D83-C1BFD1AE8A36}"/>
              </a:ext>
            </a:extLst>
          </p:cNvPr>
          <p:cNvSpPr>
            <a:spLocks noGrp="1"/>
          </p:cNvSpPr>
          <p:nvPr>
            <p:ph type="body" sz="quarter" idx="32"/>
          </p:nvPr>
        </p:nvSpPr>
        <p:spPr/>
        <p:txBody>
          <a:bodyPr/>
          <a:lstStyle/>
          <a:p>
            <a:endParaRPr lang="en-US"/>
          </a:p>
        </p:txBody>
      </p:sp>
      <p:sp>
        <p:nvSpPr>
          <p:cNvPr id="21" name="Text Placeholder 20">
            <a:extLst>
              <a:ext uri="{FF2B5EF4-FFF2-40B4-BE49-F238E27FC236}">
                <a16:creationId xmlns:a16="http://schemas.microsoft.com/office/drawing/2014/main" id="{221E9FE6-023E-7D28-B4D1-E38122B7319E}"/>
              </a:ext>
            </a:extLst>
          </p:cNvPr>
          <p:cNvSpPr>
            <a:spLocks noGrp="1"/>
          </p:cNvSpPr>
          <p:nvPr>
            <p:ph type="body" sz="quarter" idx="33"/>
          </p:nvPr>
        </p:nvSpPr>
        <p:spPr/>
        <p:txBody>
          <a:bodyPr/>
          <a:lstStyle/>
          <a:p>
            <a:endParaRPr lang="en-US"/>
          </a:p>
        </p:txBody>
      </p:sp>
      <p:sp>
        <p:nvSpPr>
          <p:cNvPr id="22" name="Text Placeholder 21">
            <a:extLst>
              <a:ext uri="{FF2B5EF4-FFF2-40B4-BE49-F238E27FC236}">
                <a16:creationId xmlns:a16="http://schemas.microsoft.com/office/drawing/2014/main" id="{AB9022CE-4F9D-8012-EA57-08887369EDAD}"/>
              </a:ext>
            </a:extLst>
          </p:cNvPr>
          <p:cNvSpPr>
            <a:spLocks noGrp="1"/>
          </p:cNvSpPr>
          <p:nvPr>
            <p:ph type="body" sz="quarter" idx="34"/>
          </p:nvPr>
        </p:nvSpPr>
        <p:spPr/>
        <p:txBody>
          <a:bodyPr/>
          <a:lstStyle/>
          <a:p>
            <a:endParaRPr lang="en-US"/>
          </a:p>
        </p:txBody>
      </p:sp>
      <p:sp>
        <p:nvSpPr>
          <p:cNvPr id="23" name="Text Placeholder 22">
            <a:extLst>
              <a:ext uri="{FF2B5EF4-FFF2-40B4-BE49-F238E27FC236}">
                <a16:creationId xmlns:a16="http://schemas.microsoft.com/office/drawing/2014/main" id="{34FA893B-4012-230E-DFF3-CB197F472112}"/>
              </a:ext>
            </a:extLst>
          </p:cNvPr>
          <p:cNvSpPr>
            <a:spLocks noGrp="1"/>
          </p:cNvSpPr>
          <p:nvPr>
            <p:ph type="body" sz="quarter" idx="35"/>
          </p:nvPr>
        </p:nvSpPr>
        <p:spPr/>
        <p:txBody>
          <a:bodyPr/>
          <a:lstStyle/>
          <a:p>
            <a:endParaRPr lang="en-US"/>
          </a:p>
        </p:txBody>
      </p:sp>
      <p:sp>
        <p:nvSpPr>
          <p:cNvPr id="24" name="Text Placeholder 23">
            <a:extLst>
              <a:ext uri="{FF2B5EF4-FFF2-40B4-BE49-F238E27FC236}">
                <a16:creationId xmlns:a16="http://schemas.microsoft.com/office/drawing/2014/main" id="{9E684842-AF94-E7B6-9E53-587E05E09476}"/>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2384706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F61B227-F1B9-7234-EA3A-79B23CE887EF}"/>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21</a:t>
            </a:fld>
            <a:endParaRPr lang="en-US" dirty="0"/>
          </a:p>
        </p:txBody>
      </p:sp>
      <p:sp>
        <p:nvSpPr>
          <p:cNvPr id="9" name="Picture Placeholder 8">
            <a:extLst>
              <a:ext uri="{FF2B5EF4-FFF2-40B4-BE49-F238E27FC236}">
                <a16:creationId xmlns:a16="http://schemas.microsoft.com/office/drawing/2014/main" id="{7494A259-50A9-81FB-B000-5384A8D8087D}"/>
              </a:ext>
            </a:extLst>
          </p:cNvPr>
          <p:cNvSpPr>
            <a:spLocks noGrp="1" noRot="1" noMove="1" noResize="1" noEditPoints="1" noAdjustHandles="1" noChangeArrowheads="1" noChangeShapeType="1"/>
          </p:cNvSpPr>
          <p:nvPr>
            <p:ph type="pic" sz="quarter" idx="15"/>
          </p:nvPr>
        </p:nvSpPr>
        <p:spPr/>
        <p:txBody>
          <a:bodyPr/>
          <a:lstStyle/>
          <a:p>
            <a:endParaRPr lang="en-US"/>
          </a:p>
        </p:txBody>
      </p:sp>
      <p:sp>
        <p:nvSpPr>
          <p:cNvPr id="10" name="Text Placeholder 9">
            <a:extLst>
              <a:ext uri="{FF2B5EF4-FFF2-40B4-BE49-F238E27FC236}">
                <a16:creationId xmlns:a16="http://schemas.microsoft.com/office/drawing/2014/main" id="{C8DB8BDF-BE91-F05E-01E3-4D896D05E217}"/>
              </a:ext>
            </a:extLst>
          </p:cNvPr>
          <p:cNvSpPr>
            <a:spLocks noGrp="1" noRot="1" noMove="1" noResize="1" noEditPoints="1" noAdjustHandles="1" noChangeArrowheads="1" noChangeShapeType="1"/>
          </p:cNvSpPr>
          <p:nvPr>
            <p:ph type="body" sz="quarter" idx="16"/>
          </p:nvPr>
        </p:nvSpPr>
        <p:spPr/>
        <p:txBody>
          <a:bodyPr/>
          <a:lstStyle/>
          <a:p>
            <a:endParaRPr lang="en-US" dirty="0"/>
          </a:p>
        </p:txBody>
      </p:sp>
      <p:sp>
        <p:nvSpPr>
          <p:cNvPr id="11" name="Text Placeholder 10">
            <a:extLst>
              <a:ext uri="{FF2B5EF4-FFF2-40B4-BE49-F238E27FC236}">
                <a16:creationId xmlns:a16="http://schemas.microsoft.com/office/drawing/2014/main" id="{556A7191-C3B3-44E0-A66F-AAE0FFF677B3}"/>
              </a:ext>
            </a:extLst>
          </p:cNvPr>
          <p:cNvSpPr>
            <a:spLocks noGrp="1" noRot="1" noMove="1" noResize="1" noEditPoints="1" noAdjustHandles="1" noChangeArrowheads="1" noChangeShapeType="1"/>
          </p:cNvSpPr>
          <p:nvPr>
            <p:ph type="body" sz="quarter" idx="17"/>
          </p:nvPr>
        </p:nvSpPr>
        <p:spPr/>
        <p:txBody>
          <a:bodyPr/>
          <a:lstStyle/>
          <a:p>
            <a:endParaRPr lang="en-US" dirty="0"/>
          </a:p>
        </p:txBody>
      </p:sp>
      <p:sp>
        <p:nvSpPr>
          <p:cNvPr id="12" name="Text Placeholder 11">
            <a:extLst>
              <a:ext uri="{FF2B5EF4-FFF2-40B4-BE49-F238E27FC236}">
                <a16:creationId xmlns:a16="http://schemas.microsoft.com/office/drawing/2014/main" id="{7FC9570D-49CD-F07A-A652-D906CFD3CABA}"/>
              </a:ext>
            </a:extLst>
          </p:cNvPr>
          <p:cNvSpPr>
            <a:spLocks noGrp="1" noRot="1" noMove="1" noResize="1" noEditPoints="1" noAdjustHandles="1" noChangeArrowheads="1" noChangeShapeType="1"/>
          </p:cNvSpPr>
          <p:nvPr>
            <p:ph type="body" sz="quarter" idx="18"/>
          </p:nvPr>
        </p:nvSpPr>
        <p:spPr/>
        <p:txBody>
          <a:bodyPr/>
          <a:lstStyle/>
          <a:p>
            <a:endParaRPr lang="en-US" dirty="0"/>
          </a:p>
        </p:txBody>
      </p:sp>
      <p:sp>
        <p:nvSpPr>
          <p:cNvPr id="13" name="Text Placeholder 12">
            <a:extLst>
              <a:ext uri="{FF2B5EF4-FFF2-40B4-BE49-F238E27FC236}">
                <a16:creationId xmlns:a16="http://schemas.microsoft.com/office/drawing/2014/main" id="{14C4F8E6-071F-5EC7-229E-FE820E9A67DC}"/>
              </a:ext>
            </a:extLst>
          </p:cNvPr>
          <p:cNvSpPr>
            <a:spLocks noGrp="1" noRot="1" noMove="1" noResize="1" noEditPoints="1" noAdjustHandles="1" noChangeArrowheads="1" noChangeShapeType="1"/>
          </p:cNvSpPr>
          <p:nvPr>
            <p:ph type="body" sz="quarter" idx="36"/>
          </p:nvPr>
        </p:nvSpPr>
        <p:spPr/>
        <p:txBody>
          <a:bodyPr/>
          <a:lstStyle/>
          <a:p>
            <a:endParaRPr lang="en-US" dirty="0"/>
          </a:p>
        </p:txBody>
      </p:sp>
      <p:sp>
        <p:nvSpPr>
          <p:cNvPr id="14" name="Text Placeholder 13">
            <a:extLst>
              <a:ext uri="{FF2B5EF4-FFF2-40B4-BE49-F238E27FC236}">
                <a16:creationId xmlns:a16="http://schemas.microsoft.com/office/drawing/2014/main" id="{C44A6CBD-6761-A43C-A1DF-C61698C6F33E}"/>
              </a:ext>
            </a:extLst>
          </p:cNvPr>
          <p:cNvSpPr>
            <a:spLocks noGrp="1" noRot="1" noMove="1" noResize="1" noEditPoints="1" noAdjustHandles="1" noChangeArrowheads="1" noChangeShapeType="1"/>
          </p:cNvSpPr>
          <p:nvPr>
            <p:ph type="body" sz="quarter" idx="37"/>
          </p:nvPr>
        </p:nvSpPr>
        <p:spPr/>
        <p:txBody>
          <a:bodyPr/>
          <a:lstStyle/>
          <a:p>
            <a:endParaRPr lang="en-US" dirty="0"/>
          </a:p>
        </p:txBody>
      </p:sp>
      <p:sp>
        <p:nvSpPr>
          <p:cNvPr id="15" name="Text Placeholder 14">
            <a:extLst>
              <a:ext uri="{FF2B5EF4-FFF2-40B4-BE49-F238E27FC236}">
                <a16:creationId xmlns:a16="http://schemas.microsoft.com/office/drawing/2014/main" id="{9E0D28B3-793C-303C-B9A8-8446EEDDF5F2}"/>
              </a:ext>
            </a:extLst>
          </p:cNvPr>
          <p:cNvSpPr>
            <a:spLocks noGrp="1" noRot="1" noMove="1" noResize="1" noEditPoints="1" noAdjustHandles="1" noChangeArrowheads="1" noChangeShapeType="1"/>
          </p:cNvSpPr>
          <p:nvPr>
            <p:ph type="body" sz="quarter" idx="38"/>
          </p:nvPr>
        </p:nvSpPr>
        <p:spPr/>
        <p:txBody>
          <a:bodyPr/>
          <a:lstStyle/>
          <a:p>
            <a:endParaRPr lang="en-US" dirty="0"/>
          </a:p>
        </p:txBody>
      </p:sp>
      <p:sp>
        <p:nvSpPr>
          <p:cNvPr id="16" name="Text Placeholder 15">
            <a:extLst>
              <a:ext uri="{FF2B5EF4-FFF2-40B4-BE49-F238E27FC236}">
                <a16:creationId xmlns:a16="http://schemas.microsoft.com/office/drawing/2014/main" id="{A08029BE-BD90-3201-B51A-C493A222537B}"/>
              </a:ext>
            </a:extLst>
          </p:cNvPr>
          <p:cNvSpPr>
            <a:spLocks noGrp="1" noRot="1" noMove="1" noResize="1" noEditPoints="1" noAdjustHandles="1" noChangeArrowheads="1" noChangeShapeType="1"/>
          </p:cNvSpPr>
          <p:nvPr>
            <p:ph type="body" sz="quarter" idx="39"/>
          </p:nvPr>
        </p:nvSpPr>
        <p:spPr/>
        <p:txBody>
          <a:bodyPr/>
          <a:lstStyle/>
          <a:p>
            <a:endParaRPr lang="en-US" dirty="0"/>
          </a:p>
        </p:txBody>
      </p:sp>
    </p:spTree>
    <p:extLst>
      <p:ext uri="{BB962C8B-B14F-4D97-AF65-F5344CB8AC3E}">
        <p14:creationId xmlns:p14="http://schemas.microsoft.com/office/powerpoint/2010/main" val="4291115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43714D-8A54-7D1B-0378-A8DA33D6D568}"/>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3213C409-CFFC-01E5-76E8-6F9453F95974}"/>
              </a:ext>
            </a:extLst>
          </p:cNvPr>
          <p:cNvSpPr>
            <a:spLocks noGrp="1"/>
          </p:cNvSpPr>
          <p:nvPr>
            <p:ph type="body" sz="quarter" idx="19"/>
          </p:nvPr>
        </p:nvSpPr>
        <p:spPr/>
        <p:txBody>
          <a:bodyPr/>
          <a:lstStyle/>
          <a:p>
            <a:endParaRPr lang="en-US"/>
          </a:p>
        </p:txBody>
      </p:sp>
      <p:sp>
        <p:nvSpPr>
          <p:cNvPr id="7" name="Text Placeholder 6">
            <a:extLst>
              <a:ext uri="{FF2B5EF4-FFF2-40B4-BE49-F238E27FC236}">
                <a16:creationId xmlns:a16="http://schemas.microsoft.com/office/drawing/2014/main" id="{82B8DBCB-A502-661F-2767-838055C2DE4E}"/>
              </a:ext>
            </a:extLst>
          </p:cNvPr>
          <p:cNvSpPr>
            <a:spLocks noGrp="1"/>
          </p:cNvSpPr>
          <p:nvPr>
            <p:ph type="body" sz="quarter" idx="21"/>
          </p:nvPr>
        </p:nvSpPr>
        <p:spPr/>
        <p:txBody>
          <a:bodyPr/>
          <a:lstStyle/>
          <a:p>
            <a:endParaRPr lang="en-US"/>
          </a:p>
        </p:txBody>
      </p:sp>
      <p:sp>
        <p:nvSpPr>
          <p:cNvPr id="8" name="Text Placeholder 7">
            <a:extLst>
              <a:ext uri="{FF2B5EF4-FFF2-40B4-BE49-F238E27FC236}">
                <a16:creationId xmlns:a16="http://schemas.microsoft.com/office/drawing/2014/main" id="{EC5C2004-FC4C-78E7-7A28-68C8CA82B35E}"/>
              </a:ext>
            </a:extLst>
          </p:cNvPr>
          <p:cNvSpPr>
            <a:spLocks noGrp="1"/>
          </p:cNvSpPr>
          <p:nvPr>
            <p:ph type="body" sz="quarter" idx="23"/>
          </p:nvPr>
        </p:nvSpPr>
        <p:spPr/>
        <p:txBody>
          <a:bodyPr/>
          <a:lstStyle/>
          <a:p>
            <a:endParaRPr lang="en-US"/>
          </a:p>
        </p:txBody>
      </p:sp>
      <p:sp>
        <p:nvSpPr>
          <p:cNvPr id="9" name="Text Placeholder 8">
            <a:extLst>
              <a:ext uri="{FF2B5EF4-FFF2-40B4-BE49-F238E27FC236}">
                <a16:creationId xmlns:a16="http://schemas.microsoft.com/office/drawing/2014/main" id="{99CE1B09-43D6-CD39-EC64-5CC7D18E707A}"/>
              </a:ext>
            </a:extLst>
          </p:cNvPr>
          <p:cNvSpPr>
            <a:spLocks noGrp="1"/>
          </p:cNvSpPr>
          <p:nvPr>
            <p:ph type="body" sz="quarter" idx="24"/>
          </p:nvPr>
        </p:nvSpPr>
        <p:spPr/>
        <p:txBody>
          <a:bodyPr/>
          <a:lstStyle/>
          <a:p>
            <a:endParaRPr lang="en-US"/>
          </a:p>
        </p:txBody>
      </p:sp>
      <p:sp>
        <p:nvSpPr>
          <p:cNvPr id="10" name="Text Placeholder 9">
            <a:extLst>
              <a:ext uri="{FF2B5EF4-FFF2-40B4-BE49-F238E27FC236}">
                <a16:creationId xmlns:a16="http://schemas.microsoft.com/office/drawing/2014/main" id="{B3C730AA-CE37-3750-C701-5CAE075EECC0}"/>
              </a:ext>
            </a:extLst>
          </p:cNvPr>
          <p:cNvSpPr>
            <a:spLocks noGrp="1"/>
          </p:cNvSpPr>
          <p:nvPr>
            <p:ph type="body" sz="quarter" idx="25"/>
          </p:nvPr>
        </p:nvSpPr>
        <p:spPr/>
        <p:txBody>
          <a:bodyPr/>
          <a:lstStyle/>
          <a:p>
            <a:endParaRPr lang="en-US"/>
          </a:p>
        </p:txBody>
      </p:sp>
      <p:sp>
        <p:nvSpPr>
          <p:cNvPr id="11" name="Text Placeholder 10">
            <a:extLst>
              <a:ext uri="{FF2B5EF4-FFF2-40B4-BE49-F238E27FC236}">
                <a16:creationId xmlns:a16="http://schemas.microsoft.com/office/drawing/2014/main" id="{F7C08628-6648-9EDC-1E87-6BF5F058B98C}"/>
              </a:ext>
            </a:extLst>
          </p:cNvPr>
          <p:cNvSpPr>
            <a:spLocks noGrp="1"/>
          </p:cNvSpPr>
          <p:nvPr>
            <p:ph type="body" sz="quarter" idx="26"/>
          </p:nvPr>
        </p:nvSpPr>
        <p:spPr/>
        <p:txBody>
          <a:bodyPr/>
          <a:lstStyle/>
          <a:p>
            <a:endParaRPr lang="en-US"/>
          </a:p>
        </p:txBody>
      </p:sp>
      <p:sp>
        <p:nvSpPr>
          <p:cNvPr id="12" name="Text Placeholder 11">
            <a:extLst>
              <a:ext uri="{FF2B5EF4-FFF2-40B4-BE49-F238E27FC236}">
                <a16:creationId xmlns:a16="http://schemas.microsoft.com/office/drawing/2014/main" id="{66E23FA8-4CF4-8045-AE11-0083ABAD8298}"/>
              </a:ext>
            </a:extLst>
          </p:cNvPr>
          <p:cNvSpPr>
            <a:spLocks noGrp="1"/>
          </p:cNvSpPr>
          <p:nvPr>
            <p:ph type="body" sz="quarter" idx="27"/>
          </p:nvPr>
        </p:nvSpPr>
        <p:spPr/>
        <p:txBody>
          <a:bodyPr/>
          <a:lstStyle/>
          <a:p>
            <a:endParaRPr lang="en-US"/>
          </a:p>
        </p:txBody>
      </p:sp>
      <p:sp>
        <p:nvSpPr>
          <p:cNvPr id="13" name="Text Placeholder 12">
            <a:extLst>
              <a:ext uri="{FF2B5EF4-FFF2-40B4-BE49-F238E27FC236}">
                <a16:creationId xmlns:a16="http://schemas.microsoft.com/office/drawing/2014/main" id="{4831346F-2DB5-7903-7BA7-CE5F6A9A7A6C}"/>
              </a:ext>
            </a:extLst>
          </p:cNvPr>
          <p:cNvSpPr>
            <a:spLocks noGrp="1"/>
          </p:cNvSpPr>
          <p:nvPr>
            <p:ph type="body" sz="quarter" idx="28"/>
          </p:nvPr>
        </p:nvSpPr>
        <p:spPr/>
        <p:txBody>
          <a:bodyPr/>
          <a:lstStyle/>
          <a:p>
            <a:endParaRPr lang="en-US"/>
          </a:p>
        </p:txBody>
      </p:sp>
      <p:sp>
        <p:nvSpPr>
          <p:cNvPr id="14" name="Text Placeholder 13">
            <a:extLst>
              <a:ext uri="{FF2B5EF4-FFF2-40B4-BE49-F238E27FC236}">
                <a16:creationId xmlns:a16="http://schemas.microsoft.com/office/drawing/2014/main" id="{9CC2DF6E-2EDF-DA9C-3A8F-DB1797076F1B}"/>
              </a:ext>
            </a:extLst>
          </p:cNvPr>
          <p:cNvSpPr>
            <a:spLocks noGrp="1"/>
          </p:cNvSpPr>
          <p:nvPr>
            <p:ph type="body" sz="quarter" idx="29"/>
          </p:nvPr>
        </p:nvSpPr>
        <p:spPr/>
        <p:txBody>
          <a:bodyPr/>
          <a:lstStyle/>
          <a:p>
            <a:endParaRPr lang="en-US"/>
          </a:p>
        </p:txBody>
      </p:sp>
      <p:sp>
        <p:nvSpPr>
          <p:cNvPr id="2" name="Footer Placeholder 1">
            <a:extLst>
              <a:ext uri="{FF2B5EF4-FFF2-40B4-BE49-F238E27FC236}">
                <a16:creationId xmlns:a16="http://schemas.microsoft.com/office/drawing/2014/main" id="{51B10075-10E7-2B4E-491D-41D3F35EA589}"/>
              </a:ext>
            </a:extLst>
          </p:cNvPr>
          <p:cNvSpPr>
            <a:spLocks noGrp="1"/>
          </p:cNvSpPr>
          <p:nvPr>
            <p:ph type="ftr" sz="quarter" idx="11"/>
          </p:nvPr>
        </p:nvSpPr>
        <p:spPr/>
        <p:txBody>
          <a:bodyPr/>
          <a:lstStyle/>
          <a:p>
            <a:r>
              <a:rPr lang="en-US" dirty="0"/>
              <a:t>Add Metadata here in Slide Master &gt; Insert &gt; Slide Number</a:t>
            </a:r>
          </a:p>
        </p:txBody>
      </p:sp>
      <p:sp>
        <p:nvSpPr>
          <p:cNvPr id="4" name="Slide Number Placeholder 3">
            <a:extLst>
              <a:ext uri="{FF2B5EF4-FFF2-40B4-BE49-F238E27FC236}">
                <a16:creationId xmlns:a16="http://schemas.microsoft.com/office/drawing/2014/main" id="{50462424-62F3-4BBE-5488-D4BA925F49D6}"/>
              </a:ext>
            </a:extLst>
          </p:cNvPr>
          <p:cNvSpPr>
            <a:spLocks noGrp="1" noRot="1" noMove="1" noResize="1" noEditPoints="1" noAdjustHandles="1" noChangeArrowheads="1" noChangeShapeType="1"/>
          </p:cNvSpPr>
          <p:nvPr>
            <p:ph type="sldNum" sz="quarter" idx="12"/>
          </p:nvPr>
        </p:nvSpPr>
        <p:spPr/>
        <p:txBody>
          <a:bodyPr/>
          <a:lstStyle/>
          <a:p>
            <a:fld id="{F2A05088-E85B-D14A-BEC0-5CF678D6EBDC}" type="slidenum">
              <a:rPr lang="en-US" smtClean="0"/>
              <a:pPr/>
              <a:t>22</a:t>
            </a:fld>
            <a:endParaRPr lang="en-US"/>
          </a:p>
        </p:txBody>
      </p:sp>
      <p:sp>
        <p:nvSpPr>
          <p:cNvPr id="28" name="Title 1">
            <a:extLst>
              <a:ext uri="{FF2B5EF4-FFF2-40B4-BE49-F238E27FC236}">
                <a16:creationId xmlns:a16="http://schemas.microsoft.com/office/drawing/2014/main" id="{34B72C44-8FCE-E644-3BCE-0D2C857F221D}"/>
              </a:ext>
            </a:extLst>
          </p:cNvPr>
          <p:cNvSpPr txBox="1">
            <a:spLocks noGrp="1" noRot="1" noMove="1" noResize="1" noEditPoints="1" noAdjustHandles="1" noChangeArrowheads="1" noChangeShapeType="1"/>
          </p:cNvSpPr>
          <p:nvPr/>
        </p:nvSpPr>
        <p:spPr>
          <a:xfrm>
            <a:off x="1266092" y="2499996"/>
            <a:ext cx="753627" cy="449387"/>
          </a:xfrm>
          <a:prstGeom prst="rect">
            <a:avLst/>
          </a:prstGeom>
        </p:spPr>
        <p:txBody>
          <a:bodyPr vert="horz" lIns="0" tIns="0" rIns="0" bIns="0" rtlCol="0" anchor="b" anchorCtr="0">
            <a:noAutofit/>
          </a:bodyPr>
          <a:lstStyle>
            <a:lvl1pPr algn="l" defTabSz="914400" rtl="0" eaLnBrk="1" latinLnBrk="0" hangingPunct="1">
              <a:lnSpc>
                <a:spcPct val="114000"/>
              </a:lnSpc>
              <a:spcBef>
                <a:spcPct val="0"/>
              </a:spcBef>
              <a:buNone/>
              <a:defRPr sz="1800" b="1" i="0" kern="1200">
                <a:solidFill>
                  <a:schemeClr val="tx2"/>
                </a:solidFill>
                <a:latin typeface="DM Sans 14pt SemiBold" pitchFamily="2" charset="77"/>
                <a:ea typeface="+mj-ea"/>
                <a:cs typeface="+mj-cs"/>
              </a:defRPr>
            </a:lvl1pPr>
          </a:lstStyle>
          <a:p>
            <a:pPr algn="ctr"/>
            <a:r>
              <a:rPr lang="en-US" sz="2800" dirty="0"/>
              <a:t>01</a:t>
            </a:r>
          </a:p>
        </p:txBody>
      </p:sp>
      <p:sp>
        <p:nvSpPr>
          <p:cNvPr id="29" name="Title 1">
            <a:extLst>
              <a:ext uri="{FF2B5EF4-FFF2-40B4-BE49-F238E27FC236}">
                <a16:creationId xmlns:a16="http://schemas.microsoft.com/office/drawing/2014/main" id="{A4F9F8AE-7CBA-0531-6B86-B44B57167608}"/>
              </a:ext>
            </a:extLst>
          </p:cNvPr>
          <p:cNvSpPr txBox="1">
            <a:spLocks noGrp="1" noRot="1" noMove="1" noResize="1" noEditPoints="1" noAdjustHandles="1" noChangeArrowheads="1" noChangeShapeType="1"/>
          </p:cNvSpPr>
          <p:nvPr/>
        </p:nvSpPr>
        <p:spPr>
          <a:xfrm>
            <a:off x="4236835" y="2499996"/>
            <a:ext cx="753627" cy="449387"/>
          </a:xfrm>
          <a:prstGeom prst="rect">
            <a:avLst/>
          </a:prstGeom>
        </p:spPr>
        <p:txBody>
          <a:bodyPr vert="horz" lIns="0" tIns="0" rIns="0" bIns="0" rtlCol="0" anchor="b" anchorCtr="0">
            <a:noAutofit/>
          </a:bodyPr>
          <a:lstStyle>
            <a:lvl1pPr algn="l" defTabSz="914400" rtl="0" eaLnBrk="1" latinLnBrk="0" hangingPunct="1">
              <a:lnSpc>
                <a:spcPct val="114000"/>
              </a:lnSpc>
              <a:spcBef>
                <a:spcPct val="0"/>
              </a:spcBef>
              <a:buNone/>
              <a:defRPr sz="1800" b="1" i="0" kern="1200">
                <a:solidFill>
                  <a:schemeClr val="tx2"/>
                </a:solidFill>
                <a:latin typeface="DM Sans 14pt SemiBold" pitchFamily="2" charset="77"/>
                <a:ea typeface="+mj-ea"/>
                <a:cs typeface="+mj-cs"/>
              </a:defRPr>
            </a:lvl1pPr>
          </a:lstStyle>
          <a:p>
            <a:pPr algn="ctr"/>
            <a:r>
              <a:rPr lang="en-US" sz="2800" dirty="0"/>
              <a:t>02</a:t>
            </a:r>
          </a:p>
        </p:txBody>
      </p:sp>
      <p:sp>
        <p:nvSpPr>
          <p:cNvPr id="30" name="Title 1">
            <a:extLst>
              <a:ext uri="{FF2B5EF4-FFF2-40B4-BE49-F238E27FC236}">
                <a16:creationId xmlns:a16="http://schemas.microsoft.com/office/drawing/2014/main" id="{06092A05-85B4-29BD-34EF-4BA8744566E3}"/>
              </a:ext>
            </a:extLst>
          </p:cNvPr>
          <p:cNvSpPr txBox="1">
            <a:spLocks noGrp="1" noRot="1" noMove="1" noResize="1" noEditPoints="1" noAdjustHandles="1" noChangeArrowheads="1" noChangeShapeType="1"/>
          </p:cNvSpPr>
          <p:nvPr/>
        </p:nvSpPr>
        <p:spPr>
          <a:xfrm>
            <a:off x="7201536" y="2499996"/>
            <a:ext cx="753627" cy="449387"/>
          </a:xfrm>
          <a:prstGeom prst="rect">
            <a:avLst/>
          </a:prstGeom>
        </p:spPr>
        <p:txBody>
          <a:bodyPr vert="horz" lIns="0" tIns="0" rIns="0" bIns="0" rtlCol="0" anchor="b" anchorCtr="0">
            <a:noAutofit/>
          </a:bodyPr>
          <a:lstStyle>
            <a:lvl1pPr algn="l" defTabSz="914400" rtl="0" eaLnBrk="1" latinLnBrk="0" hangingPunct="1">
              <a:lnSpc>
                <a:spcPct val="114000"/>
              </a:lnSpc>
              <a:spcBef>
                <a:spcPct val="0"/>
              </a:spcBef>
              <a:buNone/>
              <a:defRPr sz="1800" b="1" i="0" kern="1200">
                <a:solidFill>
                  <a:schemeClr val="tx2"/>
                </a:solidFill>
                <a:latin typeface="DM Sans 14pt SemiBold" pitchFamily="2" charset="77"/>
                <a:ea typeface="+mj-ea"/>
                <a:cs typeface="+mj-cs"/>
              </a:defRPr>
            </a:lvl1pPr>
          </a:lstStyle>
          <a:p>
            <a:pPr algn="ctr"/>
            <a:r>
              <a:rPr lang="en-US" sz="2800" dirty="0"/>
              <a:t>03</a:t>
            </a:r>
          </a:p>
        </p:txBody>
      </p:sp>
      <p:sp>
        <p:nvSpPr>
          <p:cNvPr id="31" name="Title 1">
            <a:extLst>
              <a:ext uri="{FF2B5EF4-FFF2-40B4-BE49-F238E27FC236}">
                <a16:creationId xmlns:a16="http://schemas.microsoft.com/office/drawing/2014/main" id="{E0601BA2-21D7-C3B1-C2CB-C3B37892EA19}"/>
              </a:ext>
            </a:extLst>
          </p:cNvPr>
          <p:cNvSpPr txBox="1">
            <a:spLocks noGrp="1" noRot="1" noMove="1" noResize="1" noEditPoints="1" noAdjustHandles="1" noChangeArrowheads="1" noChangeShapeType="1"/>
          </p:cNvSpPr>
          <p:nvPr/>
        </p:nvSpPr>
        <p:spPr>
          <a:xfrm>
            <a:off x="10160196" y="2499996"/>
            <a:ext cx="753627" cy="449387"/>
          </a:xfrm>
          <a:prstGeom prst="rect">
            <a:avLst/>
          </a:prstGeom>
        </p:spPr>
        <p:txBody>
          <a:bodyPr vert="horz" lIns="0" tIns="0" rIns="0" bIns="0" rtlCol="0" anchor="b" anchorCtr="0">
            <a:noAutofit/>
          </a:bodyPr>
          <a:lstStyle>
            <a:lvl1pPr algn="l" defTabSz="914400" rtl="0" eaLnBrk="1" latinLnBrk="0" hangingPunct="1">
              <a:lnSpc>
                <a:spcPct val="114000"/>
              </a:lnSpc>
              <a:spcBef>
                <a:spcPct val="0"/>
              </a:spcBef>
              <a:buNone/>
              <a:defRPr sz="1800" b="1" i="0" kern="1200">
                <a:solidFill>
                  <a:schemeClr val="tx2"/>
                </a:solidFill>
                <a:latin typeface="DM Sans 14pt SemiBold" pitchFamily="2" charset="77"/>
                <a:ea typeface="+mj-ea"/>
                <a:cs typeface="+mj-cs"/>
              </a:defRPr>
            </a:lvl1pPr>
          </a:lstStyle>
          <a:p>
            <a:pPr algn="ctr"/>
            <a:r>
              <a:rPr lang="en-US" sz="2800" dirty="0"/>
              <a:t>04</a:t>
            </a:r>
          </a:p>
        </p:txBody>
      </p:sp>
    </p:spTree>
    <p:extLst>
      <p:ext uri="{BB962C8B-B14F-4D97-AF65-F5344CB8AC3E}">
        <p14:creationId xmlns:p14="http://schemas.microsoft.com/office/powerpoint/2010/main" val="3115125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942DED45-8176-4461-3C8B-8C15C76C189C}"/>
              </a:ext>
            </a:extLst>
          </p:cNvPr>
          <p:cNvSpPr>
            <a:spLocks noGrp="1"/>
          </p:cNvSpPr>
          <p:nvPr>
            <p:ph type="title"/>
          </p:nvPr>
        </p:nvSpPr>
        <p:spPr/>
        <p:txBody>
          <a:bodyPr/>
          <a:lstStyle/>
          <a:p>
            <a:endParaRPr lang="en-US"/>
          </a:p>
        </p:txBody>
      </p:sp>
      <p:sp>
        <p:nvSpPr>
          <p:cNvPr id="20" name="Text Placeholder 19">
            <a:extLst>
              <a:ext uri="{FF2B5EF4-FFF2-40B4-BE49-F238E27FC236}">
                <a16:creationId xmlns:a16="http://schemas.microsoft.com/office/drawing/2014/main" id="{00C9F8E9-C7FC-F593-319F-C73B8B8C6463}"/>
              </a:ext>
            </a:extLst>
          </p:cNvPr>
          <p:cNvSpPr>
            <a:spLocks noGrp="1"/>
          </p:cNvSpPr>
          <p:nvPr>
            <p:ph type="body" sz="quarter" idx="19"/>
          </p:nvPr>
        </p:nvSpPr>
        <p:spPr/>
        <p:txBody>
          <a:bodyPr/>
          <a:lstStyle/>
          <a:p>
            <a:endParaRPr lang="en-US"/>
          </a:p>
        </p:txBody>
      </p:sp>
      <p:sp>
        <p:nvSpPr>
          <p:cNvPr id="21" name="Text Placeholder 20">
            <a:extLst>
              <a:ext uri="{FF2B5EF4-FFF2-40B4-BE49-F238E27FC236}">
                <a16:creationId xmlns:a16="http://schemas.microsoft.com/office/drawing/2014/main" id="{DD349E77-6986-93C1-2B35-36D9B2001E49}"/>
              </a:ext>
            </a:extLst>
          </p:cNvPr>
          <p:cNvSpPr>
            <a:spLocks noGrp="1"/>
          </p:cNvSpPr>
          <p:nvPr>
            <p:ph type="body" sz="quarter" idx="21"/>
          </p:nvPr>
        </p:nvSpPr>
        <p:spPr/>
        <p:txBody>
          <a:bodyPr/>
          <a:lstStyle/>
          <a:p>
            <a:endParaRPr lang="en-US"/>
          </a:p>
        </p:txBody>
      </p:sp>
      <p:sp>
        <p:nvSpPr>
          <p:cNvPr id="22" name="Text Placeholder 21">
            <a:extLst>
              <a:ext uri="{FF2B5EF4-FFF2-40B4-BE49-F238E27FC236}">
                <a16:creationId xmlns:a16="http://schemas.microsoft.com/office/drawing/2014/main" id="{3EBB56D2-A00E-D552-50F6-CDE6F44240EE}"/>
              </a:ext>
            </a:extLst>
          </p:cNvPr>
          <p:cNvSpPr>
            <a:spLocks noGrp="1"/>
          </p:cNvSpPr>
          <p:nvPr>
            <p:ph type="body" sz="quarter" idx="23"/>
          </p:nvPr>
        </p:nvSpPr>
        <p:spPr/>
        <p:txBody>
          <a:bodyPr/>
          <a:lstStyle/>
          <a:p>
            <a:endParaRPr lang="en-US"/>
          </a:p>
        </p:txBody>
      </p:sp>
      <p:sp>
        <p:nvSpPr>
          <p:cNvPr id="23" name="Text Placeholder 22">
            <a:extLst>
              <a:ext uri="{FF2B5EF4-FFF2-40B4-BE49-F238E27FC236}">
                <a16:creationId xmlns:a16="http://schemas.microsoft.com/office/drawing/2014/main" id="{0DF24421-6E02-8611-7605-5F4A4859DB6E}"/>
              </a:ext>
            </a:extLst>
          </p:cNvPr>
          <p:cNvSpPr>
            <a:spLocks noGrp="1"/>
          </p:cNvSpPr>
          <p:nvPr>
            <p:ph type="body" sz="quarter" idx="24"/>
          </p:nvPr>
        </p:nvSpPr>
        <p:spPr/>
        <p:txBody>
          <a:bodyPr/>
          <a:lstStyle/>
          <a:p>
            <a:endParaRPr lang="en-US"/>
          </a:p>
        </p:txBody>
      </p:sp>
      <p:sp>
        <p:nvSpPr>
          <p:cNvPr id="24" name="Text Placeholder 23">
            <a:extLst>
              <a:ext uri="{FF2B5EF4-FFF2-40B4-BE49-F238E27FC236}">
                <a16:creationId xmlns:a16="http://schemas.microsoft.com/office/drawing/2014/main" id="{B6DA3CB6-A59B-A2D9-4A15-C2E9414FABBA}"/>
              </a:ext>
            </a:extLst>
          </p:cNvPr>
          <p:cNvSpPr>
            <a:spLocks noGrp="1"/>
          </p:cNvSpPr>
          <p:nvPr>
            <p:ph type="body" sz="quarter" idx="25"/>
          </p:nvPr>
        </p:nvSpPr>
        <p:spPr/>
        <p:txBody>
          <a:bodyPr/>
          <a:lstStyle/>
          <a:p>
            <a:endParaRPr lang="en-US"/>
          </a:p>
        </p:txBody>
      </p:sp>
      <p:sp>
        <p:nvSpPr>
          <p:cNvPr id="25" name="Text Placeholder 24">
            <a:extLst>
              <a:ext uri="{FF2B5EF4-FFF2-40B4-BE49-F238E27FC236}">
                <a16:creationId xmlns:a16="http://schemas.microsoft.com/office/drawing/2014/main" id="{CE531517-EB94-1280-71D7-1C526DC04150}"/>
              </a:ext>
            </a:extLst>
          </p:cNvPr>
          <p:cNvSpPr>
            <a:spLocks noGrp="1"/>
          </p:cNvSpPr>
          <p:nvPr>
            <p:ph type="body" sz="quarter" idx="26"/>
          </p:nvPr>
        </p:nvSpPr>
        <p:spPr/>
        <p:txBody>
          <a:bodyPr/>
          <a:lstStyle/>
          <a:p>
            <a:endParaRPr lang="en-US"/>
          </a:p>
        </p:txBody>
      </p:sp>
      <p:sp>
        <p:nvSpPr>
          <p:cNvPr id="26" name="Text Placeholder 25">
            <a:extLst>
              <a:ext uri="{FF2B5EF4-FFF2-40B4-BE49-F238E27FC236}">
                <a16:creationId xmlns:a16="http://schemas.microsoft.com/office/drawing/2014/main" id="{98D5A152-FF03-6800-E474-DCF0D6698C81}"/>
              </a:ext>
            </a:extLst>
          </p:cNvPr>
          <p:cNvSpPr>
            <a:spLocks noGrp="1"/>
          </p:cNvSpPr>
          <p:nvPr>
            <p:ph type="body" sz="quarter" idx="27"/>
          </p:nvPr>
        </p:nvSpPr>
        <p:spPr/>
        <p:txBody>
          <a:bodyPr/>
          <a:lstStyle/>
          <a:p>
            <a:endParaRPr lang="en-US"/>
          </a:p>
        </p:txBody>
      </p:sp>
      <p:sp>
        <p:nvSpPr>
          <p:cNvPr id="27" name="Text Placeholder 26">
            <a:extLst>
              <a:ext uri="{FF2B5EF4-FFF2-40B4-BE49-F238E27FC236}">
                <a16:creationId xmlns:a16="http://schemas.microsoft.com/office/drawing/2014/main" id="{9F84BBC8-84E5-AA9C-5E4E-191110B67FB2}"/>
              </a:ext>
            </a:extLst>
          </p:cNvPr>
          <p:cNvSpPr>
            <a:spLocks noGrp="1"/>
          </p:cNvSpPr>
          <p:nvPr>
            <p:ph type="body" sz="quarter" idx="28"/>
          </p:nvPr>
        </p:nvSpPr>
        <p:spPr/>
        <p:txBody>
          <a:bodyPr/>
          <a:lstStyle/>
          <a:p>
            <a:endParaRPr lang="en-US"/>
          </a:p>
        </p:txBody>
      </p:sp>
      <p:sp>
        <p:nvSpPr>
          <p:cNvPr id="28" name="Text Placeholder 27">
            <a:extLst>
              <a:ext uri="{FF2B5EF4-FFF2-40B4-BE49-F238E27FC236}">
                <a16:creationId xmlns:a16="http://schemas.microsoft.com/office/drawing/2014/main" id="{AEB6394F-FA1A-8F45-19E2-D5A7C059113C}"/>
              </a:ext>
            </a:extLst>
          </p:cNvPr>
          <p:cNvSpPr>
            <a:spLocks noGrp="1"/>
          </p:cNvSpPr>
          <p:nvPr>
            <p:ph type="body" sz="quarter" idx="29"/>
          </p:nvPr>
        </p:nvSpPr>
        <p:spPr/>
        <p:txBody>
          <a:bodyPr/>
          <a:lstStyle/>
          <a:p>
            <a:endParaRPr lang="en-US"/>
          </a:p>
        </p:txBody>
      </p:sp>
      <p:sp>
        <p:nvSpPr>
          <p:cNvPr id="14" name="Footer Placeholder 13">
            <a:extLst>
              <a:ext uri="{FF2B5EF4-FFF2-40B4-BE49-F238E27FC236}">
                <a16:creationId xmlns:a16="http://schemas.microsoft.com/office/drawing/2014/main" id="{47B6D4DB-7233-A15E-9011-7C6EF2BF73D6}"/>
              </a:ext>
            </a:extLst>
          </p:cNvPr>
          <p:cNvSpPr>
            <a:spLocks noGrp="1"/>
          </p:cNvSpPr>
          <p:nvPr>
            <p:ph type="ftr" sz="quarter" idx="11"/>
          </p:nvPr>
        </p:nvSpPr>
        <p:spPr/>
        <p:txBody>
          <a:bodyPr/>
          <a:lstStyle/>
          <a:p>
            <a:r>
              <a:rPr lang="en-US" dirty="0"/>
              <a:t>Add Metadata here in Slide Master &gt; Insert &gt; Slide Number</a:t>
            </a:r>
          </a:p>
        </p:txBody>
      </p:sp>
      <p:sp>
        <p:nvSpPr>
          <p:cNvPr id="3" name="Slide Number Placeholder 2">
            <a:extLst>
              <a:ext uri="{FF2B5EF4-FFF2-40B4-BE49-F238E27FC236}">
                <a16:creationId xmlns:a16="http://schemas.microsoft.com/office/drawing/2014/main" id="{FB7ACF0C-B1C2-8B8E-FA60-CFAAF054FEFB}"/>
              </a:ext>
            </a:extLst>
          </p:cNvPr>
          <p:cNvSpPr>
            <a:spLocks noGrp="1" noRot="1" noMove="1" noResize="1" noEditPoints="1" noAdjustHandles="1" noChangeArrowheads="1" noChangeShapeType="1"/>
          </p:cNvSpPr>
          <p:nvPr>
            <p:ph type="sldNum" sz="quarter" idx="12"/>
          </p:nvPr>
        </p:nvSpPr>
        <p:spPr/>
        <p:txBody>
          <a:bodyPr/>
          <a:lstStyle/>
          <a:p>
            <a:fld id="{F2A05088-E85B-D14A-BEC0-5CF678D6EBDC}" type="slidenum">
              <a:rPr lang="en-US" smtClean="0"/>
              <a:pPr/>
              <a:t>23</a:t>
            </a:fld>
            <a:endParaRPr lang="en-US"/>
          </a:p>
        </p:txBody>
      </p:sp>
      <p:sp>
        <p:nvSpPr>
          <p:cNvPr id="15" name="Title 1">
            <a:extLst>
              <a:ext uri="{FF2B5EF4-FFF2-40B4-BE49-F238E27FC236}">
                <a16:creationId xmlns:a16="http://schemas.microsoft.com/office/drawing/2014/main" id="{1D2E9534-F37A-FFCF-359A-F8EE9BD6E005}"/>
              </a:ext>
            </a:extLst>
          </p:cNvPr>
          <p:cNvSpPr txBox="1">
            <a:spLocks noGrp="1" noRot="1" noMove="1" noResize="1" noEditPoints="1" noAdjustHandles="1" noChangeArrowheads="1" noChangeShapeType="1"/>
          </p:cNvSpPr>
          <p:nvPr/>
        </p:nvSpPr>
        <p:spPr>
          <a:xfrm>
            <a:off x="1266092" y="2499996"/>
            <a:ext cx="753627" cy="449387"/>
          </a:xfrm>
          <a:prstGeom prst="rect">
            <a:avLst/>
          </a:prstGeom>
          <a:ln>
            <a:solidFill>
              <a:schemeClr val="bg2"/>
            </a:solidFill>
          </a:ln>
        </p:spPr>
        <p:txBody>
          <a:bodyPr vert="horz" lIns="0" tIns="0" rIns="0" bIns="0" rtlCol="0" anchor="ctr" anchorCtr="0">
            <a:noAutofit/>
          </a:bodyPr>
          <a:lstStyle>
            <a:lvl1pPr algn="l" defTabSz="914400" rtl="0" eaLnBrk="1" latinLnBrk="0" hangingPunct="1">
              <a:lnSpc>
                <a:spcPct val="114000"/>
              </a:lnSpc>
              <a:spcBef>
                <a:spcPct val="0"/>
              </a:spcBef>
              <a:buNone/>
              <a:defRPr sz="1800" b="1" i="0" kern="1200">
                <a:solidFill>
                  <a:schemeClr val="tx2"/>
                </a:solidFill>
                <a:latin typeface="DM Sans 14pt SemiBold" pitchFamily="2" charset="77"/>
                <a:ea typeface="+mj-ea"/>
                <a:cs typeface="+mj-cs"/>
              </a:defRPr>
            </a:lvl1pPr>
          </a:lstStyle>
          <a:p>
            <a:pPr algn="ctr"/>
            <a:r>
              <a:rPr lang="en-US" sz="2000" dirty="0">
                <a:solidFill>
                  <a:schemeClr val="bg2"/>
                </a:solidFill>
              </a:rPr>
              <a:t>24%</a:t>
            </a:r>
          </a:p>
        </p:txBody>
      </p:sp>
      <p:sp>
        <p:nvSpPr>
          <p:cNvPr id="16" name="Title 1">
            <a:extLst>
              <a:ext uri="{FF2B5EF4-FFF2-40B4-BE49-F238E27FC236}">
                <a16:creationId xmlns:a16="http://schemas.microsoft.com/office/drawing/2014/main" id="{DEEF38D0-F188-C1A5-38EA-78F060D04ED4}"/>
              </a:ext>
            </a:extLst>
          </p:cNvPr>
          <p:cNvSpPr txBox="1">
            <a:spLocks noGrp="1" noRot="1" noMove="1" noResize="1" noEditPoints="1" noAdjustHandles="1" noChangeArrowheads="1" noChangeShapeType="1"/>
          </p:cNvSpPr>
          <p:nvPr/>
        </p:nvSpPr>
        <p:spPr>
          <a:xfrm>
            <a:off x="4236835" y="2499996"/>
            <a:ext cx="753627" cy="449387"/>
          </a:xfrm>
          <a:prstGeom prst="rect">
            <a:avLst/>
          </a:prstGeom>
          <a:ln>
            <a:solidFill>
              <a:schemeClr val="bg2"/>
            </a:solidFill>
          </a:ln>
        </p:spPr>
        <p:txBody>
          <a:bodyPr vert="horz" lIns="0" tIns="0" rIns="0" bIns="0" rtlCol="0" anchor="ctr" anchorCtr="0">
            <a:noAutofit/>
          </a:bodyPr>
          <a:lstStyle>
            <a:lvl1pPr algn="l" defTabSz="914400" rtl="0" eaLnBrk="1" latinLnBrk="0" hangingPunct="1">
              <a:lnSpc>
                <a:spcPct val="114000"/>
              </a:lnSpc>
              <a:spcBef>
                <a:spcPct val="0"/>
              </a:spcBef>
              <a:buNone/>
              <a:defRPr sz="1800" b="1" i="0" kern="1200">
                <a:solidFill>
                  <a:schemeClr val="tx2"/>
                </a:solidFill>
                <a:latin typeface="DM Sans 14pt SemiBold" pitchFamily="2" charset="77"/>
                <a:ea typeface="+mj-ea"/>
                <a:cs typeface="+mj-cs"/>
              </a:defRPr>
            </a:lvl1pPr>
          </a:lstStyle>
          <a:p>
            <a:pPr algn="ctr"/>
            <a:r>
              <a:rPr lang="en-US" sz="2000" dirty="0">
                <a:solidFill>
                  <a:schemeClr val="bg2"/>
                </a:solidFill>
              </a:rPr>
              <a:t>24%</a:t>
            </a:r>
          </a:p>
        </p:txBody>
      </p:sp>
      <p:sp>
        <p:nvSpPr>
          <p:cNvPr id="17" name="Title 1">
            <a:extLst>
              <a:ext uri="{FF2B5EF4-FFF2-40B4-BE49-F238E27FC236}">
                <a16:creationId xmlns:a16="http://schemas.microsoft.com/office/drawing/2014/main" id="{D70731C1-091C-AD5A-7063-4980B6B551E2}"/>
              </a:ext>
            </a:extLst>
          </p:cNvPr>
          <p:cNvSpPr txBox="1">
            <a:spLocks noGrp="1" noRot="1" noMove="1" noResize="1" noEditPoints="1" noAdjustHandles="1" noChangeArrowheads="1" noChangeShapeType="1"/>
          </p:cNvSpPr>
          <p:nvPr/>
        </p:nvSpPr>
        <p:spPr>
          <a:xfrm>
            <a:off x="7201536" y="2499996"/>
            <a:ext cx="753627" cy="449387"/>
          </a:xfrm>
          <a:prstGeom prst="rect">
            <a:avLst/>
          </a:prstGeom>
          <a:ln>
            <a:solidFill>
              <a:schemeClr val="bg2"/>
            </a:solidFill>
          </a:ln>
        </p:spPr>
        <p:txBody>
          <a:bodyPr vert="horz" lIns="0" tIns="0" rIns="0" bIns="0" rtlCol="0" anchor="ctr" anchorCtr="0">
            <a:noAutofit/>
          </a:bodyPr>
          <a:lstStyle>
            <a:lvl1pPr algn="l" defTabSz="914400" rtl="0" eaLnBrk="1" latinLnBrk="0" hangingPunct="1">
              <a:lnSpc>
                <a:spcPct val="114000"/>
              </a:lnSpc>
              <a:spcBef>
                <a:spcPct val="0"/>
              </a:spcBef>
              <a:buNone/>
              <a:defRPr sz="1800" b="1" i="0" kern="1200">
                <a:solidFill>
                  <a:schemeClr val="tx2"/>
                </a:solidFill>
                <a:latin typeface="DM Sans 14pt SemiBold" pitchFamily="2" charset="77"/>
                <a:ea typeface="+mj-ea"/>
                <a:cs typeface="+mj-cs"/>
              </a:defRPr>
            </a:lvl1pPr>
          </a:lstStyle>
          <a:p>
            <a:pPr algn="ctr"/>
            <a:r>
              <a:rPr lang="en-US" sz="2000" dirty="0">
                <a:solidFill>
                  <a:schemeClr val="bg2"/>
                </a:solidFill>
              </a:rPr>
              <a:t>24%</a:t>
            </a:r>
          </a:p>
        </p:txBody>
      </p:sp>
      <p:sp>
        <p:nvSpPr>
          <p:cNvPr id="18" name="Title 1">
            <a:extLst>
              <a:ext uri="{FF2B5EF4-FFF2-40B4-BE49-F238E27FC236}">
                <a16:creationId xmlns:a16="http://schemas.microsoft.com/office/drawing/2014/main" id="{4E4BB7C5-EF61-C0A8-88CB-FDE03C51EC14}"/>
              </a:ext>
            </a:extLst>
          </p:cNvPr>
          <p:cNvSpPr txBox="1">
            <a:spLocks noGrp="1" noRot="1" noMove="1" noResize="1" noEditPoints="1" noAdjustHandles="1" noChangeArrowheads="1" noChangeShapeType="1"/>
          </p:cNvSpPr>
          <p:nvPr/>
        </p:nvSpPr>
        <p:spPr>
          <a:xfrm>
            <a:off x="10160196" y="2499996"/>
            <a:ext cx="753627" cy="449387"/>
          </a:xfrm>
          <a:prstGeom prst="rect">
            <a:avLst/>
          </a:prstGeom>
          <a:ln>
            <a:solidFill>
              <a:schemeClr val="bg2"/>
            </a:solidFill>
          </a:ln>
        </p:spPr>
        <p:txBody>
          <a:bodyPr vert="horz" lIns="0" tIns="0" rIns="0" bIns="0" rtlCol="0" anchor="ctr" anchorCtr="0">
            <a:noAutofit/>
          </a:bodyPr>
          <a:lstStyle>
            <a:lvl1pPr algn="l" defTabSz="914400" rtl="0" eaLnBrk="1" latinLnBrk="0" hangingPunct="1">
              <a:lnSpc>
                <a:spcPct val="114000"/>
              </a:lnSpc>
              <a:spcBef>
                <a:spcPct val="0"/>
              </a:spcBef>
              <a:buNone/>
              <a:defRPr sz="1800" b="1" i="0" kern="1200">
                <a:solidFill>
                  <a:schemeClr val="tx2"/>
                </a:solidFill>
                <a:latin typeface="DM Sans 14pt SemiBold" pitchFamily="2" charset="77"/>
                <a:ea typeface="+mj-ea"/>
                <a:cs typeface="+mj-cs"/>
              </a:defRPr>
            </a:lvl1pPr>
          </a:lstStyle>
          <a:p>
            <a:pPr algn="ctr"/>
            <a:r>
              <a:rPr lang="en-US" sz="2000" dirty="0">
                <a:solidFill>
                  <a:schemeClr val="bg2"/>
                </a:solidFill>
              </a:rPr>
              <a:t>24%</a:t>
            </a:r>
          </a:p>
        </p:txBody>
      </p:sp>
    </p:spTree>
    <p:extLst>
      <p:ext uri="{BB962C8B-B14F-4D97-AF65-F5344CB8AC3E}">
        <p14:creationId xmlns:p14="http://schemas.microsoft.com/office/powerpoint/2010/main" val="3521463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D4940-561E-BCC9-5E65-6DA829B36A8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1CC10E1-7CC1-5300-D483-70D35109351D}"/>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24</a:t>
            </a:fld>
            <a:endParaRPr lang="en-US" dirty="0"/>
          </a:p>
        </p:txBody>
      </p:sp>
      <p:sp>
        <p:nvSpPr>
          <p:cNvPr id="5" name="Title 4">
            <a:extLst>
              <a:ext uri="{FF2B5EF4-FFF2-40B4-BE49-F238E27FC236}">
                <a16:creationId xmlns:a16="http://schemas.microsoft.com/office/drawing/2014/main" id="{ED11CFB5-DE7C-64F8-0887-5625F9CE6F35}"/>
              </a:ext>
            </a:extLst>
          </p:cNvPr>
          <p:cNvSpPr>
            <a:spLocks noGrp="1" noRot="1" noMove="1" noResize="1" noEditPoints="1" noAdjustHandles="1" noChangeArrowheads="1" noChangeShapeType="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A6AA89B9-F7F6-1A70-12E5-93B20AA3117B}"/>
              </a:ext>
            </a:extLst>
          </p:cNvPr>
          <p:cNvSpPr>
            <a:spLocks noGrp="1" noRot="1" noMove="1" noResize="1" noEditPoints="1" noAdjustHandles="1" noChangeArrowheads="1" noChangeShapeType="1"/>
          </p:cNvSpPr>
          <p:nvPr>
            <p:ph type="body" sz="quarter" idx="37"/>
          </p:nvPr>
        </p:nvSpPr>
        <p:spPr/>
        <p:txBody>
          <a:bodyPr/>
          <a:lstStyle/>
          <a:p>
            <a:endParaRPr lang="en-US" dirty="0"/>
          </a:p>
        </p:txBody>
      </p:sp>
      <p:sp>
        <p:nvSpPr>
          <p:cNvPr id="4" name="Footer Placeholder 3">
            <a:extLst>
              <a:ext uri="{FF2B5EF4-FFF2-40B4-BE49-F238E27FC236}">
                <a16:creationId xmlns:a16="http://schemas.microsoft.com/office/drawing/2014/main" id="{9258ADA9-D67B-90F5-EB18-059EF3DF8019}"/>
              </a:ext>
            </a:extLst>
          </p:cNvPr>
          <p:cNvSpPr>
            <a:spLocks noGrp="1"/>
          </p:cNvSpPr>
          <p:nvPr>
            <p:ph type="ftr" sz="quarter" idx="11"/>
          </p:nvPr>
        </p:nvSpPr>
        <p:spPr/>
        <p:txBody>
          <a:bodyPr/>
          <a:lstStyle/>
          <a:p>
            <a:r>
              <a:rPr lang="en-US" dirty="0"/>
              <a:t>Add Metadata here in Slide Master &gt; Insert &gt; Slide Number</a:t>
            </a:r>
          </a:p>
        </p:txBody>
      </p:sp>
    </p:spTree>
    <p:extLst>
      <p:ext uri="{BB962C8B-B14F-4D97-AF65-F5344CB8AC3E}">
        <p14:creationId xmlns:p14="http://schemas.microsoft.com/office/powerpoint/2010/main" val="2858753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39E9A3-8897-9341-5B3C-4AAF6DA7BEE2}"/>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25</a:t>
            </a:fld>
            <a:endParaRPr lang="en-US" dirty="0"/>
          </a:p>
        </p:txBody>
      </p:sp>
      <p:sp>
        <p:nvSpPr>
          <p:cNvPr id="4" name="Text Placeholder 3">
            <a:extLst>
              <a:ext uri="{FF2B5EF4-FFF2-40B4-BE49-F238E27FC236}">
                <a16:creationId xmlns:a16="http://schemas.microsoft.com/office/drawing/2014/main" id="{3A80FF8E-CD3B-BE5B-23C8-A953D3C35917}"/>
              </a:ext>
            </a:extLst>
          </p:cNvPr>
          <p:cNvSpPr>
            <a:spLocks noGrp="1" noRot="1" noMove="1" noResize="1" noEditPoints="1" noAdjustHandles="1" noChangeArrowheads="1" noChangeShapeType="1"/>
          </p:cNvSpPr>
          <p:nvPr>
            <p:ph type="body" sz="quarter" idx="36"/>
          </p:nvPr>
        </p:nvSpPr>
        <p:spPr/>
        <p:txBody>
          <a:bodyPr/>
          <a:lstStyle/>
          <a:p>
            <a:endParaRPr lang="en-US"/>
          </a:p>
        </p:txBody>
      </p:sp>
      <p:pic>
        <p:nvPicPr>
          <p:cNvPr id="6" name="Picture 5" descr="A black and white logo&#10;&#10;AI-generated content may be incorrect.">
            <a:extLst>
              <a:ext uri="{FF2B5EF4-FFF2-40B4-BE49-F238E27FC236}">
                <a16:creationId xmlns:a16="http://schemas.microsoft.com/office/drawing/2014/main" id="{20354AF0-C556-5E2A-26FC-057EA665073A}"/>
              </a:ext>
            </a:extLst>
          </p:cNvPr>
          <p:cNvPicPr>
            <a:picLocks noGrp="1" noRot="1" noChangeAspect="1" noMove="1" noResize="1" noEditPoints="1" noAdjustHandles="1" noChangeArrowheads="1" noChangeShapeType="1" noCrop="1"/>
          </p:cNvPicPr>
          <p:nvPr/>
        </p:nvPicPr>
        <p:blipFill>
          <a:blip r:embed="rId3"/>
          <a:stretch>
            <a:fillRect/>
          </a:stretch>
        </p:blipFill>
        <p:spPr>
          <a:xfrm>
            <a:off x="5930900" y="1225296"/>
            <a:ext cx="330200" cy="290679"/>
          </a:xfrm>
          <a:prstGeom prst="rect">
            <a:avLst/>
          </a:prstGeom>
        </p:spPr>
      </p:pic>
      <p:sp>
        <p:nvSpPr>
          <p:cNvPr id="7" name="Title Placeholder 1">
            <a:extLst>
              <a:ext uri="{FF2B5EF4-FFF2-40B4-BE49-F238E27FC236}">
                <a16:creationId xmlns:a16="http://schemas.microsoft.com/office/drawing/2014/main" id="{E787B33D-4F7F-F176-67CD-D485351B5E0B}"/>
              </a:ext>
            </a:extLst>
          </p:cNvPr>
          <p:cNvSpPr txBox="1">
            <a:spLocks noGrp="1" noRot="1" noMove="1" noResize="1" noEditPoints="1" noAdjustHandles="1" noChangeArrowheads="1" noChangeShapeType="1"/>
          </p:cNvSpPr>
          <p:nvPr/>
        </p:nvSpPr>
        <p:spPr>
          <a:xfrm>
            <a:off x="1828460" y="1919507"/>
            <a:ext cx="8535078" cy="2679926"/>
          </a:xfrm>
          <a:prstGeom prst="rect">
            <a:avLst/>
          </a:prstGeom>
        </p:spPr>
        <p:txBody>
          <a:bodyPr vert="horz" lIns="0" tIns="0" rIns="91440" bIns="45720" rtlCol="0" anchor="t" anchorCtr="0">
            <a:noAutofit/>
          </a:bodyPr>
          <a:lstStyle>
            <a:lvl1pPr algn="ctr"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a:lstStyle>
          <a:p>
            <a:r>
              <a:rPr lang="en-US" dirty="0">
                <a:solidFill>
                  <a:schemeClr val="bg2"/>
                </a:solidFill>
              </a:rPr>
              <a:t>Before you marry a person, you should first make them use a computer with slow Internet to see who they really are.</a:t>
            </a:r>
            <a:endParaRPr lang="en-US" sz="4200" dirty="0">
              <a:solidFill>
                <a:schemeClr val="bg2"/>
              </a:solidFill>
            </a:endParaRPr>
          </a:p>
        </p:txBody>
      </p:sp>
      <p:sp>
        <p:nvSpPr>
          <p:cNvPr id="8" name="Title Placeholder 1">
            <a:extLst>
              <a:ext uri="{FF2B5EF4-FFF2-40B4-BE49-F238E27FC236}">
                <a16:creationId xmlns:a16="http://schemas.microsoft.com/office/drawing/2014/main" id="{AF909C20-7B3F-0DB1-FB01-33E04AA1FDEA}"/>
              </a:ext>
            </a:extLst>
          </p:cNvPr>
          <p:cNvSpPr txBox="1">
            <a:spLocks noGrp="1" noRot="1" noMove="1" noResize="1" noEditPoints="1" noAdjustHandles="1" noChangeArrowheads="1" noChangeShapeType="1"/>
          </p:cNvSpPr>
          <p:nvPr/>
        </p:nvSpPr>
        <p:spPr>
          <a:xfrm>
            <a:off x="4225140" y="4907887"/>
            <a:ext cx="3741718" cy="342877"/>
          </a:xfrm>
          <a:prstGeom prst="rect">
            <a:avLst/>
          </a:prstGeom>
        </p:spPr>
        <p:txBody>
          <a:bodyPr vert="horz" lIns="0" tIns="0" rIns="91440" bIns="45720" rtlCol="0" anchor="t" anchorCtr="0">
            <a:noAutofit/>
          </a:bodyPr>
          <a:lstStyle>
            <a:lvl1pPr algn="ctr"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a:lstStyle>
          <a:p>
            <a:r>
              <a:rPr lang="en-US" sz="1200" b="1" i="1" dirty="0">
                <a:solidFill>
                  <a:schemeClr val="bg2"/>
                </a:solidFill>
              </a:rPr>
              <a:t> — </a:t>
            </a:r>
            <a:r>
              <a:rPr lang="en-US" sz="1200" i="1" dirty="0">
                <a:solidFill>
                  <a:schemeClr val="bg2"/>
                </a:solidFill>
              </a:rPr>
              <a:t>Will Ferrell</a:t>
            </a:r>
            <a:endParaRPr lang="en-US" sz="1200" b="1" i="1" dirty="0">
              <a:solidFill>
                <a:schemeClr val="bg2"/>
              </a:solidFill>
            </a:endParaRPr>
          </a:p>
        </p:txBody>
      </p:sp>
      <p:sp>
        <p:nvSpPr>
          <p:cNvPr id="5" name="Footer Placeholder 4">
            <a:extLst>
              <a:ext uri="{FF2B5EF4-FFF2-40B4-BE49-F238E27FC236}">
                <a16:creationId xmlns:a16="http://schemas.microsoft.com/office/drawing/2014/main" id="{3FBBE087-9E53-3226-3FAD-6115E760495B}"/>
              </a:ext>
            </a:extLst>
          </p:cNvPr>
          <p:cNvSpPr>
            <a:spLocks noGrp="1"/>
          </p:cNvSpPr>
          <p:nvPr>
            <p:ph type="ftr" sz="quarter" idx="11"/>
          </p:nvPr>
        </p:nvSpPr>
        <p:spPr/>
        <p:txBody>
          <a:bodyPr/>
          <a:lstStyle/>
          <a:p>
            <a:r>
              <a:rPr lang="en-US" dirty="0"/>
              <a:t>Add Metadata here in Slide Master &gt; Insert &gt; Slide Number</a:t>
            </a:r>
          </a:p>
        </p:txBody>
      </p:sp>
    </p:spTree>
    <p:extLst>
      <p:ext uri="{BB962C8B-B14F-4D97-AF65-F5344CB8AC3E}">
        <p14:creationId xmlns:p14="http://schemas.microsoft.com/office/powerpoint/2010/main" val="448389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0E23F03-F9B1-7A21-42AE-70B709CF443B}"/>
              </a:ext>
            </a:extLst>
          </p:cNvPr>
          <p:cNvSpPr>
            <a:spLocks noGrp="1"/>
          </p:cNvSpPr>
          <p:nvPr>
            <p:ph type="ftr" sz="quarter" idx="11"/>
          </p:nvPr>
        </p:nvSpPr>
        <p:spPr/>
        <p:txBody>
          <a:bodyPr/>
          <a:lstStyle/>
          <a:p>
            <a:r>
              <a:rPr lang="en-US" dirty="0"/>
              <a:t>Add Metadata here in Slide Master &gt; Insert &gt; Slide Number</a:t>
            </a:r>
          </a:p>
        </p:txBody>
      </p:sp>
      <p:sp>
        <p:nvSpPr>
          <p:cNvPr id="3" name="Slide Number Placeholder 2">
            <a:extLst>
              <a:ext uri="{FF2B5EF4-FFF2-40B4-BE49-F238E27FC236}">
                <a16:creationId xmlns:a16="http://schemas.microsoft.com/office/drawing/2014/main" id="{B27086C0-B838-4111-DEE1-1D8B66B21117}"/>
              </a:ext>
            </a:extLst>
          </p:cNvPr>
          <p:cNvSpPr>
            <a:spLocks noGrp="1"/>
          </p:cNvSpPr>
          <p:nvPr>
            <p:ph type="sldNum" sz="quarter" idx="12"/>
          </p:nvPr>
        </p:nvSpPr>
        <p:spPr/>
        <p:txBody>
          <a:bodyPr/>
          <a:lstStyle/>
          <a:p>
            <a:fld id="{1A187C66-C235-1C41-B065-EF4AE27E6170}" type="slidenum">
              <a:rPr lang="en-US" smtClean="0"/>
              <a:pPr/>
              <a:t>26</a:t>
            </a:fld>
            <a:endParaRPr lang="en-US" dirty="0"/>
          </a:p>
        </p:txBody>
      </p:sp>
      <p:sp>
        <p:nvSpPr>
          <p:cNvPr id="7" name="Text Placeholder 6">
            <a:extLst>
              <a:ext uri="{FF2B5EF4-FFF2-40B4-BE49-F238E27FC236}">
                <a16:creationId xmlns:a16="http://schemas.microsoft.com/office/drawing/2014/main" id="{7213B0D4-684B-4C0F-3D26-47B59E51DBB0}"/>
              </a:ext>
            </a:extLst>
          </p:cNvPr>
          <p:cNvSpPr>
            <a:spLocks noGrp="1"/>
          </p:cNvSpPr>
          <p:nvPr>
            <p:ph type="body" sz="quarter" idx="36"/>
          </p:nvPr>
        </p:nvSpPr>
        <p:spPr/>
        <p:txBody>
          <a:bodyPr/>
          <a:lstStyle/>
          <a:p>
            <a:endParaRPr lang="en-US"/>
          </a:p>
        </p:txBody>
      </p:sp>
      <p:graphicFrame>
        <p:nvGraphicFramePr>
          <p:cNvPr id="8" name="Table 7">
            <a:extLst>
              <a:ext uri="{FF2B5EF4-FFF2-40B4-BE49-F238E27FC236}">
                <a16:creationId xmlns:a16="http://schemas.microsoft.com/office/drawing/2014/main" id="{F4E01927-26AC-46D1-2E7E-D674291837BC}"/>
              </a:ext>
            </a:extLst>
          </p:cNvPr>
          <p:cNvGraphicFramePr>
            <a:graphicFrameLocks noGrp="1" noDrilldown="1" noMove="1" noResize="1"/>
          </p:cNvGraphicFramePr>
          <p:nvPr>
            <p:extLst>
              <p:ext uri="{D42A27DB-BD31-4B8C-83A1-F6EECF244321}">
                <p14:modId xmlns:p14="http://schemas.microsoft.com/office/powerpoint/2010/main" val="4128752158"/>
              </p:ext>
            </p:extLst>
          </p:nvPr>
        </p:nvGraphicFramePr>
        <p:xfrm>
          <a:off x="471955" y="1352454"/>
          <a:ext cx="11204934" cy="4153092"/>
        </p:xfrm>
        <a:graphic>
          <a:graphicData uri="http://schemas.openxmlformats.org/drawingml/2006/table">
            <a:tbl>
              <a:tblPr firstRow="1" bandCol="1">
                <a:tableStyleId>{5C22544A-7EE6-4342-B048-85BDC9FD1C3A}</a:tableStyleId>
              </a:tblPr>
              <a:tblGrid>
                <a:gridCol w="1867489">
                  <a:extLst>
                    <a:ext uri="{9D8B030D-6E8A-4147-A177-3AD203B41FA5}">
                      <a16:colId xmlns:a16="http://schemas.microsoft.com/office/drawing/2014/main" val="4209455215"/>
                    </a:ext>
                  </a:extLst>
                </a:gridCol>
                <a:gridCol w="1867489">
                  <a:extLst>
                    <a:ext uri="{9D8B030D-6E8A-4147-A177-3AD203B41FA5}">
                      <a16:colId xmlns:a16="http://schemas.microsoft.com/office/drawing/2014/main" val="958312377"/>
                    </a:ext>
                  </a:extLst>
                </a:gridCol>
                <a:gridCol w="1867489">
                  <a:extLst>
                    <a:ext uri="{9D8B030D-6E8A-4147-A177-3AD203B41FA5}">
                      <a16:colId xmlns:a16="http://schemas.microsoft.com/office/drawing/2014/main" val="3546820703"/>
                    </a:ext>
                  </a:extLst>
                </a:gridCol>
                <a:gridCol w="1867489">
                  <a:extLst>
                    <a:ext uri="{9D8B030D-6E8A-4147-A177-3AD203B41FA5}">
                      <a16:colId xmlns:a16="http://schemas.microsoft.com/office/drawing/2014/main" val="290460942"/>
                    </a:ext>
                  </a:extLst>
                </a:gridCol>
                <a:gridCol w="1867489">
                  <a:extLst>
                    <a:ext uri="{9D8B030D-6E8A-4147-A177-3AD203B41FA5}">
                      <a16:colId xmlns:a16="http://schemas.microsoft.com/office/drawing/2014/main" val="3432149146"/>
                    </a:ext>
                  </a:extLst>
                </a:gridCol>
                <a:gridCol w="1867489">
                  <a:extLst>
                    <a:ext uri="{9D8B030D-6E8A-4147-A177-3AD203B41FA5}">
                      <a16:colId xmlns:a16="http://schemas.microsoft.com/office/drawing/2014/main" val="1356237404"/>
                    </a:ext>
                  </a:extLst>
                </a:gridCol>
              </a:tblGrid>
              <a:tr h="5297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bg2"/>
                          </a:solidFill>
                          <a:latin typeface="DM Sans 14pt SemiBold" pitchFamily="2" charset="77"/>
                        </a:rPr>
                        <a:t>Column 01</a:t>
                      </a:r>
                    </a:p>
                  </a:txBody>
                  <a:tcPr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bg2"/>
                          </a:solidFill>
                          <a:latin typeface="DM Sans 14pt SemiBold"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bg2"/>
                          </a:solidFill>
                          <a:latin typeface="DM Sans 14pt SemiBold"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bg2"/>
                          </a:solidFill>
                          <a:latin typeface="DM Sans 14pt SemiBold"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bg2"/>
                          </a:solidFill>
                          <a:latin typeface="DM Sans 14pt SemiBold"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bg2"/>
                          </a:solidFill>
                          <a:latin typeface="DM Sans 14pt SemiBold" pitchFamily="2" charset="77"/>
                        </a:rPr>
                        <a:t>Column 01</a:t>
                      </a:r>
                    </a:p>
                  </a:txBody>
                  <a:tcPr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8818623"/>
                  </a:ext>
                </a:extLst>
              </a:tr>
              <a:tr h="5176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tx2"/>
                          </a:solidFill>
                          <a:latin typeface="DM Sans 14pt SemiBold" pitchFamily="2" charset="77"/>
                        </a:rPr>
                        <a:t>Column 01</a:t>
                      </a:r>
                    </a:p>
                  </a:txBody>
                  <a:tcPr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extLst>
                  <a:ext uri="{0D108BD9-81ED-4DB2-BD59-A6C34878D82A}">
                    <a16:rowId xmlns:a16="http://schemas.microsoft.com/office/drawing/2014/main" val="4001679387"/>
                  </a:ext>
                </a:extLst>
              </a:tr>
              <a:tr h="5176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tx2"/>
                          </a:solidFill>
                          <a:latin typeface="DM Sans 14pt SemiBold" pitchFamily="2" charset="77"/>
                        </a:rPr>
                        <a:t>Column 01</a:t>
                      </a:r>
                    </a:p>
                  </a:txBody>
                  <a:tcPr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extLst>
                  <a:ext uri="{0D108BD9-81ED-4DB2-BD59-A6C34878D82A}">
                    <a16:rowId xmlns:a16="http://schemas.microsoft.com/office/drawing/2014/main" val="3097807888"/>
                  </a:ext>
                </a:extLst>
              </a:tr>
              <a:tr h="5176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tx2"/>
                          </a:solidFill>
                          <a:latin typeface="DM Sans 14pt SemiBold" pitchFamily="2" charset="77"/>
                        </a:rPr>
                        <a:t>Column 01</a:t>
                      </a:r>
                    </a:p>
                  </a:txBody>
                  <a:tcPr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extLst>
                  <a:ext uri="{0D108BD9-81ED-4DB2-BD59-A6C34878D82A}">
                    <a16:rowId xmlns:a16="http://schemas.microsoft.com/office/drawing/2014/main" val="3380134039"/>
                  </a:ext>
                </a:extLst>
              </a:tr>
              <a:tr h="5176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tx2"/>
                          </a:solidFill>
                          <a:latin typeface="DM Sans 14pt SemiBold" pitchFamily="2" charset="77"/>
                        </a:rPr>
                        <a:t>Column 01</a:t>
                      </a:r>
                    </a:p>
                  </a:txBody>
                  <a:tcPr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extLst>
                  <a:ext uri="{0D108BD9-81ED-4DB2-BD59-A6C34878D82A}">
                    <a16:rowId xmlns:a16="http://schemas.microsoft.com/office/drawing/2014/main" val="3299637617"/>
                  </a:ext>
                </a:extLst>
              </a:tr>
              <a:tr h="5176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tx2"/>
                          </a:solidFill>
                          <a:latin typeface="DM Sans 14pt SemiBold" pitchFamily="2" charset="77"/>
                        </a:rPr>
                        <a:t>Column 01</a:t>
                      </a:r>
                    </a:p>
                  </a:txBody>
                  <a:tcPr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extLst>
                  <a:ext uri="{0D108BD9-81ED-4DB2-BD59-A6C34878D82A}">
                    <a16:rowId xmlns:a16="http://schemas.microsoft.com/office/drawing/2014/main" val="3086736854"/>
                  </a:ext>
                </a:extLst>
              </a:tr>
              <a:tr h="5176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ln>
                            <a:noFill/>
                          </a:ln>
                          <a:solidFill>
                            <a:schemeClr val="tx2"/>
                          </a:solidFill>
                          <a:latin typeface="DM Sans 14pt SemiBold" pitchFamily="2" charset="77"/>
                        </a:rPr>
                        <a:t>Column 01</a:t>
                      </a:r>
                    </a:p>
                  </a:txBody>
                  <a:tcPr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extLst>
                  <a:ext uri="{0D108BD9-81ED-4DB2-BD59-A6C34878D82A}">
                    <a16:rowId xmlns:a16="http://schemas.microsoft.com/office/drawing/2014/main" val="4227691030"/>
                  </a:ext>
                </a:extLst>
              </a:tr>
              <a:tr h="5176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i="0" dirty="0">
                          <a:ln>
                            <a:noFill/>
                          </a:ln>
                          <a:solidFill>
                            <a:schemeClr val="bg2"/>
                          </a:solidFill>
                          <a:latin typeface="DM Sans 14pt SemiBold" pitchFamily="2" charset="77"/>
                        </a:rPr>
                        <a:t>Total</a:t>
                      </a:r>
                    </a:p>
                  </a:txBody>
                  <a:tcPr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F3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F3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F3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F3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ln>
                            <a:noFill/>
                          </a:ln>
                          <a:solidFill>
                            <a:schemeClr val="tx1"/>
                          </a:solidFill>
                          <a:latin typeface="DM Sans 14pt" pitchFamily="2" charset="77"/>
                        </a:rPr>
                        <a:t>Column 01</a:t>
                      </a:r>
                    </a:p>
                  </a:txBody>
                  <a:tcPr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F3F6"/>
                    </a:solidFill>
                  </a:tcPr>
                </a:tc>
                <a:extLst>
                  <a:ext uri="{0D108BD9-81ED-4DB2-BD59-A6C34878D82A}">
                    <a16:rowId xmlns:a16="http://schemas.microsoft.com/office/drawing/2014/main" val="4071446314"/>
                  </a:ext>
                </a:extLst>
              </a:tr>
            </a:tbl>
          </a:graphicData>
        </a:graphic>
      </p:graphicFrame>
      <p:sp>
        <p:nvSpPr>
          <p:cNvPr id="14" name="Title Placeholder 1">
            <a:extLst>
              <a:ext uri="{FF2B5EF4-FFF2-40B4-BE49-F238E27FC236}">
                <a16:creationId xmlns:a16="http://schemas.microsoft.com/office/drawing/2014/main" id="{C4FB7A13-B7B1-056D-18B9-86A226461EFA}"/>
              </a:ext>
            </a:extLst>
          </p:cNvPr>
          <p:cNvSpPr txBox="1">
            <a:spLocks noGrp="1" noRot="1" noMove="1" noResize="1" noEditPoints="1" noAdjustHandles="1" noChangeArrowheads="1" noChangeShapeType="1"/>
          </p:cNvSpPr>
          <p:nvPr/>
        </p:nvSpPr>
        <p:spPr>
          <a:xfrm>
            <a:off x="3066287" y="387691"/>
            <a:ext cx="8180833" cy="620300"/>
          </a:xfrm>
          <a:prstGeom prst="rect">
            <a:avLst/>
          </a:prstGeom>
        </p:spPr>
        <p:txBody>
          <a:bodyPr vert="horz" lIns="0" tIns="0" rIns="91440" bIns="45720" rtlCol="0" anchor="t" anchorCtr="0">
            <a:noAutofit/>
          </a:bodyPr>
          <a:lstStyle>
            <a:lvl1pPr algn="ctr"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a:lstStyle>
          <a:p>
            <a:pPr algn="l"/>
            <a:r>
              <a:rPr lang="en-US" dirty="0">
                <a:solidFill>
                  <a:schemeClr val="tx2"/>
                </a:solidFill>
              </a:rPr>
              <a:t>Short chart title goes here</a:t>
            </a:r>
            <a:endParaRPr lang="en-US" sz="4200" dirty="0">
              <a:solidFill>
                <a:schemeClr val="tx2"/>
              </a:solidFill>
            </a:endParaRPr>
          </a:p>
        </p:txBody>
      </p:sp>
    </p:spTree>
    <p:extLst>
      <p:ext uri="{BB962C8B-B14F-4D97-AF65-F5344CB8AC3E}">
        <p14:creationId xmlns:p14="http://schemas.microsoft.com/office/powerpoint/2010/main" val="917074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9FCC9-3CF4-89A4-F377-2D9728C6E6D7}"/>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2DE3ADBD-A6B3-60A8-7621-025E56F3B969}"/>
              </a:ext>
            </a:extLst>
          </p:cNvPr>
          <p:cNvSpPr>
            <a:spLocks noGrp="1" noRot="1" noMove="1" noResize="1" noEditPoints="1" noAdjustHandles="1" noChangeArrowheads="1" noChangeShapeType="1"/>
          </p:cNvSpPr>
          <p:nvPr/>
        </p:nvSpPr>
        <p:spPr>
          <a:xfrm>
            <a:off x="7936869" y="2431689"/>
            <a:ext cx="1859327" cy="27823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D6E7C3D-2A99-5641-7288-991162B23574}"/>
              </a:ext>
            </a:extLst>
          </p:cNvPr>
          <p:cNvSpPr>
            <a:spLocks noGrp="1" noRot="1" noMove="1" noResize="1" noEditPoints="1" noAdjustHandles="1" noChangeArrowheads="1" noChangeShapeType="1"/>
          </p:cNvSpPr>
          <p:nvPr/>
        </p:nvSpPr>
        <p:spPr>
          <a:xfrm>
            <a:off x="4227421" y="2431689"/>
            <a:ext cx="1847151" cy="27823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8BB53B45-E79C-3540-55E3-B52D007C50D5}"/>
              </a:ext>
            </a:extLst>
          </p:cNvPr>
          <p:cNvSpPr>
            <a:spLocks noGrp="1"/>
          </p:cNvSpPr>
          <p:nvPr>
            <p:ph type="ftr" sz="quarter" idx="11"/>
          </p:nvPr>
        </p:nvSpPr>
        <p:spPr/>
        <p:txBody>
          <a:bodyPr/>
          <a:lstStyle/>
          <a:p>
            <a:r>
              <a:rPr lang="en-US" dirty="0"/>
              <a:t>Add Metadata here in Slide Master &gt; Insert &gt; Slide Number</a:t>
            </a:r>
          </a:p>
        </p:txBody>
      </p:sp>
      <p:sp>
        <p:nvSpPr>
          <p:cNvPr id="3" name="Slide Number Placeholder 2">
            <a:extLst>
              <a:ext uri="{FF2B5EF4-FFF2-40B4-BE49-F238E27FC236}">
                <a16:creationId xmlns:a16="http://schemas.microsoft.com/office/drawing/2014/main" id="{56A3AFF4-FE56-1788-D538-641494DD897C}"/>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27</a:t>
            </a:fld>
            <a:endParaRPr lang="en-US" dirty="0"/>
          </a:p>
        </p:txBody>
      </p:sp>
      <p:sp>
        <p:nvSpPr>
          <p:cNvPr id="2" name="Text Placeholder 1">
            <a:extLst>
              <a:ext uri="{FF2B5EF4-FFF2-40B4-BE49-F238E27FC236}">
                <a16:creationId xmlns:a16="http://schemas.microsoft.com/office/drawing/2014/main" id="{E4DEA47B-B551-E115-A7D1-A86A403B2626}"/>
              </a:ext>
            </a:extLst>
          </p:cNvPr>
          <p:cNvSpPr>
            <a:spLocks noGrp="1"/>
          </p:cNvSpPr>
          <p:nvPr>
            <p:ph type="body" sz="quarter" idx="36"/>
          </p:nvPr>
        </p:nvSpPr>
        <p:spPr/>
        <p:txBody>
          <a:bodyPr/>
          <a:lstStyle/>
          <a:p>
            <a:endParaRPr lang="en-US"/>
          </a:p>
        </p:txBody>
      </p:sp>
      <p:sp>
        <p:nvSpPr>
          <p:cNvPr id="14" name="Title Placeholder 1">
            <a:extLst>
              <a:ext uri="{FF2B5EF4-FFF2-40B4-BE49-F238E27FC236}">
                <a16:creationId xmlns:a16="http://schemas.microsoft.com/office/drawing/2014/main" id="{72178984-67B9-7B5A-9174-47AA2B3692B6}"/>
              </a:ext>
            </a:extLst>
          </p:cNvPr>
          <p:cNvSpPr txBox="1">
            <a:spLocks noGrp="1" noRot="1" noMove="1" noResize="1" noEditPoints="1" noAdjustHandles="1" noChangeArrowheads="1" noChangeShapeType="1"/>
          </p:cNvSpPr>
          <p:nvPr/>
        </p:nvSpPr>
        <p:spPr>
          <a:xfrm>
            <a:off x="446088" y="902619"/>
            <a:ext cx="7309379" cy="620300"/>
          </a:xfrm>
          <a:prstGeom prst="rect">
            <a:avLst/>
          </a:prstGeom>
        </p:spPr>
        <p:txBody>
          <a:bodyPr vert="horz" lIns="0" tIns="0" rIns="91440" bIns="45720" rtlCol="0" anchor="t" anchorCtr="0">
            <a:noAutofit/>
          </a:bodyPr>
          <a:lstStyle>
            <a:lvl1pPr algn="ctr"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a:lstStyle>
          <a:p>
            <a:pPr algn="l"/>
            <a:r>
              <a:rPr lang="en-US" dirty="0">
                <a:solidFill>
                  <a:schemeClr val="tx2"/>
                </a:solidFill>
              </a:rPr>
              <a:t>January 2026 Flighting</a:t>
            </a:r>
            <a:endParaRPr lang="en-US" sz="4200" dirty="0">
              <a:solidFill>
                <a:schemeClr val="tx2"/>
              </a:solidFill>
            </a:endParaRPr>
          </a:p>
        </p:txBody>
      </p:sp>
      <p:cxnSp>
        <p:nvCxnSpPr>
          <p:cNvPr id="21" name="Straight Connector 20">
            <a:extLst>
              <a:ext uri="{FF2B5EF4-FFF2-40B4-BE49-F238E27FC236}">
                <a16:creationId xmlns:a16="http://schemas.microsoft.com/office/drawing/2014/main" id="{CD307459-63E8-5E57-F2D8-22E86C0C9CA5}"/>
              </a:ext>
            </a:extLst>
          </p:cNvPr>
          <p:cNvCxnSpPr>
            <a:cxnSpLocks noGrp="1" noRot="1" noMove="1" noResize="1" noEditPoints="1" noAdjustHandles="1" noChangeArrowheads="1" noChangeShapeType="1"/>
          </p:cNvCxnSpPr>
          <p:nvPr/>
        </p:nvCxnSpPr>
        <p:spPr>
          <a:xfrm>
            <a:off x="2342254" y="2720367"/>
            <a:ext cx="9334786"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78F8D93-4777-3654-5CBE-A9BB1E8B75C7}"/>
              </a:ext>
            </a:extLst>
          </p:cNvPr>
          <p:cNvCxnSpPr>
            <a:cxnSpLocks noGrp="1" noRot="1" noMove="1" noResize="1" noEditPoints="1" noAdjustHandles="1" noChangeArrowheads="1" noChangeShapeType="1"/>
          </p:cNvCxnSpPr>
          <p:nvPr/>
        </p:nvCxnSpPr>
        <p:spPr>
          <a:xfrm>
            <a:off x="2342254" y="3251193"/>
            <a:ext cx="9334786"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4B22578-4F6D-012B-3C41-5F19C94BE7BC}"/>
              </a:ext>
            </a:extLst>
          </p:cNvPr>
          <p:cNvCxnSpPr>
            <a:cxnSpLocks noGrp="1" noRot="1" noMove="1" noResize="1" noEditPoints="1" noAdjustHandles="1" noChangeArrowheads="1" noChangeShapeType="1"/>
          </p:cNvCxnSpPr>
          <p:nvPr/>
        </p:nvCxnSpPr>
        <p:spPr>
          <a:xfrm>
            <a:off x="2342254" y="3816390"/>
            <a:ext cx="9334786"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948E8D9-9E4D-58F3-46DC-CDCCE3EC5EC9}"/>
              </a:ext>
            </a:extLst>
          </p:cNvPr>
          <p:cNvCxnSpPr>
            <a:cxnSpLocks noGrp="1" noRot="1" noMove="1" noResize="1" noEditPoints="1" noAdjustHandles="1" noChangeArrowheads="1" noChangeShapeType="1"/>
          </p:cNvCxnSpPr>
          <p:nvPr/>
        </p:nvCxnSpPr>
        <p:spPr>
          <a:xfrm>
            <a:off x="2342254" y="4381086"/>
            <a:ext cx="9334786" cy="0"/>
          </a:xfrm>
          <a:prstGeom prst="line">
            <a:avLst/>
          </a:prstGeom>
          <a:ln w="3175"/>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6E3F817-D248-3676-0BF7-CA82A7BA33AD}"/>
              </a:ext>
            </a:extLst>
          </p:cNvPr>
          <p:cNvCxnSpPr>
            <a:cxnSpLocks noGrp="1" noRot="1" noMove="1" noResize="1" noEditPoints="1" noAdjustHandles="1" noChangeArrowheads="1" noChangeShapeType="1"/>
          </p:cNvCxnSpPr>
          <p:nvPr/>
        </p:nvCxnSpPr>
        <p:spPr>
          <a:xfrm>
            <a:off x="2329204" y="4946481"/>
            <a:ext cx="9334786"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29" name="Rounded Rectangle 28">
            <a:extLst>
              <a:ext uri="{FF2B5EF4-FFF2-40B4-BE49-F238E27FC236}">
                <a16:creationId xmlns:a16="http://schemas.microsoft.com/office/drawing/2014/main" id="{6AFD5E7E-C1CC-A1E2-E403-DD77E96CF18D}"/>
              </a:ext>
            </a:extLst>
          </p:cNvPr>
          <p:cNvSpPr>
            <a:spLocks noGrp="1" noRot="1" noMove="1" noResize="1" noEditPoints="1" noAdjustHandles="1" noChangeArrowheads="1" noChangeShapeType="1"/>
          </p:cNvSpPr>
          <p:nvPr/>
        </p:nvSpPr>
        <p:spPr>
          <a:xfrm>
            <a:off x="2794679" y="2633806"/>
            <a:ext cx="2743200" cy="173736"/>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30">
            <a:extLst>
              <a:ext uri="{FF2B5EF4-FFF2-40B4-BE49-F238E27FC236}">
                <a16:creationId xmlns:a16="http://schemas.microsoft.com/office/drawing/2014/main" id="{8D3DBF27-90D4-CEF5-825C-D24767E5738B}"/>
              </a:ext>
            </a:extLst>
          </p:cNvPr>
          <p:cNvSpPr>
            <a:spLocks noGrp="1" noRot="1" noMove="1" noResize="1" noEditPoints="1" noAdjustHandles="1" noChangeArrowheads="1" noChangeShapeType="1"/>
          </p:cNvSpPr>
          <p:nvPr/>
        </p:nvSpPr>
        <p:spPr>
          <a:xfrm>
            <a:off x="4217557" y="3177601"/>
            <a:ext cx="1875304" cy="173736"/>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a:extLst>
              <a:ext uri="{FF2B5EF4-FFF2-40B4-BE49-F238E27FC236}">
                <a16:creationId xmlns:a16="http://schemas.microsoft.com/office/drawing/2014/main" id="{10BFBC0B-7431-BBF5-AB0A-E147C9B98581}"/>
              </a:ext>
            </a:extLst>
          </p:cNvPr>
          <p:cNvSpPr>
            <a:spLocks noGrp="1" noRot="1" noMove="1" noResize="1" noEditPoints="1" noAdjustHandles="1" noChangeArrowheads="1" noChangeShapeType="1"/>
          </p:cNvSpPr>
          <p:nvPr/>
        </p:nvSpPr>
        <p:spPr>
          <a:xfrm>
            <a:off x="5445224" y="3718344"/>
            <a:ext cx="1875304" cy="17373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a:extLst>
              <a:ext uri="{FF2B5EF4-FFF2-40B4-BE49-F238E27FC236}">
                <a16:creationId xmlns:a16="http://schemas.microsoft.com/office/drawing/2014/main" id="{5AA46261-3442-569F-BB95-1D5BE3ECB8F5}"/>
              </a:ext>
            </a:extLst>
          </p:cNvPr>
          <p:cNvSpPr>
            <a:spLocks noGrp="1" noRot="1" noMove="1" noResize="1" noEditPoints="1" noAdjustHandles="1" noChangeArrowheads="1" noChangeShapeType="1"/>
          </p:cNvSpPr>
          <p:nvPr/>
        </p:nvSpPr>
        <p:spPr>
          <a:xfrm>
            <a:off x="5452936" y="4298513"/>
            <a:ext cx="2496940" cy="180537"/>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a:extLst>
              <a:ext uri="{FF2B5EF4-FFF2-40B4-BE49-F238E27FC236}">
                <a16:creationId xmlns:a16="http://schemas.microsoft.com/office/drawing/2014/main" id="{865FE8E4-9FB6-F8C1-4B09-6F8694ECE8AD}"/>
              </a:ext>
            </a:extLst>
          </p:cNvPr>
          <p:cNvSpPr>
            <a:spLocks noGrp="1" noRot="1" noMove="1" noResize="1" noEditPoints="1" noAdjustHandles="1" noChangeArrowheads="1" noChangeShapeType="1"/>
          </p:cNvSpPr>
          <p:nvPr/>
        </p:nvSpPr>
        <p:spPr>
          <a:xfrm>
            <a:off x="7009646" y="4851602"/>
            <a:ext cx="4352621" cy="180413"/>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Table 46">
            <a:extLst>
              <a:ext uri="{FF2B5EF4-FFF2-40B4-BE49-F238E27FC236}">
                <a16:creationId xmlns:a16="http://schemas.microsoft.com/office/drawing/2014/main" id="{82E9EB92-7D93-51AC-116A-6839AA334A32}"/>
              </a:ext>
            </a:extLst>
          </p:cNvPr>
          <p:cNvGraphicFramePr>
            <a:graphicFrameLocks noGrp="1" noDrilldown="1" noMove="1" noResize="1"/>
          </p:cNvGraphicFramePr>
          <p:nvPr>
            <p:extLst>
              <p:ext uri="{D42A27DB-BD31-4B8C-83A1-F6EECF244321}">
                <p14:modId xmlns:p14="http://schemas.microsoft.com/office/powerpoint/2010/main" val="177301661"/>
              </p:ext>
            </p:extLst>
          </p:nvPr>
        </p:nvGraphicFramePr>
        <p:xfrm>
          <a:off x="498918" y="1873816"/>
          <a:ext cx="1853158" cy="544439"/>
        </p:xfrm>
        <a:graphic>
          <a:graphicData uri="http://schemas.openxmlformats.org/drawingml/2006/table">
            <a:tbl>
              <a:tblPr firstRow="1" bandRow="1">
                <a:tableStyleId>{5C22544A-7EE6-4342-B048-85BDC9FD1C3A}</a:tableStyleId>
              </a:tblPr>
              <a:tblGrid>
                <a:gridCol w="1853158">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Columns</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74535532"/>
                  </a:ext>
                </a:extLst>
              </a:tr>
            </a:tbl>
          </a:graphicData>
        </a:graphic>
      </p:graphicFrame>
      <p:graphicFrame>
        <p:nvGraphicFramePr>
          <p:cNvPr id="48" name="Table 47">
            <a:extLst>
              <a:ext uri="{FF2B5EF4-FFF2-40B4-BE49-F238E27FC236}">
                <a16:creationId xmlns:a16="http://schemas.microsoft.com/office/drawing/2014/main" id="{BC3A9A4A-C170-E075-0531-826AD1355600}"/>
              </a:ext>
            </a:extLst>
          </p:cNvPr>
          <p:cNvGraphicFramePr>
            <a:graphicFrameLocks noGrp="1" noDrilldown="1" noMove="1" noResize="1"/>
          </p:cNvGraphicFramePr>
          <p:nvPr>
            <p:extLst>
              <p:ext uri="{D42A27DB-BD31-4B8C-83A1-F6EECF244321}">
                <p14:modId xmlns:p14="http://schemas.microsoft.com/office/powerpoint/2010/main" val="128589600"/>
              </p:ext>
            </p:extLst>
          </p:nvPr>
        </p:nvGraphicFramePr>
        <p:xfrm>
          <a:off x="2370405" y="1873816"/>
          <a:ext cx="1847152" cy="544439"/>
        </p:xfrm>
        <a:graphic>
          <a:graphicData uri="http://schemas.openxmlformats.org/drawingml/2006/table">
            <a:tbl>
              <a:tblPr firstRow="1" bandRow="1">
                <a:tableStyleId>{5C22544A-7EE6-4342-B048-85BDC9FD1C3A}</a:tableStyleId>
              </a:tblPr>
              <a:tblGrid>
                <a:gridCol w="1847152">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Jan 01-02</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183968"/>
                    </a:solidFill>
                  </a:tcPr>
                </a:tc>
                <a:extLst>
                  <a:ext uri="{0D108BD9-81ED-4DB2-BD59-A6C34878D82A}">
                    <a16:rowId xmlns:a16="http://schemas.microsoft.com/office/drawing/2014/main" val="274535532"/>
                  </a:ext>
                </a:extLst>
              </a:tr>
            </a:tbl>
          </a:graphicData>
        </a:graphic>
      </p:graphicFrame>
      <p:graphicFrame>
        <p:nvGraphicFramePr>
          <p:cNvPr id="53" name="Table 52">
            <a:extLst>
              <a:ext uri="{FF2B5EF4-FFF2-40B4-BE49-F238E27FC236}">
                <a16:creationId xmlns:a16="http://schemas.microsoft.com/office/drawing/2014/main" id="{15914A80-BF90-C6C9-A1B2-472F7F81D350}"/>
              </a:ext>
            </a:extLst>
          </p:cNvPr>
          <p:cNvGraphicFramePr>
            <a:graphicFrameLocks noGrp="1" noDrilldown="1" noMove="1" noResize="1"/>
          </p:cNvGraphicFramePr>
          <p:nvPr>
            <p:extLst>
              <p:ext uri="{D42A27DB-BD31-4B8C-83A1-F6EECF244321}">
                <p14:modId xmlns:p14="http://schemas.microsoft.com/office/powerpoint/2010/main" val="1106106797"/>
              </p:ext>
            </p:extLst>
          </p:nvPr>
        </p:nvGraphicFramePr>
        <p:xfrm>
          <a:off x="4229732" y="1873816"/>
          <a:ext cx="1847152" cy="544439"/>
        </p:xfrm>
        <a:graphic>
          <a:graphicData uri="http://schemas.openxmlformats.org/drawingml/2006/table">
            <a:tbl>
              <a:tblPr firstRow="1" bandRow="1">
                <a:tableStyleId>{5C22544A-7EE6-4342-B048-85BDC9FD1C3A}</a:tableStyleId>
              </a:tblPr>
              <a:tblGrid>
                <a:gridCol w="1847152">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Jan 05-09</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183968"/>
                    </a:solidFill>
                  </a:tcPr>
                </a:tc>
                <a:extLst>
                  <a:ext uri="{0D108BD9-81ED-4DB2-BD59-A6C34878D82A}">
                    <a16:rowId xmlns:a16="http://schemas.microsoft.com/office/drawing/2014/main" val="274535532"/>
                  </a:ext>
                </a:extLst>
              </a:tr>
            </a:tbl>
          </a:graphicData>
        </a:graphic>
      </p:graphicFrame>
      <p:graphicFrame>
        <p:nvGraphicFramePr>
          <p:cNvPr id="54" name="Table 53">
            <a:extLst>
              <a:ext uri="{FF2B5EF4-FFF2-40B4-BE49-F238E27FC236}">
                <a16:creationId xmlns:a16="http://schemas.microsoft.com/office/drawing/2014/main" id="{1EDC8CEF-788F-DB2D-C0AF-1E6557A92302}"/>
              </a:ext>
            </a:extLst>
          </p:cNvPr>
          <p:cNvGraphicFramePr>
            <a:graphicFrameLocks noGrp="1" noDrilldown="1" noMove="1" noResize="1"/>
          </p:cNvGraphicFramePr>
          <p:nvPr>
            <p:extLst>
              <p:ext uri="{D42A27DB-BD31-4B8C-83A1-F6EECF244321}">
                <p14:modId xmlns:p14="http://schemas.microsoft.com/office/powerpoint/2010/main" val="187132508"/>
              </p:ext>
            </p:extLst>
          </p:nvPr>
        </p:nvGraphicFramePr>
        <p:xfrm>
          <a:off x="6089717" y="1873816"/>
          <a:ext cx="1847152" cy="544439"/>
        </p:xfrm>
        <a:graphic>
          <a:graphicData uri="http://schemas.openxmlformats.org/drawingml/2006/table">
            <a:tbl>
              <a:tblPr firstRow="1" bandRow="1">
                <a:tableStyleId>{5C22544A-7EE6-4342-B048-85BDC9FD1C3A}</a:tableStyleId>
              </a:tblPr>
              <a:tblGrid>
                <a:gridCol w="1847152">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Jan 12-16</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183968"/>
                    </a:solidFill>
                  </a:tcPr>
                </a:tc>
                <a:extLst>
                  <a:ext uri="{0D108BD9-81ED-4DB2-BD59-A6C34878D82A}">
                    <a16:rowId xmlns:a16="http://schemas.microsoft.com/office/drawing/2014/main" val="274535532"/>
                  </a:ext>
                </a:extLst>
              </a:tr>
            </a:tbl>
          </a:graphicData>
        </a:graphic>
      </p:graphicFrame>
      <p:graphicFrame>
        <p:nvGraphicFramePr>
          <p:cNvPr id="55" name="Table 54">
            <a:extLst>
              <a:ext uri="{FF2B5EF4-FFF2-40B4-BE49-F238E27FC236}">
                <a16:creationId xmlns:a16="http://schemas.microsoft.com/office/drawing/2014/main" id="{4101C3E5-B906-88C4-0D90-21BFD641539E}"/>
              </a:ext>
            </a:extLst>
          </p:cNvPr>
          <p:cNvGraphicFramePr>
            <a:graphicFrameLocks noGrp="1" noDrilldown="1" noMove="1" noResize="1"/>
          </p:cNvGraphicFramePr>
          <p:nvPr>
            <p:extLst>
              <p:ext uri="{D42A27DB-BD31-4B8C-83A1-F6EECF244321}">
                <p14:modId xmlns:p14="http://schemas.microsoft.com/office/powerpoint/2010/main" val="3269180821"/>
              </p:ext>
            </p:extLst>
          </p:nvPr>
        </p:nvGraphicFramePr>
        <p:xfrm>
          <a:off x="7949044" y="1873816"/>
          <a:ext cx="1847152" cy="544439"/>
        </p:xfrm>
        <a:graphic>
          <a:graphicData uri="http://schemas.openxmlformats.org/drawingml/2006/table">
            <a:tbl>
              <a:tblPr firstRow="1" bandRow="1">
                <a:tableStyleId>{5C22544A-7EE6-4342-B048-85BDC9FD1C3A}</a:tableStyleId>
              </a:tblPr>
              <a:tblGrid>
                <a:gridCol w="1847152">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Jan 19-23</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183968"/>
                    </a:solidFill>
                  </a:tcPr>
                </a:tc>
                <a:extLst>
                  <a:ext uri="{0D108BD9-81ED-4DB2-BD59-A6C34878D82A}">
                    <a16:rowId xmlns:a16="http://schemas.microsoft.com/office/drawing/2014/main" val="274535532"/>
                  </a:ext>
                </a:extLst>
              </a:tr>
            </a:tbl>
          </a:graphicData>
        </a:graphic>
      </p:graphicFrame>
      <p:graphicFrame>
        <p:nvGraphicFramePr>
          <p:cNvPr id="56" name="Table 55">
            <a:extLst>
              <a:ext uri="{FF2B5EF4-FFF2-40B4-BE49-F238E27FC236}">
                <a16:creationId xmlns:a16="http://schemas.microsoft.com/office/drawing/2014/main" id="{A43DCD4B-BD1C-4B2A-F095-BB217DFC5A7C}"/>
              </a:ext>
            </a:extLst>
          </p:cNvPr>
          <p:cNvGraphicFramePr>
            <a:graphicFrameLocks noGrp="1" noDrilldown="1" noMove="1" noResize="1"/>
          </p:cNvGraphicFramePr>
          <p:nvPr>
            <p:extLst>
              <p:ext uri="{D42A27DB-BD31-4B8C-83A1-F6EECF244321}">
                <p14:modId xmlns:p14="http://schemas.microsoft.com/office/powerpoint/2010/main" val="447680343"/>
              </p:ext>
            </p:extLst>
          </p:nvPr>
        </p:nvGraphicFramePr>
        <p:xfrm>
          <a:off x="9816838" y="1873816"/>
          <a:ext cx="1847152" cy="544439"/>
        </p:xfrm>
        <a:graphic>
          <a:graphicData uri="http://schemas.openxmlformats.org/drawingml/2006/table">
            <a:tbl>
              <a:tblPr firstRow="1" bandRow="1">
                <a:tableStyleId>{5C22544A-7EE6-4342-B048-85BDC9FD1C3A}</a:tableStyleId>
              </a:tblPr>
              <a:tblGrid>
                <a:gridCol w="1847152">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Jan 26-31</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183968"/>
                    </a:solidFill>
                  </a:tcPr>
                </a:tc>
                <a:extLst>
                  <a:ext uri="{0D108BD9-81ED-4DB2-BD59-A6C34878D82A}">
                    <a16:rowId xmlns:a16="http://schemas.microsoft.com/office/drawing/2014/main" val="274535532"/>
                  </a:ext>
                </a:extLst>
              </a:tr>
            </a:tbl>
          </a:graphicData>
        </a:graphic>
      </p:graphicFrame>
      <p:graphicFrame>
        <p:nvGraphicFramePr>
          <p:cNvPr id="60" name="Table 59">
            <a:extLst>
              <a:ext uri="{FF2B5EF4-FFF2-40B4-BE49-F238E27FC236}">
                <a16:creationId xmlns:a16="http://schemas.microsoft.com/office/drawing/2014/main" id="{F9C759A6-F1F7-A5C5-BB67-F3CFA9FC563C}"/>
              </a:ext>
            </a:extLst>
          </p:cNvPr>
          <p:cNvGraphicFramePr>
            <a:graphicFrameLocks/>
          </p:cNvGraphicFramePr>
          <p:nvPr>
            <p:extLst>
              <p:ext uri="{D42A27DB-BD31-4B8C-83A1-F6EECF244321}">
                <p14:modId xmlns:p14="http://schemas.microsoft.com/office/powerpoint/2010/main" val="1636553127"/>
              </p:ext>
            </p:extLst>
          </p:nvPr>
        </p:nvGraphicFramePr>
        <p:xfrm>
          <a:off x="498924" y="2437004"/>
          <a:ext cx="1853152" cy="544439"/>
        </p:xfrm>
        <a:graphic>
          <a:graphicData uri="http://schemas.openxmlformats.org/drawingml/2006/table">
            <a:tbl>
              <a:tblPr firstRow="1" bandRow="1">
                <a:tableStyleId>{5C22544A-7EE6-4342-B048-85BDC9FD1C3A}</a:tableStyleId>
              </a:tblPr>
              <a:tblGrid>
                <a:gridCol w="1853152">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Display</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183968"/>
                    </a:solidFill>
                  </a:tcPr>
                </a:tc>
                <a:extLst>
                  <a:ext uri="{0D108BD9-81ED-4DB2-BD59-A6C34878D82A}">
                    <a16:rowId xmlns:a16="http://schemas.microsoft.com/office/drawing/2014/main" val="274535532"/>
                  </a:ext>
                </a:extLst>
              </a:tr>
            </a:tbl>
          </a:graphicData>
        </a:graphic>
      </p:graphicFrame>
      <p:graphicFrame>
        <p:nvGraphicFramePr>
          <p:cNvPr id="61" name="Table 60">
            <a:extLst>
              <a:ext uri="{FF2B5EF4-FFF2-40B4-BE49-F238E27FC236}">
                <a16:creationId xmlns:a16="http://schemas.microsoft.com/office/drawing/2014/main" id="{56D9545E-BC7A-4F32-4DCD-A141B4360CD6}"/>
              </a:ext>
            </a:extLst>
          </p:cNvPr>
          <p:cNvGraphicFramePr>
            <a:graphicFrameLocks/>
          </p:cNvGraphicFramePr>
          <p:nvPr>
            <p:extLst>
              <p:ext uri="{D42A27DB-BD31-4B8C-83A1-F6EECF244321}">
                <p14:modId xmlns:p14="http://schemas.microsoft.com/office/powerpoint/2010/main" val="1526807163"/>
              </p:ext>
            </p:extLst>
          </p:nvPr>
        </p:nvGraphicFramePr>
        <p:xfrm>
          <a:off x="498924" y="3001796"/>
          <a:ext cx="1853152" cy="544439"/>
        </p:xfrm>
        <a:graphic>
          <a:graphicData uri="http://schemas.openxmlformats.org/drawingml/2006/table">
            <a:tbl>
              <a:tblPr firstRow="1" bandRow="1">
                <a:tableStyleId>{5C22544A-7EE6-4342-B048-85BDC9FD1C3A}</a:tableStyleId>
              </a:tblPr>
              <a:tblGrid>
                <a:gridCol w="1853152">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Paid Social</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183968"/>
                    </a:solidFill>
                  </a:tcPr>
                </a:tc>
                <a:extLst>
                  <a:ext uri="{0D108BD9-81ED-4DB2-BD59-A6C34878D82A}">
                    <a16:rowId xmlns:a16="http://schemas.microsoft.com/office/drawing/2014/main" val="274535532"/>
                  </a:ext>
                </a:extLst>
              </a:tr>
            </a:tbl>
          </a:graphicData>
        </a:graphic>
      </p:graphicFrame>
      <p:graphicFrame>
        <p:nvGraphicFramePr>
          <p:cNvPr id="62" name="Table 61">
            <a:extLst>
              <a:ext uri="{FF2B5EF4-FFF2-40B4-BE49-F238E27FC236}">
                <a16:creationId xmlns:a16="http://schemas.microsoft.com/office/drawing/2014/main" id="{7E7E6DC5-5E6E-CE56-5E29-525171999FCB}"/>
              </a:ext>
            </a:extLst>
          </p:cNvPr>
          <p:cNvGraphicFramePr>
            <a:graphicFrameLocks/>
          </p:cNvGraphicFramePr>
          <p:nvPr>
            <p:extLst>
              <p:ext uri="{D42A27DB-BD31-4B8C-83A1-F6EECF244321}">
                <p14:modId xmlns:p14="http://schemas.microsoft.com/office/powerpoint/2010/main" val="2364656485"/>
              </p:ext>
            </p:extLst>
          </p:nvPr>
        </p:nvGraphicFramePr>
        <p:xfrm>
          <a:off x="498924" y="3566588"/>
          <a:ext cx="1853152" cy="544439"/>
        </p:xfrm>
        <a:graphic>
          <a:graphicData uri="http://schemas.openxmlformats.org/drawingml/2006/table">
            <a:tbl>
              <a:tblPr firstRow="1" bandRow="1">
                <a:tableStyleId>{5C22544A-7EE6-4342-B048-85BDC9FD1C3A}</a:tableStyleId>
              </a:tblPr>
              <a:tblGrid>
                <a:gridCol w="1853152">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Audio</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183968"/>
                    </a:solidFill>
                  </a:tcPr>
                </a:tc>
                <a:extLst>
                  <a:ext uri="{0D108BD9-81ED-4DB2-BD59-A6C34878D82A}">
                    <a16:rowId xmlns:a16="http://schemas.microsoft.com/office/drawing/2014/main" val="274535532"/>
                  </a:ext>
                </a:extLst>
              </a:tr>
            </a:tbl>
          </a:graphicData>
        </a:graphic>
      </p:graphicFrame>
      <p:graphicFrame>
        <p:nvGraphicFramePr>
          <p:cNvPr id="63" name="Table 62">
            <a:extLst>
              <a:ext uri="{FF2B5EF4-FFF2-40B4-BE49-F238E27FC236}">
                <a16:creationId xmlns:a16="http://schemas.microsoft.com/office/drawing/2014/main" id="{08239DB1-D46D-82AE-B28E-D132C0BC5FD2}"/>
              </a:ext>
            </a:extLst>
          </p:cNvPr>
          <p:cNvGraphicFramePr>
            <a:graphicFrameLocks/>
          </p:cNvGraphicFramePr>
          <p:nvPr>
            <p:extLst>
              <p:ext uri="{D42A27DB-BD31-4B8C-83A1-F6EECF244321}">
                <p14:modId xmlns:p14="http://schemas.microsoft.com/office/powerpoint/2010/main" val="1995061338"/>
              </p:ext>
            </p:extLst>
          </p:nvPr>
        </p:nvGraphicFramePr>
        <p:xfrm>
          <a:off x="498924" y="4131380"/>
          <a:ext cx="1853152" cy="544439"/>
        </p:xfrm>
        <a:graphic>
          <a:graphicData uri="http://schemas.openxmlformats.org/drawingml/2006/table">
            <a:tbl>
              <a:tblPr firstRow="1" bandRow="1">
                <a:tableStyleId>{5C22544A-7EE6-4342-B048-85BDC9FD1C3A}</a:tableStyleId>
              </a:tblPr>
              <a:tblGrid>
                <a:gridCol w="1853152">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DOOH</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183968"/>
                    </a:solidFill>
                  </a:tcPr>
                </a:tc>
                <a:extLst>
                  <a:ext uri="{0D108BD9-81ED-4DB2-BD59-A6C34878D82A}">
                    <a16:rowId xmlns:a16="http://schemas.microsoft.com/office/drawing/2014/main" val="274535532"/>
                  </a:ext>
                </a:extLst>
              </a:tr>
            </a:tbl>
          </a:graphicData>
        </a:graphic>
      </p:graphicFrame>
      <p:graphicFrame>
        <p:nvGraphicFramePr>
          <p:cNvPr id="64" name="Table 63">
            <a:extLst>
              <a:ext uri="{FF2B5EF4-FFF2-40B4-BE49-F238E27FC236}">
                <a16:creationId xmlns:a16="http://schemas.microsoft.com/office/drawing/2014/main" id="{C9D8DDA2-D2CE-E9BC-28AA-4F050FAAE5AB}"/>
              </a:ext>
            </a:extLst>
          </p:cNvPr>
          <p:cNvGraphicFramePr>
            <a:graphicFrameLocks/>
          </p:cNvGraphicFramePr>
          <p:nvPr>
            <p:extLst>
              <p:ext uri="{D42A27DB-BD31-4B8C-83A1-F6EECF244321}">
                <p14:modId xmlns:p14="http://schemas.microsoft.com/office/powerpoint/2010/main" val="28243447"/>
              </p:ext>
            </p:extLst>
          </p:nvPr>
        </p:nvGraphicFramePr>
        <p:xfrm>
          <a:off x="497908" y="4696170"/>
          <a:ext cx="1853152" cy="544439"/>
        </p:xfrm>
        <a:graphic>
          <a:graphicData uri="http://schemas.openxmlformats.org/drawingml/2006/table">
            <a:tbl>
              <a:tblPr firstRow="1" bandRow="1">
                <a:tableStyleId>{5C22544A-7EE6-4342-B048-85BDC9FD1C3A}</a:tableStyleId>
              </a:tblPr>
              <a:tblGrid>
                <a:gridCol w="1853152">
                  <a:extLst>
                    <a:ext uri="{9D8B030D-6E8A-4147-A177-3AD203B41FA5}">
                      <a16:colId xmlns:a16="http://schemas.microsoft.com/office/drawing/2014/main" val="1103716771"/>
                    </a:ext>
                  </a:extLst>
                </a:gridCol>
              </a:tblGrid>
              <a:tr h="544439">
                <a:tc>
                  <a:txBody>
                    <a:bodyPr/>
                    <a:lstStyle/>
                    <a:p>
                      <a:pPr algn="ctr"/>
                      <a:r>
                        <a:rPr lang="en-US" sz="1200" b="1" i="0" dirty="0">
                          <a:latin typeface="DM Sans 14pt SemiBold" pitchFamily="2" charset="77"/>
                        </a:rPr>
                        <a:t>Paid Search*</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183968"/>
                    </a:solidFill>
                  </a:tcPr>
                </a:tc>
                <a:extLst>
                  <a:ext uri="{0D108BD9-81ED-4DB2-BD59-A6C34878D82A}">
                    <a16:rowId xmlns:a16="http://schemas.microsoft.com/office/drawing/2014/main" val="274535532"/>
                  </a:ext>
                </a:extLst>
              </a:tr>
            </a:tbl>
          </a:graphicData>
        </a:graphic>
      </p:graphicFrame>
      <p:sp>
        <p:nvSpPr>
          <p:cNvPr id="66" name="TextBox 65">
            <a:extLst>
              <a:ext uri="{FF2B5EF4-FFF2-40B4-BE49-F238E27FC236}">
                <a16:creationId xmlns:a16="http://schemas.microsoft.com/office/drawing/2014/main" id="{D58E807C-216F-4498-4F74-19F6880273CE}"/>
              </a:ext>
            </a:extLst>
          </p:cNvPr>
          <p:cNvSpPr txBox="1">
            <a:spLocks noGrp="1" noRot="1" noMove="1" noResize="1" noEditPoints="1" noAdjustHandles="1" noChangeArrowheads="1" noChangeShapeType="1"/>
          </p:cNvSpPr>
          <p:nvPr/>
        </p:nvSpPr>
        <p:spPr>
          <a:xfrm>
            <a:off x="497907" y="5367862"/>
            <a:ext cx="4802225" cy="230832"/>
          </a:xfrm>
          <a:prstGeom prst="rect">
            <a:avLst/>
          </a:prstGeom>
          <a:noFill/>
        </p:spPr>
        <p:txBody>
          <a:bodyPr wrap="square" lIns="0" rtlCol="0">
            <a:spAutoFit/>
          </a:bodyPr>
          <a:lstStyle/>
          <a:p>
            <a:r>
              <a:rPr lang="en-US" sz="900" dirty="0"/>
              <a:t>*Note: Paid search has been running…</a:t>
            </a:r>
          </a:p>
        </p:txBody>
      </p:sp>
      <p:sp>
        <p:nvSpPr>
          <p:cNvPr id="67" name="TextBox 66">
            <a:extLst>
              <a:ext uri="{FF2B5EF4-FFF2-40B4-BE49-F238E27FC236}">
                <a16:creationId xmlns:a16="http://schemas.microsoft.com/office/drawing/2014/main" id="{147728BA-8971-A96B-4766-02222C22BB88}"/>
              </a:ext>
            </a:extLst>
          </p:cNvPr>
          <p:cNvSpPr txBox="1">
            <a:spLocks noGrp="1" noRot="1" noMove="1" noResize="1" noEditPoints="1" noAdjustHandles="1" noChangeArrowheads="1" noChangeShapeType="1"/>
          </p:cNvSpPr>
          <p:nvPr/>
        </p:nvSpPr>
        <p:spPr>
          <a:xfrm>
            <a:off x="8102797" y="1166657"/>
            <a:ext cx="1017156" cy="215444"/>
          </a:xfrm>
          <a:prstGeom prst="rect">
            <a:avLst/>
          </a:prstGeom>
          <a:noFill/>
        </p:spPr>
        <p:txBody>
          <a:bodyPr wrap="square" lIns="0" rtlCol="0">
            <a:spAutoFit/>
          </a:bodyPr>
          <a:lstStyle/>
          <a:p>
            <a:r>
              <a:rPr lang="en-US" sz="800" dirty="0">
                <a:latin typeface="DM Sans 14pt" pitchFamily="2" charset="77"/>
              </a:rPr>
              <a:t>Add descriptor</a:t>
            </a:r>
          </a:p>
        </p:txBody>
      </p:sp>
      <p:sp>
        <p:nvSpPr>
          <p:cNvPr id="68" name="Oval 67">
            <a:extLst>
              <a:ext uri="{FF2B5EF4-FFF2-40B4-BE49-F238E27FC236}">
                <a16:creationId xmlns:a16="http://schemas.microsoft.com/office/drawing/2014/main" id="{B117DAB9-56FB-D9B7-6711-D4571E2E4C27}"/>
              </a:ext>
            </a:extLst>
          </p:cNvPr>
          <p:cNvSpPr>
            <a:spLocks noGrp="1" noRot="1" noMove="1" noResize="1" noEditPoints="1" noAdjustHandles="1" noChangeArrowheads="1" noChangeShapeType="1"/>
          </p:cNvSpPr>
          <p:nvPr/>
        </p:nvSpPr>
        <p:spPr>
          <a:xfrm>
            <a:off x="7949044" y="1227812"/>
            <a:ext cx="91440" cy="9144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066C1A31-70C1-E346-A8D1-7076CB809F3B}"/>
              </a:ext>
            </a:extLst>
          </p:cNvPr>
          <p:cNvSpPr txBox="1">
            <a:spLocks noGrp="1" noRot="1" noMove="1" noResize="1" noEditPoints="1" noAdjustHandles="1" noChangeArrowheads="1" noChangeShapeType="1"/>
          </p:cNvSpPr>
          <p:nvPr/>
        </p:nvSpPr>
        <p:spPr>
          <a:xfrm>
            <a:off x="9349329" y="1166657"/>
            <a:ext cx="1017156" cy="215444"/>
          </a:xfrm>
          <a:prstGeom prst="rect">
            <a:avLst/>
          </a:prstGeom>
          <a:noFill/>
        </p:spPr>
        <p:txBody>
          <a:bodyPr wrap="square" lIns="0" rtlCol="0">
            <a:spAutoFit/>
          </a:bodyPr>
          <a:lstStyle/>
          <a:p>
            <a:r>
              <a:rPr lang="en-US" sz="800" dirty="0">
                <a:latin typeface="DM Sans 14pt" pitchFamily="2" charset="77"/>
              </a:rPr>
              <a:t>Add descriptor</a:t>
            </a:r>
          </a:p>
        </p:txBody>
      </p:sp>
      <p:sp>
        <p:nvSpPr>
          <p:cNvPr id="70" name="Oval 69">
            <a:extLst>
              <a:ext uri="{FF2B5EF4-FFF2-40B4-BE49-F238E27FC236}">
                <a16:creationId xmlns:a16="http://schemas.microsoft.com/office/drawing/2014/main" id="{FC998A19-EECE-0581-092B-639FBCA18D4D}"/>
              </a:ext>
            </a:extLst>
          </p:cNvPr>
          <p:cNvSpPr>
            <a:spLocks noGrp="1" noRot="1" noMove="1" noResize="1" noEditPoints="1" noAdjustHandles="1" noChangeArrowheads="1" noChangeShapeType="1"/>
          </p:cNvSpPr>
          <p:nvPr/>
        </p:nvSpPr>
        <p:spPr>
          <a:xfrm>
            <a:off x="9195576" y="1227812"/>
            <a:ext cx="91440" cy="9144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9232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494F31C3-DEBD-108C-278B-E7068AEF70DE}"/>
              </a:ext>
            </a:extLst>
          </p:cNvPr>
          <p:cNvSpPr>
            <a:spLocks noGrp="1"/>
          </p:cNvSpPr>
          <p:nvPr>
            <p:ph type="body" sz="quarter" idx="17"/>
          </p:nvPr>
        </p:nvSpPr>
        <p:spPr/>
        <p:txBody>
          <a:bodyPr/>
          <a:lstStyle/>
          <a:p>
            <a:endParaRPr lang="en-US"/>
          </a:p>
        </p:txBody>
      </p:sp>
      <p:sp>
        <p:nvSpPr>
          <p:cNvPr id="22" name="Footer Placeholder 21">
            <a:extLst>
              <a:ext uri="{FF2B5EF4-FFF2-40B4-BE49-F238E27FC236}">
                <a16:creationId xmlns:a16="http://schemas.microsoft.com/office/drawing/2014/main" id="{240DE674-AEDE-8364-7C46-F9FE62CA5145}"/>
              </a:ext>
            </a:extLst>
          </p:cNvPr>
          <p:cNvSpPr>
            <a:spLocks noGrp="1"/>
          </p:cNvSpPr>
          <p:nvPr>
            <p:ph type="ftr" sz="quarter" idx="11"/>
          </p:nvPr>
        </p:nvSpPr>
        <p:spPr/>
        <p:txBody>
          <a:bodyPr/>
          <a:lstStyle/>
          <a:p>
            <a:r>
              <a:rPr lang="en-US" dirty="0"/>
              <a:t>Add Metadata here in Slide Master &gt; Insert &gt; Slide Number</a:t>
            </a:r>
          </a:p>
        </p:txBody>
      </p:sp>
      <p:sp>
        <p:nvSpPr>
          <p:cNvPr id="5" name="Slide Number Placeholder 4">
            <a:extLst>
              <a:ext uri="{FF2B5EF4-FFF2-40B4-BE49-F238E27FC236}">
                <a16:creationId xmlns:a16="http://schemas.microsoft.com/office/drawing/2014/main" id="{942B1515-9CF3-C4E4-392F-CB4872035E1F}"/>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28</a:t>
            </a:fld>
            <a:endParaRPr lang="en-US" dirty="0"/>
          </a:p>
        </p:txBody>
      </p:sp>
      <p:sp>
        <p:nvSpPr>
          <p:cNvPr id="27" name="Text Placeholder 26">
            <a:extLst>
              <a:ext uri="{FF2B5EF4-FFF2-40B4-BE49-F238E27FC236}">
                <a16:creationId xmlns:a16="http://schemas.microsoft.com/office/drawing/2014/main" id="{EE836048-9F42-4985-F0E8-7452B1E03A85}"/>
              </a:ext>
            </a:extLst>
          </p:cNvPr>
          <p:cNvSpPr>
            <a:spLocks noGrp="1"/>
          </p:cNvSpPr>
          <p:nvPr>
            <p:ph type="body" sz="quarter" idx="37"/>
          </p:nvPr>
        </p:nvSpPr>
        <p:spPr/>
        <p:txBody>
          <a:bodyPr/>
          <a:lstStyle/>
          <a:p>
            <a:endParaRPr lang="en-US"/>
          </a:p>
        </p:txBody>
      </p:sp>
      <p:sp>
        <p:nvSpPr>
          <p:cNvPr id="28" name="Text Placeholder 27">
            <a:extLst>
              <a:ext uri="{FF2B5EF4-FFF2-40B4-BE49-F238E27FC236}">
                <a16:creationId xmlns:a16="http://schemas.microsoft.com/office/drawing/2014/main" id="{5BF94403-ABC0-31A9-3F25-CE2FF33BE400}"/>
              </a:ext>
            </a:extLst>
          </p:cNvPr>
          <p:cNvSpPr>
            <a:spLocks noGrp="1"/>
          </p:cNvSpPr>
          <p:nvPr>
            <p:ph type="body" sz="quarter" idx="38"/>
          </p:nvPr>
        </p:nvSpPr>
        <p:spPr/>
        <p:txBody>
          <a:bodyPr/>
          <a:lstStyle/>
          <a:p>
            <a:endParaRPr lang="en-US"/>
          </a:p>
        </p:txBody>
      </p:sp>
      <p:sp>
        <p:nvSpPr>
          <p:cNvPr id="29" name="Text Placeholder 28">
            <a:extLst>
              <a:ext uri="{FF2B5EF4-FFF2-40B4-BE49-F238E27FC236}">
                <a16:creationId xmlns:a16="http://schemas.microsoft.com/office/drawing/2014/main" id="{82F46253-3EDF-7E3E-8D6A-2D6F944630CD}"/>
              </a:ext>
            </a:extLst>
          </p:cNvPr>
          <p:cNvSpPr>
            <a:spLocks noGrp="1"/>
          </p:cNvSpPr>
          <p:nvPr>
            <p:ph type="body" sz="quarter" idx="39"/>
          </p:nvPr>
        </p:nvSpPr>
        <p:spPr/>
        <p:txBody>
          <a:bodyPr/>
          <a:lstStyle/>
          <a:p>
            <a:endParaRPr lang="en-US"/>
          </a:p>
        </p:txBody>
      </p:sp>
      <p:sp>
        <p:nvSpPr>
          <p:cNvPr id="23" name="Title 22">
            <a:extLst>
              <a:ext uri="{FF2B5EF4-FFF2-40B4-BE49-F238E27FC236}">
                <a16:creationId xmlns:a16="http://schemas.microsoft.com/office/drawing/2014/main" id="{0C082433-F491-9E28-A056-7E7677DFA2AD}"/>
              </a:ext>
            </a:extLst>
          </p:cNvPr>
          <p:cNvSpPr>
            <a:spLocks noGrp="1"/>
          </p:cNvSpPr>
          <p:nvPr>
            <p:ph type="title"/>
          </p:nvPr>
        </p:nvSpPr>
        <p:spPr/>
        <p:txBody>
          <a:bodyPr/>
          <a:lstStyle/>
          <a:p>
            <a:endParaRPr lang="en-US"/>
          </a:p>
        </p:txBody>
      </p:sp>
      <p:sp>
        <p:nvSpPr>
          <p:cNvPr id="24" name="Text Placeholder 23">
            <a:extLst>
              <a:ext uri="{FF2B5EF4-FFF2-40B4-BE49-F238E27FC236}">
                <a16:creationId xmlns:a16="http://schemas.microsoft.com/office/drawing/2014/main" id="{7FA0833A-7875-397B-2762-2D1CB8939D7C}"/>
              </a:ext>
            </a:extLst>
          </p:cNvPr>
          <p:cNvSpPr>
            <a:spLocks noGrp="1"/>
          </p:cNvSpPr>
          <p:nvPr>
            <p:ph type="body" sz="quarter" idx="16"/>
          </p:nvPr>
        </p:nvSpPr>
        <p:spPr/>
        <p:txBody>
          <a:bodyPr/>
          <a:lstStyle/>
          <a:p>
            <a:endParaRPr lang="en-US" dirty="0"/>
          </a:p>
        </p:txBody>
      </p:sp>
      <p:sp>
        <p:nvSpPr>
          <p:cNvPr id="30" name="Text Placeholder 29">
            <a:extLst>
              <a:ext uri="{FF2B5EF4-FFF2-40B4-BE49-F238E27FC236}">
                <a16:creationId xmlns:a16="http://schemas.microsoft.com/office/drawing/2014/main" id="{47C3DC52-E081-4EDE-A145-183D3B68C6ED}"/>
              </a:ext>
            </a:extLst>
          </p:cNvPr>
          <p:cNvSpPr>
            <a:spLocks noGrp="1"/>
          </p:cNvSpPr>
          <p:nvPr>
            <p:ph type="body" sz="quarter" idx="40"/>
          </p:nvPr>
        </p:nvSpPr>
        <p:spPr/>
        <p:txBody>
          <a:bodyPr/>
          <a:lstStyle/>
          <a:p>
            <a:endParaRPr lang="en-US"/>
          </a:p>
        </p:txBody>
      </p:sp>
      <p:sp>
        <p:nvSpPr>
          <p:cNvPr id="31" name="Text Placeholder 30">
            <a:extLst>
              <a:ext uri="{FF2B5EF4-FFF2-40B4-BE49-F238E27FC236}">
                <a16:creationId xmlns:a16="http://schemas.microsoft.com/office/drawing/2014/main" id="{DDDEAF8C-BC10-4DCA-2408-4117469ACAFD}"/>
              </a:ext>
            </a:extLst>
          </p:cNvPr>
          <p:cNvSpPr>
            <a:spLocks noGrp="1"/>
          </p:cNvSpPr>
          <p:nvPr>
            <p:ph type="body" sz="quarter" idx="41"/>
          </p:nvPr>
        </p:nvSpPr>
        <p:spPr/>
        <p:txBody>
          <a:bodyPr/>
          <a:lstStyle/>
          <a:p>
            <a:endParaRPr lang="en-US"/>
          </a:p>
        </p:txBody>
      </p:sp>
      <p:sp>
        <p:nvSpPr>
          <p:cNvPr id="32" name="Text Placeholder 31">
            <a:extLst>
              <a:ext uri="{FF2B5EF4-FFF2-40B4-BE49-F238E27FC236}">
                <a16:creationId xmlns:a16="http://schemas.microsoft.com/office/drawing/2014/main" id="{8148E9EF-1D56-801D-62E7-0E8AF9D54269}"/>
              </a:ext>
            </a:extLst>
          </p:cNvPr>
          <p:cNvSpPr>
            <a:spLocks noGrp="1"/>
          </p:cNvSpPr>
          <p:nvPr>
            <p:ph type="body" sz="quarter" idx="42"/>
          </p:nvPr>
        </p:nvSpPr>
        <p:spPr/>
        <p:txBody>
          <a:bodyPr/>
          <a:lstStyle/>
          <a:p>
            <a:endParaRPr lang="en-US"/>
          </a:p>
        </p:txBody>
      </p:sp>
      <p:sp>
        <p:nvSpPr>
          <p:cNvPr id="33" name="Text Placeholder 32">
            <a:extLst>
              <a:ext uri="{FF2B5EF4-FFF2-40B4-BE49-F238E27FC236}">
                <a16:creationId xmlns:a16="http://schemas.microsoft.com/office/drawing/2014/main" id="{20335622-E7C8-B090-43AB-C2445E1E8459}"/>
              </a:ext>
            </a:extLst>
          </p:cNvPr>
          <p:cNvSpPr>
            <a:spLocks noGrp="1"/>
          </p:cNvSpPr>
          <p:nvPr>
            <p:ph type="body" sz="quarter" idx="43"/>
          </p:nvPr>
        </p:nvSpPr>
        <p:spPr/>
        <p:txBody>
          <a:bodyPr/>
          <a:lstStyle/>
          <a:p>
            <a:endParaRPr lang="en-US"/>
          </a:p>
        </p:txBody>
      </p:sp>
      <p:sp>
        <p:nvSpPr>
          <p:cNvPr id="34" name="Text Placeholder 33">
            <a:extLst>
              <a:ext uri="{FF2B5EF4-FFF2-40B4-BE49-F238E27FC236}">
                <a16:creationId xmlns:a16="http://schemas.microsoft.com/office/drawing/2014/main" id="{7C686F90-1327-CAB6-AA73-BA0660C01419}"/>
              </a:ext>
            </a:extLst>
          </p:cNvPr>
          <p:cNvSpPr>
            <a:spLocks noGrp="1"/>
          </p:cNvSpPr>
          <p:nvPr>
            <p:ph type="body" sz="quarter" idx="44"/>
          </p:nvPr>
        </p:nvSpPr>
        <p:spPr/>
        <p:txBody>
          <a:bodyPr/>
          <a:lstStyle/>
          <a:p>
            <a:endParaRPr lang="en-US"/>
          </a:p>
        </p:txBody>
      </p:sp>
      <p:sp>
        <p:nvSpPr>
          <p:cNvPr id="35" name="Text Placeholder 34">
            <a:extLst>
              <a:ext uri="{FF2B5EF4-FFF2-40B4-BE49-F238E27FC236}">
                <a16:creationId xmlns:a16="http://schemas.microsoft.com/office/drawing/2014/main" id="{92F0B431-EAAC-B069-4171-E31971FCC3EE}"/>
              </a:ext>
            </a:extLst>
          </p:cNvPr>
          <p:cNvSpPr>
            <a:spLocks noGrp="1"/>
          </p:cNvSpPr>
          <p:nvPr>
            <p:ph type="body" sz="quarter" idx="45"/>
          </p:nvPr>
        </p:nvSpPr>
        <p:spPr/>
        <p:txBody>
          <a:bodyPr/>
          <a:lstStyle/>
          <a:p>
            <a:endParaRPr lang="en-US"/>
          </a:p>
        </p:txBody>
      </p:sp>
      <p:sp>
        <p:nvSpPr>
          <p:cNvPr id="36" name="Text Placeholder 35">
            <a:extLst>
              <a:ext uri="{FF2B5EF4-FFF2-40B4-BE49-F238E27FC236}">
                <a16:creationId xmlns:a16="http://schemas.microsoft.com/office/drawing/2014/main" id="{5B40B976-FB01-94B9-303B-E7EBCB321123}"/>
              </a:ext>
            </a:extLst>
          </p:cNvPr>
          <p:cNvSpPr>
            <a:spLocks noGrp="1"/>
          </p:cNvSpPr>
          <p:nvPr>
            <p:ph type="body" sz="quarter" idx="46"/>
          </p:nvPr>
        </p:nvSpPr>
        <p:spPr/>
        <p:txBody>
          <a:bodyPr/>
          <a:lstStyle/>
          <a:p>
            <a:endParaRPr lang="en-US"/>
          </a:p>
        </p:txBody>
      </p:sp>
      <p:sp>
        <p:nvSpPr>
          <p:cNvPr id="37" name="Text Placeholder 36">
            <a:extLst>
              <a:ext uri="{FF2B5EF4-FFF2-40B4-BE49-F238E27FC236}">
                <a16:creationId xmlns:a16="http://schemas.microsoft.com/office/drawing/2014/main" id="{6C45AB95-A083-2C4E-0DA0-5DCA603A7A19}"/>
              </a:ext>
            </a:extLst>
          </p:cNvPr>
          <p:cNvSpPr>
            <a:spLocks noGrp="1"/>
          </p:cNvSpPr>
          <p:nvPr>
            <p:ph type="body" sz="quarter" idx="47"/>
          </p:nvPr>
        </p:nvSpPr>
        <p:spPr/>
        <p:txBody>
          <a:bodyPr/>
          <a:lstStyle/>
          <a:p>
            <a:endParaRPr lang="en-US"/>
          </a:p>
        </p:txBody>
      </p:sp>
      <p:sp>
        <p:nvSpPr>
          <p:cNvPr id="38" name="Text Placeholder 37">
            <a:extLst>
              <a:ext uri="{FF2B5EF4-FFF2-40B4-BE49-F238E27FC236}">
                <a16:creationId xmlns:a16="http://schemas.microsoft.com/office/drawing/2014/main" id="{EF52A66D-4569-7E04-747B-D58417EDA5D4}"/>
              </a:ext>
            </a:extLst>
          </p:cNvPr>
          <p:cNvSpPr>
            <a:spLocks noGrp="1"/>
          </p:cNvSpPr>
          <p:nvPr>
            <p:ph type="body" sz="quarter" idx="48"/>
          </p:nvPr>
        </p:nvSpPr>
        <p:spPr/>
        <p:txBody>
          <a:bodyPr/>
          <a:lstStyle/>
          <a:p>
            <a:endParaRPr lang="en-US"/>
          </a:p>
        </p:txBody>
      </p:sp>
      <p:sp>
        <p:nvSpPr>
          <p:cNvPr id="39" name="Text Placeholder 38">
            <a:extLst>
              <a:ext uri="{FF2B5EF4-FFF2-40B4-BE49-F238E27FC236}">
                <a16:creationId xmlns:a16="http://schemas.microsoft.com/office/drawing/2014/main" id="{3023ADA3-76A7-79FF-6226-6A37211390F9}"/>
              </a:ext>
            </a:extLst>
          </p:cNvPr>
          <p:cNvSpPr>
            <a:spLocks noGrp="1"/>
          </p:cNvSpPr>
          <p:nvPr>
            <p:ph type="body" sz="quarter" idx="49"/>
          </p:nvPr>
        </p:nvSpPr>
        <p:spPr/>
        <p:txBody>
          <a:bodyPr/>
          <a:lstStyle/>
          <a:p>
            <a:endParaRPr lang="en-US"/>
          </a:p>
        </p:txBody>
      </p:sp>
      <p:sp>
        <p:nvSpPr>
          <p:cNvPr id="40" name="Text Placeholder 39">
            <a:extLst>
              <a:ext uri="{FF2B5EF4-FFF2-40B4-BE49-F238E27FC236}">
                <a16:creationId xmlns:a16="http://schemas.microsoft.com/office/drawing/2014/main" id="{B3AC2EF1-9351-DC8D-F2FB-C8178D78D0A1}"/>
              </a:ext>
            </a:extLst>
          </p:cNvPr>
          <p:cNvSpPr>
            <a:spLocks noGrp="1"/>
          </p:cNvSpPr>
          <p:nvPr>
            <p:ph type="body" sz="quarter" idx="50"/>
          </p:nvPr>
        </p:nvSpPr>
        <p:spPr/>
        <p:txBody>
          <a:bodyPr/>
          <a:lstStyle/>
          <a:p>
            <a:endParaRPr lang="en-US"/>
          </a:p>
        </p:txBody>
      </p:sp>
      <p:sp>
        <p:nvSpPr>
          <p:cNvPr id="26" name="Text Placeholder 25">
            <a:extLst>
              <a:ext uri="{FF2B5EF4-FFF2-40B4-BE49-F238E27FC236}">
                <a16:creationId xmlns:a16="http://schemas.microsoft.com/office/drawing/2014/main" id="{9048E6BC-C4BC-B683-482F-915D67D03237}"/>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2912928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9E0DA0E-72E0-6DD5-9019-50EAF6A04C50}"/>
              </a:ext>
            </a:extLst>
          </p:cNvPr>
          <p:cNvSpPr>
            <a:spLocks noGrp="1"/>
          </p:cNvSpPr>
          <p:nvPr>
            <p:ph type="sldNum" sz="quarter" idx="12"/>
          </p:nvPr>
        </p:nvSpPr>
        <p:spPr/>
        <p:txBody>
          <a:bodyPr/>
          <a:lstStyle/>
          <a:p>
            <a:fld id="{1A187C66-C235-1C41-B065-EF4AE27E6170}" type="slidenum">
              <a:rPr lang="en-US" smtClean="0"/>
              <a:pPr/>
              <a:t>29</a:t>
            </a:fld>
            <a:endParaRPr lang="en-US" dirty="0"/>
          </a:p>
        </p:txBody>
      </p:sp>
      <p:sp>
        <p:nvSpPr>
          <p:cNvPr id="4" name="Title Placeholder 1">
            <a:extLst>
              <a:ext uri="{FF2B5EF4-FFF2-40B4-BE49-F238E27FC236}">
                <a16:creationId xmlns:a16="http://schemas.microsoft.com/office/drawing/2014/main" id="{9D1B0AC8-C4D5-763F-4FAE-0CD9F9F26C31}"/>
              </a:ext>
            </a:extLst>
          </p:cNvPr>
          <p:cNvSpPr txBox="1">
            <a:spLocks noGrp="1" noRot="1" noMove="1" noResize="1" noEditPoints="1" noAdjustHandles="1" noChangeArrowheads="1" noChangeShapeType="1"/>
          </p:cNvSpPr>
          <p:nvPr/>
        </p:nvSpPr>
        <p:spPr>
          <a:xfrm>
            <a:off x="471956" y="377686"/>
            <a:ext cx="1399178" cy="545181"/>
          </a:xfrm>
          <a:prstGeom prst="rect">
            <a:avLst/>
          </a:prstGeom>
        </p:spPr>
        <p:txBody>
          <a:bodyPr vert="horz" lIns="0" tIns="0" rIns="91440" bIns="45720" rtlCol="0" anchor="t" anchorCtr="0">
            <a:noAutofit/>
          </a:bodyPr>
          <a:lstStyle>
            <a:lvl1pPr algn="ctr"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a:lstStyle>
          <a:p>
            <a:pPr algn="l"/>
            <a:r>
              <a:rPr lang="en-US" dirty="0">
                <a:solidFill>
                  <a:schemeClr val="tx2"/>
                </a:solidFill>
              </a:rPr>
              <a:t>7.3K</a:t>
            </a:r>
            <a:endParaRPr lang="en-US" sz="4200" dirty="0">
              <a:solidFill>
                <a:schemeClr val="tx2"/>
              </a:solidFill>
            </a:endParaRPr>
          </a:p>
        </p:txBody>
      </p:sp>
      <p:sp>
        <p:nvSpPr>
          <p:cNvPr id="5" name="Text Placeholder 13">
            <a:extLst>
              <a:ext uri="{FF2B5EF4-FFF2-40B4-BE49-F238E27FC236}">
                <a16:creationId xmlns:a16="http://schemas.microsoft.com/office/drawing/2014/main" id="{63A9FB27-8455-302E-5641-26CF1BEF2BFB}"/>
              </a:ext>
            </a:extLst>
          </p:cNvPr>
          <p:cNvSpPr txBox="1">
            <a:spLocks noGrp="1" noRot="1" noMove="1" noResize="1" noEditPoints="1" noAdjustHandles="1" noChangeArrowheads="1" noChangeShapeType="1"/>
          </p:cNvSpPr>
          <p:nvPr/>
        </p:nvSpPr>
        <p:spPr>
          <a:xfrm>
            <a:off x="390266" y="1515532"/>
            <a:ext cx="3614467" cy="829733"/>
          </a:xfrm>
          <a:prstGeom prst="rect">
            <a:avLst/>
          </a:prstGeom>
        </p:spPr>
        <p:txBody>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Click to select and add body copy. Please keep to three lines or less. </a:t>
            </a:r>
          </a:p>
        </p:txBody>
      </p:sp>
      <p:sp>
        <p:nvSpPr>
          <p:cNvPr id="6" name="Text Placeholder 12">
            <a:extLst>
              <a:ext uri="{FF2B5EF4-FFF2-40B4-BE49-F238E27FC236}">
                <a16:creationId xmlns:a16="http://schemas.microsoft.com/office/drawing/2014/main" id="{9A314970-54BE-1600-904C-906EC94A4055}"/>
              </a:ext>
            </a:extLst>
          </p:cNvPr>
          <p:cNvSpPr txBox="1">
            <a:spLocks noGrp="1" noRot="1" noMove="1" noResize="1" noEditPoints="1" noAdjustHandles="1" noChangeArrowheads="1" noChangeShapeType="1"/>
          </p:cNvSpPr>
          <p:nvPr/>
        </p:nvSpPr>
        <p:spPr>
          <a:xfrm>
            <a:off x="390266" y="991171"/>
            <a:ext cx="3106467" cy="431229"/>
          </a:xfrm>
          <a:prstGeom prst="rect">
            <a:avLst/>
          </a:prstGeom>
        </p:spPr>
        <p:txBody>
          <a:bodyPr wrap="square">
            <a:noAutofit/>
          </a:bodyPr>
          <a:lstStyle>
            <a:lvl1pPr marL="0" indent="0" algn="l" defTabSz="914400" rtl="0" eaLnBrk="1" latinLnBrk="0" hangingPunct="1">
              <a:lnSpc>
                <a:spcPct val="125000"/>
              </a:lnSpc>
              <a:spcBef>
                <a:spcPts val="1000"/>
              </a:spcBef>
              <a:buFontTx/>
              <a:buNone/>
              <a:defRPr sz="1800" b="1" i="0" kern="1200">
                <a:solidFill>
                  <a:schemeClr val="tx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1200" dirty="0"/>
              <a:t>Click and select text to add subhead. Please keep to two lines or less.</a:t>
            </a:r>
          </a:p>
        </p:txBody>
      </p:sp>
      <p:sp>
        <p:nvSpPr>
          <p:cNvPr id="8" name="Title Placeholder 1">
            <a:extLst>
              <a:ext uri="{FF2B5EF4-FFF2-40B4-BE49-F238E27FC236}">
                <a16:creationId xmlns:a16="http://schemas.microsoft.com/office/drawing/2014/main" id="{3B1D9575-11DB-A9C6-08D9-08DBEDBFCD20}"/>
              </a:ext>
            </a:extLst>
          </p:cNvPr>
          <p:cNvSpPr txBox="1">
            <a:spLocks noGrp="1" noRot="1" noMove="1" noResize="1" noEditPoints="1" noAdjustHandles="1" noChangeArrowheads="1" noChangeShapeType="1"/>
          </p:cNvSpPr>
          <p:nvPr/>
        </p:nvSpPr>
        <p:spPr>
          <a:xfrm>
            <a:off x="471956" y="3429000"/>
            <a:ext cx="1399178" cy="545181"/>
          </a:xfrm>
          <a:prstGeom prst="rect">
            <a:avLst/>
          </a:prstGeom>
        </p:spPr>
        <p:txBody>
          <a:bodyPr vert="horz" lIns="0" tIns="0" rIns="91440" bIns="45720" rtlCol="0" anchor="t" anchorCtr="0">
            <a:noAutofit/>
          </a:bodyPr>
          <a:lstStyle>
            <a:lvl1pPr algn="ctr"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a:lstStyle>
          <a:p>
            <a:pPr algn="l"/>
            <a:r>
              <a:rPr lang="en-US" dirty="0">
                <a:solidFill>
                  <a:schemeClr val="accent3"/>
                </a:solidFill>
              </a:rPr>
              <a:t>7.3K</a:t>
            </a:r>
            <a:endParaRPr lang="en-US" sz="4200" dirty="0">
              <a:solidFill>
                <a:schemeClr val="accent3"/>
              </a:solidFill>
            </a:endParaRPr>
          </a:p>
        </p:txBody>
      </p:sp>
      <p:sp>
        <p:nvSpPr>
          <p:cNvPr id="9" name="Text Placeholder 13">
            <a:extLst>
              <a:ext uri="{FF2B5EF4-FFF2-40B4-BE49-F238E27FC236}">
                <a16:creationId xmlns:a16="http://schemas.microsoft.com/office/drawing/2014/main" id="{2F81FF1D-A5AA-9CD7-B3D7-856AE53EE5F2}"/>
              </a:ext>
            </a:extLst>
          </p:cNvPr>
          <p:cNvSpPr txBox="1">
            <a:spLocks noGrp="1" noRot="1" noMove="1" noResize="1" noEditPoints="1" noAdjustHandles="1" noChangeArrowheads="1" noChangeShapeType="1"/>
          </p:cNvSpPr>
          <p:nvPr/>
        </p:nvSpPr>
        <p:spPr>
          <a:xfrm>
            <a:off x="390266" y="4566846"/>
            <a:ext cx="3614467" cy="829733"/>
          </a:xfrm>
          <a:prstGeom prst="rect">
            <a:avLst/>
          </a:prstGeom>
        </p:spPr>
        <p:txBody>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Click to select and add body copy. Please keep to three lines or less. </a:t>
            </a:r>
          </a:p>
        </p:txBody>
      </p:sp>
      <p:sp>
        <p:nvSpPr>
          <p:cNvPr id="10" name="Text Placeholder 12">
            <a:extLst>
              <a:ext uri="{FF2B5EF4-FFF2-40B4-BE49-F238E27FC236}">
                <a16:creationId xmlns:a16="http://schemas.microsoft.com/office/drawing/2014/main" id="{347F0F7C-EA3B-3449-BB7F-FABC31049B6B}"/>
              </a:ext>
            </a:extLst>
          </p:cNvPr>
          <p:cNvSpPr txBox="1">
            <a:spLocks noGrp="1" noRot="1" noMove="1" noResize="1" noEditPoints="1" noAdjustHandles="1" noChangeArrowheads="1" noChangeShapeType="1"/>
          </p:cNvSpPr>
          <p:nvPr/>
        </p:nvSpPr>
        <p:spPr>
          <a:xfrm>
            <a:off x="390266" y="4042485"/>
            <a:ext cx="3106467" cy="431229"/>
          </a:xfrm>
          <a:prstGeom prst="rect">
            <a:avLst/>
          </a:prstGeom>
        </p:spPr>
        <p:txBody>
          <a:bodyPr wrap="square">
            <a:noAutofit/>
          </a:bodyPr>
          <a:lstStyle>
            <a:lvl1pPr marL="0" indent="0" algn="l" defTabSz="914400" rtl="0" eaLnBrk="1" latinLnBrk="0" hangingPunct="1">
              <a:lnSpc>
                <a:spcPct val="125000"/>
              </a:lnSpc>
              <a:spcBef>
                <a:spcPts val="1000"/>
              </a:spcBef>
              <a:buFontTx/>
              <a:buNone/>
              <a:defRPr sz="1800" b="1" i="0" kern="1200">
                <a:solidFill>
                  <a:schemeClr val="tx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1200" dirty="0">
                <a:solidFill>
                  <a:schemeClr val="accent3"/>
                </a:solidFill>
              </a:rPr>
              <a:t>Click and select text to add subhead. Please keep to two lines or less.</a:t>
            </a:r>
          </a:p>
        </p:txBody>
      </p:sp>
      <p:sp>
        <p:nvSpPr>
          <p:cNvPr id="11" name="Title Placeholder 1">
            <a:extLst>
              <a:ext uri="{FF2B5EF4-FFF2-40B4-BE49-F238E27FC236}">
                <a16:creationId xmlns:a16="http://schemas.microsoft.com/office/drawing/2014/main" id="{1EECD9BB-C4EF-0EE7-FB50-5EE62E12C8DE}"/>
              </a:ext>
            </a:extLst>
          </p:cNvPr>
          <p:cNvSpPr txBox="1">
            <a:spLocks noGrp="1" noRot="1" noMove="1" noResize="1" noEditPoints="1" noAdjustHandles="1" noChangeArrowheads="1" noChangeShapeType="1"/>
          </p:cNvSpPr>
          <p:nvPr/>
        </p:nvSpPr>
        <p:spPr>
          <a:xfrm>
            <a:off x="10394090" y="377686"/>
            <a:ext cx="1399178" cy="545181"/>
          </a:xfrm>
          <a:prstGeom prst="rect">
            <a:avLst/>
          </a:prstGeom>
        </p:spPr>
        <p:txBody>
          <a:bodyPr vert="horz" lIns="0" tIns="0" rIns="91440" bIns="45720" rtlCol="0" anchor="t" anchorCtr="0">
            <a:noAutofit/>
          </a:bodyPr>
          <a:lstStyle>
            <a:lvl1pPr algn="ctr"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a:lstStyle>
          <a:p>
            <a:pPr algn="r"/>
            <a:r>
              <a:rPr lang="en-US" dirty="0">
                <a:solidFill>
                  <a:schemeClr val="accent2"/>
                </a:solidFill>
              </a:rPr>
              <a:t>7.3K</a:t>
            </a:r>
            <a:endParaRPr lang="en-US" sz="4200" dirty="0">
              <a:solidFill>
                <a:schemeClr val="accent2"/>
              </a:solidFill>
            </a:endParaRPr>
          </a:p>
        </p:txBody>
      </p:sp>
      <p:sp>
        <p:nvSpPr>
          <p:cNvPr id="12" name="Text Placeholder 13">
            <a:extLst>
              <a:ext uri="{FF2B5EF4-FFF2-40B4-BE49-F238E27FC236}">
                <a16:creationId xmlns:a16="http://schemas.microsoft.com/office/drawing/2014/main" id="{98A3DF5E-EA6C-744C-57D8-29C27B17CDB9}"/>
              </a:ext>
            </a:extLst>
          </p:cNvPr>
          <p:cNvSpPr txBox="1">
            <a:spLocks noGrp="1" noRot="1" noMove="1" noResize="1" noEditPoints="1" noAdjustHandles="1" noChangeArrowheads="1" noChangeShapeType="1"/>
          </p:cNvSpPr>
          <p:nvPr/>
        </p:nvSpPr>
        <p:spPr>
          <a:xfrm>
            <a:off x="8187269" y="1515532"/>
            <a:ext cx="3614467" cy="829733"/>
          </a:xfrm>
          <a:prstGeom prst="rect">
            <a:avLst/>
          </a:prstGeom>
        </p:spPr>
        <p:txBody>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200" dirty="0"/>
              <a:t>Click to select and add body copy. Please keep to three lines or less. </a:t>
            </a:r>
          </a:p>
        </p:txBody>
      </p:sp>
      <p:sp>
        <p:nvSpPr>
          <p:cNvPr id="13" name="Text Placeholder 12">
            <a:extLst>
              <a:ext uri="{FF2B5EF4-FFF2-40B4-BE49-F238E27FC236}">
                <a16:creationId xmlns:a16="http://schemas.microsoft.com/office/drawing/2014/main" id="{57F8028C-F54B-2C63-5AE1-54A139EB15D1}"/>
              </a:ext>
            </a:extLst>
          </p:cNvPr>
          <p:cNvSpPr txBox="1">
            <a:spLocks noGrp="1" noRot="1" noMove="1" noResize="1" noEditPoints="1" noAdjustHandles="1" noChangeArrowheads="1" noChangeShapeType="1"/>
          </p:cNvSpPr>
          <p:nvPr/>
        </p:nvSpPr>
        <p:spPr>
          <a:xfrm>
            <a:off x="8695267" y="991171"/>
            <a:ext cx="3106467" cy="431229"/>
          </a:xfrm>
          <a:prstGeom prst="rect">
            <a:avLst/>
          </a:prstGeom>
        </p:spPr>
        <p:txBody>
          <a:bodyPr wrap="square">
            <a:noAutofit/>
          </a:bodyPr>
          <a:lstStyle>
            <a:lvl1pPr marL="0" indent="0" algn="l" defTabSz="914400" rtl="0" eaLnBrk="1" latinLnBrk="0" hangingPunct="1">
              <a:lnSpc>
                <a:spcPct val="125000"/>
              </a:lnSpc>
              <a:spcBef>
                <a:spcPts val="1000"/>
              </a:spcBef>
              <a:buFontTx/>
              <a:buNone/>
              <a:defRPr sz="1800" b="1" i="0" kern="1200">
                <a:solidFill>
                  <a:schemeClr val="tx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lnSpc>
                <a:spcPct val="114000"/>
              </a:lnSpc>
            </a:pPr>
            <a:r>
              <a:rPr lang="en-US" sz="1200" dirty="0">
                <a:solidFill>
                  <a:schemeClr val="accent2"/>
                </a:solidFill>
              </a:rPr>
              <a:t>Click and select text to add subhead. Please keep to two lines or less.</a:t>
            </a:r>
          </a:p>
        </p:txBody>
      </p:sp>
      <p:sp>
        <p:nvSpPr>
          <p:cNvPr id="14" name="Title Placeholder 1">
            <a:extLst>
              <a:ext uri="{FF2B5EF4-FFF2-40B4-BE49-F238E27FC236}">
                <a16:creationId xmlns:a16="http://schemas.microsoft.com/office/drawing/2014/main" id="{4730AA9C-1F43-E078-54AA-21E65459F2BF}"/>
              </a:ext>
            </a:extLst>
          </p:cNvPr>
          <p:cNvSpPr txBox="1">
            <a:spLocks noGrp="1" noRot="1" noMove="1" noResize="1" noEditPoints="1" noAdjustHandles="1" noChangeArrowheads="1" noChangeShapeType="1"/>
          </p:cNvSpPr>
          <p:nvPr/>
        </p:nvSpPr>
        <p:spPr>
          <a:xfrm>
            <a:off x="10394090" y="3429000"/>
            <a:ext cx="1399178" cy="545181"/>
          </a:xfrm>
          <a:prstGeom prst="rect">
            <a:avLst/>
          </a:prstGeom>
        </p:spPr>
        <p:txBody>
          <a:bodyPr vert="horz" lIns="0" tIns="0" rIns="91440" bIns="45720" rtlCol="0" anchor="t" anchorCtr="0">
            <a:noAutofit/>
          </a:bodyPr>
          <a:lstStyle>
            <a:lvl1pPr algn="ctr"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a:lstStyle>
          <a:p>
            <a:pPr algn="r"/>
            <a:r>
              <a:rPr lang="en-US" dirty="0">
                <a:solidFill>
                  <a:schemeClr val="accent4"/>
                </a:solidFill>
              </a:rPr>
              <a:t>7.3K</a:t>
            </a:r>
            <a:endParaRPr lang="en-US" sz="4200" dirty="0">
              <a:solidFill>
                <a:schemeClr val="accent4"/>
              </a:solidFill>
            </a:endParaRPr>
          </a:p>
        </p:txBody>
      </p:sp>
      <p:sp>
        <p:nvSpPr>
          <p:cNvPr id="15" name="Text Placeholder 13">
            <a:extLst>
              <a:ext uri="{FF2B5EF4-FFF2-40B4-BE49-F238E27FC236}">
                <a16:creationId xmlns:a16="http://schemas.microsoft.com/office/drawing/2014/main" id="{9235CB37-5DA0-749B-E475-AE7DBCCEB643}"/>
              </a:ext>
            </a:extLst>
          </p:cNvPr>
          <p:cNvSpPr txBox="1">
            <a:spLocks noGrp="1" noRot="1" noMove="1" noResize="1" noEditPoints="1" noAdjustHandles="1" noChangeArrowheads="1" noChangeShapeType="1"/>
          </p:cNvSpPr>
          <p:nvPr/>
        </p:nvSpPr>
        <p:spPr>
          <a:xfrm>
            <a:off x="8187269" y="4566846"/>
            <a:ext cx="3614467" cy="829733"/>
          </a:xfrm>
          <a:prstGeom prst="rect">
            <a:avLst/>
          </a:prstGeom>
        </p:spPr>
        <p:txBody>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200" dirty="0"/>
              <a:t>Click to select and add body copy. Please keep to three lines or less. </a:t>
            </a:r>
          </a:p>
        </p:txBody>
      </p:sp>
      <p:sp>
        <p:nvSpPr>
          <p:cNvPr id="16" name="Text Placeholder 12">
            <a:extLst>
              <a:ext uri="{FF2B5EF4-FFF2-40B4-BE49-F238E27FC236}">
                <a16:creationId xmlns:a16="http://schemas.microsoft.com/office/drawing/2014/main" id="{1EE93C33-9500-3CBA-37A5-D6A666814507}"/>
              </a:ext>
            </a:extLst>
          </p:cNvPr>
          <p:cNvSpPr txBox="1">
            <a:spLocks noGrp="1" noRot="1" noMove="1" noResize="1" noEditPoints="1" noAdjustHandles="1" noChangeArrowheads="1" noChangeShapeType="1"/>
          </p:cNvSpPr>
          <p:nvPr/>
        </p:nvSpPr>
        <p:spPr>
          <a:xfrm>
            <a:off x="8695267" y="4042485"/>
            <a:ext cx="3106467" cy="431229"/>
          </a:xfrm>
          <a:prstGeom prst="rect">
            <a:avLst/>
          </a:prstGeom>
        </p:spPr>
        <p:txBody>
          <a:bodyPr wrap="square">
            <a:noAutofit/>
          </a:bodyPr>
          <a:lstStyle>
            <a:lvl1pPr marL="0" indent="0" algn="l" defTabSz="914400" rtl="0" eaLnBrk="1" latinLnBrk="0" hangingPunct="1">
              <a:lnSpc>
                <a:spcPct val="125000"/>
              </a:lnSpc>
              <a:spcBef>
                <a:spcPts val="1000"/>
              </a:spcBef>
              <a:buFontTx/>
              <a:buNone/>
              <a:defRPr sz="1800" b="1" i="0" kern="1200">
                <a:solidFill>
                  <a:schemeClr val="tx2"/>
                </a:solidFill>
                <a:latin typeface="DM Sans 14pt" pitchFamily="2" charset="77"/>
                <a:ea typeface="+mn-ea"/>
                <a:cs typeface="+mn-cs"/>
              </a:defRPr>
            </a:lvl1pPr>
            <a:lvl2pPr marL="4572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2pPr>
            <a:lvl3pPr marL="9144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3pPr>
            <a:lvl4pPr marL="13716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4pPr>
            <a:lvl5pPr marL="1828800" indent="0" algn="l" defTabSz="914400" rtl="0" eaLnBrk="1" latinLnBrk="0" hangingPunct="1">
              <a:lnSpc>
                <a:spcPct val="125000"/>
              </a:lnSpc>
              <a:spcBef>
                <a:spcPts val="500"/>
              </a:spcBef>
              <a:buFontTx/>
              <a:buNone/>
              <a:defRPr sz="14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lnSpc>
                <a:spcPct val="114000"/>
              </a:lnSpc>
            </a:pPr>
            <a:r>
              <a:rPr lang="en-US" sz="1200" dirty="0">
                <a:solidFill>
                  <a:schemeClr val="accent4"/>
                </a:solidFill>
              </a:rPr>
              <a:t>Click and select text to add subhead. Please keep to two lines or less.</a:t>
            </a:r>
          </a:p>
        </p:txBody>
      </p:sp>
      <p:sp>
        <p:nvSpPr>
          <p:cNvPr id="7" name="Footer Placeholder 6">
            <a:extLst>
              <a:ext uri="{FF2B5EF4-FFF2-40B4-BE49-F238E27FC236}">
                <a16:creationId xmlns:a16="http://schemas.microsoft.com/office/drawing/2014/main" id="{AE70D97E-592D-25D7-69F1-FAF9AE2DB0DB}"/>
              </a:ext>
            </a:extLst>
          </p:cNvPr>
          <p:cNvSpPr>
            <a:spLocks noGrp="1"/>
          </p:cNvSpPr>
          <p:nvPr>
            <p:ph type="ftr" sz="quarter" idx="11"/>
          </p:nvPr>
        </p:nvSpPr>
        <p:spPr/>
        <p:txBody>
          <a:bodyPr/>
          <a:lstStyle/>
          <a:p>
            <a:r>
              <a:rPr lang="en-US" dirty="0"/>
              <a:t>Add Metadata here in Slide Master &gt; Insert &gt; Slide Number</a:t>
            </a:r>
          </a:p>
        </p:txBody>
      </p:sp>
    </p:spTree>
    <p:extLst>
      <p:ext uri="{BB962C8B-B14F-4D97-AF65-F5344CB8AC3E}">
        <p14:creationId xmlns:p14="http://schemas.microsoft.com/office/powerpoint/2010/main" val="1456456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7D6DE393-511A-D7D7-C5AC-F3DE70A05221}"/>
              </a:ext>
            </a:extLst>
          </p:cNvPr>
          <p:cNvSpPr>
            <a:spLocks noGrp="1"/>
          </p:cNvSpPr>
          <p:nvPr>
            <p:ph type="title"/>
          </p:nvPr>
        </p:nvSpPr>
        <p:spPr/>
        <p:txBody>
          <a:bodyPr/>
          <a:lstStyle/>
          <a:p>
            <a:endParaRPr lang="en-US"/>
          </a:p>
        </p:txBody>
      </p:sp>
      <p:sp>
        <p:nvSpPr>
          <p:cNvPr id="17" name="Text Placeholder 16">
            <a:extLst>
              <a:ext uri="{FF2B5EF4-FFF2-40B4-BE49-F238E27FC236}">
                <a16:creationId xmlns:a16="http://schemas.microsoft.com/office/drawing/2014/main" id="{2E8303B7-8095-B519-297E-6274079D68BD}"/>
              </a:ext>
            </a:extLst>
          </p:cNvPr>
          <p:cNvSpPr>
            <a:spLocks noGrp="1"/>
          </p:cNvSpPr>
          <p:nvPr>
            <p:ph type="body" sz="quarter" idx="36"/>
          </p:nvPr>
        </p:nvSpPr>
        <p:spPr/>
        <p:txBody>
          <a:bodyPr/>
          <a:lstStyle/>
          <a:p>
            <a:endParaRPr lang="en-US"/>
          </a:p>
        </p:txBody>
      </p:sp>
      <p:sp>
        <p:nvSpPr>
          <p:cNvPr id="18" name="Text Placeholder 17">
            <a:extLst>
              <a:ext uri="{FF2B5EF4-FFF2-40B4-BE49-F238E27FC236}">
                <a16:creationId xmlns:a16="http://schemas.microsoft.com/office/drawing/2014/main" id="{13D24191-7E1F-C726-BE37-814B63B404BD}"/>
              </a:ext>
            </a:extLst>
          </p:cNvPr>
          <p:cNvSpPr>
            <a:spLocks noGrp="1"/>
          </p:cNvSpPr>
          <p:nvPr>
            <p:ph type="body" sz="quarter" idx="37"/>
          </p:nvPr>
        </p:nvSpPr>
        <p:spPr/>
        <p:txBody>
          <a:bodyPr/>
          <a:lstStyle/>
          <a:p>
            <a:endParaRPr lang="en-US"/>
          </a:p>
        </p:txBody>
      </p:sp>
      <p:sp>
        <p:nvSpPr>
          <p:cNvPr id="16" name="Text Placeholder 15">
            <a:extLst>
              <a:ext uri="{FF2B5EF4-FFF2-40B4-BE49-F238E27FC236}">
                <a16:creationId xmlns:a16="http://schemas.microsoft.com/office/drawing/2014/main" id="{9DC23A0F-44AD-F6D8-0445-59C6E1644F16}"/>
              </a:ext>
            </a:extLst>
          </p:cNvPr>
          <p:cNvSpPr>
            <a:spLocks noGrp="1"/>
          </p:cNvSpPr>
          <p:nvPr>
            <p:ph type="body" sz="quarter" idx="23"/>
          </p:nvPr>
        </p:nvSpPr>
        <p:spPr/>
        <p:txBody>
          <a:bodyPr/>
          <a:lstStyle/>
          <a:p>
            <a:endParaRPr lang="en-US"/>
          </a:p>
        </p:txBody>
      </p:sp>
      <p:sp>
        <p:nvSpPr>
          <p:cNvPr id="19" name="Text Placeholder 18">
            <a:extLst>
              <a:ext uri="{FF2B5EF4-FFF2-40B4-BE49-F238E27FC236}">
                <a16:creationId xmlns:a16="http://schemas.microsoft.com/office/drawing/2014/main" id="{79A30979-DB09-99F2-70DD-F6FD4B5E75D0}"/>
              </a:ext>
            </a:extLst>
          </p:cNvPr>
          <p:cNvSpPr>
            <a:spLocks noGrp="1"/>
          </p:cNvSpPr>
          <p:nvPr>
            <p:ph type="body" sz="quarter" idx="38"/>
          </p:nvPr>
        </p:nvSpPr>
        <p:spPr/>
        <p:txBody>
          <a:bodyPr/>
          <a:lstStyle/>
          <a:p>
            <a:endParaRPr lang="en-US"/>
          </a:p>
        </p:txBody>
      </p:sp>
      <p:sp>
        <p:nvSpPr>
          <p:cNvPr id="20" name="Text Placeholder 19">
            <a:extLst>
              <a:ext uri="{FF2B5EF4-FFF2-40B4-BE49-F238E27FC236}">
                <a16:creationId xmlns:a16="http://schemas.microsoft.com/office/drawing/2014/main" id="{2E50194B-DD69-82DF-C4D0-FB313E9C0DE9}"/>
              </a:ext>
            </a:extLst>
          </p:cNvPr>
          <p:cNvSpPr>
            <a:spLocks noGrp="1"/>
          </p:cNvSpPr>
          <p:nvPr>
            <p:ph type="body" sz="quarter" idx="39"/>
          </p:nvPr>
        </p:nvSpPr>
        <p:spPr/>
        <p:txBody>
          <a:bodyPr/>
          <a:lstStyle/>
          <a:p>
            <a:endParaRPr lang="en-US"/>
          </a:p>
        </p:txBody>
      </p:sp>
      <p:sp>
        <p:nvSpPr>
          <p:cNvPr id="21" name="Text Placeholder 20">
            <a:extLst>
              <a:ext uri="{FF2B5EF4-FFF2-40B4-BE49-F238E27FC236}">
                <a16:creationId xmlns:a16="http://schemas.microsoft.com/office/drawing/2014/main" id="{DC674646-05EC-0C8D-A4CD-4736DEBD26F0}"/>
              </a:ext>
            </a:extLst>
          </p:cNvPr>
          <p:cNvSpPr>
            <a:spLocks noGrp="1"/>
          </p:cNvSpPr>
          <p:nvPr>
            <p:ph type="body" sz="quarter" idx="40"/>
          </p:nvPr>
        </p:nvSpPr>
        <p:spPr/>
        <p:txBody>
          <a:bodyPr/>
          <a:lstStyle/>
          <a:p>
            <a:endParaRPr lang="en-US"/>
          </a:p>
        </p:txBody>
      </p:sp>
      <p:sp>
        <p:nvSpPr>
          <p:cNvPr id="22" name="Text Placeholder 21">
            <a:extLst>
              <a:ext uri="{FF2B5EF4-FFF2-40B4-BE49-F238E27FC236}">
                <a16:creationId xmlns:a16="http://schemas.microsoft.com/office/drawing/2014/main" id="{FB870E9C-46EE-53D4-E8D3-F8A638C57A4C}"/>
              </a:ext>
            </a:extLst>
          </p:cNvPr>
          <p:cNvSpPr>
            <a:spLocks noGrp="1"/>
          </p:cNvSpPr>
          <p:nvPr>
            <p:ph type="body" sz="quarter" idx="41"/>
          </p:nvPr>
        </p:nvSpPr>
        <p:spPr/>
        <p:txBody>
          <a:bodyPr/>
          <a:lstStyle/>
          <a:p>
            <a:endParaRPr lang="en-US"/>
          </a:p>
        </p:txBody>
      </p:sp>
      <p:sp>
        <p:nvSpPr>
          <p:cNvPr id="23" name="Text Placeholder 22">
            <a:extLst>
              <a:ext uri="{FF2B5EF4-FFF2-40B4-BE49-F238E27FC236}">
                <a16:creationId xmlns:a16="http://schemas.microsoft.com/office/drawing/2014/main" id="{7602ADC8-C9C4-17B7-5AC0-85F7D055EEA2}"/>
              </a:ext>
            </a:extLst>
          </p:cNvPr>
          <p:cNvSpPr>
            <a:spLocks noGrp="1"/>
          </p:cNvSpPr>
          <p:nvPr>
            <p:ph type="body" sz="quarter" idx="42"/>
          </p:nvPr>
        </p:nvSpPr>
        <p:spPr/>
        <p:txBody>
          <a:bodyPr/>
          <a:lstStyle/>
          <a:p>
            <a:endParaRPr lang="en-US"/>
          </a:p>
        </p:txBody>
      </p:sp>
      <p:sp>
        <p:nvSpPr>
          <p:cNvPr id="24" name="Text Placeholder 23">
            <a:extLst>
              <a:ext uri="{FF2B5EF4-FFF2-40B4-BE49-F238E27FC236}">
                <a16:creationId xmlns:a16="http://schemas.microsoft.com/office/drawing/2014/main" id="{35BA4DC0-82AC-2A9F-D0D1-17FFE05DD0C3}"/>
              </a:ext>
            </a:extLst>
          </p:cNvPr>
          <p:cNvSpPr>
            <a:spLocks noGrp="1"/>
          </p:cNvSpPr>
          <p:nvPr>
            <p:ph type="body" sz="quarter" idx="43"/>
          </p:nvPr>
        </p:nvSpPr>
        <p:spPr/>
        <p:txBody>
          <a:bodyPr/>
          <a:lstStyle/>
          <a:p>
            <a:endParaRPr lang="en-US"/>
          </a:p>
        </p:txBody>
      </p:sp>
      <p:sp>
        <p:nvSpPr>
          <p:cNvPr id="14" name="Footer Placeholder 13">
            <a:extLst>
              <a:ext uri="{FF2B5EF4-FFF2-40B4-BE49-F238E27FC236}">
                <a16:creationId xmlns:a16="http://schemas.microsoft.com/office/drawing/2014/main" id="{5959E33E-3A6B-9A42-7EEB-7A7105DCD185}"/>
              </a:ext>
            </a:extLst>
          </p:cNvPr>
          <p:cNvSpPr>
            <a:spLocks noGrp="1"/>
          </p:cNvSpPr>
          <p:nvPr>
            <p:ph type="ftr" sz="quarter" idx="11"/>
          </p:nvPr>
        </p:nvSpPr>
        <p:spPr/>
        <p:txBody>
          <a:bodyPr/>
          <a:lstStyle/>
          <a:p>
            <a:r>
              <a:rPr lang="en-US" dirty="0"/>
              <a:t>Add Metadata here in Slide Master &gt; Insert &gt; Slide Number</a:t>
            </a:r>
          </a:p>
        </p:txBody>
      </p:sp>
      <p:sp>
        <p:nvSpPr>
          <p:cNvPr id="3" name="Slide Number Placeholder 2">
            <a:extLst>
              <a:ext uri="{FF2B5EF4-FFF2-40B4-BE49-F238E27FC236}">
                <a16:creationId xmlns:a16="http://schemas.microsoft.com/office/drawing/2014/main" id="{50A20601-7E3E-9663-C013-D921DABBE373}"/>
              </a:ext>
            </a:extLst>
          </p:cNvPr>
          <p:cNvSpPr>
            <a:spLocks noGrp="1"/>
          </p:cNvSpPr>
          <p:nvPr>
            <p:ph type="sldNum" sz="quarter" idx="12"/>
          </p:nvPr>
        </p:nvSpPr>
        <p:spPr/>
        <p:txBody>
          <a:bodyPr/>
          <a:lstStyle/>
          <a:p>
            <a:fld id="{F2A05088-E85B-D14A-BEC0-5CF678D6EBDC}" type="slidenum">
              <a:rPr lang="en-US" smtClean="0"/>
              <a:pPr/>
              <a:t>30</a:t>
            </a:fld>
            <a:endParaRPr lang="en-US"/>
          </a:p>
        </p:txBody>
      </p:sp>
    </p:spTree>
    <p:extLst>
      <p:ext uri="{BB962C8B-B14F-4D97-AF65-F5344CB8AC3E}">
        <p14:creationId xmlns:p14="http://schemas.microsoft.com/office/powerpoint/2010/main" val="150983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44752FE-C369-D6A7-BEC6-28639F4A01D1}"/>
              </a:ext>
            </a:extLst>
          </p:cNvPr>
          <p:cNvSpPr>
            <a:spLocks noGrp="1"/>
          </p:cNvSpPr>
          <p:nvPr>
            <p:ph type="title"/>
          </p:nvPr>
        </p:nvSpPr>
        <p:spPr>
          <a:xfrm>
            <a:off x="466058" y="915346"/>
            <a:ext cx="3559758" cy="1504297"/>
          </a:xfrm>
        </p:spPr>
        <p:txBody>
          <a:bodyPr/>
          <a:lstStyle/>
          <a:p>
            <a:endParaRPr lang="en-US" dirty="0">
              <a:solidFill>
                <a:schemeClr val="tx2"/>
              </a:solidFill>
            </a:endParaRPr>
          </a:p>
        </p:txBody>
      </p:sp>
      <p:sp>
        <p:nvSpPr>
          <p:cNvPr id="3" name="Footer Placeholder 2">
            <a:extLst>
              <a:ext uri="{FF2B5EF4-FFF2-40B4-BE49-F238E27FC236}">
                <a16:creationId xmlns:a16="http://schemas.microsoft.com/office/drawing/2014/main" id="{4E941857-1548-F9C8-FB39-268CA7952062}"/>
              </a:ext>
            </a:extLst>
          </p:cNvPr>
          <p:cNvSpPr>
            <a:spLocks noGrp="1"/>
          </p:cNvSpPr>
          <p:nvPr>
            <p:ph type="ftr" sz="quarter" idx="11"/>
          </p:nvPr>
        </p:nvSpPr>
        <p:spPr/>
        <p:txBody>
          <a:bodyPr/>
          <a:lstStyle/>
          <a:p>
            <a:r>
              <a:rPr lang="en-US" dirty="0">
                <a:solidFill>
                  <a:schemeClr val="tx2"/>
                </a:solidFill>
              </a:rPr>
              <a:t>Add Metadata here in Slide Master &gt; Insert &gt; Slide Number</a:t>
            </a:r>
          </a:p>
        </p:txBody>
      </p:sp>
      <p:sp>
        <p:nvSpPr>
          <p:cNvPr id="4" name="Slide Number Placeholder 3">
            <a:extLst>
              <a:ext uri="{FF2B5EF4-FFF2-40B4-BE49-F238E27FC236}">
                <a16:creationId xmlns:a16="http://schemas.microsoft.com/office/drawing/2014/main" id="{AE80D6E0-49C1-29D2-1CF8-55183137AC1F}"/>
              </a:ext>
            </a:extLst>
          </p:cNvPr>
          <p:cNvSpPr>
            <a:spLocks noGrp="1"/>
          </p:cNvSpPr>
          <p:nvPr>
            <p:ph type="sldNum" sz="quarter" idx="12"/>
          </p:nvPr>
        </p:nvSpPr>
        <p:spPr/>
        <p:txBody>
          <a:bodyPr/>
          <a:lstStyle/>
          <a:p>
            <a:fld id="{1A187C66-C235-1C41-B065-EF4AE27E6170}" type="slidenum">
              <a:rPr lang="en-US" smtClean="0">
                <a:solidFill>
                  <a:schemeClr val="tx2"/>
                </a:solidFill>
              </a:rPr>
              <a:pPr/>
              <a:t>31</a:t>
            </a:fld>
            <a:endParaRPr lang="en-US" dirty="0">
              <a:solidFill>
                <a:schemeClr val="tx2"/>
              </a:solidFill>
            </a:endParaRPr>
          </a:p>
        </p:txBody>
      </p:sp>
      <p:graphicFrame>
        <p:nvGraphicFramePr>
          <p:cNvPr id="17" name="Content Placeholder 16">
            <a:extLst>
              <a:ext uri="{FF2B5EF4-FFF2-40B4-BE49-F238E27FC236}">
                <a16:creationId xmlns:a16="http://schemas.microsoft.com/office/drawing/2014/main" id="{B0F21560-8138-5A96-9A5A-23AA234F3A08}"/>
              </a:ext>
            </a:extLst>
          </p:cNvPr>
          <p:cNvGraphicFramePr>
            <a:graphicFrameLocks noGrp="1"/>
          </p:cNvGraphicFramePr>
          <p:nvPr>
            <p:ph sz="quarter" idx="13"/>
            <p:extLst>
              <p:ext uri="{D42A27DB-BD31-4B8C-83A1-F6EECF244321}">
                <p14:modId xmlns:p14="http://schemas.microsoft.com/office/powerpoint/2010/main" val="3474599292"/>
              </p:ext>
            </p:extLst>
          </p:nvPr>
        </p:nvGraphicFramePr>
        <p:xfrm>
          <a:off x="4902591" y="387690"/>
          <a:ext cx="6764631" cy="5143450"/>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 Placeholder 15">
            <a:extLst>
              <a:ext uri="{FF2B5EF4-FFF2-40B4-BE49-F238E27FC236}">
                <a16:creationId xmlns:a16="http://schemas.microsoft.com/office/drawing/2014/main" id="{3EC22952-954B-3052-21B6-9960517D2E72}"/>
              </a:ext>
            </a:extLst>
          </p:cNvPr>
          <p:cNvSpPr>
            <a:spLocks noGrp="1"/>
          </p:cNvSpPr>
          <p:nvPr>
            <p:ph type="body" sz="quarter" idx="36"/>
          </p:nvPr>
        </p:nvSpPr>
        <p:spPr/>
        <p:txBody>
          <a:bodyPr/>
          <a:lstStyle/>
          <a:p>
            <a:endParaRPr lang="en-US"/>
          </a:p>
        </p:txBody>
      </p:sp>
      <p:sp>
        <p:nvSpPr>
          <p:cNvPr id="11" name="Footer Placeholder 3">
            <a:extLst>
              <a:ext uri="{FF2B5EF4-FFF2-40B4-BE49-F238E27FC236}">
                <a16:creationId xmlns:a16="http://schemas.microsoft.com/office/drawing/2014/main" id="{D3CBCD6A-F262-A969-0EC3-71745209EFFA}"/>
              </a:ext>
            </a:extLst>
          </p:cNvPr>
          <p:cNvSpPr txBox="1">
            <a:spLocks/>
          </p:cNvSpPr>
          <p:nvPr/>
        </p:nvSpPr>
        <p:spPr>
          <a:xfrm>
            <a:off x="7681647" y="5531140"/>
            <a:ext cx="4114800" cy="200055"/>
          </a:xfrm>
          <a:prstGeom prst="rect">
            <a:avLst/>
          </a:prstGeom>
        </p:spPr>
        <p:txBody>
          <a:bodyPr vert="horz" lIns="0" tIns="0" rIns="91440" bIns="45720" rtlCol="0" anchor="t" anchorCtr="0">
            <a:spAutoFit/>
          </a:bodyPr>
          <a:lstStyle>
            <a:defPPr>
              <a:defRPr lang="en-US"/>
            </a:defPPr>
            <a:lvl1pPr marL="0" algn="l" defTabSz="914400" rtl="0" eaLnBrk="1" latinLnBrk="0" hangingPunct="1">
              <a:defRPr sz="1000" b="0" i="0" kern="1200">
                <a:solidFill>
                  <a:schemeClr val="tx2"/>
                </a:solidFill>
                <a:latin typeface="DM Sans 14p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tx1"/>
                </a:solidFill>
              </a:rPr>
              <a:t>Select to add text for Source: </a:t>
            </a:r>
          </a:p>
        </p:txBody>
      </p:sp>
      <p:sp>
        <p:nvSpPr>
          <p:cNvPr id="20" name="Text Placeholder 24">
            <a:extLst>
              <a:ext uri="{FF2B5EF4-FFF2-40B4-BE49-F238E27FC236}">
                <a16:creationId xmlns:a16="http://schemas.microsoft.com/office/drawing/2014/main" id="{0EF8EBA8-3F47-54B1-9D60-2F2B8E22F255}"/>
              </a:ext>
            </a:extLst>
          </p:cNvPr>
          <p:cNvSpPr txBox="1">
            <a:spLocks/>
          </p:cNvSpPr>
          <p:nvPr/>
        </p:nvSpPr>
        <p:spPr>
          <a:xfrm>
            <a:off x="445663" y="2678102"/>
            <a:ext cx="3580154" cy="2913806"/>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add text</a:t>
            </a:r>
          </a:p>
        </p:txBody>
      </p:sp>
    </p:spTree>
    <p:extLst>
      <p:ext uri="{BB962C8B-B14F-4D97-AF65-F5344CB8AC3E}">
        <p14:creationId xmlns:p14="http://schemas.microsoft.com/office/powerpoint/2010/main" val="2997562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D7AA3-798F-04DF-1C36-755484425F1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B790F0CD-71E9-C9C0-3F85-238896A07CF8}"/>
              </a:ext>
            </a:extLst>
          </p:cNvPr>
          <p:cNvSpPr>
            <a:spLocks noGrp="1"/>
          </p:cNvSpPr>
          <p:nvPr>
            <p:ph type="title"/>
          </p:nvPr>
        </p:nvSpPr>
        <p:spPr>
          <a:xfrm>
            <a:off x="466058" y="915346"/>
            <a:ext cx="3559758" cy="1504297"/>
          </a:xfrm>
        </p:spPr>
        <p:txBody>
          <a:bodyPr/>
          <a:lstStyle/>
          <a:p>
            <a:endParaRPr lang="en-US" dirty="0">
              <a:solidFill>
                <a:schemeClr val="tx2"/>
              </a:solidFill>
            </a:endParaRPr>
          </a:p>
        </p:txBody>
      </p:sp>
      <p:sp>
        <p:nvSpPr>
          <p:cNvPr id="3" name="Footer Placeholder 2">
            <a:extLst>
              <a:ext uri="{FF2B5EF4-FFF2-40B4-BE49-F238E27FC236}">
                <a16:creationId xmlns:a16="http://schemas.microsoft.com/office/drawing/2014/main" id="{DBE47D65-EF4F-3413-441D-68BB136B912A}"/>
              </a:ext>
            </a:extLst>
          </p:cNvPr>
          <p:cNvSpPr>
            <a:spLocks noGrp="1"/>
          </p:cNvSpPr>
          <p:nvPr>
            <p:ph type="ftr" sz="quarter" idx="11"/>
          </p:nvPr>
        </p:nvSpPr>
        <p:spPr/>
        <p:txBody>
          <a:bodyPr/>
          <a:lstStyle/>
          <a:p>
            <a:r>
              <a:rPr lang="en-US" dirty="0">
                <a:solidFill>
                  <a:schemeClr val="tx2"/>
                </a:solidFill>
              </a:rPr>
              <a:t>Add Metadata here in Slide Master &gt; Insert &gt; Slide Number</a:t>
            </a:r>
          </a:p>
        </p:txBody>
      </p:sp>
      <p:sp>
        <p:nvSpPr>
          <p:cNvPr id="4" name="Slide Number Placeholder 3">
            <a:extLst>
              <a:ext uri="{FF2B5EF4-FFF2-40B4-BE49-F238E27FC236}">
                <a16:creationId xmlns:a16="http://schemas.microsoft.com/office/drawing/2014/main" id="{F4B614BB-4826-E2AD-3A6A-E0A8C65F7C5D}"/>
              </a:ext>
            </a:extLst>
          </p:cNvPr>
          <p:cNvSpPr>
            <a:spLocks noGrp="1"/>
          </p:cNvSpPr>
          <p:nvPr>
            <p:ph type="sldNum" sz="quarter" idx="12"/>
          </p:nvPr>
        </p:nvSpPr>
        <p:spPr/>
        <p:txBody>
          <a:bodyPr/>
          <a:lstStyle/>
          <a:p>
            <a:fld id="{1A187C66-C235-1C41-B065-EF4AE27E6170}" type="slidenum">
              <a:rPr lang="en-US" smtClean="0">
                <a:solidFill>
                  <a:schemeClr val="tx2"/>
                </a:solidFill>
              </a:rPr>
              <a:pPr/>
              <a:t>32</a:t>
            </a:fld>
            <a:endParaRPr lang="en-US" dirty="0">
              <a:solidFill>
                <a:schemeClr val="tx2"/>
              </a:solidFill>
            </a:endParaRPr>
          </a:p>
        </p:txBody>
      </p:sp>
      <p:graphicFrame>
        <p:nvGraphicFramePr>
          <p:cNvPr id="17" name="Content Placeholder 16">
            <a:extLst>
              <a:ext uri="{FF2B5EF4-FFF2-40B4-BE49-F238E27FC236}">
                <a16:creationId xmlns:a16="http://schemas.microsoft.com/office/drawing/2014/main" id="{8B4F0836-8769-FFD4-40D5-E32F62B69A21}"/>
              </a:ext>
            </a:extLst>
          </p:cNvPr>
          <p:cNvGraphicFramePr>
            <a:graphicFrameLocks noGrp="1"/>
          </p:cNvGraphicFramePr>
          <p:nvPr>
            <p:ph sz="quarter" idx="13"/>
            <p:extLst>
              <p:ext uri="{D42A27DB-BD31-4B8C-83A1-F6EECF244321}">
                <p14:modId xmlns:p14="http://schemas.microsoft.com/office/powerpoint/2010/main" val="2252856164"/>
              </p:ext>
            </p:extLst>
          </p:nvPr>
        </p:nvGraphicFramePr>
        <p:xfrm>
          <a:off x="5155809" y="387690"/>
          <a:ext cx="6511413" cy="4880661"/>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 Placeholder 15">
            <a:extLst>
              <a:ext uri="{FF2B5EF4-FFF2-40B4-BE49-F238E27FC236}">
                <a16:creationId xmlns:a16="http://schemas.microsoft.com/office/drawing/2014/main" id="{C966DFFF-0604-609C-A6B1-539C319B9320}"/>
              </a:ext>
            </a:extLst>
          </p:cNvPr>
          <p:cNvSpPr>
            <a:spLocks noGrp="1"/>
          </p:cNvSpPr>
          <p:nvPr>
            <p:ph type="body" sz="quarter" idx="36"/>
          </p:nvPr>
        </p:nvSpPr>
        <p:spPr/>
        <p:txBody>
          <a:bodyPr/>
          <a:lstStyle/>
          <a:p>
            <a:endParaRPr lang="en-US"/>
          </a:p>
        </p:txBody>
      </p:sp>
      <p:sp>
        <p:nvSpPr>
          <p:cNvPr id="11" name="Footer Placeholder 3">
            <a:extLst>
              <a:ext uri="{FF2B5EF4-FFF2-40B4-BE49-F238E27FC236}">
                <a16:creationId xmlns:a16="http://schemas.microsoft.com/office/drawing/2014/main" id="{FC6F3E28-CCAB-F2E7-7F7B-64C7794F41FB}"/>
              </a:ext>
            </a:extLst>
          </p:cNvPr>
          <p:cNvSpPr txBox="1">
            <a:spLocks/>
          </p:cNvSpPr>
          <p:nvPr/>
        </p:nvSpPr>
        <p:spPr>
          <a:xfrm>
            <a:off x="7681647" y="5531140"/>
            <a:ext cx="4114800" cy="200055"/>
          </a:xfrm>
          <a:prstGeom prst="rect">
            <a:avLst/>
          </a:prstGeom>
        </p:spPr>
        <p:txBody>
          <a:bodyPr vert="horz" lIns="0" tIns="0" rIns="91440" bIns="45720" rtlCol="0" anchor="t" anchorCtr="0">
            <a:spAutoFit/>
          </a:bodyPr>
          <a:lstStyle>
            <a:defPPr>
              <a:defRPr lang="en-US"/>
            </a:defPPr>
            <a:lvl1pPr marL="0" algn="l" defTabSz="914400" rtl="0" eaLnBrk="1" latinLnBrk="0" hangingPunct="1">
              <a:defRPr sz="1000" b="0" i="0" kern="1200">
                <a:solidFill>
                  <a:schemeClr val="tx2"/>
                </a:solidFill>
                <a:latin typeface="DM Sans 14p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tx1"/>
                </a:solidFill>
              </a:rPr>
              <a:t>Select to add text for Source: </a:t>
            </a:r>
          </a:p>
        </p:txBody>
      </p:sp>
      <p:sp>
        <p:nvSpPr>
          <p:cNvPr id="20" name="Text Placeholder 24">
            <a:extLst>
              <a:ext uri="{FF2B5EF4-FFF2-40B4-BE49-F238E27FC236}">
                <a16:creationId xmlns:a16="http://schemas.microsoft.com/office/drawing/2014/main" id="{67DA05BE-3145-89BC-BA34-22EDB0F89BC3}"/>
              </a:ext>
            </a:extLst>
          </p:cNvPr>
          <p:cNvSpPr txBox="1">
            <a:spLocks/>
          </p:cNvSpPr>
          <p:nvPr/>
        </p:nvSpPr>
        <p:spPr>
          <a:xfrm>
            <a:off x="445663" y="2678102"/>
            <a:ext cx="3580154" cy="2913806"/>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add text</a:t>
            </a:r>
          </a:p>
        </p:txBody>
      </p:sp>
    </p:spTree>
    <p:extLst>
      <p:ext uri="{BB962C8B-B14F-4D97-AF65-F5344CB8AC3E}">
        <p14:creationId xmlns:p14="http://schemas.microsoft.com/office/powerpoint/2010/main" val="2967948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05559-FB1B-A45C-497A-B44B2D54604D}"/>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B37BF785-BC81-341E-776A-142160556F20}"/>
              </a:ext>
            </a:extLst>
          </p:cNvPr>
          <p:cNvSpPr>
            <a:spLocks noGrp="1"/>
          </p:cNvSpPr>
          <p:nvPr>
            <p:ph type="title"/>
          </p:nvPr>
        </p:nvSpPr>
        <p:spPr>
          <a:xfrm>
            <a:off x="466058" y="915346"/>
            <a:ext cx="3559758" cy="1504297"/>
          </a:xfrm>
        </p:spPr>
        <p:txBody>
          <a:bodyPr/>
          <a:lstStyle/>
          <a:p>
            <a:endParaRPr lang="en-US" dirty="0">
              <a:solidFill>
                <a:schemeClr val="tx2"/>
              </a:solidFill>
            </a:endParaRPr>
          </a:p>
        </p:txBody>
      </p:sp>
      <p:sp>
        <p:nvSpPr>
          <p:cNvPr id="3" name="Footer Placeholder 2">
            <a:extLst>
              <a:ext uri="{FF2B5EF4-FFF2-40B4-BE49-F238E27FC236}">
                <a16:creationId xmlns:a16="http://schemas.microsoft.com/office/drawing/2014/main" id="{2D3B3535-0FBF-C485-2087-8C197F7FA943}"/>
              </a:ext>
            </a:extLst>
          </p:cNvPr>
          <p:cNvSpPr>
            <a:spLocks noGrp="1"/>
          </p:cNvSpPr>
          <p:nvPr>
            <p:ph type="ftr" sz="quarter" idx="11"/>
          </p:nvPr>
        </p:nvSpPr>
        <p:spPr/>
        <p:txBody>
          <a:bodyPr/>
          <a:lstStyle/>
          <a:p>
            <a:r>
              <a:rPr lang="en-US" dirty="0">
                <a:solidFill>
                  <a:schemeClr val="tx2"/>
                </a:solidFill>
              </a:rPr>
              <a:t>Add Metadata here in Slide Master &gt; Insert &gt; Slide Number</a:t>
            </a:r>
          </a:p>
        </p:txBody>
      </p:sp>
      <p:sp>
        <p:nvSpPr>
          <p:cNvPr id="4" name="Slide Number Placeholder 3">
            <a:extLst>
              <a:ext uri="{FF2B5EF4-FFF2-40B4-BE49-F238E27FC236}">
                <a16:creationId xmlns:a16="http://schemas.microsoft.com/office/drawing/2014/main" id="{E1735810-A927-9469-A96D-852DC3687FEF}"/>
              </a:ext>
            </a:extLst>
          </p:cNvPr>
          <p:cNvSpPr>
            <a:spLocks noGrp="1"/>
          </p:cNvSpPr>
          <p:nvPr>
            <p:ph type="sldNum" sz="quarter" idx="12"/>
          </p:nvPr>
        </p:nvSpPr>
        <p:spPr/>
        <p:txBody>
          <a:bodyPr/>
          <a:lstStyle/>
          <a:p>
            <a:fld id="{1A187C66-C235-1C41-B065-EF4AE27E6170}" type="slidenum">
              <a:rPr lang="en-US" smtClean="0">
                <a:solidFill>
                  <a:schemeClr val="tx2"/>
                </a:solidFill>
              </a:rPr>
              <a:pPr/>
              <a:t>33</a:t>
            </a:fld>
            <a:endParaRPr lang="en-US" dirty="0">
              <a:solidFill>
                <a:schemeClr val="tx2"/>
              </a:solidFill>
            </a:endParaRPr>
          </a:p>
        </p:txBody>
      </p:sp>
      <p:graphicFrame>
        <p:nvGraphicFramePr>
          <p:cNvPr id="17" name="Content Placeholder 16">
            <a:extLst>
              <a:ext uri="{FF2B5EF4-FFF2-40B4-BE49-F238E27FC236}">
                <a16:creationId xmlns:a16="http://schemas.microsoft.com/office/drawing/2014/main" id="{3A812A05-7CFB-66A9-0A76-D26157D06FFE}"/>
              </a:ext>
            </a:extLst>
          </p:cNvPr>
          <p:cNvGraphicFramePr>
            <a:graphicFrameLocks noGrp="1"/>
          </p:cNvGraphicFramePr>
          <p:nvPr>
            <p:ph sz="quarter" idx="13"/>
            <p:extLst>
              <p:ext uri="{D42A27DB-BD31-4B8C-83A1-F6EECF244321}">
                <p14:modId xmlns:p14="http://schemas.microsoft.com/office/powerpoint/2010/main" val="2235342788"/>
              </p:ext>
            </p:extLst>
          </p:nvPr>
        </p:nvGraphicFramePr>
        <p:xfrm>
          <a:off x="5155809" y="387690"/>
          <a:ext cx="6511413" cy="4880661"/>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 Placeholder 15">
            <a:extLst>
              <a:ext uri="{FF2B5EF4-FFF2-40B4-BE49-F238E27FC236}">
                <a16:creationId xmlns:a16="http://schemas.microsoft.com/office/drawing/2014/main" id="{C1563035-2B67-A1DF-4BA9-FC3B32D80936}"/>
              </a:ext>
            </a:extLst>
          </p:cNvPr>
          <p:cNvSpPr>
            <a:spLocks noGrp="1"/>
          </p:cNvSpPr>
          <p:nvPr>
            <p:ph type="body" sz="quarter" idx="36"/>
          </p:nvPr>
        </p:nvSpPr>
        <p:spPr/>
        <p:txBody>
          <a:bodyPr/>
          <a:lstStyle/>
          <a:p>
            <a:endParaRPr lang="en-US"/>
          </a:p>
        </p:txBody>
      </p:sp>
      <p:sp>
        <p:nvSpPr>
          <p:cNvPr id="11" name="Footer Placeholder 3">
            <a:extLst>
              <a:ext uri="{FF2B5EF4-FFF2-40B4-BE49-F238E27FC236}">
                <a16:creationId xmlns:a16="http://schemas.microsoft.com/office/drawing/2014/main" id="{97802CBE-55DD-9B88-1770-6BD077D9B7ED}"/>
              </a:ext>
            </a:extLst>
          </p:cNvPr>
          <p:cNvSpPr txBox="1">
            <a:spLocks/>
          </p:cNvSpPr>
          <p:nvPr/>
        </p:nvSpPr>
        <p:spPr>
          <a:xfrm>
            <a:off x="7681647" y="5531140"/>
            <a:ext cx="4114800" cy="200055"/>
          </a:xfrm>
          <a:prstGeom prst="rect">
            <a:avLst/>
          </a:prstGeom>
        </p:spPr>
        <p:txBody>
          <a:bodyPr vert="horz" lIns="0" tIns="0" rIns="91440" bIns="45720" rtlCol="0" anchor="t" anchorCtr="0">
            <a:spAutoFit/>
          </a:bodyPr>
          <a:lstStyle>
            <a:defPPr>
              <a:defRPr lang="en-US"/>
            </a:defPPr>
            <a:lvl1pPr marL="0" algn="l" defTabSz="914400" rtl="0" eaLnBrk="1" latinLnBrk="0" hangingPunct="1">
              <a:defRPr sz="1000" b="0" i="0" kern="1200">
                <a:solidFill>
                  <a:schemeClr val="tx2"/>
                </a:solidFill>
                <a:latin typeface="DM Sans 14p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tx1"/>
                </a:solidFill>
              </a:rPr>
              <a:t>Select to add text for Source: </a:t>
            </a:r>
          </a:p>
        </p:txBody>
      </p:sp>
      <p:sp>
        <p:nvSpPr>
          <p:cNvPr id="20" name="Text Placeholder 24">
            <a:extLst>
              <a:ext uri="{FF2B5EF4-FFF2-40B4-BE49-F238E27FC236}">
                <a16:creationId xmlns:a16="http://schemas.microsoft.com/office/drawing/2014/main" id="{F66749AB-B6BE-598A-2121-E099B3E3E69E}"/>
              </a:ext>
            </a:extLst>
          </p:cNvPr>
          <p:cNvSpPr txBox="1">
            <a:spLocks/>
          </p:cNvSpPr>
          <p:nvPr/>
        </p:nvSpPr>
        <p:spPr>
          <a:xfrm>
            <a:off x="445663" y="2678102"/>
            <a:ext cx="3580154" cy="2913806"/>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add text</a:t>
            </a:r>
          </a:p>
        </p:txBody>
      </p:sp>
    </p:spTree>
    <p:extLst>
      <p:ext uri="{BB962C8B-B14F-4D97-AF65-F5344CB8AC3E}">
        <p14:creationId xmlns:p14="http://schemas.microsoft.com/office/powerpoint/2010/main" val="3908955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BB342-77D1-E818-F81E-4339FB548998}"/>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7F55C480-4BD7-DE45-CF93-C10397BB158D}"/>
              </a:ext>
            </a:extLst>
          </p:cNvPr>
          <p:cNvSpPr>
            <a:spLocks noGrp="1"/>
          </p:cNvSpPr>
          <p:nvPr>
            <p:ph type="title"/>
          </p:nvPr>
        </p:nvSpPr>
        <p:spPr>
          <a:xfrm>
            <a:off x="466058" y="915346"/>
            <a:ext cx="3559758" cy="1504297"/>
          </a:xfrm>
        </p:spPr>
        <p:txBody>
          <a:bodyPr/>
          <a:lstStyle/>
          <a:p>
            <a:endParaRPr lang="en-US" dirty="0">
              <a:solidFill>
                <a:schemeClr val="tx2"/>
              </a:solidFill>
            </a:endParaRPr>
          </a:p>
        </p:txBody>
      </p:sp>
      <p:sp>
        <p:nvSpPr>
          <p:cNvPr id="3" name="Footer Placeholder 2">
            <a:extLst>
              <a:ext uri="{FF2B5EF4-FFF2-40B4-BE49-F238E27FC236}">
                <a16:creationId xmlns:a16="http://schemas.microsoft.com/office/drawing/2014/main" id="{60DB1699-7C93-7047-FED2-6DC68D90F2E1}"/>
              </a:ext>
            </a:extLst>
          </p:cNvPr>
          <p:cNvSpPr>
            <a:spLocks noGrp="1"/>
          </p:cNvSpPr>
          <p:nvPr>
            <p:ph type="ftr" sz="quarter" idx="11"/>
          </p:nvPr>
        </p:nvSpPr>
        <p:spPr/>
        <p:txBody>
          <a:bodyPr/>
          <a:lstStyle/>
          <a:p>
            <a:r>
              <a:rPr lang="en-US" dirty="0">
                <a:solidFill>
                  <a:schemeClr val="tx2"/>
                </a:solidFill>
              </a:rPr>
              <a:t>Add Metadata here in Slide Master &gt; Insert &gt; Slide Number</a:t>
            </a:r>
          </a:p>
        </p:txBody>
      </p:sp>
      <p:sp>
        <p:nvSpPr>
          <p:cNvPr id="4" name="Slide Number Placeholder 3">
            <a:extLst>
              <a:ext uri="{FF2B5EF4-FFF2-40B4-BE49-F238E27FC236}">
                <a16:creationId xmlns:a16="http://schemas.microsoft.com/office/drawing/2014/main" id="{1396921C-E882-9475-B4A4-633571F26671}"/>
              </a:ext>
            </a:extLst>
          </p:cNvPr>
          <p:cNvSpPr>
            <a:spLocks noGrp="1"/>
          </p:cNvSpPr>
          <p:nvPr>
            <p:ph type="sldNum" sz="quarter" idx="12"/>
          </p:nvPr>
        </p:nvSpPr>
        <p:spPr/>
        <p:txBody>
          <a:bodyPr/>
          <a:lstStyle/>
          <a:p>
            <a:fld id="{1A187C66-C235-1C41-B065-EF4AE27E6170}" type="slidenum">
              <a:rPr lang="en-US" smtClean="0">
                <a:solidFill>
                  <a:schemeClr val="tx2"/>
                </a:solidFill>
              </a:rPr>
              <a:pPr/>
              <a:t>34</a:t>
            </a:fld>
            <a:endParaRPr lang="en-US" dirty="0">
              <a:solidFill>
                <a:schemeClr val="tx2"/>
              </a:solidFill>
            </a:endParaRPr>
          </a:p>
        </p:txBody>
      </p:sp>
      <p:graphicFrame>
        <p:nvGraphicFramePr>
          <p:cNvPr id="17" name="Content Placeholder 16">
            <a:extLst>
              <a:ext uri="{FF2B5EF4-FFF2-40B4-BE49-F238E27FC236}">
                <a16:creationId xmlns:a16="http://schemas.microsoft.com/office/drawing/2014/main" id="{ED8FAB78-9DE9-FBC1-139F-9F74DE255441}"/>
              </a:ext>
            </a:extLst>
          </p:cNvPr>
          <p:cNvGraphicFramePr>
            <a:graphicFrameLocks noGrp="1"/>
          </p:cNvGraphicFramePr>
          <p:nvPr>
            <p:ph sz="quarter" idx="13"/>
            <p:extLst>
              <p:ext uri="{D42A27DB-BD31-4B8C-83A1-F6EECF244321}">
                <p14:modId xmlns:p14="http://schemas.microsoft.com/office/powerpoint/2010/main" val="2585676262"/>
              </p:ext>
            </p:extLst>
          </p:nvPr>
        </p:nvGraphicFramePr>
        <p:xfrm>
          <a:off x="5155809" y="387690"/>
          <a:ext cx="6511413" cy="4880661"/>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 Placeholder 15">
            <a:extLst>
              <a:ext uri="{FF2B5EF4-FFF2-40B4-BE49-F238E27FC236}">
                <a16:creationId xmlns:a16="http://schemas.microsoft.com/office/drawing/2014/main" id="{A5D399FE-335B-D4C4-E319-118CB729C063}"/>
              </a:ext>
            </a:extLst>
          </p:cNvPr>
          <p:cNvSpPr>
            <a:spLocks noGrp="1"/>
          </p:cNvSpPr>
          <p:nvPr>
            <p:ph type="body" sz="quarter" idx="36"/>
          </p:nvPr>
        </p:nvSpPr>
        <p:spPr/>
        <p:txBody>
          <a:bodyPr/>
          <a:lstStyle/>
          <a:p>
            <a:endParaRPr lang="en-US"/>
          </a:p>
        </p:txBody>
      </p:sp>
      <p:sp>
        <p:nvSpPr>
          <p:cNvPr id="11" name="Footer Placeholder 3">
            <a:extLst>
              <a:ext uri="{FF2B5EF4-FFF2-40B4-BE49-F238E27FC236}">
                <a16:creationId xmlns:a16="http://schemas.microsoft.com/office/drawing/2014/main" id="{CD486B7D-663B-5B18-2474-10C10B74DE33}"/>
              </a:ext>
            </a:extLst>
          </p:cNvPr>
          <p:cNvSpPr txBox="1">
            <a:spLocks/>
          </p:cNvSpPr>
          <p:nvPr/>
        </p:nvSpPr>
        <p:spPr>
          <a:xfrm>
            <a:off x="7681647" y="5531140"/>
            <a:ext cx="4114800" cy="200055"/>
          </a:xfrm>
          <a:prstGeom prst="rect">
            <a:avLst/>
          </a:prstGeom>
        </p:spPr>
        <p:txBody>
          <a:bodyPr vert="horz" lIns="0" tIns="0" rIns="91440" bIns="45720" rtlCol="0" anchor="t" anchorCtr="0">
            <a:spAutoFit/>
          </a:bodyPr>
          <a:lstStyle>
            <a:defPPr>
              <a:defRPr lang="en-US"/>
            </a:defPPr>
            <a:lvl1pPr marL="0" algn="l" defTabSz="914400" rtl="0" eaLnBrk="1" latinLnBrk="0" hangingPunct="1">
              <a:defRPr sz="1000" b="0" i="0" kern="1200">
                <a:solidFill>
                  <a:schemeClr val="tx2"/>
                </a:solidFill>
                <a:latin typeface="DM Sans 14p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solidFill>
                  <a:schemeClr val="tx1"/>
                </a:solidFill>
              </a:rPr>
              <a:t>Select to add text for Source: </a:t>
            </a:r>
          </a:p>
        </p:txBody>
      </p:sp>
      <p:sp>
        <p:nvSpPr>
          <p:cNvPr id="20" name="Text Placeholder 24">
            <a:extLst>
              <a:ext uri="{FF2B5EF4-FFF2-40B4-BE49-F238E27FC236}">
                <a16:creationId xmlns:a16="http://schemas.microsoft.com/office/drawing/2014/main" id="{03D34B67-E433-3A2A-84F8-6A5E7EF43858}"/>
              </a:ext>
            </a:extLst>
          </p:cNvPr>
          <p:cNvSpPr txBox="1">
            <a:spLocks/>
          </p:cNvSpPr>
          <p:nvPr/>
        </p:nvSpPr>
        <p:spPr>
          <a:xfrm>
            <a:off x="445663" y="2678102"/>
            <a:ext cx="3580154" cy="2913806"/>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add text</a:t>
            </a:r>
          </a:p>
        </p:txBody>
      </p:sp>
    </p:spTree>
    <p:extLst>
      <p:ext uri="{BB962C8B-B14F-4D97-AF65-F5344CB8AC3E}">
        <p14:creationId xmlns:p14="http://schemas.microsoft.com/office/powerpoint/2010/main" val="1361988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008D727E-9313-8A2B-151E-319EE3809A14}"/>
              </a:ext>
            </a:extLst>
          </p:cNvPr>
          <p:cNvSpPr>
            <a:spLocks noGrp="1"/>
          </p:cNvSpPr>
          <p:nvPr>
            <p:ph type="body" sz="quarter" idx="17"/>
          </p:nvPr>
        </p:nvSpPr>
        <p:spPr/>
        <p:txBody>
          <a:bodyPr/>
          <a:lstStyle/>
          <a:p>
            <a:endParaRPr lang="en-US"/>
          </a:p>
        </p:txBody>
      </p:sp>
      <p:sp>
        <p:nvSpPr>
          <p:cNvPr id="17" name="Footer Placeholder 16">
            <a:extLst>
              <a:ext uri="{FF2B5EF4-FFF2-40B4-BE49-F238E27FC236}">
                <a16:creationId xmlns:a16="http://schemas.microsoft.com/office/drawing/2014/main" id="{67AEFD3A-B2DB-7755-9566-61FB814B4FAA}"/>
              </a:ext>
            </a:extLst>
          </p:cNvPr>
          <p:cNvSpPr>
            <a:spLocks noGrp="1"/>
          </p:cNvSpPr>
          <p:nvPr>
            <p:ph type="ftr" sz="quarter" idx="11"/>
          </p:nvPr>
        </p:nvSpPr>
        <p:spPr/>
        <p:txBody>
          <a:bodyPr/>
          <a:lstStyle/>
          <a:p>
            <a:r>
              <a:rPr lang="en-US" dirty="0"/>
              <a:t>Add Metadata here in Slide Master &gt; Insert &gt; Slide Number</a:t>
            </a:r>
          </a:p>
        </p:txBody>
      </p:sp>
      <p:sp>
        <p:nvSpPr>
          <p:cNvPr id="5" name="Slide Number Placeholder 4">
            <a:extLst>
              <a:ext uri="{FF2B5EF4-FFF2-40B4-BE49-F238E27FC236}">
                <a16:creationId xmlns:a16="http://schemas.microsoft.com/office/drawing/2014/main" id="{5FEA7D77-B9C8-7645-53FC-68ED00285456}"/>
              </a:ext>
            </a:extLst>
          </p:cNvPr>
          <p:cNvSpPr>
            <a:spLocks noGrp="1"/>
          </p:cNvSpPr>
          <p:nvPr>
            <p:ph type="sldNum" sz="quarter" idx="12"/>
          </p:nvPr>
        </p:nvSpPr>
        <p:spPr/>
        <p:txBody>
          <a:bodyPr/>
          <a:lstStyle/>
          <a:p>
            <a:fld id="{1A187C66-C235-1C41-B065-EF4AE27E6170}" type="slidenum">
              <a:rPr lang="en-US" smtClean="0"/>
              <a:pPr/>
              <a:t>35</a:t>
            </a:fld>
            <a:endParaRPr lang="en-US" dirty="0"/>
          </a:p>
        </p:txBody>
      </p:sp>
      <p:sp>
        <p:nvSpPr>
          <p:cNvPr id="4" name="Title 3">
            <a:extLst>
              <a:ext uri="{FF2B5EF4-FFF2-40B4-BE49-F238E27FC236}">
                <a16:creationId xmlns:a16="http://schemas.microsoft.com/office/drawing/2014/main" id="{F182F598-2303-8536-24F4-A5FF3B92FDDD}"/>
              </a:ext>
            </a:extLst>
          </p:cNvPr>
          <p:cNvSpPr>
            <a:spLocks noGrp="1"/>
          </p:cNvSpPr>
          <p:nvPr>
            <p:ph type="title"/>
          </p:nvPr>
        </p:nvSpPr>
        <p:spPr/>
        <p:txBody>
          <a:bodyPr/>
          <a:lstStyle/>
          <a:p>
            <a:endParaRPr lang="en-US"/>
          </a:p>
        </p:txBody>
      </p:sp>
      <p:sp>
        <p:nvSpPr>
          <p:cNvPr id="18" name="Text Placeholder 17">
            <a:extLst>
              <a:ext uri="{FF2B5EF4-FFF2-40B4-BE49-F238E27FC236}">
                <a16:creationId xmlns:a16="http://schemas.microsoft.com/office/drawing/2014/main" id="{A79D5FC1-A510-7AB3-D37C-DF56EF776B27}"/>
              </a:ext>
            </a:extLst>
          </p:cNvPr>
          <p:cNvSpPr>
            <a:spLocks noGrp="1"/>
          </p:cNvSpPr>
          <p:nvPr>
            <p:ph type="body" sz="quarter" idx="16"/>
          </p:nvPr>
        </p:nvSpPr>
        <p:spPr/>
        <p:txBody>
          <a:bodyPr/>
          <a:lstStyle/>
          <a:p>
            <a:endParaRPr lang="en-US"/>
          </a:p>
        </p:txBody>
      </p:sp>
      <p:sp>
        <p:nvSpPr>
          <p:cNvPr id="21" name="Text Placeholder 20">
            <a:extLst>
              <a:ext uri="{FF2B5EF4-FFF2-40B4-BE49-F238E27FC236}">
                <a16:creationId xmlns:a16="http://schemas.microsoft.com/office/drawing/2014/main" id="{BE400A8B-3D02-1583-EE10-E6DAC577FF66}"/>
              </a:ext>
            </a:extLst>
          </p:cNvPr>
          <p:cNvSpPr>
            <a:spLocks noGrp="1"/>
          </p:cNvSpPr>
          <p:nvPr>
            <p:ph type="body" sz="quarter" idx="40"/>
          </p:nvPr>
        </p:nvSpPr>
        <p:spPr/>
        <p:txBody>
          <a:bodyPr/>
          <a:lstStyle/>
          <a:p>
            <a:endParaRPr lang="en-US"/>
          </a:p>
        </p:txBody>
      </p:sp>
      <p:sp>
        <p:nvSpPr>
          <p:cNvPr id="22" name="Text Placeholder 21">
            <a:extLst>
              <a:ext uri="{FF2B5EF4-FFF2-40B4-BE49-F238E27FC236}">
                <a16:creationId xmlns:a16="http://schemas.microsoft.com/office/drawing/2014/main" id="{378BD3C3-AC0C-4D61-22C4-2AA1A64CE247}"/>
              </a:ext>
            </a:extLst>
          </p:cNvPr>
          <p:cNvSpPr>
            <a:spLocks noGrp="1"/>
          </p:cNvSpPr>
          <p:nvPr>
            <p:ph type="body" sz="quarter" idx="41"/>
          </p:nvPr>
        </p:nvSpPr>
        <p:spPr/>
        <p:txBody>
          <a:bodyPr/>
          <a:lstStyle/>
          <a:p>
            <a:endParaRPr lang="en-US"/>
          </a:p>
        </p:txBody>
      </p:sp>
      <p:sp>
        <p:nvSpPr>
          <p:cNvPr id="23" name="Text Placeholder 22">
            <a:extLst>
              <a:ext uri="{FF2B5EF4-FFF2-40B4-BE49-F238E27FC236}">
                <a16:creationId xmlns:a16="http://schemas.microsoft.com/office/drawing/2014/main" id="{0C648935-6D6F-E45D-E0BA-6F50876CB25A}"/>
              </a:ext>
            </a:extLst>
          </p:cNvPr>
          <p:cNvSpPr>
            <a:spLocks noGrp="1"/>
          </p:cNvSpPr>
          <p:nvPr>
            <p:ph type="body" sz="quarter" idx="42"/>
          </p:nvPr>
        </p:nvSpPr>
        <p:spPr/>
        <p:txBody>
          <a:bodyPr/>
          <a:lstStyle/>
          <a:p>
            <a:endParaRPr lang="en-US"/>
          </a:p>
        </p:txBody>
      </p:sp>
      <p:sp>
        <p:nvSpPr>
          <p:cNvPr id="24" name="Text Placeholder 23">
            <a:extLst>
              <a:ext uri="{FF2B5EF4-FFF2-40B4-BE49-F238E27FC236}">
                <a16:creationId xmlns:a16="http://schemas.microsoft.com/office/drawing/2014/main" id="{28F03DC9-D825-B1FB-0CCE-8361FD1F50F2}"/>
              </a:ext>
            </a:extLst>
          </p:cNvPr>
          <p:cNvSpPr>
            <a:spLocks noGrp="1"/>
          </p:cNvSpPr>
          <p:nvPr>
            <p:ph type="body" sz="quarter" idx="43"/>
          </p:nvPr>
        </p:nvSpPr>
        <p:spPr/>
        <p:txBody>
          <a:bodyPr/>
          <a:lstStyle/>
          <a:p>
            <a:endParaRPr lang="en-US"/>
          </a:p>
        </p:txBody>
      </p:sp>
      <p:sp>
        <p:nvSpPr>
          <p:cNvPr id="25" name="Text Placeholder 24">
            <a:extLst>
              <a:ext uri="{FF2B5EF4-FFF2-40B4-BE49-F238E27FC236}">
                <a16:creationId xmlns:a16="http://schemas.microsoft.com/office/drawing/2014/main" id="{69DA1C6A-FA2F-9E54-37D5-B3F46AA8159B}"/>
              </a:ext>
            </a:extLst>
          </p:cNvPr>
          <p:cNvSpPr>
            <a:spLocks noGrp="1"/>
          </p:cNvSpPr>
          <p:nvPr>
            <p:ph type="body" sz="quarter" idx="44"/>
          </p:nvPr>
        </p:nvSpPr>
        <p:spPr/>
        <p:txBody>
          <a:bodyPr/>
          <a:lstStyle/>
          <a:p>
            <a:endParaRPr lang="en-US"/>
          </a:p>
        </p:txBody>
      </p:sp>
      <p:sp>
        <p:nvSpPr>
          <p:cNvPr id="26" name="Text Placeholder 25">
            <a:extLst>
              <a:ext uri="{FF2B5EF4-FFF2-40B4-BE49-F238E27FC236}">
                <a16:creationId xmlns:a16="http://schemas.microsoft.com/office/drawing/2014/main" id="{9180E29D-70AF-E0F2-13B5-5427E757733B}"/>
              </a:ext>
            </a:extLst>
          </p:cNvPr>
          <p:cNvSpPr>
            <a:spLocks noGrp="1"/>
          </p:cNvSpPr>
          <p:nvPr>
            <p:ph type="body" sz="quarter" idx="45"/>
          </p:nvPr>
        </p:nvSpPr>
        <p:spPr/>
        <p:txBody>
          <a:bodyPr/>
          <a:lstStyle/>
          <a:p>
            <a:endParaRPr lang="en-US"/>
          </a:p>
        </p:txBody>
      </p:sp>
      <p:sp>
        <p:nvSpPr>
          <p:cNvPr id="27" name="Text Placeholder 26">
            <a:extLst>
              <a:ext uri="{FF2B5EF4-FFF2-40B4-BE49-F238E27FC236}">
                <a16:creationId xmlns:a16="http://schemas.microsoft.com/office/drawing/2014/main" id="{75C32784-5765-F055-9F08-E79A195332C9}"/>
              </a:ext>
            </a:extLst>
          </p:cNvPr>
          <p:cNvSpPr>
            <a:spLocks noGrp="1"/>
          </p:cNvSpPr>
          <p:nvPr>
            <p:ph type="body" sz="quarter" idx="46"/>
          </p:nvPr>
        </p:nvSpPr>
        <p:spPr/>
        <p:txBody>
          <a:bodyPr/>
          <a:lstStyle/>
          <a:p>
            <a:endParaRPr lang="en-US"/>
          </a:p>
        </p:txBody>
      </p:sp>
      <p:sp>
        <p:nvSpPr>
          <p:cNvPr id="28" name="Text Placeholder 27">
            <a:extLst>
              <a:ext uri="{FF2B5EF4-FFF2-40B4-BE49-F238E27FC236}">
                <a16:creationId xmlns:a16="http://schemas.microsoft.com/office/drawing/2014/main" id="{DD39B7A5-1914-ED3C-D604-2CD66FE4405D}"/>
              </a:ext>
            </a:extLst>
          </p:cNvPr>
          <p:cNvSpPr>
            <a:spLocks noGrp="1"/>
          </p:cNvSpPr>
          <p:nvPr>
            <p:ph type="body" sz="quarter" idx="47"/>
          </p:nvPr>
        </p:nvSpPr>
        <p:spPr/>
        <p:txBody>
          <a:bodyPr/>
          <a:lstStyle/>
          <a:p>
            <a:endParaRPr lang="en-US"/>
          </a:p>
        </p:txBody>
      </p:sp>
      <p:sp>
        <p:nvSpPr>
          <p:cNvPr id="29" name="Text Placeholder 28">
            <a:extLst>
              <a:ext uri="{FF2B5EF4-FFF2-40B4-BE49-F238E27FC236}">
                <a16:creationId xmlns:a16="http://schemas.microsoft.com/office/drawing/2014/main" id="{E6DDDD3B-0FA4-1DCF-DE6C-AC65DD93B881}"/>
              </a:ext>
            </a:extLst>
          </p:cNvPr>
          <p:cNvSpPr>
            <a:spLocks noGrp="1"/>
          </p:cNvSpPr>
          <p:nvPr>
            <p:ph type="body" sz="quarter" idx="48"/>
          </p:nvPr>
        </p:nvSpPr>
        <p:spPr/>
        <p:txBody>
          <a:bodyPr/>
          <a:lstStyle/>
          <a:p>
            <a:endParaRPr lang="en-US"/>
          </a:p>
        </p:txBody>
      </p:sp>
      <p:sp>
        <p:nvSpPr>
          <p:cNvPr id="20" name="Text Placeholder 19">
            <a:extLst>
              <a:ext uri="{FF2B5EF4-FFF2-40B4-BE49-F238E27FC236}">
                <a16:creationId xmlns:a16="http://schemas.microsoft.com/office/drawing/2014/main" id="{CF2BD42D-5A9E-2EF6-D4CB-4B9D80291524}"/>
              </a:ext>
            </a:extLst>
          </p:cNvPr>
          <p:cNvSpPr>
            <a:spLocks noGrp="1"/>
          </p:cNvSpPr>
          <p:nvPr>
            <p:ph type="body" sz="quarter" idx="36"/>
          </p:nvPr>
        </p:nvSpPr>
        <p:spPr/>
        <p:txBody>
          <a:bodyPr/>
          <a:lstStyle/>
          <a:p>
            <a:endParaRPr lang="en-US"/>
          </a:p>
        </p:txBody>
      </p:sp>
    </p:spTree>
    <p:extLst>
      <p:ext uri="{BB962C8B-B14F-4D97-AF65-F5344CB8AC3E}">
        <p14:creationId xmlns:p14="http://schemas.microsoft.com/office/powerpoint/2010/main" val="3587676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636561-E383-E742-7FA5-BC39FEDC9352}"/>
              </a:ext>
            </a:extLst>
          </p:cNvPr>
          <p:cNvSpPr>
            <a:spLocks noGrp="1"/>
          </p:cNvSpPr>
          <p:nvPr>
            <p:ph type="sldNum" sz="quarter" idx="12"/>
          </p:nvPr>
        </p:nvSpPr>
        <p:spPr/>
        <p:txBody>
          <a:bodyPr/>
          <a:lstStyle/>
          <a:p>
            <a:fld id="{1A187C66-C235-1C41-B065-EF4AE27E6170}" type="slidenum">
              <a:rPr lang="en-US" smtClean="0"/>
              <a:pPr/>
              <a:t>36</a:t>
            </a:fld>
            <a:endParaRPr lang="en-US" dirty="0"/>
          </a:p>
        </p:txBody>
      </p:sp>
      <p:sp>
        <p:nvSpPr>
          <p:cNvPr id="4" name="Picture Placeholder 3">
            <a:extLst>
              <a:ext uri="{FF2B5EF4-FFF2-40B4-BE49-F238E27FC236}">
                <a16:creationId xmlns:a16="http://schemas.microsoft.com/office/drawing/2014/main" id="{83E05172-2247-3BD5-7B21-E9396C7344C9}"/>
              </a:ext>
            </a:extLst>
          </p:cNvPr>
          <p:cNvSpPr>
            <a:spLocks noGrp="1"/>
          </p:cNvSpPr>
          <p:nvPr>
            <p:ph type="pic" sz="quarter" idx="15"/>
          </p:nvPr>
        </p:nvSpPr>
        <p:spPr/>
        <p:txBody>
          <a:bodyPr/>
          <a:lstStyle/>
          <a:p>
            <a:endParaRPr lang="en-US"/>
          </a:p>
        </p:txBody>
      </p:sp>
      <p:sp>
        <p:nvSpPr>
          <p:cNvPr id="5" name="Text Placeholder 4">
            <a:extLst>
              <a:ext uri="{FF2B5EF4-FFF2-40B4-BE49-F238E27FC236}">
                <a16:creationId xmlns:a16="http://schemas.microsoft.com/office/drawing/2014/main" id="{6685FA27-68B0-AA5E-2D1F-F49277F5288C}"/>
              </a:ext>
            </a:extLst>
          </p:cNvPr>
          <p:cNvSpPr>
            <a:spLocks noGrp="1"/>
          </p:cNvSpPr>
          <p:nvPr>
            <p:ph type="body" sz="quarter" idx="36"/>
          </p:nvPr>
        </p:nvSpPr>
        <p:spPr>
          <a:xfrm>
            <a:off x="471955" y="387691"/>
            <a:ext cx="2742513" cy="263277"/>
          </a:xfrm>
        </p:spPr>
        <p:txBody>
          <a:bodyPr wrap="square">
            <a:noAutofit/>
          </a:bodyPr>
          <a:lstStyle/>
          <a:p>
            <a:r>
              <a:rPr lang="en-US" dirty="0"/>
              <a:t>Select &amp; edit Persona Type</a:t>
            </a:r>
          </a:p>
        </p:txBody>
      </p:sp>
      <p:sp>
        <p:nvSpPr>
          <p:cNvPr id="6" name="Text Placeholder 12">
            <a:extLst>
              <a:ext uri="{FF2B5EF4-FFF2-40B4-BE49-F238E27FC236}">
                <a16:creationId xmlns:a16="http://schemas.microsoft.com/office/drawing/2014/main" id="{12597120-1C24-02BA-D020-9906D579485D}"/>
              </a:ext>
            </a:extLst>
          </p:cNvPr>
          <p:cNvSpPr txBox="1">
            <a:spLocks/>
          </p:cNvSpPr>
          <p:nvPr/>
        </p:nvSpPr>
        <p:spPr>
          <a:xfrm>
            <a:off x="592625" y="3047939"/>
            <a:ext cx="2890838" cy="338030"/>
          </a:xfrm>
          <a:prstGeom prst="rect">
            <a:avLst/>
          </a:prstGeom>
        </p:spPr>
        <p:txBody>
          <a:bodyPr wrap="square">
            <a:noAutofit/>
          </a:bodyPr>
          <a:lstStyle>
            <a:lvl1pPr marL="0" indent="0" algn="ctr" defTabSz="914400" rtl="0" eaLnBrk="1" latinLnBrk="0" hangingPunct="1">
              <a:lnSpc>
                <a:spcPct val="125000"/>
              </a:lnSpc>
              <a:spcBef>
                <a:spcPts val="1000"/>
              </a:spcBef>
              <a:buFontTx/>
              <a:buNone/>
              <a:defRPr sz="1600" b="1" i="0" kern="1200">
                <a:solidFill>
                  <a:schemeClr val="tx2"/>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First Last Name</a:t>
            </a:r>
          </a:p>
        </p:txBody>
      </p:sp>
      <p:sp>
        <p:nvSpPr>
          <p:cNvPr id="7" name="Text Placeholder 12">
            <a:extLst>
              <a:ext uri="{FF2B5EF4-FFF2-40B4-BE49-F238E27FC236}">
                <a16:creationId xmlns:a16="http://schemas.microsoft.com/office/drawing/2014/main" id="{6D0BD763-D2AF-FCC8-6890-15A90AB0D4DC}"/>
              </a:ext>
            </a:extLst>
          </p:cNvPr>
          <p:cNvSpPr txBox="1">
            <a:spLocks/>
          </p:cNvSpPr>
          <p:nvPr/>
        </p:nvSpPr>
        <p:spPr>
          <a:xfrm>
            <a:off x="592625" y="3414105"/>
            <a:ext cx="2890838" cy="392714"/>
          </a:xfrm>
          <a:prstGeom prst="rect">
            <a:avLst/>
          </a:prstGeom>
        </p:spPr>
        <p:txBody>
          <a:bodyPr wrap="square">
            <a:noAutofit/>
          </a:bodyPr>
          <a:lstStyle>
            <a:lvl1pPr marL="0" indent="0" algn="ctr" defTabSz="914400" rtl="0" eaLnBrk="1" latinLnBrk="0" hangingPunct="1">
              <a:lnSpc>
                <a:spcPct val="125000"/>
              </a:lnSpc>
              <a:spcBef>
                <a:spcPts val="1000"/>
              </a:spcBef>
              <a:buFontTx/>
              <a:buNone/>
              <a:defRPr sz="900" b="1" i="1" kern="1200">
                <a:solidFill>
                  <a:schemeClr val="tx2"/>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0" i="0" dirty="0"/>
              <a:t>Company</a:t>
            </a:r>
          </a:p>
        </p:txBody>
      </p:sp>
      <p:cxnSp>
        <p:nvCxnSpPr>
          <p:cNvPr id="11" name="Straight Connector 10">
            <a:extLst>
              <a:ext uri="{FF2B5EF4-FFF2-40B4-BE49-F238E27FC236}">
                <a16:creationId xmlns:a16="http://schemas.microsoft.com/office/drawing/2014/main" id="{21EF9AAC-8339-7D78-B9AD-0C5C948B6EC5}"/>
              </a:ext>
            </a:extLst>
          </p:cNvPr>
          <p:cNvCxnSpPr/>
          <p:nvPr/>
        </p:nvCxnSpPr>
        <p:spPr>
          <a:xfrm>
            <a:off x="471955" y="3995223"/>
            <a:ext cx="3136408" cy="0"/>
          </a:xfrm>
          <a:prstGeom prst="line">
            <a:avLst/>
          </a:prstGeom>
          <a:ln w="6350">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5" name="Text Placeholder 12">
            <a:extLst>
              <a:ext uri="{FF2B5EF4-FFF2-40B4-BE49-F238E27FC236}">
                <a16:creationId xmlns:a16="http://schemas.microsoft.com/office/drawing/2014/main" id="{AF11F7C6-4231-3C61-FA4B-428C2602F7CF}"/>
              </a:ext>
            </a:extLst>
          </p:cNvPr>
          <p:cNvSpPr txBox="1">
            <a:spLocks/>
          </p:cNvSpPr>
          <p:nvPr/>
        </p:nvSpPr>
        <p:spPr>
          <a:xfrm>
            <a:off x="373481" y="4183628"/>
            <a:ext cx="3234882" cy="1599308"/>
          </a:xfrm>
          <a:prstGeom prst="rect">
            <a:avLst/>
          </a:prstGeom>
        </p:spPr>
        <p:txBody>
          <a:bodyPr wrap="square">
            <a:noAutofit/>
          </a:bodyPr>
          <a:lstStyle>
            <a:lvl1pPr marL="0" indent="0" algn="ctr" defTabSz="914400" rtl="0" eaLnBrk="1" latinLnBrk="0" hangingPunct="1">
              <a:lnSpc>
                <a:spcPct val="125000"/>
              </a:lnSpc>
              <a:spcBef>
                <a:spcPts val="1000"/>
              </a:spcBef>
              <a:buFontTx/>
              <a:buNone/>
              <a:defRPr sz="900" b="1" i="1" kern="1200">
                <a:solidFill>
                  <a:schemeClr val="tx2"/>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100" i="0" dirty="0">
                <a:solidFill>
                  <a:schemeClr val="tx1"/>
                </a:solidFill>
              </a:rPr>
              <a:t>Age: </a:t>
            </a:r>
            <a:r>
              <a:rPr lang="en-US" sz="1100" b="0" i="0" dirty="0">
                <a:solidFill>
                  <a:schemeClr val="tx1"/>
                </a:solidFill>
              </a:rPr>
              <a:t>45</a:t>
            </a:r>
          </a:p>
          <a:p>
            <a:pPr algn="l"/>
            <a:r>
              <a:rPr lang="en-US" sz="1100" i="0" dirty="0">
                <a:solidFill>
                  <a:schemeClr val="tx1"/>
                </a:solidFill>
              </a:rPr>
              <a:t>Occupation: </a:t>
            </a:r>
            <a:r>
              <a:rPr lang="en-US" sz="1100" b="0" i="0" dirty="0">
                <a:solidFill>
                  <a:schemeClr val="tx1"/>
                </a:solidFill>
              </a:rPr>
              <a:t>Managing Partner</a:t>
            </a:r>
          </a:p>
          <a:p>
            <a:pPr algn="l"/>
            <a:r>
              <a:rPr lang="en-US" sz="1100" i="0" dirty="0">
                <a:solidFill>
                  <a:schemeClr val="tx1"/>
                </a:solidFill>
              </a:rPr>
              <a:t>Resides in: </a:t>
            </a:r>
            <a:r>
              <a:rPr lang="en-US" sz="1100" b="0" i="0" dirty="0">
                <a:solidFill>
                  <a:schemeClr val="tx1"/>
                </a:solidFill>
              </a:rPr>
              <a:t>Greenville, SC</a:t>
            </a:r>
          </a:p>
          <a:p>
            <a:pPr algn="l"/>
            <a:r>
              <a:rPr lang="en-US" sz="1100" i="0" dirty="0">
                <a:solidFill>
                  <a:schemeClr val="tx1"/>
                </a:solidFill>
              </a:rPr>
              <a:t>Generation: </a:t>
            </a:r>
            <a:r>
              <a:rPr lang="en-US" sz="1100" b="0" i="0" dirty="0">
                <a:solidFill>
                  <a:schemeClr val="tx1"/>
                </a:solidFill>
              </a:rPr>
              <a:t>Gen X</a:t>
            </a:r>
          </a:p>
          <a:p>
            <a:pPr algn="l"/>
            <a:endParaRPr lang="en-US" sz="1200" b="0" i="0" dirty="0"/>
          </a:p>
        </p:txBody>
      </p:sp>
      <p:sp>
        <p:nvSpPr>
          <p:cNvPr id="18" name="Text Placeholder 24">
            <a:extLst>
              <a:ext uri="{FF2B5EF4-FFF2-40B4-BE49-F238E27FC236}">
                <a16:creationId xmlns:a16="http://schemas.microsoft.com/office/drawing/2014/main" id="{38912307-6DC1-538B-A67D-304192924F4F}"/>
              </a:ext>
            </a:extLst>
          </p:cNvPr>
          <p:cNvSpPr txBox="1">
            <a:spLocks/>
          </p:cNvSpPr>
          <p:nvPr/>
        </p:nvSpPr>
        <p:spPr>
          <a:xfrm>
            <a:off x="4616732" y="480121"/>
            <a:ext cx="7103313" cy="1390882"/>
          </a:xfrm>
          <a:prstGeom prst="rect">
            <a:avLst/>
          </a:prstGeom>
        </p:spPr>
        <p:txBody>
          <a:bodyPr vert="horz" wrap="square" lIns="0" tIns="0" rIns="91440" bIns="4572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1" dirty="0">
                <a:solidFill>
                  <a:schemeClr val="accent2"/>
                </a:solidFill>
              </a:rPr>
              <a:t>Bio</a:t>
            </a:r>
            <a:br>
              <a:rPr lang="en-US" sz="1200" b="1" dirty="0">
                <a:solidFill>
                  <a:schemeClr val="accent2"/>
                </a:solidFill>
              </a:rPr>
            </a:br>
            <a:r>
              <a:rPr lang="en-US" sz="1200" dirty="0"/>
              <a:t>Lorem ipsum dolor sit </a:t>
            </a:r>
            <a:r>
              <a:rPr lang="en-US" sz="1200" dirty="0" err="1"/>
              <a:t>amet</a:t>
            </a:r>
            <a:r>
              <a:rPr lang="en-US" sz="1200" dirty="0"/>
              <a:t> </a:t>
            </a:r>
            <a:r>
              <a:rPr lang="en-US" sz="1200" dirty="0" err="1"/>
              <a:t>consectetur</a:t>
            </a:r>
            <a:r>
              <a:rPr lang="en-US" sz="1200" dirty="0"/>
              <a:t>. </a:t>
            </a:r>
            <a:r>
              <a:rPr lang="en-US" sz="1200" dirty="0" err="1"/>
              <a:t>Turpis</a:t>
            </a:r>
            <a:r>
              <a:rPr lang="en-US" sz="1200" dirty="0"/>
              <a:t> non ac </a:t>
            </a:r>
            <a:r>
              <a:rPr lang="en-US" sz="1200" dirty="0" err="1"/>
              <a:t>tortor</a:t>
            </a:r>
            <a:r>
              <a:rPr lang="en-US" sz="1200" dirty="0"/>
              <a:t> </a:t>
            </a:r>
            <a:r>
              <a:rPr lang="en-US" sz="1200" dirty="0" err="1"/>
              <a:t>velit</a:t>
            </a:r>
            <a:r>
              <a:rPr lang="en-US" sz="1200" dirty="0"/>
              <a:t> </a:t>
            </a:r>
            <a:r>
              <a:rPr lang="en-US" sz="1200" dirty="0" err="1"/>
              <a:t>ornare</a:t>
            </a:r>
            <a:r>
              <a:rPr lang="en-US" sz="1200" dirty="0"/>
              <a:t> id </a:t>
            </a:r>
            <a:r>
              <a:rPr lang="en-US" sz="1200" dirty="0" err="1"/>
              <a:t>rhoncus</a:t>
            </a:r>
            <a:r>
              <a:rPr lang="en-US" sz="1200" dirty="0"/>
              <a:t>. Urna vestibulum dui </a:t>
            </a:r>
            <a:r>
              <a:rPr lang="en-US" sz="1200" dirty="0" err="1"/>
              <a:t>tristique</a:t>
            </a:r>
            <a:r>
              <a:rPr lang="en-US" sz="1200" dirty="0"/>
              <a:t> </a:t>
            </a:r>
            <a:r>
              <a:rPr lang="en-US" sz="1200" dirty="0" err="1"/>
              <a:t>elit</a:t>
            </a:r>
            <a:r>
              <a:rPr lang="en-US" sz="1200" dirty="0"/>
              <a:t> </a:t>
            </a:r>
            <a:r>
              <a:rPr lang="en-US" sz="1200" dirty="0" err="1"/>
              <a:t>dignissim</a:t>
            </a:r>
            <a:r>
              <a:rPr lang="en-US" sz="1200" dirty="0"/>
              <a:t> </a:t>
            </a:r>
            <a:r>
              <a:rPr lang="en-US" sz="1200" dirty="0" err="1"/>
              <a:t>eu</a:t>
            </a:r>
            <a:r>
              <a:rPr lang="en-US" sz="1200" dirty="0"/>
              <a:t>. Fermentum </a:t>
            </a:r>
            <a:r>
              <a:rPr lang="en-US" sz="1200" dirty="0" err="1"/>
              <a:t>neque</a:t>
            </a:r>
            <a:r>
              <a:rPr lang="en-US" sz="1200" dirty="0"/>
              <a:t> </a:t>
            </a:r>
            <a:r>
              <a:rPr lang="en-US" sz="1200" dirty="0" err="1"/>
              <a:t>amet</a:t>
            </a:r>
            <a:r>
              <a:rPr lang="en-US" sz="1200" dirty="0"/>
              <a:t> </a:t>
            </a:r>
            <a:r>
              <a:rPr lang="en-US" sz="1200" dirty="0" err="1"/>
              <a:t>vulputate</a:t>
            </a:r>
            <a:r>
              <a:rPr lang="en-US" sz="1200" dirty="0"/>
              <a:t> sed. Nec </a:t>
            </a:r>
            <a:r>
              <a:rPr lang="en-US" sz="1200" dirty="0" err="1"/>
              <a:t>eget</a:t>
            </a:r>
            <a:r>
              <a:rPr lang="en-US" sz="1200" dirty="0"/>
              <a:t> </a:t>
            </a:r>
            <a:r>
              <a:rPr lang="en-US" sz="1200" dirty="0" err="1"/>
              <a:t>amet</a:t>
            </a:r>
            <a:r>
              <a:rPr lang="en-US" sz="1200" dirty="0"/>
              <a:t> </a:t>
            </a:r>
            <a:r>
              <a:rPr lang="en-US" sz="1200" dirty="0" err="1"/>
              <a:t>elit</a:t>
            </a:r>
            <a:r>
              <a:rPr lang="en-US" sz="1200" dirty="0"/>
              <a:t> fames </a:t>
            </a:r>
            <a:r>
              <a:rPr lang="en-US" sz="1200" dirty="0" err="1"/>
              <a:t>amet</a:t>
            </a:r>
            <a:r>
              <a:rPr lang="en-US" sz="1200" dirty="0"/>
              <a:t> </a:t>
            </a:r>
            <a:r>
              <a:rPr lang="en-US" sz="1200" dirty="0" err="1"/>
              <a:t>arcu</a:t>
            </a:r>
            <a:r>
              <a:rPr lang="en-US" sz="1200" dirty="0"/>
              <a:t>. </a:t>
            </a:r>
            <a:r>
              <a:rPr lang="en-US" sz="1200" dirty="0" err="1"/>
              <a:t>Praesent</a:t>
            </a:r>
            <a:r>
              <a:rPr lang="en-US" sz="1200" dirty="0"/>
              <a:t> sed </a:t>
            </a:r>
            <a:r>
              <a:rPr lang="en-US" sz="1200" dirty="0" err="1"/>
              <a:t>amet</a:t>
            </a:r>
            <a:r>
              <a:rPr lang="en-US" sz="1200" dirty="0"/>
              <a:t> </a:t>
            </a:r>
            <a:r>
              <a:rPr lang="en-US" sz="1200" dirty="0" err="1"/>
              <a:t>quam</a:t>
            </a:r>
            <a:r>
              <a:rPr lang="en-US" sz="1200" dirty="0"/>
              <a:t> </a:t>
            </a:r>
            <a:r>
              <a:rPr lang="en-US" sz="1200" dirty="0" err="1"/>
              <a:t>quis</a:t>
            </a:r>
            <a:r>
              <a:rPr lang="en-US" sz="1200" dirty="0"/>
              <a:t> </a:t>
            </a:r>
            <a:r>
              <a:rPr lang="en-US" sz="1200" dirty="0" err="1"/>
              <a:t>velit</a:t>
            </a:r>
            <a:r>
              <a:rPr lang="en-US" sz="1200" dirty="0"/>
              <a:t> libero. Sed </a:t>
            </a:r>
            <a:r>
              <a:rPr lang="en-US" sz="1200" dirty="0" err="1"/>
              <a:t>netus</a:t>
            </a:r>
            <a:r>
              <a:rPr lang="en-US" sz="1200" dirty="0"/>
              <a:t> </a:t>
            </a:r>
            <a:r>
              <a:rPr lang="en-US" sz="1200" dirty="0" err="1"/>
              <a:t>feugiat</a:t>
            </a:r>
            <a:r>
              <a:rPr lang="en-US" sz="1200" dirty="0"/>
              <a:t> et vitae </a:t>
            </a:r>
            <a:r>
              <a:rPr lang="en-US" sz="1200" dirty="0" err="1"/>
              <a:t>enim</a:t>
            </a:r>
            <a:r>
              <a:rPr lang="en-US" sz="1200" dirty="0"/>
              <a:t> </a:t>
            </a:r>
            <a:r>
              <a:rPr lang="en-US" sz="1200" dirty="0" err="1"/>
              <a:t>egestas</a:t>
            </a:r>
            <a:r>
              <a:rPr lang="en-US" sz="1200" dirty="0"/>
              <a:t> pharetra </a:t>
            </a:r>
            <a:r>
              <a:rPr lang="en-US" sz="1200" dirty="0" err="1"/>
              <a:t>odio</a:t>
            </a:r>
            <a:r>
              <a:rPr lang="en-US" sz="1200" dirty="0"/>
              <a:t> </a:t>
            </a:r>
            <a:r>
              <a:rPr lang="en-US" sz="1200" dirty="0" err="1"/>
              <a:t>faucibus</a:t>
            </a:r>
            <a:r>
              <a:rPr lang="en-US" sz="1200" dirty="0"/>
              <a:t>. Velit </a:t>
            </a:r>
            <a:r>
              <a:rPr lang="en-US" sz="1200" dirty="0" err="1"/>
              <a:t>lobortis</a:t>
            </a:r>
            <a:r>
              <a:rPr lang="en-US" sz="1200" dirty="0"/>
              <a:t> </a:t>
            </a:r>
            <a:r>
              <a:rPr lang="en-US" sz="1200" dirty="0" err="1"/>
              <a:t>nibh</a:t>
            </a:r>
            <a:r>
              <a:rPr lang="en-US" sz="1200" dirty="0"/>
              <a:t> </a:t>
            </a:r>
            <a:r>
              <a:rPr lang="en-US" sz="1200" dirty="0" err="1"/>
              <a:t>venenatis</a:t>
            </a:r>
            <a:r>
              <a:rPr lang="en-US" sz="1200" dirty="0"/>
              <a:t> </a:t>
            </a:r>
            <a:r>
              <a:rPr lang="en-US" sz="1200" dirty="0" err="1"/>
              <a:t>iaculis</a:t>
            </a:r>
            <a:r>
              <a:rPr lang="en-US" sz="1200" dirty="0"/>
              <a:t> </a:t>
            </a:r>
            <a:r>
              <a:rPr lang="en-US" sz="1200" dirty="0" err="1"/>
              <a:t>faucibus</a:t>
            </a:r>
            <a:r>
              <a:rPr lang="en-US" sz="1200" dirty="0"/>
              <a:t> </a:t>
            </a:r>
            <a:r>
              <a:rPr lang="en-US" sz="1200" dirty="0" err="1"/>
              <a:t>augue</a:t>
            </a:r>
            <a:r>
              <a:rPr lang="en-US" sz="1200" dirty="0"/>
              <a:t> </a:t>
            </a:r>
            <a:r>
              <a:rPr lang="en-US" sz="1200" dirty="0" err="1"/>
              <a:t>tellus</a:t>
            </a:r>
            <a:r>
              <a:rPr lang="en-US" sz="1200" dirty="0"/>
              <a:t> </a:t>
            </a:r>
            <a:r>
              <a:rPr lang="en-US" sz="1200" dirty="0" err="1"/>
              <a:t>enim</a:t>
            </a:r>
            <a:r>
              <a:rPr lang="en-US" sz="1200" dirty="0"/>
              <a:t>.</a:t>
            </a:r>
          </a:p>
        </p:txBody>
      </p:sp>
      <p:sp>
        <p:nvSpPr>
          <p:cNvPr id="19" name="Text Placeholder 24">
            <a:extLst>
              <a:ext uri="{FF2B5EF4-FFF2-40B4-BE49-F238E27FC236}">
                <a16:creationId xmlns:a16="http://schemas.microsoft.com/office/drawing/2014/main" id="{02947B14-BB67-58DD-7F22-A25B12393C5D}"/>
              </a:ext>
            </a:extLst>
          </p:cNvPr>
          <p:cNvSpPr txBox="1">
            <a:spLocks/>
          </p:cNvSpPr>
          <p:nvPr/>
        </p:nvSpPr>
        <p:spPr>
          <a:xfrm>
            <a:off x="4616733" y="1990581"/>
            <a:ext cx="3345582" cy="246677"/>
          </a:xfrm>
          <a:prstGeom prst="rect">
            <a:avLst/>
          </a:prstGeom>
        </p:spPr>
        <p:txBody>
          <a:bodyPr vert="horz" wrap="square" lIns="0" tIns="0" rIns="91440" bIns="4572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1200" b="1" dirty="0">
                <a:solidFill>
                  <a:schemeClr val="accent2"/>
                </a:solidFill>
              </a:rPr>
              <a:t>Goals</a:t>
            </a:r>
            <a:endParaRPr lang="en-US" sz="1200" dirty="0">
              <a:solidFill>
                <a:schemeClr val="accent2"/>
              </a:solidFill>
            </a:endParaRPr>
          </a:p>
        </p:txBody>
      </p:sp>
      <p:sp>
        <p:nvSpPr>
          <p:cNvPr id="21" name="Text Placeholder 24">
            <a:extLst>
              <a:ext uri="{FF2B5EF4-FFF2-40B4-BE49-F238E27FC236}">
                <a16:creationId xmlns:a16="http://schemas.microsoft.com/office/drawing/2014/main" id="{B691F460-EBF2-DC58-C3AB-897381215701}"/>
              </a:ext>
            </a:extLst>
          </p:cNvPr>
          <p:cNvSpPr txBox="1">
            <a:spLocks/>
          </p:cNvSpPr>
          <p:nvPr/>
        </p:nvSpPr>
        <p:spPr>
          <a:xfrm>
            <a:off x="4933926" y="2318026"/>
            <a:ext cx="3028389" cy="1390882"/>
          </a:xfrm>
          <a:prstGeom prst="rect">
            <a:avLst/>
          </a:prstGeom>
        </p:spPr>
        <p:txBody>
          <a:bodyPr vert="horz" wrap="square" lIns="0" tIns="0" rIns="91440" bIns="4572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1200" dirty="0"/>
              <a:t>Lorem ipsum dolor sit </a:t>
            </a:r>
            <a:r>
              <a:rPr lang="en-US" sz="1200" dirty="0" err="1"/>
              <a:t>amet</a:t>
            </a:r>
            <a:r>
              <a:rPr lang="en-US" sz="1200" dirty="0"/>
              <a:t> </a:t>
            </a:r>
            <a:r>
              <a:rPr lang="en-US" sz="1200" dirty="0" err="1"/>
              <a:t>consectetur</a:t>
            </a:r>
            <a:r>
              <a:rPr lang="en-US" sz="1200" dirty="0"/>
              <a:t>.</a:t>
            </a:r>
          </a:p>
          <a:p>
            <a:pPr>
              <a:lnSpc>
                <a:spcPct val="114000"/>
              </a:lnSpc>
            </a:pPr>
            <a:r>
              <a:rPr lang="en-US" sz="1200" dirty="0"/>
              <a:t>Lorem ipsum dolor sit </a:t>
            </a:r>
            <a:r>
              <a:rPr lang="en-US" sz="1200" dirty="0" err="1"/>
              <a:t>amet</a:t>
            </a:r>
            <a:r>
              <a:rPr lang="en-US" sz="1200" dirty="0"/>
              <a:t> </a:t>
            </a:r>
            <a:r>
              <a:rPr lang="en-US" sz="1200" dirty="0" err="1"/>
              <a:t>consectetur</a:t>
            </a:r>
            <a:r>
              <a:rPr lang="en-US" sz="1200" dirty="0"/>
              <a:t>. </a:t>
            </a:r>
          </a:p>
          <a:p>
            <a:pPr>
              <a:lnSpc>
                <a:spcPct val="114000"/>
              </a:lnSpc>
            </a:pPr>
            <a:r>
              <a:rPr lang="en-US" sz="1200" dirty="0"/>
              <a:t>Lorem ipsum dolor sit </a:t>
            </a:r>
            <a:r>
              <a:rPr lang="en-US" sz="1200" dirty="0" err="1"/>
              <a:t>amet</a:t>
            </a:r>
            <a:r>
              <a:rPr lang="en-US" sz="1200" dirty="0"/>
              <a:t> </a:t>
            </a:r>
            <a:r>
              <a:rPr lang="en-US" sz="1200" dirty="0" err="1"/>
              <a:t>consectetur</a:t>
            </a:r>
            <a:r>
              <a:rPr lang="en-US" sz="1200" dirty="0"/>
              <a:t>. </a:t>
            </a:r>
          </a:p>
          <a:p>
            <a:pPr>
              <a:lnSpc>
                <a:spcPct val="114000"/>
              </a:lnSpc>
            </a:pPr>
            <a:r>
              <a:rPr lang="en-US" sz="1200" dirty="0"/>
              <a:t>Lorem ipsum dolor sit </a:t>
            </a:r>
            <a:r>
              <a:rPr lang="en-US" sz="1200" dirty="0" err="1"/>
              <a:t>amet</a:t>
            </a:r>
            <a:r>
              <a:rPr lang="en-US" sz="1200" dirty="0"/>
              <a:t> </a:t>
            </a:r>
            <a:r>
              <a:rPr lang="en-US" sz="1200" dirty="0" err="1"/>
              <a:t>consectetur</a:t>
            </a:r>
            <a:r>
              <a:rPr lang="en-US" sz="1200" dirty="0"/>
              <a:t>.  </a:t>
            </a:r>
          </a:p>
        </p:txBody>
      </p:sp>
      <p:pic>
        <p:nvPicPr>
          <p:cNvPr id="27" name="Picture 26" descr="A blue arrow in a circle&#10;&#10;AI-generated content may be incorrect.">
            <a:extLst>
              <a:ext uri="{FF2B5EF4-FFF2-40B4-BE49-F238E27FC236}">
                <a16:creationId xmlns:a16="http://schemas.microsoft.com/office/drawing/2014/main" id="{D2F69FC4-B696-8E32-B045-EB614DEB283E}"/>
              </a:ext>
            </a:extLst>
          </p:cNvPr>
          <p:cNvPicPr>
            <a:picLocks noChangeAspect="1"/>
          </p:cNvPicPr>
          <p:nvPr/>
        </p:nvPicPr>
        <p:blipFill>
          <a:blip r:embed="rId2"/>
          <a:stretch>
            <a:fillRect/>
          </a:stretch>
        </p:blipFill>
        <p:spPr>
          <a:xfrm>
            <a:off x="4616732" y="2310991"/>
            <a:ext cx="222239" cy="222239"/>
          </a:xfrm>
          <a:prstGeom prst="rect">
            <a:avLst/>
          </a:prstGeom>
        </p:spPr>
      </p:pic>
      <p:pic>
        <p:nvPicPr>
          <p:cNvPr id="28" name="Picture 27" descr="A blue arrow in a circle&#10;&#10;AI-generated content may be incorrect.">
            <a:extLst>
              <a:ext uri="{FF2B5EF4-FFF2-40B4-BE49-F238E27FC236}">
                <a16:creationId xmlns:a16="http://schemas.microsoft.com/office/drawing/2014/main" id="{7DCEB944-6C3E-A806-3A17-C3D95AB481E7}"/>
              </a:ext>
            </a:extLst>
          </p:cNvPr>
          <p:cNvPicPr>
            <a:picLocks noChangeAspect="1"/>
          </p:cNvPicPr>
          <p:nvPr/>
        </p:nvPicPr>
        <p:blipFill>
          <a:blip r:embed="rId2"/>
          <a:stretch>
            <a:fillRect/>
          </a:stretch>
        </p:blipFill>
        <p:spPr>
          <a:xfrm>
            <a:off x="4616732" y="2648123"/>
            <a:ext cx="222239" cy="222239"/>
          </a:xfrm>
          <a:prstGeom prst="rect">
            <a:avLst/>
          </a:prstGeom>
        </p:spPr>
      </p:pic>
      <p:pic>
        <p:nvPicPr>
          <p:cNvPr id="29" name="Picture 28" descr="A blue arrow in a circle&#10;&#10;AI-generated content may be incorrect.">
            <a:extLst>
              <a:ext uri="{FF2B5EF4-FFF2-40B4-BE49-F238E27FC236}">
                <a16:creationId xmlns:a16="http://schemas.microsoft.com/office/drawing/2014/main" id="{53FD07C8-E25A-5ED6-CDC8-8CDDFC6C7613}"/>
              </a:ext>
            </a:extLst>
          </p:cNvPr>
          <p:cNvPicPr>
            <a:picLocks noChangeAspect="1"/>
          </p:cNvPicPr>
          <p:nvPr/>
        </p:nvPicPr>
        <p:blipFill>
          <a:blip r:embed="rId2"/>
          <a:stretch>
            <a:fillRect/>
          </a:stretch>
        </p:blipFill>
        <p:spPr>
          <a:xfrm>
            <a:off x="4616732" y="2985255"/>
            <a:ext cx="222239" cy="222239"/>
          </a:xfrm>
          <a:prstGeom prst="rect">
            <a:avLst/>
          </a:prstGeom>
        </p:spPr>
      </p:pic>
      <p:pic>
        <p:nvPicPr>
          <p:cNvPr id="30" name="Picture 29" descr="A blue arrow in a circle&#10;&#10;AI-generated content may be incorrect.">
            <a:extLst>
              <a:ext uri="{FF2B5EF4-FFF2-40B4-BE49-F238E27FC236}">
                <a16:creationId xmlns:a16="http://schemas.microsoft.com/office/drawing/2014/main" id="{8F03979A-9298-965B-5D36-33C7D51E5D1E}"/>
              </a:ext>
            </a:extLst>
          </p:cNvPr>
          <p:cNvPicPr>
            <a:picLocks noChangeAspect="1"/>
          </p:cNvPicPr>
          <p:nvPr/>
        </p:nvPicPr>
        <p:blipFill>
          <a:blip r:embed="rId2"/>
          <a:stretch>
            <a:fillRect/>
          </a:stretch>
        </p:blipFill>
        <p:spPr>
          <a:xfrm>
            <a:off x="4616732" y="3322387"/>
            <a:ext cx="222239" cy="222239"/>
          </a:xfrm>
          <a:prstGeom prst="rect">
            <a:avLst/>
          </a:prstGeom>
        </p:spPr>
      </p:pic>
      <p:sp>
        <p:nvSpPr>
          <p:cNvPr id="31" name="Text Placeholder 24">
            <a:extLst>
              <a:ext uri="{FF2B5EF4-FFF2-40B4-BE49-F238E27FC236}">
                <a16:creationId xmlns:a16="http://schemas.microsoft.com/office/drawing/2014/main" id="{76537927-5138-540D-AE59-E545F2A161F7}"/>
              </a:ext>
            </a:extLst>
          </p:cNvPr>
          <p:cNvSpPr txBox="1">
            <a:spLocks/>
          </p:cNvSpPr>
          <p:nvPr/>
        </p:nvSpPr>
        <p:spPr>
          <a:xfrm>
            <a:off x="8469418" y="1990581"/>
            <a:ext cx="3345582" cy="246677"/>
          </a:xfrm>
          <a:prstGeom prst="rect">
            <a:avLst/>
          </a:prstGeom>
        </p:spPr>
        <p:txBody>
          <a:bodyPr vert="horz" wrap="square" lIns="0" tIns="0" rIns="91440" bIns="4572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1200" b="1" dirty="0">
                <a:solidFill>
                  <a:schemeClr val="accent2"/>
                </a:solidFill>
              </a:rPr>
              <a:t>Frustrations</a:t>
            </a:r>
          </a:p>
        </p:txBody>
      </p:sp>
      <p:sp>
        <p:nvSpPr>
          <p:cNvPr id="32" name="Text Placeholder 24">
            <a:extLst>
              <a:ext uri="{FF2B5EF4-FFF2-40B4-BE49-F238E27FC236}">
                <a16:creationId xmlns:a16="http://schemas.microsoft.com/office/drawing/2014/main" id="{9696A905-A305-4D51-CF83-0D8EC7B295A2}"/>
              </a:ext>
            </a:extLst>
          </p:cNvPr>
          <p:cNvSpPr txBox="1">
            <a:spLocks/>
          </p:cNvSpPr>
          <p:nvPr/>
        </p:nvSpPr>
        <p:spPr>
          <a:xfrm>
            <a:off x="8786611" y="2318026"/>
            <a:ext cx="3028389" cy="1390882"/>
          </a:xfrm>
          <a:prstGeom prst="rect">
            <a:avLst/>
          </a:prstGeom>
        </p:spPr>
        <p:txBody>
          <a:bodyPr vert="horz" wrap="square" lIns="0" tIns="0" rIns="91440" bIns="4572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1200" dirty="0"/>
              <a:t>Lorem ipsum dolor sit </a:t>
            </a:r>
            <a:r>
              <a:rPr lang="en-US" sz="1200" dirty="0" err="1"/>
              <a:t>amet</a:t>
            </a:r>
            <a:r>
              <a:rPr lang="en-US" sz="1200" dirty="0"/>
              <a:t> </a:t>
            </a:r>
            <a:r>
              <a:rPr lang="en-US" sz="1200" dirty="0" err="1"/>
              <a:t>consectetur</a:t>
            </a:r>
            <a:r>
              <a:rPr lang="en-US" sz="1200" dirty="0"/>
              <a:t>.</a:t>
            </a:r>
          </a:p>
          <a:p>
            <a:pPr>
              <a:lnSpc>
                <a:spcPct val="114000"/>
              </a:lnSpc>
            </a:pPr>
            <a:r>
              <a:rPr lang="en-US" sz="1200" dirty="0"/>
              <a:t>Lorem ipsum dolor sit </a:t>
            </a:r>
            <a:r>
              <a:rPr lang="en-US" sz="1200" dirty="0" err="1"/>
              <a:t>amet</a:t>
            </a:r>
            <a:r>
              <a:rPr lang="en-US" sz="1200" dirty="0"/>
              <a:t> </a:t>
            </a:r>
            <a:r>
              <a:rPr lang="en-US" sz="1200" dirty="0" err="1"/>
              <a:t>consectetur</a:t>
            </a:r>
            <a:r>
              <a:rPr lang="en-US" sz="1200" dirty="0"/>
              <a:t>. </a:t>
            </a:r>
          </a:p>
          <a:p>
            <a:pPr>
              <a:lnSpc>
                <a:spcPct val="114000"/>
              </a:lnSpc>
            </a:pPr>
            <a:r>
              <a:rPr lang="en-US" sz="1200" dirty="0"/>
              <a:t>Lorem ipsum dolor sit </a:t>
            </a:r>
            <a:r>
              <a:rPr lang="en-US" sz="1200" dirty="0" err="1"/>
              <a:t>amet</a:t>
            </a:r>
            <a:r>
              <a:rPr lang="en-US" sz="1200" dirty="0"/>
              <a:t> </a:t>
            </a:r>
            <a:r>
              <a:rPr lang="en-US" sz="1200" dirty="0" err="1"/>
              <a:t>consectetur</a:t>
            </a:r>
            <a:r>
              <a:rPr lang="en-US" sz="1200" dirty="0"/>
              <a:t>. </a:t>
            </a:r>
          </a:p>
          <a:p>
            <a:pPr>
              <a:lnSpc>
                <a:spcPct val="114000"/>
              </a:lnSpc>
            </a:pPr>
            <a:r>
              <a:rPr lang="en-US" sz="1200" dirty="0"/>
              <a:t>Lorem ipsum dolor sit </a:t>
            </a:r>
            <a:r>
              <a:rPr lang="en-US" sz="1200" dirty="0" err="1"/>
              <a:t>amet</a:t>
            </a:r>
            <a:r>
              <a:rPr lang="en-US" sz="1200" dirty="0"/>
              <a:t> </a:t>
            </a:r>
            <a:r>
              <a:rPr lang="en-US" sz="1200" dirty="0" err="1"/>
              <a:t>consectetur</a:t>
            </a:r>
            <a:r>
              <a:rPr lang="en-US" sz="1200" dirty="0"/>
              <a:t>.  </a:t>
            </a:r>
          </a:p>
        </p:txBody>
      </p:sp>
      <p:pic>
        <p:nvPicPr>
          <p:cNvPr id="33" name="Picture 32" descr="A blue arrow in a circle&#10;&#10;AI-generated content may be incorrect.">
            <a:extLst>
              <a:ext uri="{FF2B5EF4-FFF2-40B4-BE49-F238E27FC236}">
                <a16:creationId xmlns:a16="http://schemas.microsoft.com/office/drawing/2014/main" id="{D2638CBD-AC14-8D9C-AD0D-3CD7C24058E4}"/>
              </a:ext>
            </a:extLst>
          </p:cNvPr>
          <p:cNvPicPr>
            <a:picLocks noChangeAspect="1"/>
          </p:cNvPicPr>
          <p:nvPr/>
        </p:nvPicPr>
        <p:blipFill>
          <a:blip r:embed="rId2"/>
          <a:stretch>
            <a:fillRect/>
          </a:stretch>
        </p:blipFill>
        <p:spPr>
          <a:xfrm>
            <a:off x="8469417" y="2310991"/>
            <a:ext cx="222239" cy="222239"/>
          </a:xfrm>
          <a:prstGeom prst="rect">
            <a:avLst/>
          </a:prstGeom>
        </p:spPr>
      </p:pic>
      <p:pic>
        <p:nvPicPr>
          <p:cNvPr id="34" name="Picture 33" descr="A blue arrow in a circle&#10;&#10;AI-generated content may be incorrect.">
            <a:extLst>
              <a:ext uri="{FF2B5EF4-FFF2-40B4-BE49-F238E27FC236}">
                <a16:creationId xmlns:a16="http://schemas.microsoft.com/office/drawing/2014/main" id="{AFAD99D0-A599-ED71-B8BD-4D6D96CA8DD5}"/>
              </a:ext>
            </a:extLst>
          </p:cNvPr>
          <p:cNvPicPr>
            <a:picLocks noChangeAspect="1"/>
          </p:cNvPicPr>
          <p:nvPr/>
        </p:nvPicPr>
        <p:blipFill>
          <a:blip r:embed="rId2"/>
          <a:stretch>
            <a:fillRect/>
          </a:stretch>
        </p:blipFill>
        <p:spPr>
          <a:xfrm>
            <a:off x="8469417" y="2648123"/>
            <a:ext cx="222239" cy="222239"/>
          </a:xfrm>
          <a:prstGeom prst="rect">
            <a:avLst/>
          </a:prstGeom>
        </p:spPr>
      </p:pic>
      <p:pic>
        <p:nvPicPr>
          <p:cNvPr id="35" name="Picture 34" descr="A blue arrow in a circle&#10;&#10;AI-generated content may be incorrect.">
            <a:extLst>
              <a:ext uri="{FF2B5EF4-FFF2-40B4-BE49-F238E27FC236}">
                <a16:creationId xmlns:a16="http://schemas.microsoft.com/office/drawing/2014/main" id="{4D8AAA08-6840-44A1-F0DA-5D678491A2F1}"/>
              </a:ext>
            </a:extLst>
          </p:cNvPr>
          <p:cNvPicPr>
            <a:picLocks noChangeAspect="1"/>
          </p:cNvPicPr>
          <p:nvPr/>
        </p:nvPicPr>
        <p:blipFill>
          <a:blip r:embed="rId2"/>
          <a:stretch>
            <a:fillRect/>
          </a:stretch>
        </p:blipFill>
        <p:spPr>
          <a:xfrm>
            <a:off x="8469417" y="2985255"/>
            <a:ext cx="222239" cy="222239"/>
          </a:xfrm>
          <a:prstGeom prst="rect">
            <a:avLst/>
          </a:prstGeom>
        </p:spPr>
      </p:pic>
      <p:pic>
        <p:nvPicPr>
          <p:cNvPr id="36" name="Picture 35" descr="A blue arrow in a circle&#10;&#10;AI-generated content may be incorrect.">
            <a:extLst>
              <a:ext uri="{FF2B5EF4-FFF2-40B4-BE49-F238E27FC236}">
                <a16:creationId xmlns:a16="http://schemas.microsoft.com/office/drawing/2014/main" id="{C565DAE4-BA6B-08FA-6CC4-45DFE3FDFEE7}"/>
              </a:ext>
            </a:extLst>
          </p:cNvPr>
          <p:cNvPicPr>
            <a:picLocks noChangeAspect="1"/>
          </p:cNvPicPr>
          <p:nvPr/>
        </p:nvPicPr>
        <p:blipFill>
          <a:blip r:embed="rId2"/>
          <a:stretch>
            <a:fillRect/>
          </a:stretch>
        </p:blipFill>
        <p:spPr>
          <a:xfrm>
            <a:off x="8469417" y="3322387"/>
            <a:ext cx="222239" cy="222239"/>
          </a:xfrm>
          <a:prstGeom prst="rect">
            <a:avLst/>
          </a:prstGeom>
        </p:spPr>
      </p:pic>
      <p:sp>
        <p:nvSpPr>
          <p:cNvPr id="39" name="Text Placeholder 24">
            <a:extLst>
              <a:ext uri="{FF2B5EF4-FFF2-40B4-BE49-F238E27FC236}">
                <a16:creationId xmlns:a16="http://schemas.microsoft.com/office/drawing/2014/main" id="{37C04386-C0FC-35F1-D5BB-F19B4F1E6168}"/>
              </a:ext>
            </a:extLst>
          </p:cNvPr>
          <p:cNvSpPr txBox="1">
            <a:spLocks/>
          </p:cNvSpPr>
          <p:nvPr/>
        </p:nvSpPr>
        <p:spPr>
          <a:xfrm>
            <a:off x="4616733" y="4088175"/>
            <a:ext cx="3345582" cy="246677"/>
          </a:xfrm>
          <a:prstGeom prst="rect">
            <a:avLst/>
          </a:prstGeom>
        </p:spPr>
        <p:txBody>
          <a:bodyPr vert="horz" wrap="square" lIns="0" tIns="0" rIns="91440" bIns="4572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1200" b="1" dirty="0">
                <a:solidFill>
                  <a:schemeClr val="accent2"/>
                </a:solidFill>
              </a:rPr>
              <a:t>Character Traits</a:t>
            </a:r>
            <a:endParaRPr lang="en-US" sz="1200" dirty="0">
              <a:solidFill>
                <a:schemeClr val="accent2"/>
              </a:solidFill>
            </a:endParaRPr>
          </a:p>
        </p:txBody>
      </p:sp>
      <p:cxnSp>
        <p:nvCxnSpPr>
          <p:cNvPr id="40" name="Straight Connector 39">
            <a:extLst>
              <a:ext uri="{FF2B5EF4-FFF2-40B4-BE49-F238E27FC236}">
                <a16:creationId xmlns:a16="http://schemas.microsoft.com/office/drawing/2014/main" id="{9869C498-B0D1-2683-FE59-56E0FDBF087B}"/>
              </a:ext>
            </a:extLst>
          </p:cNvPr>
          <p:cNvCxnSpPr>
            <a:cxnSpLocks/>
          </p:cNvCxnSpPr>
          <p:nvPr/>
        </p:nvCxnSpPr>
        <p:spPr>
          <a:xfrm>
            <a:off x="5816991" y="4599199"/>
            <a:ext cx="1976511"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42" name="Rounded Rectangle 41">
            <a:extLst>
              <a:ext uri="{FF2B5EF4-FFF2-40B4-BE49-F238E27FC236}">
                <a16:creationId xmlns:a16="http://schemas.microsoft.com/office/drawing/2014/main" id="{5BB334F8-D229-0B37-5CC6-8A045568BD44}"/>
              </a:ext>
            </a:extLst>
          </p:cNvPr>
          <p:cNvSpPr/>
          <p:nvPr/>
        </p:nvSpPr>
        <p:spPr>
          <a:xfrm>
            <a:off x="6742587" y="4512638"/>
            <a:ext cx="148758" cy="17373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 Placeholder 24">
            <a:extLst>
              <a:ext uri="{FF2B5EF4-FFF2-40B4-BE49-F238E27FC236}">
                <a16:creationId xmlns:a16="http://schemas.microsoft.com/office/drawing/2014/main" id="{F14E8695-4145-D06D-631D-BFE687C383C8}"/>
              </a:ext>
            </a:extLst>
          </p:cNvPr>
          <p:cNvSpPr txBox="1">
            <a:spLocks/>
          </p:cNvSpPr>
          <p:nvPr/>
        </p:nvSpPr>
        <p:spPr>
          <a:xfrm>
            <a:off x="4616732" y="4505605"/>
            <a:ext cx="1005162" cy="173736"/>
          </a:xfrm>
          <a:prstGeom prst="rect">
            <a:avLst/>
          </a:prstGeom>
        </p:spPr>
        <p:txBody>
          <a:bodyPr vert="horz" wrap="square" lIns="0" tIns="0" rIns="91440" bIns="4572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900" b="1" dirty="0"/>
              <a:t>Trait Title</a:t>
            </a:r>
          </a:p>
        </p:txBody>
      </p:sp>
      <p:cxnSp>
        <p:nvCxnSpPr>
          <p:cNvPr id="58" name="Straight Connector 57">
            <a:extLst>
              <a:ext uri="{FF2B5EF4-FFF2-40B4-BE49-F238E27FC236}">
                <a16:creationId xmlns:a16="http://schemas.microsoft.com/office/drawing/2014/main" id="{0A091761-F06A-989D-336C-9C99BC055BDF}"/>
              </a:ext>
            </a:extLst>
          </p:cNvPr>
          <p:cNvCxnSpPr>
            <a:cxnSpLocks/>
          </p:cNvCxnSpPr>
          <p:nvPr/>
        </p:nvCxnSpPr>
        <p:spPr>
          <a:xfrm>
            <a:off x="5821680" y="4955583"/>
            <a:ext cx="1976511"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59" name="Rounded Rectangle 58">
            <a:extLst>
              <a:ext uri="{FF2B5EF4-FFF2-40B4-BE49-F238E27FC236}">
                <a16:creationId xmlns:a16="http://schemas.microsoft.com/office/drawing/2014/main" id="{F300D9DF-6E63-690C-4C7E-E3ED91211063}"/>
              </a:ext>
            </a:extLst>
          </p:cNvPr>
          <p:cNvSpPr/>
          <p:nvPr/>
        </p:nvSpPr>
        <p:spPr>
          <a:xfrm>
            <a:off x="7477628" y="4869022"/>
            <a:ext cx="148758" cy="173736"/>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 Placeholder 24">
            <a:extLst>
              <a:ext uri="{FF2B5EF4-FFF2-40B4-BE49-F238E27FC236}">
                <a16:creationId xmlns:a16="http://schemas.microsoft.com/office/drawing/2014/main" id="{CE7569FE-790D-0AEC-F6C9-F418FE65671F}"/>
              </a:ext>
            </a:extLst>
          </p:cNvPr>
          <p:cNvSpPr txBox="1">
            <a:spLocks/>
          </p:cNvSpPr>
          <p:nvPr/>
        </p:nvSpPr>
        <p:spPr>
          <a:xfrm>
            <a:off x="4621421" y="4861989"/>
            <a:ext cx="1005162" cy="173736"/>
          </a:xfrm>
          <a:prstGeom prst="rect">
            <a:avLst/>
          </a:prstGeom>
        </p:spPr>
        <p:txBody>
          <a:bodyPr vert="horz" wrap="square" lIns="0" tIns="0" rIns="91440" bIns="4572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900" b="1" dirty="0"/>
              <a:t>Trait Title</a:t>
            </a:r>
          </a:p>
        </p:txBody>
      </p:sp>
      <p:cxnSp>
        <p:nvCxnSpPr>
          <p:cNvPr id="61" name="Straight Connector 60">
            <a:extLst>
              <a:ext uri="{FF2B5EF4-FFF2-40B4-BE49-F238E27FC236}">
                <a16:creationId xmlns:a16="http://schemas.microsoft.com/office/drawing/2014/main" id="{3D2AC25F-3A8B-3822-0A4D-A1C9E8483183}"/>
              </a:ext>
            </a:extLst>
          </p:cNvPr>
          <p:cNvCxnSpPr>
            <a:cxnSpLocks/>
          </p:cNvCxnSpPr>
          <p:nvPr/>
        </p:nvCxnSpPr>
        <p:spPr>
          <a:xfrm>
            <a:off x="5828711" y="5328377"/>
            <a:ext cx="1976511" cy="0"/>
          </a:xfrm>
          <a:prstGeom prst="line">
            <a:avLst/>
          </a:prstGeom>
          <a:ln w="3175"/>
        </p:spPr>
        <p:style>
          <a:lnRef idx="2">
            <a:schemeClr val="accent1"/>
          </a:lnRef>
          <a:fillRef idx="0">
            <a:schemeClr val="accent1"/>
          </a:fillRef>
          <a:effectRef idx="1">
            <a:schemeClr val="accent1"/>
          </a:effectRef>
          <a:fontRef idx="minor">
            <a:schemeClr val="tx1"/>
          </a:fontRef>
        </p:style>
      </p:cxnSp>
      <p:sp>
        <p:nvSpPr>
          <p:cNvPr id="62" name="Rounded Rectangle 61">
            <a:extLst>
              <a:ext uri="{FF2B5EF4-FFF2-40B4-BE49-F238E27FC236}">
                <a16:creationId xmlns:a16="http://schemas.microsoft.com/office/drawing/2014/main" id="{1E2FE472-54F6-3F05-AAC2-B7851D11C963}"/>
              </a:ext>
            </a:extLst>
          </p:cNvPr>
          <p:cNvSpPr/>
          <p:nvPr/>
        </p:nvSpPr>
        <p:spPr>
          <a:xfrm>
            <a:off x="6096000" y="5241816"/>
            <a:ext cx="148758" cy="173736"/>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 Placeholder 24">
            <a:extLst>
              <a:ext uri="{FF2B5EF4-FFF2-40B4-BE49-F238E27FC236}">
                <a16:creationId xmlns:a16="http://schemas.microsoft.com/office/drawing/2014/main" id="{783AB8B1-F33F-6CCF-C23A-381030136ECA}"/>
              </a:ext>
            </a:extLst>
          </p:cNvPr>
          <p:cNvSpPr txBox="1">
            <a:spLocks/>
          </p:cNvSpPr>
          <p:nvPr/>
        </p:nvSpPr>
        <p:spPr>
          <a:xfrm>
            <a:off x="4628452" y="5234783"/>
            <a:ext cx="1005162" cy="173736"/>
          </a:xfrm>
          <a:prstGeom prst="rect">
            <a:avLst/>
          </a:prstGeom>
        </p:spPr>
        <p:txBody>
          <a:bodyPr vert="horz" wrap="square" lIns="0" tIns="0" rIns="91440" bIns="4572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900" b="1" dirty="0"/>
              <a:t>Trait Title</a:t>
            </a:r>
          </a:p>
        </p:txBody>
      </p:sp>
      <p:sp>
        <p:nvSpPr>
          <p:cNvPr id="66" name="Text Placeholder 24">
            <a:extLst>
              <a:ext uri="{FF2B5EF4-FFF2-40B4-BE49-F238E27FC236}">
                <a16:creationId xmlns:a16="http://schemas.microsoft.com/office/drawing/2014/main" id="{51B54982-D90C-5A07-A372-7F64A2CA17D0}"/>
              </a:ext>
            </a:extLst>
          </p:cNvPr>
          <p:cNvSpPr txBox="1">
            <a:spLocks/>
          </p:cNvSpPr>
          <p:nvPr/>
        </p:nvSpPr>
        <p:spPr>
          <a:xfrm>
            <a:off x="8469418" y="4088175"/>
            <a:ext cx="3345582" cy="246677"/>
          </a:xfrm>
          <a:prstGeom prst="rect">
            <a:avLst/>
          </a:prstGeom>
        </p:spPr>
        <p:txBody>
          <a:bodyPr vert="horz" wrap="square" lIns="0" tIns="0" rIns="91440" bIns="4572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1200" b="1" dirty="0">
                <a:solidFill>
                  <a:schemeClr val="accent2"/>
                </a:solidFill>
              </a:rPr>
              <a:t>Favorite Brands</a:t>
            </a:r>
          </a:p>
        </p:txBody>
      </p:sp>
      <p:sp>
        <p:nvSpPr>
          <p:cNvPr id="74" name="Text Placeholder 24">
            <a:extLst>
              <a:ext uri="{FF2B5EF4-FFF2-40B4-BE49-F238E27FC236}">
                <a16:creationId xmlns:a16="http://schemas.microsoft.com/office/drawing/2014/main" id="{3271AE36-2BF7-D833-4B1C-9B326ADC3208}"/>
              </a:ext>
            </a:extLst>
          </p:cNvPr>
          <p:cNvSpPr txBox="1">
            <a:spLocks/>
          </p:cNvSpPr>
          <p:nvPr/>
        </p:nvSpPr>
        <p:spPr>
          <a:xfrm>
            <a:off x="8469417" y="4467436"/>
            <a:ext cx="3193350" cy="991412"/>
          </a:xfrm>
          <a:prstGeom prst="rect">
            <a:avLst/>
          </a:prstGeom>
        </p:spPr>
        <p:txBody>
          <a:bodyPr vert="horz" wrap="square" lIns="0" tIns="0" rIns="91440" bIns="45720" numCol="2" spcCol="365760" rtlCol="0" anchor="t" anchorCtr="0">
            <a:no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900" b="1" dirty="0"/>
              <a:t>Brand 1</a:t>
            </a:r>
          </a:p>
          <a:p>
            <a:pPr>
              <a:lnSpc>
                <a:spcPct val="114000"/>
              </a:lnSpc>
            </a:pPr>
            <a:r>
              <a:rPr lang="en-US" sz="900" b="1" dirty="0"/>
              <a:t>Brand 2</a:t>
            </a:r>
          </a:p>
          <a:p>
            <a:pPr>
              <a:lnSpc>
                <a:spcPct val="114000"/>
              </a:lnSpc>
            </a:pPr>
            <a:r>
              <a:rPr lang="en-US" sz="900" b="1" dirty="0"/>
              <a:t>Brand 3</a:t>
            </a:r>
          </a:p>
          <a:p>
            <a:pPr>
              <a:lnSpc>
                <a:spcPct val="114000"/>
              </a:lnSpc>
            </a:pPr>
            <a:r>
              <a:rPr lang="en-US" sz="900" b="1" dirty="0"/>
              <a:t>Brand 4</a:t>
            </a:r>
          </a:p>
          <a:p>
            <a:pPr>
              <a:lnSpc>
                <a:spcPct val="114000"/>
              </a:lnSpc>
            </a:pPr>
            <a:r>
              <a:rPr lang="en-US" sz="900" b="1" dirty="0"/>
              <a:t>Brand 5</a:t>
            </a:r>
          </a:p>
          <a:p>
            <a:pPr>
              <a:lnSpc>
                <a:spcPct val="114000"/>
              </a:lnSpc>
            </a:pPr>
            <a:r>
              <a:rPr lang="en-US" sz="900" b="1" dirty="0"/>
              <a:t>Brand 6</a:t>
            </a:r>
          </a:p>
        </p:txBody>
      </p:sp>
    </p:spTree>
    <p:extLst>
      <p:ext uri="{BB962C8B-B14F-4D97-AF65-F5344CB8AC3E}">
        <p14:creationId xmlns:p14="http://schemas.microsoft.com/office/powerpoint/2010/main" val="2069931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767158-0D34-C5F8-410E-9432C92414BE}"/>
              </a:ext>
            </a:extLst>
          </p:cNvPr>
          <p:cNvSpPr>
            <a:spLocks noGrp="1"/>
          </p:cNvSpPr>
          <p:nvPr>
            <p:ph type="body" sz="quarter" idx="36"/>
          </p:nvPr>
        </p:nvSpPr>
        <p:spPr/>
        <p:txBody>
          <a:bodyPr/>
          <a:lstStyle/>
          <a:p>
            <a:endParaRPr lang="en-US"/>
          </a:p>
        </p:txBody>
      </p:sp>
      <p:sp>
        <p:nvSpPr>
          <p:cNvPr id="3" name="Footer Placeholder 2">
            <a:extLst>
              <a:ext uri="{FF2B5EF4-FFF2-40B4-BE49-F238E27FC236}">
                <a16:creationId xmlns:a16="http://schemas.microsoft.com/office/drawing/2014/main" id="{69BF6D6A-2026-1183-7A69-9C7BBC54D43C}"/>
              </a:ext>
            </a:extLst>
          </p:cNvPr>
          <p:cNvSpPr>
            <a:spLocks noGrp="1"/>
          </p:cNvSpPr>
          <p:nvPr>
            <p:ph type="ftr" sz="quarter" idx="11"/>
          </p:nvPr>
        </p:nvSpPr>
        <p:spPr/>
        <p:txBody>
          <a:bodyPr/>
          <a:lstStyle/>
          <a:p>
            <a:r>
              <a:rPr lang="en-US"/>
              <a:t>Add Metadata here in Slide Master &gt; Insert &gt; Slide Number</a:t>
            </a:r>
            <a:endParaRPr lang="en-US" dirty="0"/>
          </a:p>
        </p:txBody>
      </p:sp>
      <p:sp>
        <p:nvSpPr>
          <p:cNvPr id="4" name="Slide Number Placeholder 3">
            <a:extLst>
              <a:ext uri="{FF2B5EF4-FFF2-40B4-BE49-F238E27FC236}">
                <a16:creationId xmlns:a16="http://schemas.microsoft.com/office/drawing/2014/main" id="{515C2F42-0F33-DB98-954D-96EB133CE569}"/>
              </a:ext>
            </a:extLst>
          </p:cNvPr>
          <p:cNvSpPr>
            <a:spLocks noGrp="1"/>
          </p:cNvSpPr>
          <p:nvPr>
            <p:ph type="sldNum" sz="quarter" idx="12"/>
          </p:nvPr>
        </p:nvSpPr>
        <p:spPr/>
        <p:txBody>
          <a:bodyPr/>
          <a:lstStyle/>
          <a:p>
            <a:fld id="{1A187C66-C235-1C41-B065-EF4AE27E6170}" type="slidenum">
              <a:rPr lang="en-US" smtClean="0"/>
              <a:pPr/>
              <a:t>37</a:t>
            </a:fld>
            <a:endParaRPr lang="en-US" dirty="0"/>
          </a:p>
        </p:txBody>
      </p:sp>
      <p:sp>
        <p:nvSpPr>
          <p:cNvPr id="6" name="Text Placeholder 24">
            <a:extLst>
              <a:ext uri="{FF2B5EF4-FFF2-40B4-BE49-F238E27FC236}">
                <a16:creationId xmlns:a16="http://schemas.microsoft.com/office/drawing/2014/main" id="{B3F0AB75-781E-3FD9-825D-59F2349D68A6}"/>
              </a:ext>
            </a:extLst>
          </p:cNvPr>
          <p:cNvSpPr txBox="1">
            <a:spLocks/>
          </p:cNvSpPr>
          <p:nvPr/>
        </p:nvSpPr>
        <p:spPr>
          <a:xfrm>
            <a:off x="473798" y="2049408"/>
            <a:ext cx="4973701" cy="3261146"/>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endParaRPr lang="en-US" dirty="0">
              <a:latin typeface="DM Sans 14pt"/>
              <a:ea typeface="DM Sans 14pt"/>
              <a:cs typeface="DM Sans 14pt"/>
              <a:sym typeface="DM Sans"/>
            </a:endParaRPr>
          </a:p>
          <a:p>
            <a:pPr marL="285750" indent="-285750">
              <a:buFont typeface="Arial" panose="020B0604020202020204" pitchFamily="34" charset="0"/>
              <a:buChar char="•"/>
            </a:pPr>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endParaRPr lang="en-US" dirty="0"/>
          </a:p>
          <a:p>
            <a:pPr marL="285750" indent="-285750">
              <a:buFont typeface="Arial" panose="020B0604020202020204" pitchFamily="34" charset="0"/>
              <a:buChar char="•"/>
            </a:pPr>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endParaRPr lang="en-US" dirty="0"/>
          </a:p>
          <a:p>
            <a:pPr marL="285750" indent="-285750">
              <a:buFont typeface="Arial" panose="020B0604020202020204" pitchFamily="34" charset="0"/>
              <a:buChar char="•"/>
            </a:pPr>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endParaRPr lang="en-US" dirty="0"/>
          </a:p>
          <a:p>
            <a:pPr marL="285750" indent="-285750">
              <a:buFont typeface="Arial" panose="020B0604020202020204" pitchFamily="34" charset="0"/>
              <a:buChar char="•"/>
            </a:pPr>
            <a:endParaRPr lang="en-US" dirty="0"/>
          </a:p>
        </p:txBody>
      </p:sp>
      <p:sp>
        <p:nvSpPr>
          <p:cNvPr id="7" name="Text Placeholder 24">
            <a:extLst>
              <a:ext uri="{FF2B5EF4-FFF2-40B4-BE49-F238E27FC236}">
                <a16:creationId xmlns:a16="http://schemas.microsoft.com/office/drawing/2014/main" id="{BD695200-5459-3D2E-C6B9-42D800BCB2FA}"/>
              </a:ext>
            </a:extLst>
          </p:cNvPr>
          <p:cNvSpPr txBox="1">
            <a:spLocks/>
          </p:cNvSpPr>
          <p:nvPr/>
        </p:nvSpPr>
        <p:spPr>
          <a:xfrm>
            <a:off x="6744503" y="2049408"/>
            <a:ext cx="4973701" cy="3261146"/>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endParaRPr lang="en-US" dirty="0">
              <a:latin typeface="DM Sans 14pt"/>
              <a:ea typeface="DM Sans 14pt"/>
              <a:cs typeface="DM Sans 14pt"/>
              <a:sym typeface="DM Sans"/>
            </a:endParaRPr>
          </a:p>
          <a:p>
            <a:pPr marL="285750" indent="-285750">
              <a:buFont typeface="Arial" panose="020B0604020202020204" pitchFamily="34" charset="0"/>
              <a:buChar char="•"/>
            </a:pPr>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endParaRPr lang="en-US" dirty="0"/>
          </a:p>
          <a:p>
            <a:pPr marL="285750" indent="-285750">
              <a:buFont typeface="Arial" panose="020B0604020202020204" pitchFamily="34" charset="0"/>
              <a:buChar char="•"/>
            </a:pPr>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endParaRPr lang="en-US" dirty="0"/>
          </a:p>
          <a:p>
            <a:pPr marL="285750" indent="-285750">
              <a:buFont typeface="Arial" panose="020B0604020202020204" pitchFamily="34" charset="0"/>
              <a:buChar char="•"/>
            </a:pPr>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109418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E6CCF-6438-3465-C3C4-8D6F4BF21FC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DFDD253-3E65-8A78-BBA5-27A5E53B1295}"/>
              </a:ext>
            </a:extLst>
          </p:cNvPr>
          <p:cNvSpPr>
            <a:spLocks noGrp="1"/>
          </p:cNvSpPr>
          <p:nvPr>
            <p:ph type="ftr" sz="quarter" idx="11"/>
          </p:nvPr>
        </p:nvSpPr>
        <p:spPr/>
        <p:txBody>
          <a:bodyPr/>
          <a:lstStyle/>
          <a:p>
            <a:r>
              <a:rPr lang="en-US"/>
              <a:t>Add Metadata here in Slide Master &gt; Insert &gt; Slide Number</a:t>
            </a:r>
            <a:endParaRPr lang="en-US" dirty="0"/>
          </a:p>
        </p:txBody>
      </p:sp>
      <p:sp>
        <p:nvSpPr>
          <p:cNvPr id="4" name="Slide Number Placeholder 3">
            <a:extLst>
              <a:ext uri="{FF2B5EF4-FFF2-40B4-BE49-F238E27FC236}">
                <a16:creationId xmlns:a16="http://schemas.microsoft.com/office/drawing/2014/main" id="{9387C848-C68E-CAF5-048A-270CFECACA13}"/>
              </a:ext>
            </a:extLst>
          </p:cNvPr>
          <p:cNvSpPr>
            <a:spLocks noGrp="1"/>
          </p:cNvSpPr>
          <p:nvPr>
            <p:ph type="sldNum" sz="quarter" idx="12"/>
          </p:nvPr>
        </p:nvSpPr>
        <p:spPr/>
        <p:txBody>
          <a:bodyPr/>
          <a:lstStyle/>
          <a:p>
            <a:fld id="{1A187C66-C235-1C41-B065-EF4AE27E6170}" type="slidenum">
              <a:rPr lang="en-US" smtClean="0"/>
              <a:pPr/>
              <a:t>38</a:t>
            </a:fld>
            <a:endParaRPr lang="en-US" dirty="0"/>
          </a:p>
        </p:txBody>
      </p:sp>
      <p:sp>
        <p:nvSpPr>
          <p:cNvPr id="6" name="Title 5">
            <a:extLst>
              <a:ext uri="{FF2B5EF4-FFF2-40B4-BE49-F238E27FC236}">
                <a16:creationId xmlns:a16="http://schemas.microsoft.com/office/drawing/2014/main" id="{907EA571-EE8D-04A8-BBB0-1A1DA34420E1}"/>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5B3A6BAA-2D8E-7D60-2B38-09B1ABCCBA32}"/>
              </a:ext>
            </a:extLst>
          </p:cNvPr>
          <p:cNvSpPr>
            <a:spLocks noGrp="1"/>
          </p:cNvSpPr>
          <p:nvPr>
            <p:ph type="body" sz="quarter" idx="36"/>
          </p:nvPr>
        </p:nvSpPr>
        <p:spPr/>
        <p:txBody>
          <a:bodyPr/>
          <a:lstStyle/>
          <a:p>
            <a:endParaRPr lang="en-US"/>
          </a:p>
        </p:txBody>
      </p:sp>
      <p:sp>
        <p:nvSpPr>
          <p:cNvPr id="2" name="Text Placeholder 24">
            <a:extLst>
              <a:ext uri="{FF2B5EF4-FFF2-40B4-BE49-F238E27FC236}">
                <a16:creationId xmlns:a16="http://schemas.microsoft.com/office/drawing/2014/main" id="{D07EE093-54B8-02B9-71DB-B9BB4A86DE98}"/>
              </a:ext>
            </a:extLst>
          </p:cNvPr>
          <p:cNvSpPr txBox="1">
            <a:spLocks/>
          </p:cNvSpPr>
          <p:nvPr/>
        </p:nvSpPr>
        <p:spPr>
          <a:xfrm>
            <a:off x="473798" y="2218221"/>
            <a:ext cx="4973701" cy="3261146"/>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br>
              <a:rPr lang="en-US" dirty="0">
                <a:latin typeface="DM Sans 14pt"/>
                <a:ea typeface="DM Sans 14pt"/>
                <a:cs typeface="DM Sans 14pt"/>
                <a:sym typeface="DM Sans"/>
              </a:rPr>
            </a:br>
            <a:r>
              <a:rPr lang="en-US" dirty="0">
                <a:latin typeface="DM Sans 14pt"/>
                <a:ea typeface="DM Sans 14pt"/>
                <a:cs typeface="DM Sans 14pt"/>
                <a:sym typeface="DM Sans"/>
              </a:rPr>
              <a:t>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br>
              <a:rPr lang="en-US" dirty="0">
                <a:latin typeface="DM Sans 14pt"/>
                <a:ea typeface="DM Sans 14pt"/>
                <a:cs typeface="DM Sans 14pt"/>
                <a:sym typeface="DM Sans"/>
              </a:rPr>
            </a:br>
            <a:endParaRPr lang="en-US" dirty="0">
              <a:latin typeface="DM Sans 14pt"/>
              <a:ea typeface="DM Sans 14pt"/>
              <a:cs typeface="DM Sans 14pt"/>
              <a:sym typeface="DM Sans"/>
            </a:endParaRPr>
          </a:p>
          <a:p>
            <a:pPr marL="1028700" lvl="1"/>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r>
              <a:rPr lang="en-US" dirty="0">
                <a:latin typeface="DM Sans 14pt"/>
                <a:ea typeface="DM Sans 14pt"/>
                <a:cs typeface="DM Sans 14pt"/>
                <a:sym typeface="DM Sans"/>
              </a:rPr>
              <a:t> Lorem ipsum dolor sit </a:t>
            </a:r>
            <a:r>
              <a:rPr lang="en-US" dirty="0" err="1">
                <a:latin typeface="DM Sans 14pt"/>
                <a:ea typeface="DM Sans 14pt"/>
                <a:cs typeface="DM Sans 14pt"/>
                <a:sym typeface="DM Sans"/>
              </a:rPr>
              <a:t>amet</a:t>
            </a:r>
            <a:br>
              <a:rPr lang="en-US" dirty="0">
                <a:latin typeface="DM Sans 14pt"/>
                <a:ea typeface="DM Sans 14pt"/>
                <a:cs typeface="DM Sans 14pt"/>
                <a:sym typeface="DM Sans"/>
              </a:rPr>
            </a:br>
            <a:endParaRPr lang="en-US" dirty="0">
              <a:latin typeface="DM Sans 14pt"/>
              <a:ea typeface="DM Sans 14pt"/>
              <a:cs typeface="DM Sans 14pt"/>
              <a:sym typeface="DM Sans"/>
            </a:endParaRPr>
          </a:p>
          <a:p>
            <a:pPr marL="1028700" lvl="1"/>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r>
              <a:rPr lang="en-US" dirty="0">
                <a:latin typeface="DM Sans 14pt"/>
                <a:ea typeface="DM Sans 14pt"/>
                <a:cs typeface="DM Sans 14pt"/>
                <a:sym typeface="DM Sans"/>
              </a:rPr>
              <a:t> Lorem ipsum dolor sit </a:t>
            </a:r>
            <a:r>
              <a:rPr lang="en-US" dirty="0" err="1">
                <a:latin typeface="DM Sans 14pt"/>
                <a:ea typeface="DM Sans 14pt"/>
                <a:cs typeface="DM Sans 14pt"/>
                <a:sym typeface="DM Sans"/>
              </a:rPr>
              <a:t>amet</a:t>
            </a:r>
            <a:br>
              <a:rPr lang="en-US" dirty="0">
                <a:latin typeface="DM Sans 14pt"/>
                <a:ea typeface="DM Sans 14pt"/>
                <a:cs typeface="DM Sans 14pt"/>
                <a:sym typeface="DM Sans"/>
              </a:rPr>
            </a:br>
            <a:endParaRPr lang="en-US" dirty="0"/>
          </a:p>
          <a:p>
            <a:pPr marL="1028700" lvl="1"/>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r>
              <a:rPr lang="en-US" dirty="0">
                <a:latin typeface="DM Sans 14pt"/>
                <a:ea typeface="DM Sans 14pt"/>
                <a:cs typeface="DM Sans 14pt"/>
                <a:sym typeface="DM Sans"/>
              </a:rPr>
              <a:t> Lorem ipsum dolor sit </a:t>
            </a:r>
            <a:r>
              <a:rPr lang="en-US" dirty="0" err="1">
                <a:latin typeface="DM Sans 14pt"/>
                <a:ea typeface="DM Sans 14pt"/>
                <a:cs typeface="DM Sans 14pt"/>
                <a:sym typeface="DM Sans"/>
              </a:rPr>
              <a:t>amet</a:t>
            </a:r>
            <a:endParaRPr lang="en-US" dirty="0"/>
          </a:p>
          <a:p>
            <a:pPr marL="1028700" lvl="1"/>
            <a:endParaRPr lang="en-US" dirty="0"/>
          </a:p>
        </p:txBody>
      </p:sp>
      <p:sp>
        <p:nvSpPr>
          <p:cNvPr id="9" name="Text Placeholder 24">
            <a:extLst>
              <a:ext uri="{FF2B5EF4-FFF2-40B4-BE49-F238E27FC236}">
                <a16:creationId xmlns:a16="http://schemas.microsoft.com/office/drawing/2014/main" id="{67C8F2CE-F9B7-30ED-B8F3-019A5778D020}"/>
              </a:ext>
            </a:extLst>
          </p:cNvPr>
          <p:cNvSpPr txBox="1">
            <a:spLocks/>
          </p:cNvSpPr>
          <p:nvPr/>
        </p:nvSpPr>
        <p:spPr>
          <a:xfrm>
            <a:off x="6742406" y="2218221"/>
            <a:ext cx="4973701" cy="3261146"/>
          </a:xfrm>
          <a:prstGeom prst="rect">
            <a:avLst/>
          </a:prstGeom>
        </p:spPr>
        <p:txBody>
          <a:bodyPr vert="horz" lIns="0" tIns="0" rIns="91440" bIns="45720" rtlCol="0" anchor="t" anchorCtr="0">
            <a:normAutofit/>
          </a:bodyPr>
          <a:lst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br>
              <a:rPr lang="en-US" dirty="0">
                <a:latin typeface="DM Sans 14pt"/>
                <a:ea typeface="DM Sans 14pt"/>
                <a:cs typeface="DM Sans 14pt"/>
                <a:sym typeface="DM Sans"/>
              </a:rPr>
            </a:br>
            <a:r>
              <a:rPr lang="en-US" dirty="0">
                <a:latin typeface="DM Sans 14pt"/>
                <a:ea typeface="DM Sans 14pt"/>
                <a:cs typeface="DM Sans 14pt"/>
                <a:sym typeface="DM Sans"/>
              </a:rPr>
              <a:t>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br>
              <a:rPr lang="en-US" dirty="0">
                <a:latin typeface="DM Sans 14pt"/>
                <a:ea typeface="DM Sans 14pt"/>
                <a:cs typeface="DM Sans 14pt"/>
                <a:sym typeface="DM Sans"/>
              </a:rPr>
            </a:br>
            <a:endParaRPr lang="en-US" dirty="0">
              <a:latin typeface="DM Sans 14pt"/>
              <a:ea typeface="DM Sans 14pt"/>
              <a:cs typeface="DM Sans 14pt"/>
              <a:sym typeface="DM Sans"/>
            </a:endParaRPr>
          </a:p>
          <a:p>
            <a:pPr marL="1028700" lvl="1"/>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r>
              <a:rPr lang="en-US" dirty="0">
                <a:latin typeface="DM Sans 14pt"/>
                <a:ea typeface="DM Sans 14pt"/>
                <a:cs typeface="DM Sans 14pt"/>
                <a:sym typeface="DM Sans"/>
              </a:rPr>
              <a:t> Lorem ipsum dolor sit </a:t>
            </a:r>
            <a:r>
              <a:rPr lang="en-US" dirty="0" err="1">
                <a:latin typeface="DM Sans 14pt"/>
                <a:ea typeface="DM Sans 14pt"/>
                <a:cs typeface="DM Sans 14pt"/>
                <a:sym typeface="DM Sans"/>
              </a:rPr>
              <a:t>amet</a:t>
            </a:r>
            <a:br>
              <a:rPr lang="en-US" dirty="0">
                <a:latin typeface="DM Sans 14pt"/>
                <a:ea typeface="DM Sans 14pt"/>
                <a:cs typeface="DM Sans 14pt"/>
                <a:sym typeface="DM Sans"/>
              </a:rPr>
            </a:br>
            <a:endParaRPr lang="en-US" dirty="0">
              <a:latin typeface="DM Sans 14pt"/>
              <a:ea typeface="DM Sans 14pt"/>
              <a:cs typeface="DM Sans 14pt"/>
              <a:sym typeface="DM Sans"/>
            </a:endParaRPr>
          </a:p>
          <a:p>
            <a:pPr marL="1028700" lvl="1"/>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r>
              <a:rPr lang="en-US" dirty="0">
                <a:latin typeface="DM Sans 14pt"/>
                <a:ea typeface="DM Sans 14pt"/>
                <a:cs typeface="DM Sans 14pt"/>
                <a:sym typeface="DM Sans"/>
              </a:rPr>
              <a:t> Lorem ipsum dolor sit </a:t>
            </a:r>
            <a:r>
              <a:rPr lang="en-US" dirty="0" err="1">
                <a:latin typeface="DM Sans 14pt"/>
                <a:ea typeface="DM Sans 14pt"/>
                <a:cs typeface="DM Sans 14pt"/>
                <a:sym typeface="DM Sans"/>
              </a:rPr>
              <a:t>amet</a:t>
            </a:r>
            <a:br>
              <a:rPr lang="en-US" dirty="0">
                <a:latin typeface="DM Sans 14pt"/>
                <a:ea typeface="DM Sans 14pt"/>
                <a:cs typeface="DM Sans 14pt"/>
                <a:sym typeface="DM Sans"/>
              </a:rPr>
            </a:br>
            <a:endParaRPr lang="en-US" dirty="0"/>
          </a:p>
          <a:p>
            <a:pPr marL="1028700" lvl="1"/>
            <a:r>
              <a:rPr lang="en-US" dirty="0">
                <a:latin typeface="DM Sans 14pt"/>
                <a:ea typeface="DM Sans 14pt"/>
                <a:cs typeface="DM Sans 14pt"/>
                <a:sym typeface="DM Sans"/>
              </a:rPr>
              <a:t>Lorem ipsum dolor sit </a:t>
            </a:r>
            <a:r>
              <a:rPr lang="en-US" dirty="0" err="1">
                <a:latin typeface="DM Sans 14pt"/>
                <a:ea typeface="DM Sans 14pt"/>
                <a:cs typeface="DM Sans 14pt"/>
                <a:sym typeface="DM Sans"/>
              </a:rPr>
              <a:t>amet</a:t>
            </a:r>
            <a:r>
              <a:rPr lang="en-US" dirty="0">
                <a:latin typeface="DM Sans 14pt"/>
                <a:ea typeface="DM Sans 14pt"/>
                <a:cs typeface="DM Sans 14pt"/>
                <a:sym typeface="DM Sans"/>
              </a:rPr>
              <a:t>, </a:t>
            </a:r>
            <a:r>
              <a:rPr lang="en-US" dirty="0" err="1">
                <a:latin typeface="DM Sans 14pt"/>
                <a:ea typeface="DM Sans 14pt"/>
                <a:cs typeface="DM Sans 14pt"/>
                <a:sym typeface="DM Sans"/>
              </a:rPr>
              <a:t>consectetur</a:t>
            </a:r>
            <a:r>
              <a:rPr lang="en-US" dirty="0">
                <a:latin typeface="DM Sans 14pt"/>
                <a:ea typeface="DM Sans 14pt"/>
                <a:cs typeface="DM Sans 14pt"/>
                <a:sym typeface="DM Sans"/>
              </a:rPr>
              <a:t> </a:t>
            </a:r>
            <a:r>
              <a:rPr lang="en-US" dirty="0" err="1">
                <a:latin typeface="DM Sans 14pt"/>
                <a:ea typeface="DM Sans 14pt"/>
                <a:cs typeface="DM Sans 14pt"/>
                <a:sym typeface="DM Sans"/>
              </a:rPr>
              <a:t>adipiscing</a:t>
            </a:r>
            <a:r>
              <a:rPr lang="en-US" dirty="0">
                <a:latin typeface="DM Sans 14pt"/>
                <a:ea typeface="DM Sans 14pt"/>
                <a:cs typeface="DM Sans 14pt"/>
                <a:sym typeface="DM Sans"/>
              </a:rPr>
              <a:t> </a:t>
            </a:r>
            <a:r>
              <a:rPr lang="en-US" dirty="0" err="1">
                <a:latin typeface="DM Sans 14pt"/>
                <a:ea typeface="DM Sans 14pt"/>
                <a:cs typeface="DM Sans 14pt"/>
                <a:sym typeface="DM Sans"/>
              </a:rPr>
              <a:t>elit</a:t>
            </a:r>
            <a:r>
              <a:rPr lang="en-US" dirty="0">
                <a:latin typeface="DM Sans 14pt"/>
                <a:ea typeface="DM Sans 14pt"/>
                <a:cs typeface="DM Sans 14pt"/>
                <a:sym typeface="DM Sans"/>
              </a:rPr>
              <a:t> Lorem ipsum dolor sit </a:t>
            </a:r>
            <a:r>
              <a:rPr lang="en-US" dirty="0" err="1">
                <a:latin typeface="DM Sans 14pt"/>
                <a:ea typeface="DM Sans 14pt"/>
                <a:cs typeface="DM Sans 14pt"/>
                <a:sym typeface="DM Sans"/>
              </a:rPr>
              <a:t>amet</a:t>
            </a:r>
            <a:endParaRPr lang="en-US" dirty="0"/>
          </a:p>
          <a:p>
            <a:pPr marL="1028700" lvl="1"/>
            <a:endParaRPr lang="en-US" dirty="0"/>
          </a:p>
        </p:txBody>
      </p:sp>
    </p:spTree>
    <p:extLst>
      <p:ext uri="{BB962C8B-B14F-4D97-AF65-F5344CB8AC3E}">
        <p14:creationId xmlns:p14="http://schemas.microsoft.com/office/powerpoint/2010/main" val="4674966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E861471-ADD5-5F3B-2EFB-9A3BCC8CFD55}"/>
              </a:ext>
            </a:extLst>
          </p:cNvPr>
          <p:cNvSpPr>
            <a:spLocks noGrp="1"/>
          </p:cNvSpPr>
          <p:nvPr>
            <p:ph type="ftr" sz="quarter" idx="11"/>
          </p:nvPr>
        </p:nvSpPr>
        <p:spPr/>
        <p:txBody>
          <a:bodyPr/>
          <a:lstStyle/>
          <a:p>
            <a:r>
              <a:rPr lang="en-US"/>
              <a:t>Add Metadata here in Slide Master &gt; Insert &gt; Slide Number</a:t>
            </a:r>
            <a:endParaRPr lang="en-US" dirty="0"/>
          </a:p>
        </p:txBody>
      </p:sp>
      <p:sp>
        <p:nvSpPr>
          <p:cNvPr id="4" name="Slide Number Placeholder 3">
            <a:extLst>
              <a:ext uri="{FF2B5EF4-FFF2-40B4-BE49-F238E27FC236}">
                <a16:creationId xmlns:a16="http://schemas.microsoft.com/office/drawing/2014/main" id="{2138669A-F07F-DE86-97B3-A4D8BDEE1C73}"/>
              </a:ext>
            </a:extLst>
          </p:cNvPr>
          <p:cNvSpPr>
            <a:spLocks noGrp="1"/>
          </p:cNvSpPr>
          <p:nvPr>
            <p:ph type="sldNum" sz="quarter" idx="12"/>
          </p:nvPr>
        </p:nvSpPr>
        <p:spPr/>
        <p:txBody>
          <a:bodyPr/>
          <a:lstStyle/>
          <a:p>
            <a:fld id="{1A187C66-C235-1C41-B065-EF4AE27E6170}" type="slidenum">
              <a:rPr lang="en-US" smtClean="0"/>
              <a:pPr/>
              <a:t>39</a:t>
            </a:fld>
            <a:endParaRPr lang="en-US" dirty="0"/>
          </a:p>
        </p:txBody>
      </p:sp>
      <p:sp>
        <p:nvSpPr>
          <p:cNvPr id="5" name="Text Placeholder 4">
            <a:extLst>
              <a:ext uri="{FF2B5EF4-FFF2-40B4-BE49-F238E27FC236}">
                <a16:creationId xmlns:a16="http://schemas.microsoft.com/office/drawing/2014/main" id="{4F82034B-FA4D-A581-71A0-A98A21A3A094}"/>
              </a:ext>
            </a:extLst>
          </p:cNvPr>
          <p:cNvSpPr>
            <a:spLocks noGrp="1"/>
          </p:cNvSpPr>
          <p:nvPr>
            <p:ph type="body" sz="quarter" idx="36"/>
          </p:nvPr>
        </p:nvSpPr>
        <p:spPr/>
        <p:txBody>
          <a:bodyPr/>
          <a:lstStyle/>
          <a:p>
            <a:endParaRPr lang="en-US"/>
          </a:p>
        </p:txBody>
      </p:sp>
      <p:sp>
        <p:nvSpPr>
          <p:cNvPr id="2" name="TextBox 1">
            <a:extLst>
              <a:ext uri="{FF2B5EF4-FFF2-40B4-BE49-F238E27FC236}">
                <a16:creationId xmlns:a16="http://schemas.microsoft.com/office/drawing/2014/main" id="{C1F4D5A8-20AF-120C-C267-7DE184F30959}"/>
              </a:ext>
            </a:extLst>
          </p:cNvPr>
          <p:cNvSpPr txBox="1"/>
          <p:nvPr/>
        </p:nvSpPr>
        <p:spPr>
          <a:xfrm>
            <a:off x="471955" y="1204332"/>
            <a:ext cx="8660894" cy="307777"/>
          </a:xfrm>
          <a:prstGeom prst="rect">
            <a:avLst/>
          </a:prstGeom>
          <a:noFill/>
        </p:spPr>
        <p:txBody>
          <a:bodyPr wrap="square" lIns="0" tIns="0" rIns="0" bIns="0" rtlCol="0">
            <a:spAutoFit/>
          </a:bodyPr>
          <a:lstStyle/>
          <a:p>
            <a:pPr>
              <a:spcAft>
                <a:spcPts val="600"/>
              </a:spcAft>
            </a:pPr>
            <a:r>
              <a:rPr lang="en-US" sz="2000" dirty="0">
                <a:latin typeface="DM Sans 14pt" pitchFamily="2" charset="77"/>
              </a:rPr>
              <a:t>Insert text here</a:t>
            </a:r>
          </a:p>
        </p:txBody>
      </p:sp>
    </p:spTree>
    <p:extLst>
      <p:ext uri="{BB962C8B-B14F-4D97-AF65-F5344CB8AC3E}">
        <p14:creationId xmlns:p14="http://schemas.microsoft.com/office/powerpoint/2010/main" val="41745395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386F43-2638-B684-4D9B-98BBDC4631B0}"/>
              </a:ext>
            </a:extLst>
          </p:cNvPr>
          <p:cNvSpPr>
            <a:spLocks noGrp="1"/>
          </p:cNvSpPr>
          <p:nvPr>
            <p:ph type="body" sz="quarter" idx="36"/>
          </p:nvPr>
        </p:nvSpPr>
        <p:spPr/>
        <p:txBody>
          <a:bodyPr/>
          <a:lstStyle/>
          <a:p>
            <a:endParaRPr lang="en-US"/>
          </a:p>
        </p:txBody>
      </p:sp>
      <p:sp>
        <p:nvSpPr>
          <p:cNvPr id="3" name="Text Placeholder 2">
            <a:extLst>
              <a:ext uri="{FF2B5EF4-FFF2-40B4-BE49-F238E27FC236}">
                <a16:creationId xmlns:a16="http://schemas.microsoft.com/office/drawing/2014/main" id="{ECCE7BAF-F1DE-6DD0-B5D9-E338332D159B}"/>
              </a:ext>
            </a:extLst>
          </p:cNvPr>
          <p:cNvSpPr>
            <a:spLocks noGrp="1"/>
          </p:cNvSpPr>
          <p:nvPr>
            <p:ph type="body" sz="quarter" idx="37"/>
          </p:nvPr>
        </p:nvSpPr>
        <p:spPr/>
        <p:txBody>
          <a:bodyPr/>
          <a:lstStyle/>
          <a:p>
            <a:endParaRPr lang="en-US"/>
          </a:p>
        </p:txBody>
      </p:sp>
      <p:sp>
        <p:nvSpPr>
          <p:cNvPr id="4" name="Footer Placeholder 3">
            <a:extLst>
              <a:ext uri="{FF2B5EF4-FFF2-40B4-BE49-F238E27FC236}">
                <a16:creationId xmlns:a16="http://schemas.microsoft.com/office/drawing/2014/main" id="{77A20EDE-DD8A-AF3B-50D1-4E08CDB9D6DB}"/>
              </a:ext>
            </a:extLst>
          </p:cNvPr>
          <p:cNvSpPr>
            <a:spLocks noGrp="1"/>
          </p:cNvSpPr>
          <p:nvPr>
            <p:ph type="ftr" sz="quarter" idx="11"/>
          </p:nvPr>
        </p:nvSpPr>
        <p:spPr/>
        <p:txBody>
          <a:bodyPr/>
          <a:lstStyle/>
          <a:p>
            <a:r>
              <a:rPr lang="en-US"/>
              <a:t>Add Metadata here in Slide Master &gt; Insert &gt; Slide Number</a:t>
            </a:r>
            <a:endParaRPr lang="en-US" dirty="0"/>
          </a:p>
        </p:txBody>
      </p:sp>
      <p:sp>
        <p:nvSpPr>
          <p:cNvPr id="5" name="Slide Number Placeholder 4">
            <a:extLst>
              <a:ext uri="{FF2B5EF4-FFF2-40B4-BE49-F238E27FC236}">
                <a16:creationId xmlns:a16="http://schemas.microsoft.com/office/drawing/2014/main" id="{F9CA4EB0-E492-9D9B-C818-30D593CB27A0}"/>
              </a:ext>
            </a:extLst>
          </p:cNvPr>
          <p:cNvSpPr>
            <a:spLocks noGrp="1"/>
          </p:cNvSpPr>
          <p:nvPr>
            <p:ph type="sldNum" sz="quarter" idx="12"/>
          </p:nvPr>
        </p:nvSpPr>
        <p:spPr/>
        <p:txBody>
          <a:bodyPr/>
          <a:lstStyle/>
          <a:p>
            <a:fld id="{1A187C66-C235-1C41-B065-EF4AE27E6170}" type="slidenum">
              <a:rPr lang="en-US" smtClean="0"/>
              <a:pPr/>
              <a:t>40</a:t>
            </a:fld>
            <a:endParaRPr lang="en-US" dirty="0"/>
          </a:p>
        </p:txBody>
      </p:sp>
      <p:sp>
        <p:nvSpPr>
          <p:cNvPr id="6" name="Text Placeholder 5">
            <a:extLst>
              <a:ext uri="{FF2B5EF4-FFF2-40B4-BE49-F238E27FC236}">
                <a16:creationId xmlns:a16="http://schemas.microsoft.com/office/drawing/2014/main" id="{2E600D7F-1D7C-5CBA-EF16-7A93DCC8BA47}"/>
              </a:ext>
            </a:extLst>
          </p:cNvPr>
          <p:cNvSpPr>
            <a:spLocks noGrp="1"/>
          </p:cNvSpPr>
          <p:nvPr>
            <p:ph type="body" sz="quarter" idx="16"/>
          </p:nvPr>
        </p:nvSpPr>
        <p:spPr>
          <a:xfrm>
            <a:off x="5029201" y="969099"/>
            <a:ext cx="6704076" cy="767645"/>
          </a:xfrm>
        </p:spPr>
        <p:txBody>
          <a:bodyPr/>
          <a:lstStyle/>
          <a:p>
            <a:endParaRPr lang="en-US" dirty="0"/>
          </a:p>
        </p:txBody>
      </p:sp>
      <p:sp>
        <p:nvSpPr>
          <p:cNvPr id="8" name="Footer Placeholder 3">
            <a:extLst>
              <a:ext uri="{FF2B5EF4-FFF2-40B4-BE49-F238E27FC236}">
                <a16:creationId xmlns:a16="http://schemas.microsoft.com/office/drawing/2014/main" id="{7C86357A-1E21-E7B1-6F16-4DC1BAA7D06C}"/>
              </a:ext>
            </a:extLst>
          </p:cNvPr>
          <p:cNvSpPr txBox="1">
            <a:spLocks/>
          </p:cNvSpPr>
          <p:nvPr/>
        </p:nvSpPr>
        <p:spPr>
          <a:xfrm>
            <a:off x="471955" y="5531140"/>
            <a:ext cx="4114800" cy="200055"/>
          </a:xfrm>
          <a:prstGeom prst="rect">
            <a:avLst/>
          </a:prstGeom>
        </p:spPr>
        <p:txBody>
          <a:bodyPr vert="horz" lIns="0" tIns="0" rIns="91440" bIns="45720" rtlCol="0" anchor="t" anchorCtr="0">
            <a:spAutoFit/>
          </a:bodyPr>
          <a:lstStyle>
            <a:defPPr>
              <a:defRPr lang="en-US"/>
            </a:defPPr>
            <a:lvl1pPr marL="0" algn="l" defTabSz="914400" rtl="0" eaLnBrk="1" latinLnBrk="0" hangingPunct="1">
              <a:defRPr sz="1000" b="0" i="0" kern="1200">
                <a:solidFill>
                  <a:schemeClr val="tx2"/>
                </a:solidFill>
                <a:latin typeface="DM Sans 14p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Select to add text for Source: </a:t>
            </a:r>
          </a:p>
        </p:txBody>
      </p:sp>
    </p:spTree>
    <p:extLst>
      <p:ext uri="{BB962C8B-B14F-4D97-AF65-F5344CB8AC3E}">
        <p14:creationId xmlns:p14="http://schemas.microsoft.com/office/powerpoint/2010/main" val="32508147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54DF7D-FAA4-458A-8408-71AB1897D866}"/>
              </a:ext>
            </a:extLst>
          </p:cNvPr>
          <p:cNvSpPr>
            <a:spLocks noGrp="1"/>
          </p:cNvSpPr>
          <p:nvPr>
            <p:ph type="body" sz="quarter" idx="36"/>
          </p:nvPr>
        </p:nvSpPr>
        <p:spPr/>
        <p:txBody>
          <a:bodyPr/>
          <a:lstStyle/>
          <a:p>
            <a:endParaRPr lang="en-US" dirty="0"/>
          </a:p>
        </p:txBody>
      </p:sp>
      <p:sp>
        <p:nvSpPr>
          <p:cNvPr id="3" name="Footer Placeholder 2">
            <a:extLst>
              <a:ext uri="{FF2B5EF4-FFF2-40B4-BE49-F238E27FC236}">
                <a16:creationId xmlns:a16="http://schemas.microsoft.com/office/drawing/2014/main" id="{2599191E-241D-4977-4BC6-C0E09D2961E7}"/>
              </a:ext>
            </a:extLst>
          </p:cNvPr>
          <p:cNvSpPr>
            <a:spLocks noGrp="1"/>
          </p:cNvSpPr>
          <p:nvPr>
            <p:ph type="ftr" sz="quarter" idx="11"/>
          </p:nvPr>
        </p:nvSpPr>
        <p:spPr/>
        <p:txBody>
          <a:bodyPr/>
          <a:lstStyle/>
          <a:p>
            <a:r>
              <a:rPr lang="en-US"/>
              <a:t>Add Metadata here in Slide Master &gt; Insert &gt; Slide Number</a:t>
            </a:r>
            <a:endParaRPr lang="en-US" dirty="0"/>
          </a:p>
        </p:txBody>
      </p:sp>
      <p:sp>
        <p:nvSpPr>
          <p:cNvPr id="4" name="Slide Number Placeholder 3">
            <a:extLst>
              <a:ext uri="{FF2B5EF4-FFF2-40B4-BE49-F238E27FC236}">
                <a16:creationId xmlns:a16="http://schemas.microsoft.com/office/drawing/2014/main" id="{555ADB2D-701C-5F56-44FB-275796AAA0E7}"/>
              </a:ext>
            </a:extLst>
          </p:cNvPr>
          <p:cNvSpPr>
            <a:spLocks noGrp="1"/>
          </p:cNvSpPr>
          <p:nvPr>
            <p:ph type="sldNum" sz="quarter" idx="12"/>
          </p:nvPr>
        </p:nvSpPr>
        <p:spPr/>
        <p:txBody>
          <a:bodyPr/>
          <a:lstStyle/>
          <a:p>
            <a:fld id="{1A187C66-C235-1C41-B065-EF4AE27E6170}" type="slidenum">
              <a:rPr lang="en-US" smtClean="0"/>
              <a:pPr/>
              <a:t>41</a:t>
            </a:fld>
            <a:endParaRPr lang="en-US" dirty="0"/>
          </a:p>
        </p:txBody>
      </p:sp>
      <p:sp>
        <p:nvSpPr>
          <p:cNvPr id="5" name="Text Placeholder 4">
            <a:extLst>
              <a:ext uri="{FF2B5EF4-FFF2-40B4-BE49-F238E27FC236}">
                <a16:creationId xmlns:a16="http://schemas.microsoft.com/office/drawing/2014/main" id="{71F0CF34-ADF9-B4B5-B5E0-74AE6E53887B}"/>
              </a:ext>
            </a:extLst>
          </p:cNvPr>
          <p:cNvSpPr>
            <a:spLocks noGrp="1"/>
          </p:cNvSpPr>
          <p:nvPr>
            <p:ph type="body" sz="quarter" idx="16"/>
          </p:nvPr>
        </p:nvSpPr>
        <p:spPr/>
        <p:txBody>
          <a:bodyPr/>
          <a:lstStyle/>
          <a:p>
            <a:endParaRPr lang="en-US" dirty="0"/>
          </a:p>
        </p:txBody>
      </p:sp>
      <p:sp>
        <p:nvSpPr>
          <p:cNvPr id="6" name="Footer Placeholder 3">
            <a:extLst>
              <a:ext uri="{FF2B5EF4-FFF2-40B4-BE49-F238E27FC236}">
                <a16:creationId xmlns:a16="http://schemas.microsoft.com/office/drawing/2014/main" id="{9EC82006-BDB9-107F-8A08-F5B3D7BDE12A}"/>
              </a:ext>
            </a:extLst>
          </p:cNvPr>
          <p:cNvSpPr txBox="1">
            <a:spLocks/>
          </p:cNvSpPr>
          <p:nvPr/>
        </p:nvSpPr>
        <p:spPr>
          <a:xfrm>
            <a:off x="471955" y="5531140"/>
            <a:ext cx="4114800" cy="200055"/>
          </a:xfrm>
          <a:prstGeom prst="rect">
            <a:avLst/>
          </a:prstGeom>
        </p:spPr>
        <p:txBody>
          <a:bodyPr vert="horz" lIns="0" tIns="0" rIns="91440" bIns="45720" rtlCol="0" anchor="t" anchorCtr="0">
            <a:spAutoFit/>
          </a:bodyPr>
          <a:lstStyle>
            <a:defPPr>
              <a:defRPr lang="en-US"/>
            </a:defPPr>
            <a:lvl1pPr marL="0" algn="l" defTabSz="914400" rtl="0" eaLnBrk="1" latinLnBrk="0" hangingPunct="1">
              <a:defRPr sz="1000" b="0" i="0" kern="1200">
                <a:solidFill>
                  <a:schemeClr val="tx2"/>
                </a:solidFill>
                <a:latin typeface="DM Sans 14p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Select to add text for Source: </a:t>
            </a:r>
          </a:p>
        </p:txBody>
      </p:sp>
    </p:spTree>
    <p:extLst>
      <p:ext uri="{BB962C8B-B14F-4D97-AF65-F5344CB8AC3E}">
        <p14:creationId xmlns:p14="http://schemas.microsoft.com/office/powerpoint/2010/main" val="31857479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D4715-48DF-87B4-4C1D-40645DE36BC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A798CDE-BEE5-9738-3900-1D7C7DD977AC}"/>
              </a:ext>
            </a:extLst>
          </p:cNvPr>
          <p:cNvSpPr>
            <a:spLocks noGrp="1"/>
          </p:cNvSpPr>
          <p:nvPr>
            <p:ph type="ftr" sz="quarter" idx="11"/>
          </p:nvPr>
        </p:nvSpPr>
        <p:spPr/>
        <p:txBody>
          <a:bodyPr/>
          <a:lstStyle/>
          <a:p>
            <a:r>
              <a:rPr lang="en-US" dirty="0"/>
              <a:t>Add Metadata here in Slide Master &gt; Insert &gt; Slide Number</a:t>
            </a:r>
          </a:p>
        </p:txBody>
      </p:sp>
      <p:sp>
        <p:nvSpPr>
          <p:cNvPr id="4" name="Slide Number Placeholder 3">
            <a:extLst>
              <a:ext uri="{FF2B5EF4-FFF2-40B4-BE49-F238E27FC236}">
                <a16:creationId xmlns:a16="http://schemas.microsoft.com/office/drawing/2014/main" id="{22A063CF-165E-7032-8A33-04153C6AF4ED}"/>
              </a:ext>
            </a:extLst>
          </p:cNvPr>
          <p:cNvSpPr>
            <a:spLocks noGrp="1" noRot="1" noMove="1" noResize="1" noEditPoints="1" noAdjustHandles="1" noChangeArrowheads="1" noChangeShapeType="1"/>
          </p:cNvSpPr>
          <p:nvPr>
            <p:ph type="sldNum" sz="quarter" idx="12"/>
          </p:nvPr>
        </p:nvSpPr>
        <p:spPr/>
        <p:txBody>
          <a:bodyPr/>
          <a:lstStyle/>
          <a:p>
            <a:fld id="{1A187C66-C235-1C41-B065-EF4AE27E6170}" type="slidenum">
              <a:rPr lang="en-US" smtClean="0"/>
              <a:pPr/>
              <a:t>42</a:t>
            </a:fld>
            <a:endParaRPr lang="en-US" sz="1000" dirty="0"/>
          </a:p>
        </p:txBody>
      </p:sp>
    </p:spTree>
    <p:extLst>
      <p:ext uri="{BB962C8B-B14F-4D97-AF65-F5344CB8AC3E}">
        <p14:creationId xmlns:p14="http://schemas.microsoft.com/office/powerpoint/2010/main" val="331287019"/>
      </p:ext>
    </p:extLst>
  </p:cSld>
  <p:clrMapOvr>
    <a:masterClrMapping/>
  </p:clrMapOvr>
</p:sld>
</file>

<file path=ppt/theme/theme1.xml><?xml version="1.0" encoding="utf-8"?>
<a:theme xmlns:a="http://schemas.openxmlformats.org/drawingml/2006/main" name="Office Theme">
  <a:themeElements>
    <a:clrScheme name="WTA Colors">
      <a:dk1>
        <a:srgbClr val="333333"/>
      </a:dk1>
      <a:lt1>
        <a:srgbClr val="F1F1F1"/>
      </a:lt1>
      <a:dk2>
        <a:srgbClr val="122A4E"/>
      </a:dk2>
      <a:lt2>
        <a:srgbClr val="FFFFFF"/>
      </a:lt2>
      <a:accent1>
        <a:srgbClr val="122A4E"/>
      </a:accent1>
      <a:accent2>
        <a:srgbClr val="00509A"/>
      </a:accent2>
      <a:accent3>
        <a:srgbClr val="FF3333"/>
      </a:accent3>
      <a:accent4>
        <a:srgbClr val="FF6633"/>
      </a:accent4>
      <a:accent5>
        <a:srgbClr val="66CCCC"/>
      </a:accent5>
      <a:accent6>
        <a:srgbClr val="FDB924"/>
      </a:accent6>
      <a:hlink>
        <a:srgbClr val="00A3DA"/>
      </a:hlink>
      <a:folHlink>
        <a:srgbClr val="FF333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spcAft>
            <a:spcPts val="600"/>
          </a:spcAft>
          <a:defRPr sz="2000" dirty="0" smtClean="0">
            <a:latin typeface="DM Sans 14pt" pitchFamily="2" charset="77"/>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2782</TotalTime>
  <Words>1360</Words>
  <Application>Microsoft Macintosh PowerPoint</Application>
  <PresentationFormat>Widescreen</PresentationFormat>
  <Paragraphs>256</Paragraphs>
  <Slides>42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DM Sans 14pt SemiBold</vt:lpstr>
      <vt:lpstr>DM Sans 14pt</vt:lpstr>
      <vt:lpstr>Arial</vt:lpstr>
      <vt:lpstr>DM Sans 14pt ExtraLight</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Dusty Sumner</dc:creator>
  <cp:lastModifiedBy>Kelli Oestreich</cp:lastModifiedBy>
  <cp:revision>37</cp:revision>
  <dcterms:created xsi:type="dcterms:W3CDTF">2026-01-01T19:54:48Z</dcterms:created>
  <dcterms:modified xsi:type="dcterms:W3CDTF">2026-03-12T15:55:05Z</dcterms:modified>
</cp:coreProperties>
</file>
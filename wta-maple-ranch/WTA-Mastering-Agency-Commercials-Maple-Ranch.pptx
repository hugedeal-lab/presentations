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4"/>
  </p:notesMasterIdLst>
  <p:sldIdLst>
    <p:sldId id="256" r:id="rId21"/>
    <p:sldId id="257" r:id="rId22"/>
    <p:sldId id="258" r:id="rId23"/>
    <p:sldId id="259" r:id="rId24"/>
    <p:sldId id="260" r:id="rId25"/>
    <p:sldId id="261" r:id="rId26"/>
    <p:sldId id="262" r:id="rId27"/>
    <p:sldId id="263" r:id="rId28"/>
    <p:sldId id="264" r:id="rId29"/>
    <p:sldId id="265" r:id="rId30"/>
    <p:sldId id="266" r:id="rId31"/>
    <p:sldId id="267" r:id="rId32"/>
    <p:sldId id="268" r:id="rId33"/>
    <p:sldId id="269" r:id="rId34"/>
    <p:sldId id="270" r:id="rId35"/>
    <p:sldId id="271" r:id="rId36"/>
    <p:sldId id="272" r:id="rId37"/>
    <p:sldId id="273" r:id="rId38"/>
    <p:sldId id="274" r:id="rId39"/>
    <p:sldId id="275" r:id="rId40"/>
    <p:sldId id="276" r:id="rId41"/>
    <p:sldId id="277" r:id="rId42"/>
  </p:sldIdLst>
  <p:sldSz cx="12192000" cy="6858000"/>
  <p:notesSz cx="6858000" cy="9144000"/>
  <p:embeddedFontLst>
    <p:embeddedFont>
      <p:font typeface="DM Sans 14pt" pitchFamily="2" charset="77"/>
      <p:regular r:id="rId45"/>
      <p:bold r:id="rId46"/>
      <p:italic r:id="rId47"/>
      <p:boldItalic r:id="rId48"/>
    </p:embeddedFont>
    <p:embeddedFont>
      <p:font typeface="DM Sans 14pt ExtraLight" pitchFamily="2" charset="77"/>
      <p:regular r:id="rId49"/>
      <p:bold r:id="rId50"/>
      <p:italic r:id="rId51"/>
      <p:boldItalic r:id="rId52"/>
    </p:embeddedFont>
    <p:embeddedFont>
      <p:font typeface="DM Sans 14pt SemiBold" pitchFamily="2" charset="77"/>
      <p:regular r:id="rId53"/>
      <p:bold r:id="rId54"/>
      <p:italic r:id="rId55"/>
      <p:boldItalic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 Finance 101" id="{5F097974-76C4-4F64-8E56-F92B67E3DE8E}">
          <p14:sldIdLst>
            <p14:sldId id="256"/>
            <p14:sldId id="257"/>
            <p14:sldId id="258"/>
            <p14:sldId id="259"/>
            <p14:sldId id="260"/>
            <p14:sldId id="261"/>
            <p14:sldId id="262"/>
          </p14:sldIdLst>
        </p14:section>
        <p14:section name="Part 2 – WTA in Action" id="{AA2B5635-A189-4B79-88EF-B2486350AD05}">
          <p14:sldIdLst>
            <p14:sldId id="263"/>
            <p14:sldId id="264"/>
            <p14:sldId id="265"/>
            <p14:sldId id="266"/>
            <p14:sldId id="267"/>
          </p14:sldIdLst>
        </p14:section>
        <p14:section name="Part 3 – Commercial Model Intro" id="{E1989A25-8520-4548-8E4C-E5FAB5B40F08}">
          <p14:sldIdLst>
            <p14:sldId id="268"/>
            <p14:sldId id="269"/>
            <p14:sldId id="270"/>
            <p14:sldId id="271"/>
            <p14:sldId id="272"/>
            <p14:sldId id="273"/>
            <p14:sldId id="274"/>
          </p14:sldIdLst>
        </p14:section>
        <p14:section name="Wrap-up &amp; Q&amp;A" id="{C3002B92-BE41-4C8F-BBE2-F53F0E6D23AA}">
          <p14:sldIdLst>
            <p14:sldId id="275"/>
            <p14:sldId id="276"/>
          </p14:sldIdLst>
        </p14:section>
        <p14:section name="Appendix" id="{FCB45988-874D-4B46-9F74-E675B81B4D26}">
          <p14:sldIdLst>
            <p14:sldId id="27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2D55B8A-9775-9915-1964-B7C74E4B60E3}" name="Jamal Gamby" initials="JG" userId="S::jgamby@wtads.com::5844a654-2af3-43f6-8f21-56b20bc5146d" providerId="AD"/>
  <p188:author id="{2831CAC7-FB86-12C4-C206-7797C3572331}" name="Dusty Sumner" initials="DS" userId="11d97796253fa49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33B2F"/>
    <a:srgbClr val="D45B2F"/>
    <a:srgbClr val="15223D"/>
    <a:srgbClr val="193F7F"/>
    <a:srgbClr val="FBFBFB"/>
    <a:srgbClr val="183968"/>
    <a:srgbClr val="102B52"/>
    <a:srgbClr val="0F2647"/>
    <a:srgbClr val="0F2B47"/>
    <a:srgbClr val="EAF3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CE39DD-36BC-FF2F-E6AD-B866F889ABC2}" v="2" dt="2026-02-03T21:35:17.628"/>
    <p1510:client id="{4EF6CB7C-0429-6447-86E0-9DD9B165E51C}" v="1" dt="2026-02-03T21:36:44.8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85"/>
    <p:restoredTop sz="94475"/>
  </p:normalViewPr>
  <p:slideViewPr>
    <p:cSldViewPr snapToGrid="0">
      <p:cViewPr varScale="1">
        <p:scale>
          <a:sx n="99" d="100"/>
          <a:sy n="99" d="100"/>
        </p:scale>
        <p:origin x="208" y="51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1" Type="http://schemas.openxmlformats.org/officeDocument/2006/relationships/slide" Target="slides/slide1.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4.xml"/><Relationship Id="rId25" Type="http://schemas.openxmlformats.org/officeDocument/2006/relationships/slide" Target="slides/slide5.xml"/><Relationship Id="rId26" Type="http://schemas.openxmlformats.org/officeDocument/2006/relationships/slide" Target="slides/slide6.xml"/><Relationship Id="rId27" Type="http://schemas.openxmlformats.org/officeDocument/2006/relationships/slide" Target="slides/slide7.xml"/><Relationship Id="rId28" Type="http://schemas.openxmlformats.org/officeDocument/2006/relationships/slide" Target="slides/slide8.xml"/><Relationship Id="rId29" Type="http://schemas.openxmlformats.org/officeDocument/2006/relationships/slide" Target="slides/slide9.xml"/><Relationship Id="rId30" Type="http://schemas.openxmlformats.org/officeDocument/2006/relationships/slide" Target="slides/slide10.xml"/><Relationship Id="rId31" Type="http://schemas.openxmlformats.org/officeDocument/2006/relationships/slide" Target="slides/slide11.xml"/><Relationship Id="rId32" Type="http://schemas.openxmlformats.org/officeDocument/2006/relationships/slide" Target="slides/slide12.xml"/><Relationship Id="rId33" Type="http://schemas.openxmlformats.org/officeDocument/2006/relationships/slide" Target="slides/slide13.xml"/><Relationship Id="rId34" Type="http://schemas.openxmlformats.org/officeDocument/2006/relationships/slide" Target="slides/slide14.xml"/><Relationship Id="rId35" Type="http://schemas.openxmlformats.org/officeDocument/2006/relationships/slide" Target="slides/slide15.xml"/><Relationship Id="rId36" Type="http://schemas.openxmlformats.org/officeDocument/2006/relationships/slide" Target="slides/slide16.xml"/><Relationship Id="rId37" Type="http://schemas.openxmlformats.org/officeDocument/2006/relationships/slide" Target="slides/slide17.xml"/><Relationship Id="rId38" Type="http://schemas.openxmlformats.org/officeDocument/2006/relationships/slide" Target="slides/slide18.xml"/><Relationship Id="rId39" Type="http://schemas.openxmlformats.org/officeDocument/2006/relationships/slide" Target="slides/slide19.xml"/><Relationship Id="rId40" Type="http://schemas.openxmlformats.org/officeDocument/2006/relationships/slide" Target="slides/slide20.xml"/><Relationship Id="rId41" Type="http://schemas.openxmlformats.org/officeDocument/2006/relationships/slide" Target="slides/slide21.xml"/><Relationship Id="rId42" Type="http://schemas.openxmlformats.org/officeDocument/2006/relationships/slide" Target="slides/slide22.xml"/><Relationship Id="rId44" Type="http://schemas.openxmlformats.org/officeDocument/2006/relationships/notesMaster" Target="notesMasters/notesMaster1.xml"/><Relationship Id="rId45" Type="http://schemas.openxmlformats.org/officeDocument/2006/relationships/font" Target="fonts/font1.fntdata"/><Relationship Id="rId46" Type="http://schemas.openxmlformats.org/officeDocument/2006/relationships/font" Target="fonts/font2.fntdata"/><Relationship Id="rId47" Type="http://schemas.openxmlformats.org/officeDocument/2006/relationships/font" Target="fonts/font3.fntdata"/><Relationship Id="rId48" Type="http://schemas.openxmlformats.org/officeDocument/2006/relationships/font" Target="fonts/font4.fntdata"/><Relationship Id="rId49" Type="http://schemas.openxmlformats.org/officeDocument/2006/relationships/font" Target="fonts/font5.fntdata"/><Relationship Id="rId50" Type="http://schemas.openxmlformats.org/officeDocument/2006/relationships/font" Target="fonts/font6.fntdata"/><Relationship Id="rId51" Type="http://schemas.openxmlformats.org/officeDocument/2006/relationships/font" Target="fonts/font7.fntdata"/><Relationship Id="rId52" Type="http://schemas.openxmlformats.org/officeDocument/2006/relationships/font" Target="fonts/font8.fntdata"/><Relationship Id="rId53" Type="http://schemas.openxmlformats.org/officeDocument/2006/relationships/font" Target="fonts/font9.fntdata"/><Relationship Id="rId54" Type="http://schemas.openxmlformats.org/officeDocument/2006/relationships/font" Target="fonts/font10.fntdata"/><Relationship Id="rId55" Type="http://schemas.openxmlformats.org/officeDocument/2006/relationships/font" Target="fonts/font11.fntdata"/><Relationship Id="rId56" Type="http://schemas.openxmlformats.org/officeDocument/2006/relationships/font" Target="fonts/font12.fntdata"/><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 Id="rId61" Type="http://schemas.microsoft.com/office/2015/10/relationships/revisionInfo" Target="revisionInfo.xml"/><Relationship Id="rId6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B3B7BE-F32F-764A-95E5-78B318E533E9}" type="datetimeFigureOut">
              <a:rPr lang="en-US" smtClean="0"/>
              <a:t>3/12/26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EE6C3D-B459-CA43-8E1D-9E102752FDAD}" type="slidenum">
              <a:rPr lang="en-US" smtClean="0"/>
              <a:t>‹#›</a:t>
            </a:fld>
            <a:endParaRPr lang="en-US"/>
          </a:p>
        </p:txBody>
      </p:sp>
    </p:spTree>
    <p:extLst>
      <p:ext uri="{BB962C8B-B14F-4D97-AF65-F5344CB8AC3E}">
        <p14:creationId xmlns:p14="http://schemas.microsoft.com/office/powerpoint/2010/main" val="1462425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 – 01:00]  (1 min)</a:t>
            </a:r>
          </a:p>
          <a:p/>
          <a:p/>
          <a:p>
            <a:r>
              <a:t>Welcome everyone, and thank Eric and the WTA leadership team for making time for this session.</a:t>
            </a:r>
          </a:p>
          <a:p/>
          <a:p>
            <a:r>
              <a:t>Frame it: this is a practical, skill-building hour. The goal is to give account teams the commercial confidence to manage their accounts profitably, without guesswork.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 – 03:00]  (2 min)</a:t>
            </a:r>
          </a:p>
          <a:p/>
          <a:p/>
          <a:p>
            <a:r>
              <a:t>Three goals for the hour:</a:t>
            </a:r>
          </a:p>
          <a:p>
            <a:r>
              <a:t>1. Understand how WTA makes money, and where profit comes from.</a:t>
            </a:r>
          </a:p>
          <a:p>
            <a:r>
              <a:t>2. Learn the direct levers account leads control.</a:t>
            </a:r>
          </a:p>
          <a:p>
            <a:r>
              <a:t>3. Get an introduction to WTA's evolved commercial model for FY2027.</a:t>
            </a:r>
          </a:p>
          <a:p/>
          <a:p>
            <a:r>
              <a:t>Walk the agenda on the right briefly. Reassure the room: no accounting background needed. Everything builds from one simple equation.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[03:00 – 03:30]  (0.5 min)</a:t>
            </a:r>
          </a:p>
          <a:p/>
          <a:p/>
          <a:p>
            <a:r>
              <a:t>Goal for this part: demystify agency accounting, agree on a common vocabulary, and define what financial health looks like.</a:t>
            </a:r>
          </a:p>
          <a:p>
            <a:r>
              <a:t>(Terminology reviewed with Eric so the room hears the same language Finance uses.)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[03:30 – 06:30]  (3 min)</a:t>
            </a:r>
          </a:p>
          <a:p/>
          <a:p/>
          <a:p>
            <a:r>
              <a:t>Every business, including ours, comes down to one equation: Revenue minus Expenses equals Profit.</a:t>
            </a:r>
          </a:p>
          <a:p/>
          <a:p>
            <a:r>
              <a:t>Three terms to get right:</a:t>
            </a:r>
          </a:p>
          <a:p>
            <a:r>
              <a:t>• Gross Revenue (billings): everything we invoice the client, including pass-through expenses.</a:t>
            </a:r>
          </a:p>
          <a:p>
            <a:r>
              <a:t>• Pass-through costs: out-of-pocket costs passed directly to the client, such as media spend, production vendors, research and client travel. We bill them, but they were never ours to keep.</a:t>
            </a:r>
          </a:p>
          <a:p>
            <a:r>
              <a:t>• Net Revenue (also called Net Sales or Gross Margin): gross billings minus pass-through costs. This is our true revenue, the money WTA actually earns to run the business.</a:t>
            </a:r>
          </a:p>
          <a:p/>
          <a:p>
            <a:r>
              <a:t>A common mistake is to think everything we bill is revenue. It isn't. Every margin we discuss today is measured against Net Revenue.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[06:30 – 09:30]  (3 min)</a:t>
            </a:r>
          </a:p>
          <a:p/>
          <a:p/>
          <a:p>
            <a:r>
              <a:t>Expenses come in two kinds.</a:t>
            </a:r>
          </a:p>
          <a:p/>
          <a:p>
            <a:r>
              <a:t>DIRECT COSTS (client-related):</a:t>
            </a:r>
          </a:p>
          <a:p>
            <a:r>
              <a:t>• Direct labor: salaries, benefits and payroll taxes for the hours our billable talent spends on client work. In practice: the share of a person's time on your client multiplied by their total compensation.</a:t>
            </a:r>
          </a:p>
          <a:p>
            <a:r>
              <a:t>• Non-billable client out-of-pockets: client-related expenses we can't bill back, such as unapproved travel, entertainment and write-offs.</a:t>
            </a:r>
          </a:p>
          <a:p/>
          <a:p>
            <a:r>
              <a:t>INDIRECT COSTS / OVERHEAD (agency operations): rent, utilities, IT and equipment, administrative staff, legal, HR and marketing.</a:t>
            </a:r>
          </a:p>
          <a:p/>
          <a:p>
            <a:r>
              <a:t>KEY LINE: "Overhead is shared across the agency and managed by Eric and the finance team. What account leads manage on their day-to-day business is direct cost."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[09:30 – 12:30]  (3 min)</a:t>
            </a:r>
          </a:p>
          <a:p/>
          <a:p/>
          <a:p>
            <a:r>
              <a:t>Two targets every account lead should know.</a:t>
            </a:r>
          </a:p>
          <a:p/>
          <a:p>
            <a:r>
              <a:t>Direct Margin (also called Contribution Margin) = Net Revenue − Direct Costs. Target: 55%–62% of Net Revenue.</a:t>
            </a:r>
          </a:p>
          <a:p>
            <a:r>
              <a:t>Operating Profit = Direct Margin − Overhead. Target: about 20% of Net Revenue.</a:t>
            </a:r>
          </a:p>
          <a:p/>
          <a:p>
            <a:r>
              <a:t>Why Direct Margin matters: if an account delivers $100K in Net Revenue, direct costs should land between $38K and $45K. That leaves $55K–$62K of Direct Margin to cover agency overhead and create profit.</a:t>
            </a:r>
          </a:p>
          <a:p/>
          <a:p>
            <a:r>
              <a:t>Why profit matters: it pays for raises, bonuses, new technology, training and team perks.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[12:30 – 15:00]  (2.5 min)</a:t>
            </a:r>
          </a:p>
          <a:p/>
          <a:p/>
          <a:p>
            <a:r>
              <a:t>Ask the room first: "Which company would you rather run?" Take a few answers.</a:t>
            </a:r>
          </a:p>
          <a:p/>
          <a:p>
            <a:r>
              <a:t>• Company Alpha: $2.0M revenue, $1.0M direct labor, $288K profit — a 14% margin.</a:t>
            </a:r>
          </a:p>
          <a:p>
            <a:r>
              <a:t>• Company Beta: $250K revenue, $100K direct labor, $61K profit — a 24% margin.</a:t>
            </a:r>
          </a:p>
          <a:p/>
          <a:p>
            <a:r>
              <a:t>KEY LINE: "Company Alpha makes more total dollars, but Company Beta is converting a healthier percentage to profit because their scope and staffing were managed properly. Profit margin is our true measure of health."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[15:00 – 15:30]  (0.5 min)</a:t>
            </a:r>
          </a:p>
          <a:p/>
          <a:p/>
          <a:p>
            <a:r>
              <a:t>Goal for this part: connect the metrics to account leadership ownership, the levers account leads control, and dynamic FY2027 forecasting.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[15:30 – 19:00]  (3.5 min)</a:t>
            </a:r>
          </a:p>
          <a:p/>
          <a:p/>
          <a:p>
            <a:r>
              <a:t>The account lead is the commercial owner of their client engagement.</a:t>
            </a:r>
          </a:p>
          <a:p/>
          <a:p>
            <a:r>
              <a:t>Finance is your co-pilot and advisor, but account leads manage the daily scope, team mix and client relationships that create healthy margins.</a:t>
            </a:r>
          </a:p>
          <a:p/>
          <a:p>
            <a:r>
              <a:t>Frame this as empowerment: financial management isn't back-office paperwork. It's how account leads protect their teams from overburn and make sure WTA is fairly paid for its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[19:00 – 25:30]  (6.5 min)</a:t>
            </a:r>
          </a:p>
          <a:p/>
          <a:p/>
          <a:p>
            <a:r>
              <a:t>Seven practical levers to protect Direct Margin. Ask for a real example from the room on two or three of them.</a:t>
            </a:r>
          </a:p>
          <a:p/>
          <a:p>
            <a:r>
              <a:t>1. Proper scoping and SOW detail: define deliverables, revision rounds and client assumptions clearly.</a:t>
            </a:r>
          </a:p>
          <a:p>
            <a:r>
              <a:t>2. Never discount fee without scope: if the budget drops, reduce deliverables. Never work the same scope for less fee.</a:t>
            </a:r>
          </a:p>
          <a:p>
            <a:r>
              <a:t>3. Staff mix alignment: use the right seniority for the task. Don't spend senior strategy hours on routine production.</a:t>
            </a:r>
          </a:p>
          <a:p>
            <a:r>
              <a:t>4. Active scope-creep management: spot out-of-scope requests immediately, then issue a change order or swap deliverables.</a:t>
            </a:r>
          </a:p>
          <a:p>
            <a:r>
              <a:t>5. Resource planning: work with project managers to track actuals against staff plans monthly.</a:t>
            </a:r>
          </a:p>
          <a:p>
            <a:r>
              <a:t>6. Controlling non-billables: keep client travel and unapproved expenses to zero.</a:t>
            </a:r>
          </a:p>
          <a:p>
            <a:r>
              <a:t>7. Contract hygiene: SOWs and POs signed before kickoff, to eliminate unbillable work-in-progress (WIP) and write-offs.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[25:30 – 30:30]  (5 min)</a:t>
            </a:r>
          </a:p>
          <a:p/>
          <a:p/>
          <a:p>
            <a:r>
              <a:t>• Top-down forecasting: executive revenue targets set at the agency level.</a:t>
            </a:r>
          </a:p>
          <a:p>
            <a:r>
              <a:t>• Bottoms-up forecasting: account leads building realistic, monthly revenue projections based on actual client SOWs, known pipeline and renewal dates.</a:t>
            </a:r>
          </a:p>
          <a:p/>
          <a:p>
            <a:r>
              <a:t>KEY LINE: "Bottoms-up forecasting gives Eric and leadership a true picture of resource needs. It allows the agency to make smart hiring decisions, manage freelance costs and allocate talent effectively."</a:t>
            </a:r>
          </a:p>
          <a:p/>
          <a:p>
            <a:r>
              <a:t>The two meet in the middle: leadership sets the targets, and account leads show how each client will actually get there, month by month.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[30:30 – 35:00]  (4.5 min)</a:t>
            </a:r>
          </a:p>
          <a:p/>
          <a:p/>
          <a:p>
            <a:r>
              <a:t>FY2027 targets are managed dynamically, account by account, and each account falls into a category with its own focus.</a:t>
            </a:r>
          </a:p>
          <a:p/>
          <a:p>
            <a:r>
              <a:t>• Growth accounts: identify organic upsell opportunities and introduce new capabilities.</a:t>
            </a:r>
          </a:p>
          <a:p>
            <a:r>
              <a:t>• Maintenance accounts: standardize delivery, protect baseline margins and streamline workflow.</a:t>
            </a:r>
          </a:p>
          <a:p>
            <a:r>
              <a:t>• Declining / attrition accounts: actively manage resource roll-offs so labor costs don't outpace falling revenue.</a:t>
            </a:r>
          </a:p>
          <a:p>
            <a:r>
              <a:t>• New business: set up the commercial terms correctly from day one.</a:t>
            </a:r>
          </a:p>
          <a:p/>
          <a:p>
            <a:r>
              <a:t>Suggested follow-up: each account lead places every client in one of these four categories ahead of FY2027 planning.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[35:00 – 35:30]  (0.5 min)</a:t>
            </a:r>
          </a:p>
          <a:p/>
          <a:p/>
          <a:p>
            <a:r>
              <a:t>Goal for this part: explain the industry shift away from time and materials toward standardized Solution Sets, with clear guardrails and a practical case study.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[35:30 – 38:30]  (3 min)</a:t>
            </a:r>
          </a:p>
          <a:p/>
          <a:p/>
          <a:p>
            <a:r>
              <a:t>• Current state: most of our work is time and materials (T&amp;M) or retainers built from hours.</a:t>
            </a:r>
          </a:p>
          <a:p>
            <a:r>
              <a:t>• The problem: T&amp;M penalizes efficiency. When we get faster and smarter, we bill fewer hours. And clients scrutinize hourly rates instead of valuing the outcome.</a:t>
            </a:r>
          </a:p>
          <a:p>
            <a:r>
              <a:t>• The evolved model: standardized, value-based Solution Sets that package defined deliverables with clear pricing.</a:t>
            </a:r>
          </a:p>
          <a:p/>
          <a:p>
            <a:r>
              <a:t>The point to land: getting better at our craft should help the agency, not reduce what we're paid.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[38:30 – 41:30]  (3 min)</a:t>
            </a:r>
          </a:p>
          <a:p/>
          <a:p/>
          <a:p>
            <a:r>
              <a:t>Be explicit here; this is where most of the questions come from.</a:t>
            </a:r>
          </a:p>
          <a:p/>
          <a:p>
            <a:r>
              <a:t>• It IS: pre-packaged, modular scopes of work with fixed pricing, clear deliverables and standardized terms.</a:t>
            </a:r>
          </a:p>
          <a:p>
            <a:r>
              <a:t>• It is NOT pay-for-performance: we are not tying agency compensation to client sales or contingency risk.</a:t>
            </a:r>
          </a:p>
          <a:p>
            <a:r>
              <a:t>• It is NOT an à la carte discount menu: clients can't pick and choose individual micro-tasks at a discount. They purchase complete, integrated Solution Sets.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[41:30 – 45:30]  (4 min)</a:t>
            </a:r>
          </a:p>
          <a:p/>
          <a:p/>
          <a:p>
            <a:r>
              <a:t>A four-step framework.</a:t>
            </a:r>
          </a:p>
          <a:p/>
          <a:p>
            <a:r>
              <a:t>1. Define the unit: what is the client actually buying? A social campaign, a brand platform, an activation, ongoing stewardship.</a:t>
            </a:r>
          </a:p>
          <a:p>
            <a:r>
              <a:t>2. Define the scope: explicitly list what is included AND what is out of scope. Ambiguity is where margin disappears.</a:t>
            </a:r>
          </a:p>
          <a:p>
            <a:r>
              <a:t>3. Price for value: use historical effort to benchmark costs, but set price based on the value of the deliverable.</a:t>
            </a:r>
          </a:p>
          <a:p>
            <a:r>
              <a:t>4. Build the offering: present clean, menu-style proposals instead of complex staffing grids.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[45:30 – 50:00]  (4.5 min)</a:t>
            </a:r>
          </a:p>
          <a:p/>
          <a:p/>
          <a:p>
            <a:r>
              <a:t>Retail pitch example (keep the client unnamed on screen).</a:t>
            </a:r>
          </a:p>
          <a:p/>
          <a:p>
            <a:r>
              <a:t>The legacy approach: a multi-year RFP answered with complex FTE staffing options — 17 to 26 FTEs across 5 departments, $7.4M to $10.1M. The client got bogged down auditing hours and rates.</a:t>
            </a:r>
          </a:p>
          <a:p/>
          <a:p>
            <a:r>
              <a:t>The Solution Set approach:</a:t>
            </a:r>
          </a:p>
          <a:p>
            <a:r>
              <a:t>• Pulse Campaigns: targeted multi-platform activations at $75,000 per campaign. The client adjusts volume easily, with zero rate negotiations.</a:t>
            </a:r>
          </a:p>
          <a:p>
            <a:r>
              <a:t>• Milestone Activations: full multi-channel brand moments at $500,000 per activation.</a:t>
            </a:r>
          </a:p>
          <a:p>
            <a:r>
              <a:t>• Monthly Stewardship: ongoing strategic continuity and reporting at $25,000 per month.</a:t>
            </a:r>
          </a:p>
          <a:p/>
          <a:p>
            <a:r>
              <a:t>KEY LINE: "By packaging our capabilities into clear Solution Sets, the client understood exactly what their budget delivered. It removed friction around staffing, accelerated speed to sale, and protected our margin."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[50:00 – 52:30]  (2.5 min)</a:t>
            </a:r>
          </a:p>
          <a:p/>
          <a:p/>
          <a:p>
            <a:r>
              <a:t>A win-win.</a:t>
            </a:r>
          </a:p>
          <a:p/>
          <a:p>
            <a:r>
              <a:t>For our clients: total price transparency, predictable outcomes, faster turnaround, and flexibility without re-contracting.</a:t>
            </a:r>
          </a:p>
          <a:p/>
          <a:p>
            <a:r>
              <a:t>For account teams: faster proposals; no more debates over timesheets and headcount; simpler change orders; and teams deliver proven services repeatedly without reinventing the wheel each 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[52:30 – 55:00]  (2.5 min)</a:t>
            </a:r>
          </a:p>
          <a:p/>
          <a:p/>
          <a:p>
            <a:r>
              <a:t>A practical, phased roadmap.</a:t>
            </a:r>
          </a:p>
          <a:p/>
          <a:p>
            <a:r>
              <a:t>1. Starting with new business: introducing packaged Solution Sets in new pitches and inbound RFPs, where we have a clean slate.</a:t>
            </a:r>
          </a:p>
          <a:p>
            <a:r>
              <a:t>2. Client-by-client strategic transition: working with account leads to assess existing retainer clients and transition them to Solution Sets at contract renewal or SOW milestone dates.</a:t>
            </a:r>
          </a:p>
          <a:p>
            <a:r>
              <a:t>3. Tools and support: pre-built scope templates, pricing guidance, and cross-functional support from Finance and Operations.</a:t>
            </a:r>
          </a:p>
          <a:p/>
          <a:p>
            <a:r>
              <a:t>Reassure the room: nothing changes overnight on existing accounts, and no one builds pricing alone.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[55:00 – 57:00]  (2 min)</a:t>
            </a:r>
          </a:p>
          <a:p/>
          <a:p/>
          <a:p>
            <a:r>
              <a:t>Three things to take back to your accounts:</a:t>
            </a:r>
          </a:p>
          <a:p>
            <a:r>
              <a:t>1. Direct Margin (55%–62%) is our primary measure of account health.</a:t>
            </a:r>
          </a:p>
          <a:p>
            <a:r>
              <a:t>2. Account leads control the levers: scope clarity, staff mix and change management.</a:t>
            </a:r>
          </a:p>
          <a:p>
            <a:r>
              <a:t>3. Solution Sets help us sell clarity and value instead of just selling hours.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[57:00 – 60:00]  (3 min)</a:t>
            </a:r>
          </a:p>
          <a:p/>
          <a:p/>
          <a:p>
            <a:r>
              <a:t>Open the floor for account leads to ask practical questions about forecasting, SOW scoping or upcoming renewals. Eric (CFO) and commercial leads are available to add color.</a:t>
            </a:r>
          </a:p>
          <a:p/>
          <a:p>
            <a:r>
              <a:t>Questions to be ready for:</a:t>
            </a:r>
          </a:p>
          <a:p>
            <a:r>
              <a:t>• "Do we still fill out timesheets?" Yes. Internally they measure cost and margin; they just stop being how we price for clients.</a:t>
            </a:r>
          </a:p>
          <a:p>
            <a:r>
              <a:t>• "What happens to my existing retainer clients?" Nothing changes overnight. We'll plan each transition together around renewal or SOW milestone dates.</a:t>
            </a:r>
          </a:p>
          <a:p>
            <a:r>
              <a:t>• "Who sets the price of a Solution Set?" Account leadership and Finance together, using pricing guidance and scope templates.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for after the session (not presented). Terms and targets aligned with Eric (CFO).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1.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A red and blue background&#10;&#10;AI-generated content may be incorrect.">
            <a:extLst>
              <a:ext uri="{FF2B5EF4-FFF2-40B4-BE49-F238E27FC236}">
                <a16:creationId xmlns:a16="http://schemas.microsoft.com/office/drawing/2014/main" id="{ED22A472-765B-8798-F965-FF69E5965D2E}"/>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352A9EB-3CF8-51F1-2063-043EA0FE911C}"/>
              </a:ext>
            </a:extLst>
          </p:cNvPr>
          <p:cNvSpPr>
            <a:spLocks noGrp="1"/>
          </p:cNvSpPr>
          <p:nvPr>
            <p:ph type="title"/>
          </p:nvPr>
        </p:nvSpPr>
        <p:spPr>
          <a:xfrm>
            <a:off x="431315" y="2058839"/>
            <a:ext cx="7168978" cy="2238268"/>
          </a:xfrm>
        </p:spPr>
        <p:txBody>
          <a:bodyPr anchor="ctr"/>
          <a:lstStyle>
            <a:lvl1pPr>
              <a:defRPr sz="7500">
                <a:solidFill>
                  <a:schemeClr val="bg2"/>
                </a:solidFill>
              </a:defRPr>
            </a:lvl1pPr>
          </a:lstStyle>
          <a:p>
            <a:r>
              <a:rPr lang="en-US" dirty="0"/>
              <a:t>Click to edit Master title style</a:t>
            </a:r>
          </a:p>
        </p:txBody>
      </p:sp>
      <p:cxnSp>
        <p:nvCxnSpPr>
          <p:cNvPr id="8" name="Straight Connector 7">
            <a:extLst>
              <a:ext uri="{FF2B5EF4-FFF2-40B4-BE49-F238E27FC236}">
                <a16:creationId xmlns:a16="http://schemas.microsoft.com/office/drawing/2014/main" id="{7A125ED5-C775-CD9C-E69F-AA658DBE2CA4}"/>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2BF5880E-9786-96C3-F13E-98C9BB74775C}"/>
              </a:ext>
            </a:extLst>
          </p:cNvPr>
          <p:cNvPicPr>
            <a:picLocks noChangeAspect="1"/>
          </p:cNvPicPr>
          <p:nvPr userDrawn="1"/>
        </p:nvPicPr>
        <p:blipFill>
          <a:blip r:embed="rId4"/>
          <a:stretch>
            <a:fillRect/>
          </a:stretch>
        </p:blipFill>
        <p:spPr>
          <a:xfrm>
            <a:off x="10808329" y="6212665"/>
            <a:ext cx="927312" cy="377794"/>
          </a:xfrm>
          <a:prstGeom prst="rect">
            <a:avLst/>
          </a:prstGeom>
        </p:spPr>
      </p:pic>
      <p:sp>
        <p:nvSpPr>
          <p:cNvPr id="14" name="Picture Placeholder 27">
            <a:extLst>
              <a:ext uri="{FF2B5EF4-FFF2-40B4-BE49-F238E27FC236}">
                <a16:creationId xmlns:a16="http://schemas.microsoft.com/office/drawing/2014/main" id="{D92D9D9C-1D36-34F3-5B48-B16E06FD4C53}"/>
              </a:ext>
            </a:extLst>
          </p:cNvPr>
          <p:cNvSpPr>
            <a:spLocks noGrp="1"/>
          </p:cNvSpPr>
          <p:nvPr>
            <p:ph type="pic" sz="quarter" idx="12"/>
          </p:nvPr>
        </p:nvSpPr>
        <p:spPr>
          <a:xfrm>
            <a:off x="477624" y="939653"/>
            <a:ext cx="2187575" cy="741363"/>
          </a:xfrm>
          <a:prstGeom prst="rect">
            <a:avLst/>
          </a:prstGeom>
          <a:pattFill prst="wdUpDiag">
            <a:fgClr>
              <a:schemeClr val="tx1">
                <a:lumMod val="75000"/>
              </a:schemeClr>
            </a:fgClr>
            <a:bgClr>
              <a:schemeClr val="tx1">
                <a:lumMod val="50000"/>
              </a:schemeClr>
            </a:bgClr>
          </a:pattFill>
        </p:spPr>
        <p:txBody>
          <a:bodyPr/>
          <a:lstStyle/>
          <a:p>
            <a:endParaRPr lang="en-US"/>
          </a:p>
        </p:txBody>
      </p:sp>
      <p:sp>
        <p:nvSpPr>
          <p:cNvPr id="17" name="Date Placeholder 16">
            <a:extLst>
              <a:ext uri="{FF2B5EF4-FFF2-40B4-BE49-F238E27FC236}">
                <a16:creationId xmlns:a16="http://schemas.microsoft.com/office/drawing/2014/main" id="{B3BEA272-34B1-2940-5BAE-745754719C86}"/>
              </a:ext>
            </a:extLst>
          </p:cNvPr>
          <p:cNvSpPr>
            <a:spLocks noGrp="1"/>
          </p:cNvSpPr>
          <p:nvPr>
            <p:ph type="dt" sz="half" idx="13"/>
          </p:nvPr>
        </p:nvSpPr>
        <p:spPr/>
        <p:txBody>
          <a:bodyPr/>
          <a:lstStyle/>
          <a:p>
            <a:fld id="{C21E5767-6BB6-8347-966B-265950A71D0F}" type="datetime1">
              <a:rPr lang="en-US" smtClean="0"/>
              <a:t>3/12/26</a:t>
            </a:fld>
            <a:endParaRPr lang="en-US" dirty="0"/>
          </a:p>
        </p:txBody>
      </p:sp>
      <p:sp>
        <p:nvSpPr>
          <p:cNvPr id="20" name="Footer Placeholder 3">
            <a:extLst>
              <a:ext uri="{FF2B5EF4-FFF2-40B4-BE49-F238E27FC236}">
                <a16:creationId xmlns:a16="http://schemas.microsoft.com/office/drawing/2014/main" id="{0E62FB1D-5C95-528B-B85F-F4D4B4E9C9A0}"/>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21" name="Slide Number Placeholder 4">
            <a:extLst>
              <a:ext uri="{FF2B5EF4-FFF2-40B4-BE49-F238E27FC236}">
                <a16:creationId xmlns:a16="http://schemas.microsoft.com/office/drawing/2014/main" id="{2FC2235C-2650-9F83-B2F9-DF15866D3837}"/>
              </a:ext>
            </a:extLst>
          </p:cNvPr>
          <p:cNvSpPr>
            <a:spLocks noGrp="1"/>
          </p:cNvSpPr>
          <p:nvPr>
            <p:ph type="sldNum" sz="quarter" idx="14"/>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spTree>
    <p:extLst>
      <p:ext uri="{BB962C8B-B14F-4D97-AF65-F5344CB8AC3E}">
        <p14:creationId xmlns:p14="http://schemas.microsoft.com/office/powerpoint/2010/main" val="30382397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0_Section Header">
    <p:bg>
      <p:bgPr>
        <a:solidFill>
          <a:schemeClr val="accent1"/>
        </a:solidFill>
        <a:effectLst/>
      </p:bgPr>
    </p:bg>
    <p:spTree>
      <p:nvGrpSpPr>
        <p:cNvPr id="1" name=""/>
        <p:cNvGrpSpPr/>
        <p:nvPr/>
      </p:nvGrpSpPr>
      <p:grpSpPr>
        <a:xfrm>
          <a:off x="0" y="0"/>
          <a:ext cx="0" cy="0"/>
          <a:chOff x="0" y="0"/>
          <a:chExt cx="0" cy="0"/>
        </a:xfrm>
      </p:grpSpPr>
      <p:pic>
        <p:nvPicPr>
          <p:cNvPr id="7" name="Picture 6" descr="A blue background with lines&#10;&#10;AI-generated content may be incorrect.">
            <a:extLst>
              <a:ext uri="{FF2B5EF4-FFF2-40B4-BE49-F238E27FC236}">
                <a16:creationId xmlns:a16="http://schemas.microsoft.com/office/drawing/2014/main" id="{5AA18186-3B22-ECDA-20EA-266412110236}"/>
              </a:ext>
            </a:extLst>
          </p:cNvPr>
          <p:cNvPicPr>
            <a:picLocks noChangeAspect="1"/>
          </p:cNvPicPr>
          <p:nvPr userDrawn="1"/>
        </p:nvPicPr>
        <p:blipFill>
          <a:blip r:embed="rId2"/>
          <a:stretch>
            <a:fillRect/>
          </a:stretch>
        </p:blipFill>
        <p:spPr>
          <a:xfrm>
            <a:off x="0" y="0"/>
            <a:ext cx="12192000" cy="6858000"/>
          </a:xfrm>
          <a:prstGeom prst="rect">
            <a:avLst/>
          </a:prstGeom>
        </p:spPr>
      </p:pic>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6F65612A-EB47-5BF1-3924-8B101ABD600F}"/>
              </a:ext>
            </a:extLst>
          </p:cNvPr>
          <p:cNvSpPr txBox="1">
            <a:spLocks/>
          </p:cNvSpPr>
          <p:nvPr userDrawn="1"/>
        </p:nvSpPr>
        <p:spPr>
          <a:xfrm>
            <a:off x="3627413" y="1761320"/>
            <a:ext cx="1698733"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Let’</a:t>
            </a:r>
          </a:p>
        </p:txBody>
      </p:sp>
      <p:sp>
        <p:nvSpPr>
          <p:cNvPr id="14" name="Title 1">
            <a:extLst>
              <a:ext uri="{FF2B5EF4-FFF2-40B4-BE49-F238E27FC236}">
                <a16:creationId xmlns:a16="http://schemas.microsoft.com/office/drawing/2014/main" id="{EDBD1BE7-DCC7-C619-EF31-E84B6225D67B}"/>
              </a:ext>
            </a:extLst>
          </p:cNvPr>
          <p:cNvSpPr txBox="1">
            <a:spLocks/>
          </p:cNvSpPr>
          <p:nvPr userDrawn="1"/>
        </p:nvSpPr>
        <p:spPr>
          <a:xfrm>
            <a:off x="2116212" y="2749541"/>
            <a:ext cx="7959573"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forward together</a:t>
            </a:r>
          </a:p>
        </p:txBody>
      </p:sp>
      <p:sp>
        <p:nvSpPr>
          <p:cNvPr id="15" name="Title 1">
            <a:extLst>
              <a:ext uri="{FF2B5EF4-FFF2-40B4-BE49-F238E27FC236}">
                <a16:creationId xmlns:a16="http://schemas.microsoft.com/office/drawing/2014/main" id="{FA73980B-52C4-ABE7-0BCE-CA7BC94651E9}"/>
              </a:ext>
            </a:extLst>
          </p:cNvPr>
          <p:cNvSpPr txBox="1">
            <a:spLocks/>
          </p:cNvSpPr>
          <p:nvPr userDrawn="1"/>
        </p:nvSpPr>
        <p:spPr>
          <a:xfrm>
            <a:off x="5601714" y="1761320"/>
            <a:ext cx="2902205"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b="1" i="1" dirty="0">
                <a:solidFill>
                  <a:schemeClr val="accent3"/>
                </a:solidFill>
                <a:latin typeface="DM Sans 14pt SemiBold" pitchFamily="2" charset="77"/>
              </a:rPr>
              <a:t>move</a:t>
            </a:r>
          </a:p>
        </p:txBody>
      </p:sp>
      <p:sp>
        <p:nvSpPr>
          <p:cNvPr id="2" name="Footer Placeholder 3">
            <a:extLst>
              <a:ext uri="{FF2B5EF4-FFF2-40B4-BE49-F238E27FC236}">
                <a16:creationId xmlns:a16="http://schemas.microsoft.com/office/drawing/2014/main" id="{4D5DB054-30D4-8652-CB76-8060EB43685C}"/>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9837B33E-B733-2617-16F7-E1AA08B4875E}"/>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pic>
        <p:nvPicPr>
          <p:cNvPr id="4" name="Picture 3" descr="A close up of a logo&#10;&#10;AI-generated content may be incorrect.">
            <a:extLst>
              <a:ext uri="{FF2B5EF4-FFF2-40B4-BE49-F238E27FC236}">
                <a16:creationId xmlns:a16="http://schemas.microsoft.com/office/drawing/2014/main" id="{13A2274A-F90F-8984-B2BA-2754AEE823A4}"/>
              </a:ext>
            </a:extLst>
          </p:cNvPr>
          <p:cNvPicPr>
            <a:picLocks noChangeAspect="1"/>
          </p:cNvPicPr>
          <p:nvPr userDrawn="1"/>
        </p:nvPicPr>
        <p:blipFill>
          <a:blip r:embed="rId3"/>
          <a:stretch>
            <a:fillRect/>
          </a:stretch>
        </p:blipFill>
        <p:spPr>
          <a:xfrm>
            <a:off x="10808329" y="6212665"/>
            <a:ext cx="927312" cy="377794"/>
          </a:xfrm>
          <a:prstGeom prst="rect">
            <a:avLst/>
          </a:prstGeom>
        </p:spPr>
      </p:pic>
      <p:sp>
        <p:nvSpPr>
          <p:cNvPr id="8" name="Title 1">
            <a:extLst>
              <a:ext uri="{FF2B5EF4-FFF2-40B4-BE49-F238E27FC236}">
                <a16:creationId xmlns:a16="http://schemas.microsoft.com/office/drawing/2014/main" id="{670CD494-6AF9-964C-79DB-2F7EF1888542}"/>
              </a:ext>
            </a:extLst>
          </p:cNvPr>
          <p:cNvSpPr txBox="1">
            <a:spLocks/>
          </p:cNvSpPr>
          <p:nvPr userDrawn="1"/>
        </p:nvSpPr>
        <p:spPr>
          <a:xfrm>
            <a:off x="4994493" y="1761320"/>
            <a:ext cx="669641"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s</a:t>
            </a:r>
          </a:p>
        </p:txBody>
      </p:sp>
    </p:spTree>
    <p:extLst>
      <p:ext uri="{BB962C8B-B14F-4D97-AF65-F5344CB8AC3E}">
        <p14:creationId xmlns:p14="http://schemas.microsoft.com/office/powerpoint/2010/main" val="1902350915"/>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Section Header">
    <p:bg>
      <p:bgPr>
        <a:solidFill>
          <a:schemeClr val="accent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6F65612A-EB47-5BF1-3924-8B101ABD600F}"/>
              </a:ext>
            </a:extLst>
          </p:cNvPr>
          <p:cNvSpPr txBox="1">
            <a:spLocks/>
          </p:cNvSpPr>
          <p:nvPr userDrawn="1"/>
        </p:nvSpPr>
        <p:spPr>
          <a:xfrm>
            <a:off x="3627413" y="1761320"/>
            <a:ext cx="1698733"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Let’</a:t>
            </a:r>
          </a:p>
        </p:txBody>
      </p:sp>
      <p:sp>
        <p:nvSpPr>
          <p:cNvPr id="14" name="Title 1">
            <a:extLst>
              <a:ext uri="{FF2B5EF4-FFF2-40B4-BE49-F238E27FC236}">
                <a16:creationId xmlns:a16="http://schemas.microsoft.com/office/drawing/2014/main" id="{EDBD1BE7-DCC7-C619-EF31-E84B6225D67B}"/>
              </a:ext>
            </a:extLst>
          </p:cNvPr>
          <p:cNvSpPr txBox="1">
            <a:spLocks/>
          </p:cNvSpPr>
          <p:nvPr userDrawn="1"/>
        </p:nvSpPr>
        <p:spPr>
          <a:xfrm>
            <a:off x="2116212" y="2749541"/>
            <a:ext cx="7959573"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forward together</a:t>
            </a:r>
          </a:p>
        </p:txBody>
      </p:sp>
      <p:sp>
        <p:nvSpPr>
          <p:cNvPr id="15" name="Title 1">
            <a:extLst>
              <a:ext uri="{FF2B5EF4-FFF2-40B4-BE49-F238E27FC236}">
                <a16:creationId xmlns:a16="http://schemas.microsoft.com/office/drawing/2014/main" id="{FA73980B-52C4-ABE7-0BCE-CA7BC94651E9}"/>
              </a:ext>
            </a:extLst>
          </p:cNvPr>
          <p:cNvSpPr txBox="1">
            <a:spLocks/>
          </p:cNvSpPr>
          <p:nvPr userDrawn="1"/>
        </p:nvSpPr>
        <p:spPr>
          <a:xfrm>
            <a:off x="5601714" y="1761320"/>
            <a:ext cx="2902205"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b="1" i="1" dirty="0">
                <a:solidFill>
                  <a:schemeClr val="accent3"/>
                </a:solidFill>
                <a:latin typeface="DM Sans 14pt SemiBold" pitchFamily="2" charset="77"/>
              </a:rPr>
              <a:t>move</a:t>
            </a:r>
          </a:p>
        </p:txBody>
      </p:sp>
      <p:sp>
        <p:nvSpPr>
          <p:cNvPr id="2" name="Footer Placeholder 3">
            <a:extLst>
              <a:ext uri="{FF2B5EF4-FFF2-40B4-BE49-F238E27FC236}">
                <a16:creationId xmlns:a16="http://schemas.microsoft.com/office/drawing/2014/main" id="{4D5DB054-30D4-8652-CB76-8060EB43685C}"/>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9837B33E-B733-2617-16F7-E1AA08B4875E}"/>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pic>
        <p:nvPicPr>
          <p:cNvPr id="4" name="Picture 3" descr="A close up of a logo&#10;&#10;AI-generated content may be incorrect.">
            <a:extLst>
              <a:ext uri="{FF2B5EF4-FFF2-40B4-BE49-F238E27FC236}">
                <a16:creationId xmlns:a16="http://schemas.microsoft.com/office/drawing/2014/main" id="{13A2274A-F90F-8984-B2BA-2754AEE823A4}"/>
              </a:ext>
            </a:extLst>
          </p:cNvPr>
          <p:cNvPicPr>
            <a:picLocks noChangeAspect="1"/>
          </p:cNvPicPr>
          <p:nvPr userDrawn="1"/>
        </p:nvPicPr>
        <p:blipFill>
          <a:blip r:embed="rId2"/>
          <a:stretch>
            <a:fillRect/>
          </a:stretch>
        </p:blipFill>
        <p:spPr>
          <a:xfrm>
            <a:off x="10808329" y="6212665"/>
            <a:ext cx="927312" cy="377794"/>
          </a:xfrm>
          <a:prstGeom prst="rect">
            <a:avLst/>
          </a:prstGeom>
        </p:spPr>
      </p:pic>
      <p:sp>
        <p:nvSpPr>
          <p:cNvPr id="8" name="Title 1">
            <a:extLst>
              <a:ext uri="{FF2B5EF4-FFF2-40B4-BE49-F238E27FC236}">
                <a16:creationId xmlns:a16="http://schemas.microsoft.com/office/drawing/2014/main" id="{670CD494-6AF9-964C-79DB-2F7EF1888542}"/>
              </a:ext>
            </a:extLst>
          </p:cNvPr>
          <p:cNvSpPr txBox="1">
            <a:spLocks/>
          </p:cNvSpPr>
          <p:nvPr userDrawn="1"/>
        </p:nvSpPr>
        <p:spPr>
          <a:xfrm>
            <a:off x="4994493" y="1761320"/>
            <a:ext cx="669641" cy="1428290"/>
          </a:xfrm>
          <a:prstGeom prst="rect">
            <a:avLst/>
          </a:prstGeom>
        </p:spPr>
        <p:txBody>
          <a:bodyPr vert="horz" lIns="91440" tIns="45720" rIns="91440" bIns="45720" rtlCol="0" anchor="t">
            <a:noAutofit/>
          </a:bodyPr>
          <a:lstStyle>
            <a:lvl1pPr algn="ctr" defTabSz="914400" rtl="0" eaLnBrk="1" latinLnBrk="0" hangingPunct="1">
              <a:lnSpc>
                <a:spcPct val="114000"/>
              </a:lnSpc>
              <a:spcBef>
                <a:spcPct val="0"/>
              </a:spcBef>
              <a:buNone/>
              <a:defRPr sz="7500" b="0" i="0" kern="1200">
                <a:solidFill>
                  <a:schemeClr val="accent3"/>
                </a:solidFill>
                <a:latin typeface="DM Sans 14pt ExtraLight" pitchFamily="2" charset="77"/>
                <a:ea typeface="+mj-ea"/>
                <a:cs typeface="+mj-cs"/>
              </a:defRPr>
            </a:lvl1pPr>
          </a:lstStyle>
          <a:p>
            <a:r>
              <a:rPr lang="en-US" dirty="0">
                <a:solidFill>
                  <a:schemeClr val="bg2"/>
                </a:solidFill>
              </a:rPr>
              <a:t>s</a:t>
            </a:r>
          </a:p>
        </p:txBody>
      </p:sp>
    </p:spTree>
    <p:extLst>
      <p:ext uri="{BB962C8B-B14F-4D97-AF65-F5344CB8AC3E}">
        <p14:creationId xmlns:p14="http://schemas.microsoft.com/office/powerpoint/2010/main" val="1271401606"/>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Section Header">
    <p:bg>
      <p:bgPr>
        <a:gradFill>
          <a:gsLst>
            <a:gs pos="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pic>
        <p:nvPicPr>
          <p:cNvPr id="6" name="Picture 5" descr="A logo of a fire&#10;&#10;AI-generated content may be incorrect.">
            <a:extLst>
              <a:ext uri="{FF2B5EF4-FFF2-40B4-BE49-F238E27FC236}">
                <a16:creationId xmlns:a16="http://schemas.microsoft.com/office/drawing/2014/main" id="{C165C469-8D25-3A9D-5B66-B0163236EB4D}"/>
              </a:ext>
            </a:extLst>
          </p:cNvPr>
          <p:cNvPicPr>
            <a:picLocks noChangeAspect="1"/>
          </p:cNvPicPr>
          <p:nvPr userDrawn="1"/>
        </p:nvPicPr>
        <p:blipFill>
          <a:blip r:embed="rId2"/>
          <a:stretch>
            <a:fillRect/>
          </a:stretch>
        </p:blipFill>
        <p:spPr>
          <a:xfrm>
            <a:off x="5482488" y="368134"/>
            <a:ext cx="922221" cy="1117162"/>
          </a:xfrm>
          <a:prstGeom prst="rect">
            <a:avLst/>
          </a:prstGeom>
        </p:spPr>
      </p:pic>
      <p:sp>
        <p:nvSpPr>
          <p:cNvPr id="9" name="Title Placeholder 1">
            <a:extLst>
              <a:ext uri="{FF2B5EF4-FFF2-40B4-BE49-F238E27FC236}">
                <a16:creationId xmlns:a16="http://schemas.microsoft.com/office/drawing/2014/main" id="{07AF591C-C96D-A256-A3AD-38B8F90021BE}"/>
              </a:ext>
            </a:extLst>
          </p:cNvPr>
          <p:cNvSpPr>
            <a:spLocks noGrp="1"/>
          </p:cNvSpPr>
          <p:nvPr>
            <p:ph type="title" hasCustomPrompt="1"/>
          </p:nvPr>
        </p:nvSpPr>
        <p:spPr>
          <a:xfrm>
            <a:off x="1482363" y="2476729"/>
            <a:ext cx="8922470" cy="2698583"/>
          </a:xfrm>
          <a:prstGeom prst="rect">
            <a:avLst/>
          </a:prstGeom>
        </p:spPr>
        <p:txBody>
          <a:bodyPr vert="horz" lIns="0" tIns="0" rIns="91440" bIns="45720" rtlCol="0" anchor="t" anchorCtr="0">
            <a:noAutofit/>
          </a:bodyPr>
          <a:lstStyle>
            <a:lvl1pPr algn="ctr">
              <a:lnSpc>
                <a:spcPct val="95000"/>
              </a:lnSpc>
              <a:defRPr/>
            </a:lvl1pPr>
          </a:lstStyle>
          <a:p>
            <a:r>
              <a:rPr lang="en-US" dirty="0"/>
              <a:t>Click to add description overview here. Keep it brief and to the point. 1-3 short sentences only. Thank you.</a:t>
            </a:r>
          </a:p>
        </p:txBody>
      </p:sp>
      <p:sp>
        <p:nvSpPr>
          <p:cNvPr id="5" name="Text Placeholder 12">
            <a:extLst>
              <a:ext uri="{FF2B5EF4-FFF2-40B4-BE49-F238E27FC236}">
                <a16:creationId xmlns:a16="http://schemas.microsoft.com/office/drawing/2014/main" id="{5C7A8359-ED87-A1CF-B367-83C35960DC34}"/>
              </a:ext>
            </a:extLst>
          </p:cNvPr>
          <p:cNvSpPr>
            <a:spLocks noGrp="1"/>
          </p:cNvSpPr>
          <p:nvPr>
            <p:ph type="body" sz="quarter" idx="36" hasCustomPrompt="1"/>
          </p:nvPr>
        </p:nvSpPr>
        <p:spPr>
          <a:xfrm>
            <a:off x="4552093" y="1849373"/>
            <a:ext cx="2783009" cy="263277"/>
          </a:xfrm>
        </p:spPr>
        <p:txBody>
          <a:bodyPr wrap="square">
            <a:spAutoFit/>
          </a:bodyPr>
          <a:lstStyle>
            <a:lvl1pPr algn="ctr">
              <a:defRPr sz="1200" b="1" i="1">
                <a:solidFill>
                  <a:schemeClr val="accent3"/>
                </a:solidFill>
              </a:defRPr>
            </a:lvl1pPr>
          </a:lstStyle>
          <a:p>
            <a:pPr lvl="0"/>
            <a:r>
              <a:rPr lang="en-US" dirty="0"/>
              <a:t>Click to add section name</a:t>
            </a:r>
          </a:p>
        </p:txBody>
      </p:sp>
      <p:pic>
        <p:nvPicPr>
          <p:cNvPr id="7" name="Picture 6" descr="A blue and orange logo&#10;&#10;AI-generated content may be incorrect.">
            <a:extLst>
              <a:ext uri="{FF2B5EF4-FFF2-40B4-BE49-F238E27FC236}">
                <a16:creationId xmlns:a16="http://schemas.microsoft.com/office/drawing/2014/main" id="{71C0204F-B67A-BA54-D8C1-47DE6A3632B4}"/>
              </a:ext>
            </a:extLst>
          </p:cNvPr>
          <p:cNvPicPr>
            <a:picLocks noChangeAspect="1"/>
          </p:cNvPicPr>
          <p:nvPr userDrawn="1"/>
        </p:nvPicPr>
        <p:blipFill>
          <a:blip r:embed="rId3"/>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765472749"/>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pic>
        <p:nvPicPr>
          <p:cNvPr id="5" name="Picture 4" descr="A blue and orange logo&#10;&#10;AI-generated content may be incorrect.">
            <a:extLst>
              <a:ext uri="{FF2B5EF4-FFF2-40B4-BE49-F238E27FC236}">
                <a16:creationId xmlns:a16="http://schemas.microsoft.com/office/drawing/2014/main" id="{A6FEC2F5-4915-B7D9-A69E-311074122E44}"/>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4" name="Text Placeholder 12">
            <a:extLst>
              <a:ext uri="{FF2B5EF4-FFF2-40B4-BE49-F238E27FC236}">
                <a16:creationId xmlns:a16="http://schemas.microsoft.com/office/drawing/2014/main" id="{6439953C-0C1F-BDC0-9CE9-DACCCE8AAE20}"/>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381425562"/>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2A9EB-3CF8-51F1-2063-043EA0FE911C}"/>
              </a:ext>
            </a:extLst>
          </p:cNvPr>
          <p:cNvSpPr>
            <a:spLocks noGrp="1"/>
          </p:cNvSpPr>
          <p:nvPr>
            <p:ph type="title"/>
          </p:nvPr>
        </p:nvSpPr>
        <p:spPr>
          <a:xfrm>
            <a:off x="431315" y="2058839"/>
            <a:ext cx="7168978" cy="2238268"/>
          </a:xfrm>
        </p:spPr>
        <p:txBody>
          <a:bodyPr anchor="ctr">
            <a:noAutofit/>
          </a:bodyPr>
          <a:lstStyle>
            <a:lvl1pPr>
              <a:defRPr sz="7500">
                <a:solidFill>
                  <a:schemeClr val="bg2"/>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459CA1FC-9541-41A8-4087-DBC5C87DB3B5}"/>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5" name="Slide Number Placeholder 4">
            <a:extLst>
              <a:ext uri="{FF2B5EF4-FFF2-40B4-BE49-F238E27FC236}">
                <a16:creationId xmlns:a16="http://schemas.microsoft.com/office/drawing/2014/main" id="{6164CD1E-3C24-D94A-9F15-738FBD12F5F4}"/>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cxnSp>
        <p:nvCxnSpPr>
          <p:cNvPr id="8" name="Straight Connector 7">
            <a:extLst>
              <a:ext uri="{FF2B5EF4-FFF2-40B4-BE49-F238E27FC236}">
                <a16:creationId xmlns:a16="http://schemas.microsoft.com/office/drawing/2014/main" id="{7A125ED5-C775-CD9C-E69F-AA658DBE2CA4}"/>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2BF5880E-9786-96C3-F13E-98C9BB74775C}"/>
              </a:ext>
            </a:extLst>
          </p:cNvPr>
          <p:cNvPicPr>
            <a:picLocks noChangeAspect="1"/>
          </p:cNvPicPr>
          <p:nvPr userDrawn="1"/>
        </p:nvPicPr>
        <p:blipFill>
          <a:blip r:embed="rId3"/>
          <a:stretch>
            <a:fillRect/>
          </a:stretch>
        </p:blipFill>
        <p:spPr>
          <a:xfrm>
            <a:off x="10808329" y="6212665"/>
            <a:ext cx="927312" cy="377794"/>
          </a:xfrm>
          <a:prstGeom prst="rect">
            <a:avLst/>
          </a:prstGeom>
        </p:spPr>
      </p:pic>
      <p:sp>
        <p:nvSpPr>
          <p:cNvPr id="6" name="Text Placeholder 12">
            <a:extLst>
              <a:ext uri="{FF2B5EF4-FFF2-40B4-BE49-F238E27FC236}">
                <a16:creationId xmlns:a16="http://schemas.microsoft.com/office/drawing/2014/main" id="{2843B30C-521E-42B5-0C67-64D59FF1FBE7}"/>
              </a:ext>
            </a:extLst>
          </p:cNvPr>
          <p:cNvSpPr>
            <a:spLocks noGrp="1"/>
          </p:cNvSpPr>
          <p:nvPr>
            <p:ph type="body" sz="quarter" idx="36" hasCustomPrompt="1"/>
          </p:nvPr>
        </p:nvSpPr>
        <p:spPr>
          <a:xfrm>
            <a:off x="446088" y="1681016"/>
            <a:ext cx="3198449" cy="263277"/>
          </a:xfrm>
        </p:spPr>
        <p:txBody>
          <a:bodyPr wrap="square">
            <a:noAutofit/>
          </a:bodyPr>
          <a:lstStyle>
            <a:lvl1pPr algn="l">
              <a:defRPr sz="1200" b="1" i="1">
                <a:solidFill>
                  <a:schemeClr val="bg2"/>
                </a:solidFill>
              </a:defRPr>
            </a:lvl1pPr>
          </a:lstStyle>
          <a:p>
            <a:pPr lvl="0"/>
            <a:r>
              <a:rPr lang="en-US" dirty="0"/>
              <a:t>Click to add section name</a:t>
            </a:r>
          </a:p>
        </p:txBody>
      </p:sp>
    </p:spTree>
    <p:extLst>
      <p:ext uri="{BB962C8B-B14F-4D97-AF65-F5344CB8AC3E}">
        <p14:creationId xmlns:p14="http://schemas.microsoft.com/office/powerpoint/2010/main" val="198948199"/>
      </p:ext>
    </p:extLst>
  </p:cSld>
  <p:clrMapOvr>
    <a:masterClrMapping/>
  </p:clrMapOvr>
  <p:extLst>
    <p:ext uri="{DCECCB84-F9BA-43D5-87BE-67443E8EF086}">
      <p15:sldGuideLst xmlns:p15="http://schemas.microsoft.com/office/powerpoint/2012/main">
        <p15:guide id="1" orient="horz" pos="2160">
          <p15:clr>
            <a:srgbClr val="FBAE40"/>
          </p15:clr>
        </p15:guide>
        <p15:guide id="2" pos="28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08330" y="6226671"/>
            <a:ext cx="919102" cy="363673"/>
          </a:xfrm>
          <a:prstGeom prst="rect">
            <a:avLst/>
          </a:prstGeom>
        </p:spPr>
      </p:pic>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5943600" y="-1"/>
            <a:ext cx="6248400" cy="6857993"/>
          </a:xfrm>
          <a:pattFill prst="wdUpDiag">
            <a:fgClr>
              <a:schemeClr val="tx1">
                <a:lumMod val="75000"/>
              </a:schemeClr>
            </a:fgClr>
            <a:bgClr>
              <a:schemeClr val="tx1">
                <a:lumMod val="50000"/>
              </a:schemeClr>
            </a:bgClr>
          </a:pattFill>
        </p:spPr>
        <p:txBody>
          <a:bodyPr/>
          <a:lstStyle/>
          <a:p>
            <a:endParaRPr lang="en-US"/>
          </a:p>
        </p:txBody>
      </p:sp>
      <p:sp>
        <p:nvSpPr>
          <p:cNvPr id="5" name="Text Placeholder 12">
            <a:extLst>
              <a:ext uri="{FF2B5EF4-FFF2-40B4-BE49-F238E27FC236}">
                <a16:creationId xmlns:a16="http://schemas.microsoft.com/office/drawing/2014/main" id="{CA72B742-364A-3506-F874-B928BAC5D2E5}"/>
              </a:ext>
            </a:extLst>
          </p:cNvPr>
          <p:cNvSpPr>
            <a:spLocks noGrp="1"/>
          </p:cNvSpPr>
          <p:nvPr>
            <p:ph type="body" sz="quarter" idx="36" hasCustomPrompt="1"/>
          </p:nvPr>
        </p:nvSpPr>
        <p:spPr>
          <a:xfrm>
            <a:off x="446088" y="387691"/>
            <a:ext cx="3198449"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6" name="Text Placeholder 12">
            <a:extLst>
              <a:ext uri="{FF2B5EF4-FFF2-40B4-BE49-F238E27FC236}">
                <a16:creationId xmlns:a16="http://schemas.microsoft.com/office/drawing/2014/main" id="{65915FC5-E519-8131-1739-4E1BA40CC74E}"/>
              </a:ext>
            </a:extLst>
          </p:cNvPr>
          <p:cNvSpPr>
            <a:spLocks noGrp="1"/>
          </p:cNvSpPr>
          <p:nvPr>
            <p:ph type="body" sz="quarter" idx="37" hasCustomPrompt="1"/>
          </p:nvPr>
        </p:nvSpPr>
        <p:spPr>
          <a:xfrm>
            <a:off x="446088" y="883083"/>
            <a:ext cx="4986337" cy="714594"/>
          </a:xfrm>
        </p:spPr>
        <p:txBody>
          <a:bodyPr wrap="square">
            <a:noAutofit/>
          </a:bodyPr>
          <a:lstStyle>
            <a:lvl1pPr algn="l">
              <a:defRPr sz="1800" b="1">
                <a:solidFill>
                  <a:schemeClr val="tx2"/>
                </a:solidFill>
              </a:defRPr>
            </a:lvl1pPr>
          </a:lstStyle>
          <a:p>
            <a:pPr lvl="0"/>
            <a:r>
              <a:rPr lang="en-US" dirty="0"/>
              <a:t>Click to edit slide</a:t>
            </a:r>
          </a:p>
        </p:txBody>
      </p:sp>
      <p:sp>
        <p:nvSpPr>
          <p:cNvPr id="16" name="Text Placeholder 12">
            <a:extLst>
              <a:ext uri="{FF2B5EF4-FFF2-40B4-BE49-F238E27FC236}">
                <a16:creationId xmlns:a16="http://schemas.microsoft.com/office/drawing/2014/main" id="{37C6B9C8-CD36-706E-9899-19BA55C816AF}"/>
              </a:ext>
            </a:extLst>
          </p:cNvPr>
          <p:cNvSpPr>
            <a:spLocks noGrp="1"/>
          </p:cNvSpPr>
          <p:nvPr>
            <p:ph type="body" sz="quarter" idx="38" hasCustomPrompt="1"/>
          </p:nvPr>
        </p:nvSpPr>
        <p:spPr>
          <a:xfrm>
            <a:off x="446087" y="1902022"/>
            <a:ext cx="4986337" cy="3515103"/>
          </a:xfrm>
        </p:spPr>
        <p:txBody>
          <a:bodyPr wrap="square">
            <a:noAutofit/>
          </a:bodyPr>
          <a:lstStyle>
            <a:lvl1pPr algn="l">
              <a:defRPr sz="1400" b="0" i="0">
                <a:solidFill>
                  <a:schemeClr val="tx1"/>
                </a:solidFill>
              </a:defRPr>
            </a:lvl1pPr>
          </a:lstStyle>
          <a:p>
            <a:pPr lvl="0"/>
            <a:r>
              <a:rPr lang="en-US" dirty="0"/>
              <a:t>Click to add text</a:t>
            </a:r>
          </a:p>
        </p:txBody>
      </p:sp>
    </p:spTree>
    <p:extLst>
      <p:ext uri="{BB962C8B-B14F-4D97-AF65-F5344CB8AC3E}">
        <p14:creationId xmlns:p14="http://schemas.microsoft.com/office/powerpoint/2010/main" val="3849358695"/>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5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08330" y="6226671"/>
            <a:ext cx="919102" cy="363673"/>
          </a:xfrm>
          <a:prstGeom prst="rect">
            <a:avLst/>
          </a:prstGeom>
        </p:spPr>
      </p:pic>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5943600" y="-1"/>
            <a:ext cx="6248400" cy="6857993"/>
          </a:xfrm>
          <a:pattFill prst="wdUpDiag">
            <a:fgClr>
              <a:schemeClr val="tx1">
                <a:lumMod val="75000"/>
              </a:schemeClr>
            </a:fgClr>
            <a:bgClr>
              <a:schemeClr val="tx1">
                <a:lumMod val="50000"/>
              </a:schemeClr>
            </a:bgClr>
          </a:pattFill>
        </p:spPr>
        <p:txBody>
          <a:bodyPr/>
          <a:lstStyle/>
          <a:p>
            <a:endParaRPr lang="en-US"/>
          </a:p>
        </p:txBody>
      </p:sp>
      <p:sp>
        <p:nvSpPr>
          <p:cNvPr id="5" name="Text Placeholder 12">
            <a:extLst>
              <a:ext uri="{FF2B5EF4-FFF2-40B4-BE49-F238E27FC236}">
                <a16:creationId xmlns:a16="http://schemas.microsoft.com/office/drawing/2014/main" id="{CA72B742-364A-3506-F874-B928BAC5D2E5}"/>
              </a:ext>
            </a:extLst>
          </p:cNvPr>
          <p:cNvSpPr>
            <a:spLocks noGrp="1"/>
          </p:cNvSpPr>
          <p:nvPr>
            <p:ph type="body" sz="quarter" idx="36" hasCustomPrompt="1"/>
          </p:nvPr>
        </p:nvSpPr>
        <p:spPr>
          <a:xfrm>
            <a:off x="446088" y="387691"/>
            <a:ext cx="3198449"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6" name="Text Placeholder 12">
            <a:extLst>
              <a:ext uri="{FF2B5EF4-FFF2-40B4-BE49-F238E27FC236}">
                <a16:creationId xmlns:a16="http://schemas.microsoft.com/office/drawing/2014/main" id="{65915FC5-E519-8131-1739-4E1BA40CC74E}"/>
              </a:ext>
            </a:extLst>
          </p:cNvPr>
          <p:cNvSpPr>
            <a:spLocks noGrp="1"/>
          </p:cNvSpPr>
          <p:nvPr>
            <p:ph type="body" sz="quarter" idx="37" hasCustomPrompt="1"/>
          </p:nvPr>
        </p:nvSpPr>
        <p:spPr>
          <a:xfrm>
            <a:off x="446088" y="883083"/>
            <a:ext cx="4986337" cy="371833"/>
          </a:xfrm>
        </p:spPr>
        <p:txBody>
          <a:bodyPr wrap="square">
            <a:noAutofit/>
          </a:bodyPr>
          <a:lstStyle>
            <a:lvl1pPr algn="l">
              <a:defRPr sz="1800" b="1">
                <a:solidFill>
                  <a:schemeClr val="tx2"/>
                </a:solidFill>
              </a:defRPr>
            </a:lvl1pPr>
          </a:lstStyle>
          <a:p>
            <a:pPr lvl="0"/>
            <a:r>
              <a:rPr lang="en-US" dirty="0"/>
              <a:t>Click to edit slide</a:t>
            </a:r>
          </a:p>
        </p:txBody>
      </p:sp>
    </p:spTree>
    <p:extLst>
      <p:ext uri="{BB962C8B-B14F-4D97-AF65-F5344CB8AC3E}">
        <p14:creationId xmlns:p14="http://schemas.microsoft.com/office/powerpoint/2010/main" val="1750603045"/>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a:t>Add Metadata here in Slide Masster &gt; Insert &gt; Slide Number</a:t>
            </a:r>
            <a:endParaRPr lang="en-US" dirty="0"/>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0" y="-1"/>
            <a:ext cx="6248400" cy="6857993"/>
          </a:xfrm>
          <a:pattFill prst="wdUpDiag">
            <a:fgClr>
              <a:schemeClr val="tx1">
                <a:lumMod val="75000"/>
              </a:schemeClr>
            </a:fgClr>
            <a:bgClr>
              <a:schemeClr val="tx1">
                <a:lumMod val="50000"/>
              </a:schemeClr>
            </a:bgClr>
          </a:pattFill>
        </p:spPr>
        <p:txBody>
          <a:bodyPr/>
          <a:lstStyle/>
          <a:p>
            <a:endParaRPr lang="en-US"/>
          </a:p>
        </p:txBody>
      </p:sp>
      <p:sp>
        <p:nvSpPr>
          <p:cNvPr id="6" name="Text Placeholder 12">
            <a:extLst>
              <a:ext uri="{FF2B5EF4-FFF2-40B4-BE49-F238E27FC236}">
                <a16:creationId xmlns:a16="http://schemas.microsoft.com/office/drawing/2014/main" id="{075003E9-602D-0ADA-5725-8E55DEB9267B}"/>
              </a:ext>
            </a:extLst>
          </p:cNvPr>
          <p:cNvSpPr>
            <a:spLocks noGrp="1"/>
          </p:cNvSpPr>
          <p:nvPr>
            <p:ph type="body" sz="quarter" idx="36" hasCustomPrompt="1"/>
          </p:nvPr>
        </p:nvSpPr>
        <p:spPr>
          <a:xfrm>
            <a:off x="6728038" y="387691"/>
            <a:ext cx="3199733"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9" name="Text Placeholder 12">
            <a:extLst>
              <a:ext uri="{FF2B5EF4-FFF2-40B4-BE49-F238E27FC236}">
                <a16:creationId xmlns:a16="http://schemas.microsoft.com/office/drawing/2014/main" id="{7EB05F2E-4BE5-9EB7-22F5-A6507CFA0B05}"/>
              </a:ext>
            </a:extLst>
          </p:cNvPr>
          <p:cNvSpPr>
            <a:spLocks noGrp="1"/>
          </p:cNvSpPr>
          <p:nvPr>
            <p:ph type="body" sz="quarter" idx="37" hasCustomPrompt="1"/>
          </p:nvPr>
        </p:nvSpPr>
        <p:spPr>
          <a:xfrm>
            <a:off x="6728038" y="883083"/>
            <a:ext cx="4986337" cy="714594"/>
          </a:xfrm>
        </p:spPr>
        <p:txBody>
          <a:bodyPr wrap="square">
            <a:noAutofit/>
          </a:bodyPr>
          <a:lstStyle>
            <a:lvl1pPr algn="l">
              <a:defRPr sz="1800" b="1">
                <a:solidFill>
                  <a:schemeClr val="tx2"/>
                </a:solidFill>
              </a:defRPr>
            </a:lvl1pPr>
          </a:lstStyle>
          <a:p>
            <a:pPr lvl="0"/>
            <a:r>
              <a:rPr lang="en-US" dirty="0"/>
              <a:t>Click to edit slide</a:t>
            </a:r>
          </a:p>
        </p:txBody>
      </p:sp>
      <p:pic>
        <p:nvPicPr>
          <p:cNvPr id="7" name="Picture 6" descr="A blue and orange logo&#10;&#10;AI-generated content may be incorrect.">
            <a:extLst>
              <a:ext uri="{FF2B5EF4-FFF2-40B4-BE49-F238E27FC236}">
                <a16:creationId xmlns:a16="http://schemas.microsoft.com/office/drawing/2014/main" id="{7C624A33-6E39-A66E-4FE5-10A947A5F02B}"/>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17" name="Text Placeholder 12">
            <a:extLst>
              <a:ext uri="{FF2B5EF4-FFF2-40B4-BE49-F238E27FC236}">
                <a16:creationId xmlns:a16="http://schemas.microsoft.com/office/drawing/2014/main" id="{E2341F54-EC0C-B24C-2BF7-6E86B1CF916B}"/>
              </a:ext>
            </a:extLst>
          </p:cNvPr>
          <p:cNvSpPr>
            <a:spLocks noGrp="1"/>
          </p:cNvSpPr>
          <p:nvPr>
            <p:ph type="body" sz="quarter" idx="38" hasCustomPrompt="1"/>
          </p:nvPr>
        </p:nvSpPr>
        <p:spPr>
          <a:xfrm>
            <a:off x="6728037" y="1902022"/>
            <a:ext cx="4986337" cy="3515103"/>
          </a:xfrm>
        </p:spPr>
        <p:txBody>
          <a:bodyPr wrap="square">
            <a:noAutofit/>
          </a:bodyPr>
          <a:lstStyle>
            <a:lvl1pPr algn="l">
              <a:defRPr sz="1400" b="0" i="0">
                <a:solidFill>
                  <a:schemeClr val="tx1"/>
                </a:solidFill>
              </a:defRPr>
            </a:lvl1pPr>
          </a:lstStyle>
          <a:p>
            <a:pPr lvl="0"/>
            <a:r>
              <a:rPr lang="en-US" dirty="0"/>
              <a:t>Click to add text</a:t>
            </a:r>
          </a:p>
        </p:txBody>
      </p:sp>
    </p:spTree>
    <p:extLst>
      <p:ext uri="{BB962C8B-B14F-4D97-AF65-F5344CB8AC3E}">
        <p14:creationId xmlns:p14="http://schemas.microsoft.com/office/powerpoint/2010/main" val="1698433345"/>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6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a:t>Add Metadata here in Slide Masster &gt; Insert &gt; Slide Number</a:t>
            </a:r>
            <a:endParaRPr lang="en-US" dirty="0"/>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0" y="-1"/>
            <a:ext cx="6248400" cy="6857993"/>
          </a:xfrm>
          <a:pattFill prst="wdUpDiag">
            <a:fgClr>
              <a:schemeClr val="tx1">
                <a:lumMod val="75000"/>
              </a:schemeClr>
            </a:fgClr>
            <a:bgClr>
              <a:schemeClr val="tx1">
                <a:lumMod val="50000"/>
              </a:schemeClr>
            </a:bgClr>
          </a:pattFill>
        </p:spPr>
        <p:txBody>
          <a:bodyPr/>
          <a:lstStyle/>
          <a:p>
            <a:endParaRPr lang="en-US"/>
          </a:p>
        </p:txBody>
      </p:sp>
      <p:sp>
        <p:nvSpPr>
          <p:cNvPr id="6" name="Text Placeholder 12">
            <a:extLst>
              <a:ext uri="{FF2B5EF4-FFF2-40B4-BE49-F238E27FC236}">
                <a16:creationId xmlns:a16="http://schemas.microsoft.com/office/drawing/2014/main" id="{075003E9-602D-0ADA-5725-8E55DEB9267B}"/>
              </a:ext>
            </a:extLst>
          </p:cNvPr>
          <p:cNvSpPr>
            <a:spLocks noGrp="1"/>
          </p:cNvSpPr>
          <p:nvPr>
            <p:ph type="body" sz="quarter" idx="36" hasCustomPrompt="1"/>
          </p:nvPr>
        </p:nvSpPr>
        <p:spPr>
          <a:xfrm>
            <a:off x="6728038" y="387691"/>
            <a:ext cx="3199733"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9" name="Text Placeholder 12">
            <a:extLst>
              <a:ext uri="{FF2B5EF4-FFF2-40B4-BE49-F238E27FC236}">
                <a16:creationId xmlns:a16="http://schemas.microsoft.com/office/drawing/2014/main" id="{7EB05F2E-4BE5-9EB7-22F5-A6507CFA0B05}"/>
              </a:ext>
            </a:extLst>
          </p:cNvPr>
          <p:cNvSpPr>
            <a:spLocks noGrp="1"/>
          </p:cNvSpPr>
          <p:nvPr>
            <p:ph type="body" sz="quarter" idx="37" hasCustomPrompt="1"/>
          </p:nvPr>
        </p:nvSpPr>
        <p:spPr>
          <a:xfrm>
            <a:off x="6728038" y="883083"/>
            <a:ext cx="4986337" cy="714594"/>
          </a:xfrm>
        </p:spPr>
        <p:txBody>
          <a:bodyPr wrap="square">
            <a:noAutofit/>
          </a:bodyPr>
          <a:lstStyle>
            <a:lvl1pPr algn="l">
              <a:defRPr sz="1800" b="1">
                <a:solidFill>
                  <a:schemeClr val="tx2"/>
                </a:solidFill>
              </a:defRPr>
            </a:lvl1pPr>
          </a:lstStyle>
          <a:p>
            <a:pPr lvl="0"/>
            <a:r>
              <a:rPr lang="en-US" dirty="0"/>
              <a:t>Click to edit slide</a:t>
            </a:r>
          </a:p>
        </p:txBody>
      </p:sp>
      <p:pic>
        <p:nvPicPr>
          <p:cNvPr id="7" name="Picture 6" descr="A blue and orange logo&#10;&#10;AI-generated content may be incorrect.">
            <a:extLst>
              <a:ext uri="{FF2B5EF4-FFF2-40B4-BE49-F238E27FC236}">
                <a16:creationId xmlns:a16="http://schemas.microsoft.com/office/drawing/2014/main" id="{7C624A33-6E39-A66E-4FE5-10A947A5F02B}"/>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2991179214"/>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Section Header">
    <p:spTree>
      <p:nvGrpSpPr>
        <p:cNvPr id="1" name=""/>
        <p:cNvGrpSpPr/>
        <p:nvPr/>
      </p:nvGrpSpPr>
      <p:grpSpPr>
        <a:xfrm>
          <a:off x="0" y="0"/>
          <a:ext cx="0" cy="0"/>
          <a:chOff x="0" y="0"/>
          <a:chExt cx="0" cy="0"/>
        </a:xfrm>
      </p:grpSpPr>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1" y="-1"/>
            <a:ext cx="8152011" cy="6857993"/>
          </a:xfrm>
          <a:pattFill prst="wdUpDiag">
            <a:fgClr>
              <a:schemeClr val="tx1">
                <a:lumMod val="75000"/>
              </a:schemeClr>
            </a:fgClr>
            <a:bgClr>
              <a:schemeClr val="tx1">
                <a:lumMod val="50000"/>
              </a:schemeClr>
            </a:bgClr>
          </a:pattFill>
        </p:spPr>
        <p:txBody>
          <a:bodyPr/>
          <a:lstStyle/>
          <a:p>
            <a:endParaRPr lang="en-US"/>
          </a:p>
        </p:txBody>
      </p:sp>
      <p:sp>
        <p:nvSpPr>
          <p:cNvPr id="5" name="Rectangle 4">
            <a:extLst>
              <a:ext uri="{FF2B5EF4-FFF2-40B4-BE49-F238E27FC236}">
                <a16:creationId xmlns:a16="http://schemas.microsoft.com/office/drawing/2014/main" id="{BB043FF6-E4EA-BBB6-A56D-4A8857EF4853}"/>
              </a:ext>
            </a:extLst>
          </p:cNvPr>
          <p:cNvSpPr/>
          <p:nvPr userDrawn="1"/>
        </p:nvSpPr>
        <p:spPr>
          <a:xfrm>
            <a:off x="8152010" y="7"/>
            <a:ext cx="4069080" cy="68579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noAutofit/>
          </a:bodyPr>
          <a:lstStyle/>
          <a:p>
            <a:pPr algn="ctr"/>
            <a:endParaRPr lang="en-US" dirty="0"/>
          </a:p>
        </p:txBody>
      </p: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endParaRPr lang="en-US" dirty="0">
              <a:solidFill>
                <a:schemeClr val="bg2"/>
              </a:solidFill>
            </a:endParaRP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pic>
        <p:nvPicPr>
          <p:cNvPr id="13" name="Picture 12" descr="A white arrow in a circle&#10;&#10;AI-generated content may be incorrect.">
            <a:extLst>
              <a:ext uri="{FF2B5EF4-FFF2-40B4-BE49-F238E27FC236}">
                <a16:creationId xmlns:a16="http://schemas.microsoft.com/office/drawing/2014/main" id="{4B7CC05E-9ECF-A04F-B8B5-AE1B3123D807}"/>
              </a:ext>
            </a:extLst>
          </p:cNvPr>
          <p:cNvPicPr>
            <a:picLocks noChangeAspect="1"/>
          </p:cNvPicPr>
          <p:nvPr userDrawn="1"/>
        </p:nvPicPr>
        <p:blipFill>
          <a:blip r:embed="rId2"/>
          <a:stretch>
            <a:fillRect/>
          </a:stretch>
        </p:blipFill>
        <p:spPr>
          <a:xfrm>
            <a:off x="8611295" y="1770190"/>
            <a:ext cx="307473" cy="307473"/>
          </a:xfrm>
          <a:prstGeom prst="rect">
            <a:avLst/>
          </a:prstGeom>
        </p:spPr>
      </p:pic>
      <p:pic>
        <p:nvPicPr>
          <p:cNvPr id="14" name="Picture 13" descr="A white arrow in a circle&#10;&#10;AI-generated content may be incorrect.">
            <a:extLst>
              <a:ext uri="{FF2B5EF4-FFF2-40B4-BE49-F238E27FC236}">
                <a16:creationId xmlns:a16="http://schemas.microsoft.com/office/drawing/2014/main" id="{C91755A8-93C1-D764-4122-8DF47693897D}"/>
              </a:ext>
            </a:extLst>
          </p:cNvPr>
          <p:cNvPicPr>
            <a:picLocks noChangeAspect="1"/>
          </p:cNvPicPr>
          <p:nvPr userDrawn="1"/>
        </p:nvPicPr>
        <p:blipFill>
          <a:blip r:embed="rId2"/>
          <a:stretch>
            <a:fillRect/>
          </a:stretch>
        </p:blipFill>
        <p:spPr>
          <a:xfrm>
            <a:off x="8611295" y="2936281"/>
            <a:ext cx="307473" cy="307473"/>
          </a:xfrm>
          <a:prstGeom prst="rect">
            <a:avLst/>
          </a:prstGeom>
        </p:spPr>
      </p:pic>
      <p:pic>
        <p:nvPicPr>
          <p:cNvPr id="15" name="Picture 14" descr="A white arrow in a circle&#10;&#10;AI-generated content may be incorrect.">
            <a:extLst>
              <a:ext uri="{FF2B5EF4-FFF2-40B4-BE49-F238E27FC236}">
                <a16:creationId xmlns:a16="http://schemas.microsoft.com/office/drawing/2014/main" id="{60EB8292-D5E4-FA6A-4AB3-F88EAF8BEF42}"/>
              </a:ext>
            </a:extLst>
          </p:cNvPr>
          <p:cNvPicPr>
            <a:picLocks noChangeAspect="1"/>
          </p:cNvPicPr>
          <p:nvPr userDrawn="1"/>
        </p:nvPicPr>
        <p:blipFill>
          <a:blip r:embed="rId2"/>
          <a:stretch>
            <a:fillRect/>
          </a:stretch>
        </p:blipFill>
        <p:spPr>
          <a:xfrm>
            <a:off x="8611295" y="4102372"/>
            <a:ext cx="307473" cy="307473"/>
          </a:xfrm>
          <a:prstGeom prst="rect">
            <a:avLst/>
          </a:prstGeom>
        </p:spPr>
      </p:pic>
      <p:sp>
        <p:nvSpPr>
          <p:cNvPr id="20" name="Text Placeholder 13">
            <a:extLst>
              <a:ext uri="{FF2B5EF4-FFF2-40B4-BE49-F238E27FC236}">
                <a16:creationId xmlns:a16="http://schemas.microsoft.com/office/drawing/2014/main" id="{DE492ED4-0AC5-90D2-6B89-C07A7CBBE3A4}"/>
              </a:ext>
            </a:extLst>
          </p:cNvPr>
          <p:cNvSpPr>
            <a:spLocks noGrp="1"/>
          </p:cNvSpPr>
          <p:nvPr>
            <p:ph type="body" sz="quarter" idx="17" hasCustomPrompt="1"/>
          </p:nvPr>
        </p:nvSpPr>
        <p:spPr>
          <a:xfrm>
            <a:off x="9096869" y="1797186"/>
            <a:ext cx="2793404" cy="849390"/>
          </a:xfrm>
        </p:spPr>
        <p:txBody>
          <a:bodyPr>
            <a:noAutofit/>
          </a:bodyPr>
          <a:lstStyle>
            <a:lvl1pPr>
              <a:defRPr>
                <a:solidFill>
                  <a:schemeClr val="bg2"/>
                </a:solidFill>
              </a:defRPr>
            </a:lvl1pPr>
          </a:lstStyle>
          <a:p>
            <a:pPr lvl="0"/>
            <a:r>
              <a:rPr lang="en-US" dirty="0"/>
              <a:t>Click to add body copy. (keep to 4 lines or less)</a:t>
            </a:r>
          </a:p>
        </p:txBody>
      </p:sp>
      <p:sp>
        <p:nvSpPr>
          <p:cNvPr id="21" name="Text Placeholder 13">
            <a:extLst>
              <a:ext uri="{FF2B5EF4-FFF2-40B4-BE49-F238E27FC236}">
                <a16:creationId xmlns:a16="http://schemas.microsoft.com/office/drawing/2014/main" id="{712D3302-3786-6B3F-96F1-320ADC5AB539}"/>
              </a:ext>
            </a:extLst>
          </p:cNvPr>
          <p:cNvSpPr>
            <a:spLocks noGrp="1"/>
          </p:cNvSpPr>
          <p:nvPr>
            <p:ph type="body" sz="quarter" idx="18" hasCustomPrompt="1"/>
          </p:nvPr>
        </p:nvSpPr>
        <p:spPr>
          <a:xfrm>
            <a:off x="9078713" y="2964819"/>
            <a:ext cx="2793404" cy="849390"/>
          </a:xfrm>
        </p:spPr>
        <p:txBody>
          <a:bodyPr>
            <a:noAutofit/>
          </a:bodyPr>
          <a:lstStyle>
            <a:lvl1pPr>
              <a:defRPr>
                <a:solidFill>
                  <a:schemeClr val="bg2"/>
                </a:solidFill>
              </a:defRPr>
            </a:lvl1pPr>
          </a:lstStyle>
          <a:p>
            <a:pPr lvl="0"/>
            <a:r>
              <a:rPr lang="en-US" dirty="0"/>
              <a:t>Click to add body copy. (keep to 4 lines or less)</a:t>
            </a:r>
          </a:p>
        </p:txBody>
      </p:sp>
      <p:sp>
        <p:nvSpPr>
          <p:cNvPr id="22" name="Text Placeholder 13">
            <a:extLst>
              <a:ext uri="{FF2B5EF4-FFF2-40B4-BE49-F238E27FC236}">
                <a16:creationId xmlns:a16="http://schemas.microsoft.com/office/drawing/2014/main" id="{837066E4-62B0-762C-1572-EBF16B4BB068}"/>
              </a:ext>
            </a:extLst>
          </p:cNvPr>
          <p:cNvSpPr>
            <a:spLocks noGrp="1"/>
          </p:cNvSpPr>
          <p:nvPr>
            <p:ph type="body" sz="quarter" idx="19" hasCustomPrompt="1"/>
          </p:nvPr>
        </p:nvSpPr>
        <p:spPr>
          <a:xfrm>
            <a:off x="9078713" y="4132452"/>
            <a:ext cx="2793404" cy="849390"/>
          </a:xfrm>
        </p:spPr>
        <p:txBody>
          <a:bodyPr>
            <a:noAutofit/>
          </a:bodyPr>
          <a:lstStyle>
            <a:lvl1pPr>
              <a:defRPr>
                <a:solidFill>
                  <a:schemeClr val="bg2"/>
                </a:solidFill>
              </a:defRPr>
            </a:lvl1pPr>
          </a:lstStyle>
          <a:p>
            <a:pPr lvl="0"/>
            <a:r>
              <a:rPr lang="en-US" dirty="0"/>
              <a:t>Click to add body copy. (keep to 4 lines or less)</a:t>
            </a:r>
          </a:p>
        </p:txBody>
      </p:sp>
      <p:sp>
        <p:nvSpPr>
          <p:cNvPr id="4" name="Text Placeholder 12">
            <a:extLst>
              <a:ext uri="{FF2B5EF4-FFF2-40B4-BE49-F238E27FC236}">
                <a16:creationId xmlns:a16="http://schemas.microsoft.com/office/drawing/2014/main" id="{CF600486-A2F1-6764-936B-6264BC810BD9}"/>
              </a:ext>
            </a:extLst>
          </p:cNvPr>
          <p:cNvSpPr>
            <a:spLocks noGrp="1"/>
          </p:cNvSpPr>
          <p:nvPr>
            <p:ph type="body" sz="quarter" idx="36" hasCustomPrompt="1"/>
          </p:nvPr>
        </p:nvSpPr>
        <p:spPr>
          <a:xfrm>
            <a:off x="471955" y="387691"/>
            <a:ext cx="3198708" cy="263277"/>
          </a:xfrm>
        </p:spPr>
        <p:txBody>
          <a:bodyPr wrap="square">
            <a:noAutofit/>
          </a:bodyPr>
          <a:lstStyle>
            <a:lvl1pPr algn="l">
              <a:defRPr sz="1200" b="1" i="1">
                <a:solidFill>
                  <a:schemeClr val="bg2"/>
                </a:solidFill>
              </a:defRPr>
            </a:lvl1pPr>
          </a:lstStyle>
          <a:p>
            <a:pPr lvl="0"/>
            <a:r>
              <a:rPr lang="en-US" dirty="0"/>
              <a:t>Click to add section name</a:t>
            </a:r>
          </a:p>
        </p:txBody>
      </p:sp>
      <p:sp>
        <p:nvSpPr>
          <p:cNvPr id="6" name="Text Placeholder 12">
            <a:extLst>
              <a:ext uri="{FF2B5EF4-FFF2-40B4-BE49-F238E27FC236}">
                <a16:creationId xmlns:a16="http://schemas.microsoft.com/office/drawing/2014/main" id="{7B65A4B8-518F-09D8-210C-D8F465C572F0}"/>
              </a:ext>
            </a:extLst>
          </p:cNvPr>
          <p:cNvSpPr>
            <a:spLocks noGrp="1"/>
          </p:cNvSpPr>
          <p:nvPr>
            <p:ph type="body" sz="quarter" idx="37" hasCustomPrompt="1"/>
          </p:nvPr>
        </p:nvSpPr>
        <p:spPr>
          <a:xfrm>
            <a:off x="8623966" y="372054"/>
            <a:ext cx="3304869" cy="1104035"/>
          </a:xfrm>
        </p:spPr>
        <p:txBody>
          <a:bodyPr wrap="square">
            <a:noAutofit/>
          </a:bodyPr>
          <a:lstStyle>
            <a:lvl1pPr algn="l">
              <a:defRPr sz="1800" b="1">
                <a:solidFill>
                  <a:schemeClr val="bg2"/>
                </a:solidFill>
              </a:defRPr>
            </a:lvl1pPr>
          </a:lstStyle>
          <a:p>
            <a:pPr lvl="0"/>
            <a:r>
              <a:rPr lang="en-US" dirty="0"/>
              <a:t>Click to edit slide subhead</a:t>
            </a:r>
          </a:p>
        </p:txBody>
      </p:sp>
      <p:pic>
        <p:nvPicPr>
          <p:cNvPr id="8" name="Picture 7" descr="A close up of a logo&#10;&#10;AI-generated content may be incorrect.">
            <a:extLst>
              <a:ext uri="{FF2B5EF4-FFF2-40B4-BE49-F238E27FC236}">
                <a16:creationId xmlns:a16="http://schemas.microsoft.com/office/drawing/2014/main" id="{A277F3B3-A2D5-507C-B008-3009DCAA41C4}"/>
              </a:ext>
            </a:extLst>
          </p:cNvPr>
          <p:cNvPicPr>
            <a:picLocks noChangeAspect="1"/>
          </p:cNvPicPr>
          <p:nvPr userDrawn="1"/>
        </p:nvPicPr>
        <p:blipFill>
          <a:blip r:embed="rId3"/>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3714903128"/>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Section Header">
    <p:spTree>
      <p:nvGrpSpPr>
        <p:cNvPr id="1" name=""/>
        <p:cNvGrpSpPr/>
        <p:nvPr/>
      </p:nvGrpSpPr>
      <p:grpSpPr>
        <a:xfrm>
          <a:off x="0" y="0"/>
          <a:ext cx="0" cy="0"/>
          <a:chOff x="0" y="0"/>
          <a:chExt cx="0" cy="0"/>
        </a:xfrm>
      </p:grpSpPr>
      <p:sp>
        <p:nvSpPr>
          <p:cNvPr id="10" name="Picture Placeholder 23">
            <a:extLst>
              <a:ext uri="{FF2B5EF4-FFF2-40B4-BE49-F238E27FC236}">
                <a16:creationId xmlns:a16="http://schemas.microsoft.com/office/drawing/2014/main" id="{6AF7FCE9-879A-24CD-DA1F-DEADE32145C7}"/>
              </a:ext>
            </a:extLst>
          </p:cNvPr>
          <p:cNvSpPr>
            <a:spLocks noGrp="1"/>
          </p:cNvSpPr>
          <p:nvPr>
            <p:ph type="pic" sz="quarter" idx="14"/>
          </p:nvPr>
        </p:nvSpPr>
        <p:spPr>
          <a:xfrm>
            <a:off x="4069079" y="-1"/>
            <a:ext cx="8152011" cy="6857993"/>
          </a:xfrm>
          <a:pattFill prst="wdUpDiag">
            <a:fgClr>
              <a:schemeClr val="tx1">
                <a:lumMod val="75000"/>
              </a:schemeClr>
            </a:fgClr>
            <a:bgClr>
              <a:schemeClr val="tx1">
                <a:lumMod val="50000"/>
              </a:schemeClr>
            </a:bgClr>
          </a:pattFill>
        </p:spPr>
        <p:txBody>
          <a:bodyPr/>
          <a:lstStyle/>
          <a:p>
            <a:endParaRPr lang="en-US"/>
          </a:p>
        </p:txBody>
      </p:sp>
      <p:sp>
        <p:nvSpPr>
          <p:cNvPr id="5" name="Rectangle 4">
            <a:extLst>
              <a:ext uri="{FF2B5EF4-FFF2-40B4-BE49-F238E27FC236}">
                <a16:creationId xmlns:a16="http://schemas.microsoft.com/office/drawing/2014/main" id="{BB043FF6-E4EA-BBB6-A56D-4A8857EF4853}"/>
              </a:ext>
            </a:extLst>
          </p:cNvPr>
          <p:cNvSpPr/>
          <p:nvPr userDrawn="1"/>
        </p:nvSpPr>
        <p:spPr>
          <a:xfrm>
            <a:off x="-1" y="7"/>
            <a:ext cx="4069080" cy="68579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noAutofit/>
          </a:bodyPr>
          <a:lstStyle/>
          <a:p>
            <a:pPr algn="ctr"/>
            <a:endParaRPr lang="en-US" dirty="0"/>
          </a:p>
        </p:txBody>
      </p: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3848792" cy="200055"/>
          </a:xfrm>
        </p:spPr>
        <p:txBody>
          <a:bodyPr wrap="square">
            <a:spAutoFit/>
          </a:bodyPr>
          <a:lstStyle>
            <a:lvl1pPr>
              <a:defRPr sz="1000">
                <a:solidFill>
                  <a:schemeClr val="bg2"/>
                </a:solidFill>
              </a:defRPr>
            </a:lvl1pPr>
          </a:lstStyle>
          <a:p>
            <a:r>
              <a:rPr lang="en-US" dirty="0"/>
              <a:t>Add Metadata here in Slide Master &gt; Insert &gt; Slide Number</a:t>
            </a:r>
            <a:endParaRPr lang="en-US" dirty="0">
              <a:solidFill>
                <a:schemeClr val="bg2"/>
              </a:solidFill>
            </a:endParaRP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pic>
        <p:nvPicPr>
          <p:cNvPr id="13" name="Picture 12" descr="A white arrow in a circle&#10;&#10;AI-generated content may be incorrect.">
            <a:extLst>
              <a:ext uri="{FF2B5EF4-FFF2-40B4-BE49-F238E27FC236}">
                <a16:creationId xmlns:a16="http://schemas.microsoft.com/office/drawing/2014/main" id="{4B7CC05E-9ECF-A04F-B8B5-AE1B3123D807}"/>
              </a:ext>
            </a:extLst>
          </p:cNvPr>
          <p:cNvPicPr>
            <a:picLocks noChangeAspect="1"/>
          </p:cNvPicPr>
          <p:nvPr userDrawn="1"/>
        </p:nvPicPr>
        <p:blipFill>
          <a:blip r:embed="rId2"/>
          <a:stretch>
            <a:fillRect/>
          </a:stretch>
        </p:blipFill>
        <p:spPr>
          <a:xfrm>
            <a:off x="459284" y="1770190"/>
            <a:ext cx="307473" cy="307473"/>
          </a:xfrm>
          <a:prstGeom prst="rect">
            <a:avLst/>
          </a:prstGeom>
        </p:spPr>
      </p:pic>
      <p:pic>
        <p:nvPicPr>
          <p:cNvPr id="14" name="Picture 13" descr="A white arrow in a circle&#10;&#10;AI-generated content may be incorrect.">
            <a:extLst>
              <a:ext uri="{FF2B5EF4-FFF2-40B4-BE49-F238E27FC236}">
                <a16:creationId xmlns:a16="http://schemas.microsoft.com/office/drawing/2014/main" id="{C91755A8-93C1-D764-4122-8DF47693897D}"/>
              </a:ext>
            </a:extLst>
          </p:cNvPr>
          <p:cNvPicPr>
            <a:picLocks noChangeAspect="1"/>
          </p:cNvPicPr>
          <p:nvPr userDrawn="1"/>
        </p:nvPicPr>
        <p:blipFill>
          <a:blip r:embed="rId2"/>
          <a:stretch>
            <a:fillRect/>
          </a:stretch>
        </p:blipFill>
        <p:spPr>
          <a:xfrm>
            <a:off x="459284" y="2936281"/>
            <a:ext cx="307473" cy="307473"/>
          </a:xfrm>
          <a:prstGeom prst="rect">
            <a:avLst/>
          </a:prstGeom>
        </p:spPr>
      </p:pic>
      <p:pic>
        <p:nvPicPr>
          <p:cNvPr id="15" name="Picture 14" descr="A white arrow in a circle&#10;&#10;AI-generated content may be incorrect.">
            <a:extLst>
              <a:ext uri="{FF2B5EF4-FFF2-40B4-BE49-F238E27FC236}">
                <a16:creationId xmlns:a16="http://schemas.microsoft.com/office/drawing/2014/main" id="{60EB8292-D5E4-FA6A-4AB3-F88EAF8BEF42}"/>
              </a:ext>
            </a:extLst>
          </p:cNvPr>
          <p:cNvPicPr>
            <a:picLocks noChangeAspect="1"/>
          </p:cNvPicPr>
          <p:nvPr userDrawn="1"/>
        </p:nvPicPr>
        <p:blipFill>
          <a:blip r:embed="rId2"/>
          <a:stretch>
            <a:fillRect/>
          </a:stretch>
        </p:blipFill>
        <p:spPr>
          <a:xfrm>
            <a:off x="459284" y="4102372"/>
            <a:ext cx="307473" cy="307473"/>
          </a:xfrm>
          <a:prstGeom prst="rect">
            <a:avLst/>
          </a:prstGeom>
        </p:spPr>
      </p:pic>
      <p:sp>
        <p:nvSpPr>
          <p:cNvPr id="4" name="Text Placeholder 13">
            <a:extLst>
              <a:ext uri="{FF2B5EF4-FFF2-40B4-BE49-F238E27FC236}">
                <a16:creationId xmlns:a16="http://schemas.microsoft.com/office/drawing/2014/main" id="{A7C8010A-1400-657C-8C17-D345F52DB1E3}"/>
              </a:ext>
            </a:extLst>
          </p:cNvPr>
          <p:cNvSpPr>
            <a:spLocks noGrp="1"/>
          </p:cNvSpPr>
          <p:nvPr>
            <p:ph type="body" sz="quarter" idx="17" hasCustomPrompt="1"/>
          </p:nvPr>
        </p:nvSpPr>
        <p:spPr>
          <a:xfrm>
            <a:off x="944065" y="1797186"/>
            <a:ext cx="2793404" cy="849390"/>
          </a:xfrm>
        </p:spPr>
        <p:txBody>
          <a:bodyPr wrap="square">
            <a:noAutofit/>
          </a:bodyPr>
          <a:lstStyle>
            <a:lvl1pPr>
              <a:defRPr>
                <a:solidFill>
                  <a:schemeClr val="bg2"/>
                </a:solidFill>
              </a:defRPr>
            </a:lvl1pPr>
          </a:lstStyle>
          <a:p>
            <a:pPr lvl="0"/>
            <a:r>
              <a:rPr lang="en-US" dirty="0"/>
              <a:t>Click to add body copy. (keep to 4 lines or less)</a:t>
            </a:r>
          </a:p>
        </p:txBody>
      </p:sp>
      <p:sp>
        <p:nvSpPr>
          <p:cNvPr id="6" name="Text Placeholder 13">
            <a:extLst>
              <a:ext uri="{FF2B5EF4-FFF2-40B4-BE49-F238E27FC236}">
                <a16:creationId xmlns:a16="http://schemas.microsoft.com/office/drawing/2014/main" id="{BC709578-793D-21E7-AE41-C04432C69BD8}"/>
              </a:ext>
            </a:extLst>
          </p:cNvPr>
          <p:cNvSpPr>
            <a:spLocks noGrp="1"/>
          </p:cNvSpPr>
          <p:nvPr>
            <p:ph type="body" sz="quarter" idx="18" hasCustomPrompt="1"/>
          </p:nvPr>
        </p:nvSpPr>
        <p:spPr>
          <a:xfrm>
            <a:off x="925909" y="2964819"/>
            <a:ext cx="2793404" cy="849390"/>
          </a:xfrm>
        </p:spPr>
        <p:txBody>
          <a:bodyPr wrap="square">
            <a:noAutofit/>
          </a:bodyPr>
          <a:lstStyle>
            <a:lvl1pPr>
              <a:defRPr>
                <a:solidFill>
                  <a:schemeClr val="bg2"/>
                </a:solidFill>
              </a:defRPr>
            </a:lvl1pPr>
          </a:lstStyle>
          <a:p>
            <a:pPr lvl="0"/>
            <a:r>
              <a:rPr lang="en-US" dirty="0"/>
              <a:t>Click to add body copy. (keep to 4 lines or less)</a:t>
            </a:r>
          </a:p>
        </p:txBody>
      </p:sp>
      <p:sp>
        <p:nvSpPr>
          <p:cNvPr id="7" name="Text Placeholder 13">
            <a:extLst>
              <a:ext uri="{FF2B5EF4-FFF2-40B4-BE49-F238E27FC236}">
                <a16:creationId xmlns:a16="http://schemas.microsoft.com/office/drawing/2014/main" id="{2B7F5707-0D2B-3761-5AA3-E3DA69FBB67A}"/>
              </a:ext>
            </a:extLst>
          </p:cNvPr>
          <p:cNvSpPr>
            <a:spLocks noGrp="1"/>
          </p:cNvSpPr>
          <p:nvPr>
            <p:ph type="body" sz="quarter" idx="19" hasCustomPrompt="1"/>
          </p:nvPr>
        </p:nvSpPr>
        <p:spPr>
          <a:xfrm>
            <a:off x="925909" y="4132452"/>
            <a:ext cx="2793404" cy="849390"/>
          </a:xfrm>
        </p:spPr>
        <p:txBody>
          <a:bodyPr wrap="square">
            <a:noAutofit/>
          </a:bodyPr>
          <a:lstStyle>
            <a:lvl1pPr>
              <a:defRPr>
                <a:solidFill>
                  <a:schemeClr val="bg2"/>
                </a:solidFill>
              </a:defRPr>
            </a:lvl1pPr>
          </a:lstStyle>
          <a:p>
            <a:pPr lvl="0"/>
            <a:r>
              <a:rPr lang="en-US" dirty="0"/>
              <a:t>Click to add body copy. (keep to 4 lines or less)</a:t>
            </a:r>
          </a:p>
        </p:txBody>
      </p:sp>
      <p:sp>
        <p:nvSpPr>
          <p:cNvPr id="9" name="Text Placeholder 12">
            <a:extLst>
              <a:ext uri="{FF2B5EF4-FFF2-40B4-BE49-F238E27FC236}">
                <a16:creationId xmlns:a16="http://schemas.microsoft.com/office/drawing/2014/main" id="{A9BEAC31-F59F-2261-C173-79DB809DF2BC}"/>
              </a:ext>
            </a:extLst>
          </p:cNvPr>
          <p:cNvSpPr>
            <a:spLocks noGrp="1"/>
          </p:cNvSpPr>
          <p:nvPr>
            <p:ph type="body" sz="quarter" idx="36" hasCustomPrompt="1"/>
          </p:nvPr>
        </p:nvSpPr>
        <p:spPr>
          <a:xfrm>
            <a:off x="8628017" y="387691"/>
            <a:ext cx="3204471" cy="263277"/>
          </a:xfrm>
        </p:spPr>
        <p:txBody>
          <a:bodyPr wrap="square">
            <a:noAutofit/>
          </a:bodyPr>
          <a:lstStyle>
            <a:lvl1pPr algn="r">
              <a:defRPr sz="1200" b="1" i="1">
                <a:solidFill>
                  <a:schemeClr val="bg2"/>
                </a:solidFill>
              </a:defRPr>
            </a:lvl1pPr>
          </a:lstStyle>
          <a:p>
            <a:pPr lvl="0"/>
            <a:r>
              <a:rPr lang="en-US" dirty="0"/>
              <a:t>Click to add section name</a:t>
            </a:r>
          </a:p>
        </p:txBody>
      </p:sp>
      <p:sp>
        <p:nvSpPr>
          <p:cNvPr id="11" name="Text Placeholder 12">
            <a:extLst>
              <a:ext uri="{FF2B5EF4-FFF2-40B4-BE49-F238E27FC236}">
                <a16:creationId xmlns:a16="http://schemas.microsoft.com/office/drawing/2014/main" id="{48B87D3F-EE6C-49B5-8A75-CBB435D58EE1}"/>
              </a:ext>
            </a:extLst>
          </p:cNvPr>
          <p:cNvSpPr>
            <a:spLocks noGrp="1"/>
          </p:cNvSpPr>
          <p:nvPr>
            <p:ph type="body" sz="quarter" idx="37" hasCustomPrompt="1"/>
          </p:nvPr>
        </p:nvSpPr>
        <p:spPr>
          <a:xfrm>
            <a:off x="432600" y="372054"/>
            <a:ext cx="3304869" cy="1104035"/>
          </a:xfrm>
        </p:spPr>
        <p:txBody>
          <a:bodyPr wrap="square">
            <a:noAutofit/>
          </a:bodyPr>
          <a:lstStyle>
            <a:lvl1pPr algn="l">
              <a:defRPr sz="1800" b="1">
                <a:solidFill>
                  <a:schemeClr val="bg2"/>
                </a:solidFill>
              </a:defRPr>
            </a:lvl1pPr>
          </a:lstStyle>
          <a:p>
            <a:pPr lvl="0"/>
            <a:r>
              <a:rPr lang="en-US" dirty="0"/>
              <a:t>Click to edit slide subhead</a:t>
            </a:r>
          </a:p>
        </p:txBody>
      </p:sp>
      <p:pic>
        <p:nvPicPr>
          <p:cNvPr id="19" name="Picture 18" descr="A black and white logo&#10;&#10;AI-generated content may be incorrect.">
            <a:extLst>
              <a:ext uri="{FF2B5EF4-FFF2-40B4-BE49-F238E27FC236}">
                <a16:creationId xmlns:a16="http://schemas.microsoft.com/office/drawing/2014/main" id="{CD71504C-024F-501B-86FF-351E5DA37209}"/>
              </a:ext>
            </a:extLst>
          </p:cNvPr>
          <p:cNvPicPr>
            <a:picLocks noChangeAspect="1"/>
          </p:cNvPicPr>
          <p:nvPr userDrawn="1"/>
        </p:nvPicPr>
        <p:blipFill>
          <a:blip r:embed="rId3"/>
          <a:stretch>
            <a:fillRect/>
          </a:stretch>
        </p:blipFill>
        <p:spPr>
          <a:xfrm>
            <a:off x="10802078" y="6212302"/>
            <a:ext cx="947920" cy="377794"/>
          </a:xfrm>
          <a:prstGeom prst="rect">
            <a:avLst/>
          </a:prstGeom>
        </p:spPr>
      </p:pic>
    </p:spTree>
    <p:extLst>
      <p:ext uri="{BB962C8B-B14F-4D97-AF65-F5344CB8AC3E}">
        <p14:creationId xmlns:p14="http://schemas.microsoft.com/office/powerpoint/2010/main" val="1187890717"/>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CFB48-CBEF-E5AE-A597-ABCAF1B91CE1}"/>
              </a:ext>
            </a:extLst>
          </p:cNvPr>
          <p:cNvSpPr>
            <a:spLocks noGrp="1"/>
          </p:cNvSpPr>
          <p:nvPr>
            <p:ph type="ctrTitle" hasCustomPrompt="1"/>
          </p:nvPr>
        </p:nvSpPr>
        <p:spPr>
          <a:xfrm>
            <a:off x="1524000" y="1932833"/>
            <a:ext cx="9144000" cy="1195684"/>
          </a:xfrm>
        </p:spPr>
        <p:txBody>
          <a:bodyPr vert="horz" wrap="square" lIns="0" tIns="0" rIns="91440" bIns="45720" rtlCol="0" anchor="t" anchorCtr="0">
            <a:noAutofit/>
          </a:bodyPr>
          <a:lstStyle>
            <a:lvl1pPr algn="ctr">
              <a:defRPr lang="en-US" sz="7500" dirty="0">
                <a:solidFill>
                  <a:schemeClr val="bg2"/>
                </a:solidFill>
              </a:defRPr>
            </a:lvl1pPr>
          </a:lstStyle>
          <a:p>
            <a:pPr lvl="0"/>
            <a:r>
              <a:rPr lang="en-US" dirty="0"/>
              <a:t>Agency Department</a:t>
            </a:r>
          </a:p>
        </p:txBody>
      </p:sp>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cxnSp>
        <p:nvCxnSpPr>
          <p:cNvPr id="9" name="Straight Connector 8">
            <a:extLst>
              <a:ext uri="{FF2B5EF4-FFF2-40B4-BE49-F238E27FC236}">
                <a16:creationId xmlns:a16="http://schemas.microsoft.com/office/drawing/2014/main" id="{AD02F18C-5CD3-85A6-2330-09E10D723CBD}"/>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CC216A7-7B91-410C-EDEC-FF80DF9A51B0}"/>
              </a:ext>
            </a:extLst>
          </p:cNvPr>
          <p:cNvCxnSpPr>
            <a:cxnSpLocks/>
          </p:cNvCxnSpPr>
          <p:nvPr userDrawn="1"/>
        </p:nvCxnSpPr>
        <p:spPr>
          <a:xfrm>
            <a:off x="5611798" y="3227498"/>
            <a:ext cx="968403"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84930709-BC42-A4A1-7B40-69527BC3E9B5}"/>
              </a:ext>
            </a:extLst>
          </p:cNvPr>
          <p:cNvPicPr>
            <a:picLocks noChangeAspect="1"/>
          </p:cNvPicPr>
          <p:nvPr userDrawn="1"/>
        </p:nvPicPr>
        <p:blipFill>
          <a:blip r:embed="rId3"/>
          <a:stretch>
            <a:fillRect/>
          </a:stretch>
        </p:blipFill>
        <p:spPr>
          <a:xfrm>
            <a:off x="10808329" y="6212665"/>
            <a:ext cx="927312" cy="377794"/>
          </a:xfrm>
          <a:prstGeom prst="rect">
            <a:avLst/>
          </a:prstGeom>
        </p:spPr>
      </p:pic>
      <p:sp>
        <p:nvSpPr>
          <p:cNvPr id="4" name="Text Placeholder 13">
            <a:extLst>
              <a:ext uri="{FF2B5EF4-FFF2-40B4-BE49-F238E27FC236}">
                <a16:creationId xmlns:a16="http://schemas.microsoft.com/office/drawing/2014/main" id="{F4F16DD9-BC53-F571-1A34-84B6E49AFE80}"/>
              </a:ext>
            </a:extLst>
          </p:cNvPr>
          <p:cNvSpPr>
            <a:spLocks noGrp="1"/>
          </p:cNvSpPr>
          <p:nvPr>
            <p:ph type="body" sz="quarter" idx="16" hasCustomPrompt="1"/>
          </p:nvPr>
        </p:nvSpPr>
        <p:spPr>
          <a:xfrm>
            <a:off x="1524000" y="3589385"/>
            <a:ext cx="9144000" cy="1592206"/>
          </a:xfrm>
        </p:spPr>
        <p:txBody>
          <a:bodyPr wrap="square">
            <a:noAutofit/>
          </a:bodyPr>
          <a:lstStyle>
            <a:lvl1pPr algn="ctr">
              <a:defRPr>
                <a:solidFill>
                  <a:schemeClr val="bg2"/>
                </a:solidFill>
              </a:defRPr>
            </a:lvl1pPr>
          </a:lstStyle>
          <a:p>
            <a:pPr lvl="0"/>
            <a:r>
              <a:rPr lang="en-US" dirty="0"/>
              <a:t>Click to add body copy.</a:t>
            </a:r>
          </a:p>
        </p:txBody>
      </p:sp>
      <p:sp>
        <p:nvSpPr>
          <p:cNvPr id="5" name="Text Placeholder 12">
            <a:extLst>
              <a:ext uri="{FF2B5EF4-FFF2-40B4-BE49-F238E27FC236}">
                <a16:creationId xmlns:a16="http://schemas.microsoft.com/office/drawing/2014/main" id="{C9392F01-3B10-69E5-E785-B21097D25C17}"/>
              </a:ext>
            </a:extLst>
          </p:cNvPr>
          <p:cNvSpPr>
            <a:spLocks noGrp="1"/>
          </p:cNvSpPr>
          <p:nvPr>
            <p:ph type="body" sz="quarter" idx="36" hasCustomPrompt="1"/>
          </p:nvPr>
        </p:nvSpPr>
        <p:spPr>
          <a:xfrm>
            <a:off x="471955" y="387691"/>
            <a:ext cx="3198708" cy="263277"/>
          </a:xfrm>
        </p:spPr>
        <p:txBody>
          <a:bodyPr wrap="square">
            <a:noAutofit/>
          </a:bodyPr>
          <a:lstStyle>
            <a:lvl1pPr algn="l">
              <a:defRPr sz="1200" b="1" i="1">
                <a:solidFill>
                  <a:schemeClr val="bg2"/>
                </a:solidFill>
              </a:defRPr>
            </a:lvl1pPr>
          </a:lstStyle>
          <a:p>
            <a:pPr lvl="0"/>
            <a:r>
              <a:rPr lang="en-US" dirty="0"/>
              <a:t>Click to add section name</a:t>
            </a:r>
          </a:p>
        </p:txBody>
      </p:sp>
    </p:spTree>
    <p:extLst>
      <p:ext uri="{BB962C8B-B14F-4D97-AF65-F5344CB8AC3E}">
        <p14:creationId xmlns:p14="http://schemas.microsoft.com/office/powerpoint/2010/main" val="311923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cxnSp>
        <p:nvCxnSpPr>
          <p:cNvPr id="9" name="Straight Connector 8">
            <a:extLst>
              <a:ext uri="{FF2B5EF4-FFF2-40B4-BE49-F238E27FC236}">
                <a16:creationId xmlns:a16="http://schemas.microsoft.com/office/drawing/2014/main" id="{AD02F18C-5CD3-85A6-2330-09E10D723CBD}"/>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84930709-BC42-A4A1-7B40-69527BC3E9B5}"/>
              </a:ext>
            </a:extLst>
          </p:cNvPr>
          <p:cNvPicPr>
            <a:picLocks noChangeAspect="1"/>
          </p:cNvPicPr>
          <p:nvPr userDrawn="1"/>
        </p:nvPicPr>
        <p:blipFill>
          <a:blip r:embed="rId3"/>
          <a:stretch>
            <a:fillRect/>
          </a:stretch>
        </p:blipFill>
        <p:spPr>
          <a:xfrm>
            <a:off x="10808329" y="6212665"/>
            <a:ext cx="927312" cy="377794"/>
          </a:xfrm>
          <a:prstGeom prst="rect">
            <a:avLst/>
          </a:prstGeom>
        </p:spPr>
      </p:pic>
      <p:sp>
        <p:nvSpPr>
          <p:cNvPr id="11" name="Text Placeholder 12">
            <a:extLst>
              <a:ext uri="{FF2B5EF4-FFF2-40B4-BE49-F238E27FC236}">
                <a16:creationId xmlns:a16="http://schemas.microsoft.com/office/drawing/2014/main" id="{7F36DDCE-C76F-00FB-965A-CFA0D1651E24}"/>
              </a:ext>
            </a:extLst>
          </p:cNvPr>
          <p:cNvSpPr>
            <a:spLocks noGrp="1"/>
          </p:cNvSpPr>
          <p:nvPr>
            <p:ph type="body" sz="quarter" idx="36" hasCustomPrompt="1"/>
          </p:nvPr>
        </p:nvSpPr>
        <p:spPr>
          <a:xfrm>
            <a:off x="471955" y="387691"/>
            <a:ext cx="3198708" cy="263277"/>
          </a:xfrm>
        </p:spPr>
        <p:txBody>
          <a:bodyPr wrap="square">
            <a:noAutofit/>
          </a:bodyPr>
          <a:lstStyle>
            <a:lvl1pPr algn="l">
              <a:defRPr sz="1200" b="1" i="1">
                <a:solidFill>
                  <a:schemeClr val="bg2"/>
                </a:solidFill>
              </a:defRPr>
            </a:lvl1pPr>
          </a:lstStyle>
          <a:p>
            <a:pPr lvl="0"/>
            <a:r>
              <a:rPr lang="en-US" dirty="0"/>
              <a:t>Click to add section name</a:t>
            </a:r>
          </a:p>
        </p:txBody>
      </p:sp>
    </p:spTree>
    <p:extLst>
      <p:ext uri="{BB962C8B-B14F-4D97-AF65-F5344CB8AC3E}">
        <p14:creationId xmlns:p14="http://schemas.microsoft.com/office/powerpoint/2010/main" val="25817069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descr="A blue background with lines&#10;&#10;AI-generated content may be incorrect.">
            <a:extLst>
              <a:ext uri="{FF2B5EF4-FFF2-40B4-BE49-F238E27FC236}">
                <a16:creationId xmlns:a16="http://schemas.microsoft.com/office/drawing/2014/main" id="{89CCE111-3845-0A14-910C-DCF953A475FD}"/>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cxnSp>
        <p:nvCxnSpPr>
          <p:cNvPr id="9" name="Straight Connector 8">
            <a:extLst>
              <a:ext uri="{FF2B5EF4-FFF2-40B4-BE49-F238E27FC236}">
                <a16:creationId xmlns:a16="http://schemas.microsoft.com/office/drawing/2014/main" id="{AD02F18C-5CD3-85A6-2330-09E10D723CBD}"/>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A0E7F6AD-89CA-BBB5-2F8A-09D762FFA950}"/>
              </a:ext>
            </a:extLst>
          </p:cNvPr>
          <p:cNvSpPr>
            <a:spLocks noGrp="1"/>
          </p:cNvSpPr>
          <p:nvPr>
            <p:ph type="title" hasCustomPrompt="1"/>
          </p:nvPr>
        </p:nvSpPr>
        <p:spPr>
          <a:xfrm>
            <a:off x="1948030" y="2298929"/>
            <a:ext cx="8051104" cy="2698583"/>
          </a:xfrm>
          <a:prstGeom prst="rect">
            <a:avLst/>
          </a:prstGeom>
        </p:spPr>
        <p:txBody>
          <a:bodyPr vert="horz" wrap="square" lIns="0" tIns="0" rIns="91440" bIns="45720" rtlCol="0" anchor="t" anchorCtr="0">
            <a:noAutofit/>
          </a:bodyPr>
          <a:lstStyle>
            <a:lvl1pPr algn="ctr">
              <a:lnSpc>
                <a:spcPct val="95000"/>
              </a:lnSpc>
              <a:defRPr b="0" i="0">
                <a:solidFill>
                  <a:schemeClr val="bg2"/>
                </a:solidFill>
                <a:latin typeface="DM Sans 14pt ExtraLight" pitchFamily="2" charset="77"/>
              </a:defRPr>
            </a:lvl1pPr>
          </a:lstStyle>
          <a:p>
            <a:r>
              <a:rPr lang="en-US" dirty="0"/>
              <a:t>Click to add description overview here. Keep it brief and to the point. 1-3 short sentences only. Thank you.</a:t>
            </a:r>
          </a:p>
        </p:txBody>
      </p:sp>
      <p:sp>
        <p:nvSpPr>
          <p:cNvPr id="3" name="Text Placeholder 12">
            <a:extLst>
              <a:ext uri="{FF2B5EF4-FFF2-40B4-BE49-F238E27FC236}">
                <a16:creationId xmlns:a16="http://schemas.microsoft.com/office/drawing/2014/main" id="{3723B2DF-E0BA-4D65-C197-ABE546423B71}"/>
              </a:ext>
            </a:extLst>
          </p:cNvPr>
          <p:cNvSpPr>
            <a:spLocks noGrp="1"/>
          </p:cNvSpPr>
          <p:nvPr>
            <p:ph type="body" sz="quarter" idx="37" hasCustomPrompt="1"/>
          </p:nvPr>
        </p:nvSpPr>
        <p:spPr>
          <a:xfrm>
            <a:off x="4372087" y="1671573"/>
            <a:ext cx="3202990" cy="263277"/>
          </a:xfrm>
        </p:spPr>
        <p:txBody>
          <a:bodyPr wrap="none" rIns="0" anchor="ctr">
            <a:noAutofit/>
          </a:bodyPr>
          <a:lstStyle>
            <a:lvl1pPr algn="ctr">
              <a:defRPr sz="1200" b="1" i="1">
                <a:solidFill>
                  <a:schemeClr val="bg1"/>
                </a:solidFill>
              </a:defRPr>
            </a:lvl1pPr>
          </a:lstStyle>
          <a:p>
            <a:pPr lvl="0"/>
            <a:r>
              <a:rPr lang="en-US" dirty="0"/>
              <a:t>Click to Header / Subhead</a:t>
            </a:r>
          </a:p>
        </p:txBody>
      </p:sp>
      <p:pic>
        <p:nvPicPr>
          <p:cNvPr id="4" name="Picture 3" descr="A close up of a logo&#10;&#10;AI-generated content may be incorrect.">
            <a:extLst>
              <a:ext uri="{FF2B5EF4-FFF2-40B4-BE49-F238E27FC236}">
                <a16:creationId xmlns:a16="http://schemas.microsoft.com/office/drawing/2014/main" id="{E846066D-5DBA-5041-980C-B7DC4EF2A595}"/>
              </a:ext>
            </a:extLst>
          </p:cNvPr>
          <p:cNvPicPr>
            <a:picLocks noChangeAspect="1"/>
          </p:cNvPicPr>
          <p:nvPr userDrawn="1"/>
        </p:nvPicPr>
        <p:blipFill>
          <a:blip r:embed="rId4"/>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41172105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descr="A blue background with lines&#10;&#10;AI-generated content may be incorrect.">
            <a:extLst>
              <a:ext uri="{FF2B5EF4-FFF2-40B4-BE49-F238E27FC236}">
                <a16:creationId xmlns:a16="http://schemas.microsoft.com/office/drawing/2014/main" id="{A5D81F25-D49F-55C5-8832-17ADD04F539B}"/>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cxnSp>
        <p:nvCxnSpPr>
          <p:cNvPr id="9" name="Straight Connector 8">
            <a:extLst>
              <a:ext uri="{FF2B5EF4-FFF2-40B4-BE49-F238E27FC236}">
                <a16:creationId xmlns:a16="http://schemas.microsoft.com/office/drawing/2014/main" id="{AD02F18C-5CD3-85A6-2330-09E10D723CBD}"/>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A0E7F6AD-89CA-BBB5-2F8A-09D762FFA950}"/>
              </a:ext>
            </a:extLst>
          </p:cNvPr>
          <p:cNvSpPr>
            <a:spLocks noGrp="1"/>
          </p:cNvSpPr>
          <p:nvPr>
            <p:ph type="title" hasCustomPrompt="1"/>
          </p:nvPr>
        </p:nvSpPr>
        <p:spPr>
          <a:xfrm>
            <a:off x="1948030" y="2298929"/>
            <a:ext cx="8051104" cy="2698583"/>
          </a:xfrm>
          <a:prstGeom prst="rect">
            <a:avLst/>
          </a:prstGeom>
        </p:spPr>
        <p:txBody>
          <a:bodyPr vert="horz" lIns="0" tIns="0" rIns="91440" bIns="45720" rtlCol="0" anchor="t" anchorCtr="0">
            <a:noAutofit/>
          </a:bodyPr>
          <a:lstStyle>
            <a:lvl1pPr algn="ctr">
              <a:lnSpc>
                <a:spcPct val="95000"/>
              </a:lnSpc>
              <a:defRPr b="0" i="0">
                <a:solidFill>
                  <a:schemeClr val="bg2"/>
                </a:solidFill>
                <a:latin typeface="DM Sans 14pt ExtraLight" pitchFamily="2" charset="77"/>
              </a:defRPr>
            </a:lvl1pPr>
          </a:lstStyle>
          <a:p>
            <a:r>
              <a:rPr lang="en-US" dirty="0"/>
              <a:t>Click to add description overview here. Keep it brief and to the point. 1-3 short sentences only. Thank you.</a:t>
            </a:r>
          </a:p>
        </p:txBody>
      </p:sp>
      <p:sp>
        <p:nvSpPr>
          <p:cNvPr id="3" name="Text Placeholder 12">
            <a:extLst>
              <a:ext uri="{FF2B5EF4-FFF2-40B4-BE49-F238E27FC236}">
                <a16:creationId xmlns:a16="http://schemas.microsoft.com/office/drawing/2014/main" id="{3723B2DF-E0BA-4D65-C197-ABE546423B71}"/>
              </a:ext>
            </a:extLst>
          </p:cNvPr>
          <p:cNvSpPr>
            <a:spLocks noGrp="1"/>
          </p:cNvSpPr>
          <p:nvPr>
            <p:ph type="body" sz="quarter" idx="37" hasCustomPrompt="1"/>
          </p:nvPr>
        </p:nvSpPr>
        <p:spPr>
          <a:xfrm>
            <a:off x="5106956" y="1671573"/>
            <a:ext cx="1978106" cy="263277"/>
          </a:xfrm>
        </p:spPr>
        <p:txBody>
          <a:bodyPr wrap="none" rIns="0" anchor="ctr">
            <a:noAutofit/>
          </a:bodyPr>
          <a:lstStyle>
            <a:lvl1pPr algn="ctr">
              <a:defRPr sz="1200" b="1" i="1">
                <a:solidFill>
                  <a:schemeClr val="accent3"/>
                </a:solidFill>
              </a:defRPr>
            </a:lvl1pPr>
          </a:lstStyle>
          <a:p>
            <a:pPr lvl="0"/>
            <a:r>
              <a:rPr lang="en-US" dirty="0"/>
              <a:t>Click to Header / Subhead</a:t>
            </a:r>
          </a:p>
        </p:txBody>
      </p:sp>
      <p:pic>
        <p:nvPicPr>
          <p:cNvPr id="4" name="Picture 3" descr="A close up of a logo&#10;&#10;AI-generated content may be incorrect.">
            <a:extLst>
              <a:ext uri="{FF2B5EF4-FFF2-40B4-BE49-F238E27FC236}">
                <a16:creationId xmlns:a16="http://schemas.microsoft.com/office/drawing/2014/main" id="{E846066D-5DBA-5041-980C-B7DC4EF2A595}"/>
              </a:ext>
            </a:extLst>
          </p:cNvPr>
          <p:cNvPicPr>
            <a:picLocks noChangeAspect="1"/>
          </p:cNvPicPr>
          <p:nvPr userDrawn="1"/>
        </p:nvPicPr>
        <p:blipFill>
          <a:blip r:embed="rId4"/>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15438070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08A151-1CC4-F67A-36E3-A04475F2A4D3}"/>
              </a:ext>
            </a:extLst>
          </p:cNvPr>
          <p:cNvSpPr/>
          <p:nvPr userDrawn="1"/>
        </p:nvSpPr>
        <p:spPr>
          <a:xfrm>
            <a:off x="0" y="0"/>
            <a:ext cx="12192000" cy="1059726"/>
          </a:xfrm>
          <a:prstGeom prst="rect">
            <a:avLst/>
          </a:prstGeom>
          <a:gradFill>
            <a:gsLst>
              <a:gs pos="23000">
                <a:schemeClr val="bg2"/>
              </a:gs>
              <a:gs pos="100000">
                <a:schemeClr val="tx1">
                  <a:alpha val="1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A5C74DF6-83B1-4E27-D454-64B1B08177F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5" name="Text Placeholder 12">
            <a:extLst>
              <a:ext uri="{FF2B5EF4-FFF2-40B4-BE49-F238E27FC236}">
                <a16:creationId xmlns:a16="http://schemas.microsoft.com/office/drawing/2014/main" id="{C9AD7E17-12CC-201E-9F0E-2150773C331B}"/>
              </a:ext>
            </a:extLst>
          </p:cNvPr>
          <p:cNvSpPr>
            <a:spLocks noGrp="1"/>
          </p:cNvSpPr>
          <p:nvPr>
            <p:ph type="body" sz="quarter" idx="37" hasCustomPrompt="1"/>
          </p:nvPr>
        </p:nvSpPr>
        <p:spPr>
          <a:xfrm>
            <a:off x="458724" y="1439904"/>
            <a:ext cx="5510999" cy="610226"/>
          </a:xfrm>
        </p:spPr>
        <p:txBody>
          <a:bodyPr wrap="square">
            <a:noAutofit/>
          </a:bodyPr>
          <a:lstStyle>
            <a:lvl1pPr algn="l">
              <a:defRPr sz="1800" b="1">
                <a:solidFill>
                  <a:schemeClr val="tx2"/>
                </a:solidFill>
              </a:defRPr>
            </a:lvl1pPr>
          </a:lstStyle>
          <a:p>
            <a:pPr lvl="0"/>
            <a:r>
              <a:rPr lang="en-US" dirty="0"/>
              <a:t>Click to edit slide subhead</a:t>
            </a:r>
          </a:p>
        </p:txBody>
      </p:sp>
      <p:sp>
        <p:nvSpPr>
          <p:cNvPr id="6" name="Footer Placeholder 3">
            <a:extLst>
              <a:ext uri="{FF2B5EF4-FFF2-40B4-BE49-F238E27FC236}">
                <a16:creationId xmlns:a16="http://schemas.microsoft.com/office/drawing/2014/main" id="{177A0D81-CC31-EDA5-523E-82B940FC7D42}"/>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13" name="Slide Number Placeholder 4">
            <a:extLst>
              <a:ext uri="{FF2B5EF4-FFF2-40B4-BE49-F238E27FC236}">
                <a16:creationId xmlns:a16="http://schemas.microsoft.com/office/drawing/2014/main" id="{E73AAEFA-30CB-25ED-FB00-68B85E3A4541}"/>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 name="Text Placeholder 13">
            <a:extLst>
              <a:ext uri="{FF2B5EF4-FFF2-40B4-BE49-F238E27FC236}">
                <a16:creationId xmlns:a16="http://schemas.microsoft.com/office/drawing/2014/main" id="{86C259E4-92DC-BD45-D99F-44E4805FBEBE}"/>
              </a:ext>
            </a:extLst>
          </p:cNvPr>
          <p:cNvSpPr>
            <a:spLocks noGrp="1"/>
          </p:cNvSpPr>
          <p:nvPr>
            <p:ph type="body" sz="quarter" idx="16" hasCustomPrompt="1"/>
          </p:nvPr>
        </p:nvSpPr>
        <p:spPr>
          <a:xfrm>
            <a:off x="458723" y="2514902"/>
            <a:ext cx="3064075" cy="2799660"/>
          </a:xfrm>
        </p:spPr>
        <p:txBody>
          <a:bodyPr>
            <a:noAutofit/>
          </a:bodyPr>
          <a:lstStyle>
            <a:lvl1pPr>
              <a:defRPr sz="1400">
                <a:solidFill>
                  <a:schemeClr val="tx1"/>
                </a:solidFill>
              </a:defRPr>
            </a:lvl1pPr>
          </a:lstStyle>
          <a:p>
            <a:pPr lvl="0"/>
            <a:r>
              <a:rPr lang="en-US" dirty="0"/>
              <a:t>Click to add body copy here. </a:t>
            </a:r>
          </a:p>
        </p:txBody>
      </p:sp>
      <p:sp>
        <p:nvSpPr>
          <p:cNvPr id="9" name="Text Placeholder 13">
            <a:extLst>
              <a:ext uri="{FF2B5EF4-FFF2-40B4-BE49-F238E27FC236}">
                <a16:creationId xmlns:a16="http://schemas.microsoft.com/office/drawing/2014/main" id="{08481239-9093-8D44-C6E0-A6AA710FC6B0}"/>
              </a:ext>
            </a:extLst>
          </p:cNvPr>
          <p:cNvSpPr>
            <a:spLocks noGrp="1"/>
          </p:cNvSpPr>
          <p:nvPr>
            <p:ph type="body" sz="quarter" idx="38" hasCustomPrompt="1"/>
          </p:nvPr>
        </p:nvSpPr>
        <p:spPr>
          <a:xfrm>
            <a:off x="4563961" y="2514902"/>
            <a:ext cx="3064075" cy="2799660"/>
          </a:xfrm>
        </p:spPr>
        <p:txBody>
          <a:bodyPr>
            <a:noAutofit/>
          </a:bodyPr>
          <a:lstStyle>
            <a:lvl1pPr>
              <a:defRPr sz="1400">
                <a:solidFill>
                  <a:schemeClr val="tx1"/>
                </a:solidFill>
              </a:defRPr>
            </a:lvl1pPr>
          </a:lstStyle>
          <a:p>
            <a:pPr lvl="0"/>
            <a:r>
              <a:rPr lang="en-US" dirty="0"/>
              <a:t>Click to add body copy here. </a:t>
            </a:r>
          </a:p>
        </p:txBody>
      </p:sp>
      <p:sp>
        <p:nvSpPr>
          <p:cNvPr id="10" name="Text Placeholder 13">
            <a:extLst>
              <a:ext uri="{FF2B5EF4-FFF2-40B4-BE49-F238E27FC236}">
                <a16:creationId xmlns:a16="http://schemas.microsoft.com/office/drawing/2014/main" id="{FAB9C09D-2E6E-35C5-9913-E43C664B6563}"/>
              </a:ext>
            </a:extLst>
          </p:cNvPr>
          <p:cNvSpPr>
            <a:spLocks noGrp="1"/>
          </p:cNvSpPr>
          <p:nvPr>
            <p:ph type="body" sz="quarter" idx="39" hasCustomPrompt="1"/>
          </p:nvPr>
        </p:nvSpPr>
        <p:spPr>
          <a:xfrm>
            <a:off x="8650300" y="2514902"/>
            <a:ext cx="3064075" cy="2799660"/>
          </a:xfrm>
        </p:spPr>
        <p:txBody>
          <a:bodyPr>
            <a:noAutofit/>
          </a:bodyPr>
          <a:lstStyle>
            <a:lvl1pPr>
              <a:defRPr sz="1400">
                <a:solidFill>
                  <a:schemeClr val="tx1"/>
                </a:solidFill>
              </a:defRPr>
            </a:lvl1pPr>
          </a:lstStyle>
          <a:p>
            <a:pPr lvl="0"/>
            <a:r>
              <a:rPr lang="en-US" dirty="0"/>
              <a:t>Click to add body copy here. </a:t>
            </a:r>
          </a:p>
        </p:txBody>
      </p:sp>
    </p:spTree>
    <p:extLst>
      <p:ext uri="{BB962C8B-B14F-4D97-AF65-F5344CB8AC3E}">
        <p14:creationId xmlns:p14="http://schemas.microsoft.com/office/powerpoint/2010/main" val="2652576244"/>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8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A5C74DF6-83B1-4E27-D454-64B1B08177F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5" name="Text Placeholder 12">
            <a:extLst>
              <a:ext uri="{FF2B5EF4-FFF2-40B4-BE49-F238E27FC236}">
                <a16:creationId xmlns:a16="http://schemas.microsoft.com/office/drawing/2014/main" id="{C9AD7E17-12CC-201E-9F0E-2150773C331B}"/>
              </a:ext>
            </a:extLst>
          </p:cNvPr>
          <p:cNvSpPr>
            <a:spLocks noGrp="1"/>
          </p:cNvSpPr>
          <p:nvPr>
            <p:ph type="body" sz="quarter" idx="37" hasCustomPrompt="1"/>
          </p:nvPr>
        </p:nvSpPr>
        <p:spPr>
          <a:xfrm>
            <a:off x="458724" y="905793"/>
            <a:ext cx="3677555" cy="830951"/>
          </a:xfrm>
        </p:spPr>
        <p:txBody>
          <a:bodyPr wrap="square">
            <a:noAutofit/>
          </a:bodyPr>
          <a:lstStyle>
            <a:lvl1pPr algn="l">
              <a:defRPr sz="1800" b="1">
                <a:solidFill>
                  <a:schemeClr val="tx2"/>
                </a:solidFill>
              </a:defRPr>
            </a:lvl1pPr>
          </a:lstStyle>
          <a:p>
            <a:pPr lvl="0"/>
            <a:r>
              <a:rPr lang="en-US" dirty="0"/>
              <a:t>Click to edit slide subhead</a:t>
            </a:r>
          </a:p>
        </p:txBody>
      </p:sp>
      <p:sp>
        <p:nvSpPr>
          <p:cNvPr id="6" name="Footer Placeholder 3">
            <a:extLst>
              <a:ext uri="{FF2B5EF4-FFF2-40B4-BE49-F238E27FC236}">
                <a16:creationId xmlns:a16="http://schemas.microsoft.com/office/drawing/2014/main" id="{177A0D81-CC31-EDA5-523E-82B940FC7D42}"/>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13" name="Slide Number Placeholder 4">
            <a:extLst>
              <a:ext uri="{FF2B5EF4-FFF2-40B4-BE49-F238E27FC236}">
                <a16:creationId xmlns:a16="http://schemas.microsoft.com/office/drawing/2014/main" id="{E73AAEFA-30CB-25ED-FB00-68B85E3A4541}"/>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2" name="Text Placeholder 13">
            <a:extLst>
              <a:ext uri="{FF2B5EF4-FFF2-40B4-BE49-F238E27FC236}">
                <a16:creationId xmlns:a16="http://schemas.microsoft.com/office/drawing/2014/main" id="{0E8D0E71-718A-2347-FEEA-0F50EB346853}"/>
              </a:ext>
            </a:extLst>
          </p:cNvPr>
          <p:cNvSpPr>
            <a:spLocks noGrp="1"/>
          </p:cNvSpPr>
          <p:nvPr>
            <p:ph type="body" sz="quarter" idx="16" hasCustomPrompt="1"/>
          </p:nvPr>
        </p:nvSpPr>
        <p:spPr>
          <a:xfrm>
            <a:off x="5069090" y="905794"/>
            <a:ext cx="6645285" cy="830950"/>
          </a:xfrm>
        </p:spPr>
        <p:txBody>
          <a:bodyPr>
            <a:noAutofit/>
          </a:bodyPr>
          <a:lstStyle>
            <a:lvl1pPr>
              <a:defRPr sz="1400">
                <a:solidFill>
                  <a:schemeClr val="tx1"/>
                </a:solidFill>
              </a:defRPr>
            </a:lvl1pPr>
          </a:lstStyle>
          <a:p>
            <a:pPr lvl="0"/>
            <a:r>
              <a:rPr lang="en-US" dirty="0"/>
              <a:t>Click to add body copy here. Try to keep to 3-4 sentences max. </a:t>
            </a:r>
          </a:p>
        </p:txBody>
      </p:sp>
    </p:spTree>
    <p:extLst>
      <p:ext uri="{BB962C8B-B14F-4D97-AF65-F5344CB8AC3E}">
        <p14:creationId xmlns:p14="http://schemas.microsoft.com/office/powerpoint/2010/main" val="727138741"/>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9_Section Header">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A5C74DF6-83B1-4E27-D454-64B1B08177F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6" name="Footer Placeholder 3">
            <a:extLst>
              <a:ext uri="{FF2B5EF4-FFF2-40B4-BE49-F238E27FC236}">
                <a16:creationId xmlns:a16="http://schemas.microsoft.com/office/drawing/2014/main" id="{177A0D81-CC31-EDA5-523E-82B940FC7D42}"/>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13" name="Slide Number Placeholder 4">
            <a:extLst>
              <a:ext uri="{FF2B5EF4-FFF2-40B4-BE49-F238E27FC236}">
                <a16:creationId xmlns:a16="http://schemas.microsoft.com/office/drawing/2014/main" id="{E73AAEFA-30CB-25ED-FB00-68B85E3A4541}"/>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2" name="Text Placeholder 13">
            <a:extLst>
              <a:ext uri="{FF2B5EF4-FFF2-40B4-BE49-F238E27FC236}">
                <a16:creationId xmlns:a16="http://schemas.microsoft.com/office/drawing/2014/main" id="{0E8D0E71-718A-2347-FEEA-0F50EB346853}"/>
              </a:ext>
            </a:extLst>
          </p:cNvPr>
          <p:cNvSpPr>
            <a:spLocks noGrp="1"/>
          </p:cNvSpPr>
          <p:nvPr>
            <p:ph type="body" sz="quarter" idx="16" hasCustomPrompt="1"/>
          </p:nvPr>
        </p:nvSpPr>
        <p:spPr>
          <a:xfrm>
            <a:off x="471956" y="905794"/>
            <a:ext cx="5345838" cy="830950"/>
          </a:xfrm>
        </p:spPr>
        <p:txBody>
          <a:bodyPr>
            <a:noAutofit/>
          </a:bodyPr>
          <a:lstStyle>
            <a:lvl1pPr>
              <a:defRPr sz="1400">
                <a:solidFill>
                  <a:schemeClr val="tx1"/>
                </a:solidFill>
              </a:defRPr>
            </a:lvl1pPr>
          </a:lstStyle>
          <a:p>
            <a:pPr lvl="0"/>
            <a:r>
              <a:rPr lang="en-US" dirty="0"/>
              <a:t>Click to add body copy here. Try to keep to 3-4 sentences max. </a:t>
            </a:r>
          </a:p>
        </p:txBody>
      </p:sp>
    </p:spTree>
    <p:extLst>
      <p:ext uri="{BB962C8B-B14F-4D97-AF65-F5344CB8AC3E}">
        <p14:creationId xmlns:p14="http://schemas.microsoft.com/office/powerpoint/2010/main" val="1582943422"/>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7_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08A151-1CC4-F67A-36E3-A04475F2A4D3}"/>
              </a:ext>
            </a:extLst>
          </p:cNvPr>
          <p:cNvSpPr/>
          <p:nvPr userDrawn="1"/>
        </p:nvSpPr>
        <p:spPr>
          <a:xfrm>
            <a:off x="0" y="0"/>
            <a:ext cx="12192000" cy="1059726"/>
          </a:xfrm>
          <a:prstGeom prst="rect">
            <a:avLst/>
          </a:prstGeom>
          <a:gradFill>
            <a:gsLst>
              <a:gs pos="23000">
                <a:schemeClr val="bg2"/>
              </a:gs>
              <a:gs pos="100000">
                <a:schemeClr val="tx1">
                  <a:alpha val="1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A5C74DF6-83B1-4E27-D454-64B1B08177F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6" name="Footer Placeholder 3">
            <a:extLst>
              <a:ext uri="{FF2B5EF4-FFF2-40B4-BE49-F238E27FC236}">
                <a16:creationId xmlns:a16="http://schemas.microsoft.com/office/drawing/2014/main" id="{177A0D81-CC31-EDA5-523E-82B940FC7D42}"/>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13" name="Slide Number Placeholder 4">
            <a:extLst>
              <a:ext uri="{FF2B5EF4-FFF2-40B4-BE49-F238E27FC236}">
                <a16:creationId xmlns:a16="http://schemas.microsoft.com/office/drawing/2014/main" id="{E73AAEFA-30CB-25ED-FB00-68B85E3A4541}"/>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14" name="TextBox 13">
            <a:extLst>
              <a:ext uri="{FF2B5EF4-FFF2-40B4-BE49-F238E27FC236}">
                <a16:creationId xmlns:a16="http://schemas.microsoft.com/office/drawing/2014/main" id="{23AB30E8-07E8-7907-53CF-5854B0146F23}"/>
              </a:ext>
            </a:extLst>
          </p:cNvPr>
          <p:cNvSpPr txBox="1"/>
          <p:nvPr userDrawn="1"/>
        </p:nvSpPr>
        <p:spPr>
          <a:xfrm>
            <a:off x="405138" y="1043271"/>
            <a:ext cx="3455082" cy="784830"/>
          </a:xfrm>
          <a:prstGeom prst="rect">
            <a:avLst/>
          </a:prstGeom>
          <a:noFill/>
        </p:spPr>
        <p:txBody>
          <a:bodyPr wrap="square" rtlCol="0">
            <a:spAutoFit/>
          </a:bodyPr>
          <a:lstStyle/>
          <a:p>
            <a:r>
              <a:rPr lang="en-US" sz="4500" b="0" i="0" dirty="0">
                <a:solidFill>
                  <a:schemeClr val="tx2"/>
                </a:solidFill>
                <a:latin typeface="DM Sans 14pt ExtraLight" pitchFamily="2" charset="77"/>
              </a:rPr>
              <a:t>Agenda</a:t>
            </a:r>
          </a:p>
        </p:txBody>
      </p:sp>
    </p:spTree>
    <p:extLst>
      <p:ext uri="{BB962C8B-B14F-4D97-AF65-F5344CB8AC3E}">
        <p14:creationId xmlns:p14="http://schemas.microsoft.com/office/powerpoint/2010/main" val="1428154894"/>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5_Section Header">
    <p:bg>
      <p:bgPr>
        <a:gradFill>
          <a:gsLst>
            <a:gs pos="0">
              <a:schemeClr val="bg2"/>
            </a:gs>
            <a:gs pos="100000">
              <a:schemeClr val="tx1">
                <a:alpha val="14000"/>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ue and orange logo&#10;&#10;AI-generated content may be incorrect.">
            <a:extLst>
              <a:ext uri="{FF2B5EF4-FFF2-40B4-BE49-F238E27FC236}">
                <a16:creationId xmlns:a16="http://schemas.microsoft.com/office/drawing/2014/main" id="{6696A778-7D1F-D630-010C-33D412633C28}"/>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5" name="Rectangle 4">
            <a:extLst>
              <a:ext uri="{FF2B5EF4-FFF2-40B4-BE49-F238E27FC236}">
                <a16:creationId xmlns:a16="http://schemas.microsoft.com/office/drawing/2014/main" id="{38DEF97A-12D1-9ED3-89DA-8D81AA313185}"/>
              </a:ext>
            </a:extLst>
          </p:cNvPr>
          <p:cNvSpPr/>
          <p:nvPr userDrawn="1"/>
        </p:nvSpPr>
        <p:spPr>
          <a:xfrm>
            <a:off x="477624" y="2290692"/>
            <a:ext cx="3221263" cy="32212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C8CDD61-103D-043A-80B2-997F916B3339}"/>
              </a:ext>
            </a:extLst>
          </p:cNvPr>
          <p:cNvSpPr/>
          <p:nvPr userDrawn="1"/>
        </p:nvSpPr>
        <p:spPr>
          <a:xfrm>
            <a:off x="4485369" y="2290692"/>
            <a:ext cx="3221263" cy="32212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19405F-7267-FB33-2C04-2A2D0C98419E}"/>
              </a:ext>
            </a:extLst>
          </p:cNvPr>
          <p:cNvSpPr/>
          <p:nvPr userDrawn="1"/>
        </p:nvSpPr>
        <p:spPr>
          <a:xfrm>
            <a:off x="8493115" y="2290693"/>
            <a:ext cx="3221263" cy="322126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93A215-28C9-3E90-DA58-463EF7694092}"/>
              </a:ext>
            </a:extLst>
          </p:cNvPr>
          <p:cNvSpPr/>
          <p:nvPr userDrawn="1"/>
        </p:nvSpPr>
        <p:spPr>
          <a:xfrm>
            <a:off x="477624" y="1601648"/>
            <a:ext cx="3221263" cy="61011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D7DB367-F84F-8EE1-C8B4-4456E2BD76C6}"/>
              </a:ext>
            </a:extLst>
          </p:cNvPr>
          <p:cNvSpPr/>
          <p:nvPr userDrawn="1"/>
        </p:nvSpPr>
        <p:spPr>
          <a:xfrm>
            <a:off x="4485367" y="1601648"/>
            <a:ext cx="3221263" cy="61011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85619FC-3ED3-7DC2-4EA1-D02B209EEA9A}"/>
              </a:ext>
            </a:extLst>
          </p:cNvPr>
          <p:cNvSpPr/>
          <p:nvPr userDrawn="1"/>
        </p:nvSpPr>
        <p:spPr>
          <a:xfrm>
            <a:off x="8493110" y="1601648"/>
            <a:ext cx="3221263" cy="61011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blue arrow in a circle&#10;&#10;AI-generated content may be incorrect.">
            <a:extLst>
              <a:ext uri="{FF2B5EF4-FFF2-40B4-BE49-F238E27FC236}">
                <a16:creationId xmlns:a16="http://schemas.microsoft.com/office/drawing/2014/main" id="{57CA568C-D9D3-AECC-48DD-F40ADA830334}"/>
              </a:ext>
            </a:extLst>
          </p:cNvPr>
          <p:cNvPicPr>
            <a:picLocks noChangeAspect="1"/>
          </p:cNvPicPr>
          <p:nvPr userDrawn="1"/>
        </p:nvPicPr>
        <p:blipFill>
          <a:blip r:embed="rId3"/>
          <a:stretch>
            <a:fillRect/>
          </a:stretch>
        </p:blipFill>
        <p:spPr>
          <a:xfrm>
            <a:off x="647315" y="1753020"/>
            <a:ext cx="307371" cy="307371"/>
          </a:xfrm>
          <a:prstGeom prst="rect">
            <a:avLst/>
          </a:prstGeom>
        </p:spPr>
      </p:pic>
      <p:pic>
        <p:nvPicPr>
          <p:cNvPr id="24" name="Picture 23" descr="A blue arrow in a circle&#10;&#10;AI-generated content may be incorrect.">
            <a:extLst>
              <a:ext uri="{FF2B5EF4-FFF2-40B4-BE49-F238E27FC236}">
                <a16:creationId xmlns:a16="http://schemas.microsoft.com/office/drawing/2014/main" id="{0B514791-817A-B130-74F2-B127723B1683}"/>
              </a:ext>
            </a:extLst>
          </p:cNvPr>
          <p:cNvPicPr>
            <a:picLocks noChangeAspect="1"/>
          </p:cNvPicPr>
          <p:nvPr userDrawn="1"/>
        </p:nvPicPr>
        <p:blipFill>
          <a:blip r:embed="rId3"/>
          <a:stretch>
            <a:fillRect/>
          </a:stretch>
        </p:blipFill>
        <p:spPr>
          <a:xfrm>
            <a:off x="4646520" y="1753020"/>
            <a:ext cx="307371" cy="307371"/>
          </a:xfrm>
          <a:prstGeom prst="rect">
            <a:avLst/>
          </a:prstGeom>
        </p:spPr>
      </p:pic>
      <p:pic>
        <p:nvPicPr>
          <p:cNvPr id="26" name="Picture 25" descr="A blue arrow in a circle&#10;&#10;AI-generated content may be incorrect.">
            <a:extLst>
              <a:ext uri="{FF2B5EF4-FFF2-40B4-BE49-F238E27FC236}">
                <a16:creationId xmlns:a16="http://schemas.microsoft.com/office/drawing/2014/main" id="{21288501-215B-D421-256D-7D4077AEC59A}"/>
              </a:ext>
            </a:extLst>
          </p:cNvPr>
          <p:cNvPicPr>
            <a:picLocks noChangeAspect="1"/>
          </p:cNvPicPr>
          <p:nvPr userDrawn="1"/>
        </p:nvPicPr>
        <p:blipFill>
          <a:blip r:embed="rId3"/>
          <a:stretch>
            <a:fillRect/>
          </a:stretch>
        </p:blipFill>
        <p:spPr>
          <a:xfrm>
            <a:off x="8649456" y="1746289"/>
            <a:ext cx="307371" cy="307371"/>
          </a:xfrm>
          <a:prstGeom prst="rect">
            <a:avLst/>
          </a:prstGeom>
        </p:spPr>
      </p:pic>
      <p:sp>
        <p:nvSpPr>
          <p:cNvPr id="2" name="Text Placeholder 13">
            <a:extLst>
              <a:ext uri="{FF2B5EF4-FFF2-40B4-BE49-F238E27FC236}">
                <a16:creationId xmlns:a16="http://schemas.microsoft.com/office/drawing/2014/main" id="{BB7DE1B5-957D-8391-8C03-0611EF28B9FB}"/>
              </a:ext>
            </a:extLst>
          </p:cNvPr>
          <p:cNvSpPr>
            <a:spLocks noGrp="1"/>
          </p:cNvSpPr>
          <p:nvPr>
            <p:ph type="body" sz="quarter" idx="16" hasCustomPrompt="1"/>
          </p:nvPr>
        </p:nvSpPr>
        <p:spPr>
          <a:xfrm>
            <a:off x="4485367" y="398631"/>
            <a:ext cx="7258045" cy="625493"/>
          </a:xfrm>
        </p:spPr>
        <p:txBody>
          <a:bodyPr>
            <a:noAutofit/>
          </a:bodyPr>
          <a:lstStyle>
            <a:lvl1pPr>
              <a:defRPr>
                <a:solidFill>
                  <a:schemeClr val="tx1"/>
                </a:solidFill>
              </a:defRPr>
            </a:lvl1pPr>
          </a:lstStyle>
          <a:p>
            <a:pPr lvl="0"/>
            <a:r>
              <a:rPr lang="en-US" dirty="0"/>
              <a:t>Click to add body copy.</a:t>
            </a:r>
          </a:p>
        </p:txBody>
      </p:sp>
      <p:sp>
        <p:nvSpPr>
          <p:cNvPr id="7" name="Text Placeholder 13">
            <a:extLst>
              <a:ext uri="{FF2B5EF4-FFF2-40B4-BE49-F238E27FC236}">
                <a16:creationId xmlns:a16="http://schemas.microsoft.com/office/drawing/2014/main" id="{6CB2FDD5-CFBB-B78C-B2EC-A60C0C0EFF29}"/>
              </a:ext>
            </a:extLst>
          </p:cNvPr>
          <p:cNvSpPr>
            <a:spLocks noGrp="1"/>
          </p:cNvSpPr>
          <p:nvPr>
            <p:ph type="body" sz="quarter" idx="17" hasCustomPrompt="1"/>
          </p:nvPr>
        </p:nvSpPr>
        <p:spPr>
          <a:xfrm>
            <a:off x="1111033" y="1789596"/>
            <a:ext cx="2409408" cy="307371"/>
          </a:xfrm>
        </p:spPr>
        <p:txBody>
          <a:bodyPr wrap="none">
            <a:noAutofit/>
          </a:bodyPr>
          <a:lstStyle>
            <a:lvl1pPr>
              <a:defRPr sz="1200" b="0">
                <a:solidFill>
                  <a:schemeClr val="tx1"/>
                </a:solidFill>
              </a:defRPr>
            </a:lvl1pPr>
          </a:lstStyle>
          <a:p>
            <a:pPr lvl="0"/>
            <a:r>
              <a:rPr lang="en-US" dirty="0"/>
              <a:t>Click to add body copy.</a:t>
            </a:r>
          </a:p>
        </p:txBody>
      </p:sp>
      <p:sp>
        <p:nvSpPr>
          <p:cNvPr id="8" name="Text Placeholder 13">
            <a:extLst>
              <a:ext uri="{FF2B5EF4-FFF2-40B4-BE49-F238E27FC236}">
                <a16:creationId xmlns:a16="http://schemas.microsoft.com/office/drawing/2014/main" id="{1379481E-1B3B-82C1-50BA-21DF363AEA64}"/>
              </a:ext>
            </a:extLst>
          </p:cNvPr>
          <p:cNvSpPr>
            <a:spLocks noGrp="1"/>
          </p:cNvSpPr>
          <p:nvPr>
            <p:ph type="body" sz="quarter" idx="18" hasCustomPrompt="1"/>
          </p:nvPr>
        </p:nvSpPr>
        <p:spPr>
          <a:xfrm>
            <a:off x="5110237" y="1789595"/>
            <a:ext cx="2409408" cy="307371"/>
          </a:xfrm>
        </p:spPr>
        <p:txBody>
          <a:bodyPr wrap="none">
            <a:noAutofit/>
          </a:bodyPr>
          <a:lstStyle>
            <a:lvl1pPr>
              <a:defRPr sz="1200" b="0">
                <a:solidFill>
                  <a:schemeClr val="tx1"/>
                </a:solidFill>
              </a:defRPr>
            </a:lvl1pPr>
          </a:lstStyle>
          <a:p>
            <a:pPr lvl="0"/>
            <a:r>
              <a:rPr lang="en-US" dirty="0"/>
              <a:t>Click to add body copy.</a:t>
            </a:r>
          </a:p>
        </p:txBody>
      </p:sp>
      <p:sp>
        <p:nvSpPr>
          <p:cNvPr id="14" name="Text Placeholder 13">
            <a:extLst>
              <a:ext uri="{FF2B5EF4-FFF2-40B4-BE49-F238E27FC236}">
                <a16:creationId xmlns:a16="http://schemas.microsoft.com/office/drawing/2014/main" id="{9345E8AC-791E-7894-96D7-8108B34D12DB}"/>
              </a:ext>
            </a:extLst>
          </p:cNvPr>
          <p:cNvSpPr>
            <a:spLocks noGrp="1"/>
          </p:cNvSpPr>
          <p:nvPr>
            <p:ph type="body" sz="quarter" idx="19" hasCustomPrompt="1"/>
          </p:nvPr>
        </p:nvSpPr>
        <p:spPr>
          <a:xfrm>
            <a:off x="9113173" y="1777315"/>
            <a:ext cx="2409408" cy="307371"/>
          </a:xfrm>
        </p:spPr>
        <p:txBody>
          <a:bodyPr wrap="none">
            <a:noAutofit/>
          </a:bodyPr>
          <a:lstStyle>
            <a:lvl1pPr>
              <a:defRPr sz="1200" b="0">
                <a:solidFill>
                  <a:schemeClr val="tx1"/>
                </a:solidFill>
              </a:defRPr>
            </a:lvl1pPr>
          </a:lstStyle>
          <a:p>
            <a:pPr lvl="0"/>
            <a:r>
              <a:rPr lang="en-US" dirty="0"/>
              <a:t>Click to add body copy.</a:t>
            </a:r>
          </a:p>
        </p:txBody>
      </p:sp>
      <p:sp>
        <p:nvSpPr>
          <p:cNvPr id="4" name="Text Placeholder 12">
            <a:extLst>
              <a:ext uri="{FF2B5EF4-FFF2-40B4-BE49-F238E27FC236}">
                <a16:creationId xmlns:a16="http://schemas.microsoft.com/office/drawing/2014/main" id="{BBD7CBC1-539E-7167-FD8E-219EB3E96AEB}"/>
              </a:ext>
            </a:extLst>
          </p:cNvPr>
          <p:cNvSpPr>
            <a:spLocks noGrp="1"/>
          </p:cNvSpPr>
          <p:nvPr>
            <p:ph type="body" sz="quarter" idx="36" hasCustomPrompt="1"/>
          </p:nvPr>
        </p:nvSpPr>
        <p:spPr>
          <a:xfrm>
            <a:off x="471955" y="387691"/>
            <a:ext cx="3221263" cy="263277"/>
          </a:xfrm>
        </p:spPr>
        <p:txBody>
          <a:bodyPr wrap="none">
            <a:noAutofit/>
          </a:bodyPr>
          <a:lstStyle>
            <a:lvl1pPr algn="l">
              <a:defRPr sz="1200" b="1" i="1">
                <a:solidFill>
                  <a:schemeClr val="accent3"/>
                </a:solidFill>
              </a:defRPr>
            </a:lvl1pPr>
          </a:lstStyle>
          <a:p>
            <a:pPr lvl="0"/>
            <a:r>
              <a:rPr lang="en-US" dirty="0"/>
              <a:t>Click to add section name</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Tree>
    <p:extLst>
      <p:ext uri="{BB962C8B-B14F-4D97-AF65-F5344CB8AC3E}">
        <p14:creationId xmlns:p14="http://schemas.microsoft.com/office/powerpoint/2010/main" val="1225214893"/>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Section Header">
    <p:bg>
      <p:bgPr>
        <a:gradFill>
          <a:gsLst>
            <a:gs pos="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7" name="Title Placeholder 1">
            <a:extLst>
              <a:ext uri="{FF2B5EF4-FFF2-40B4-BE49-F238E27FC236}">
                <a16:creationId xmlns:a16="http://schemas.microsoft.com/office/drawing/2014/main" id="{AD589855-A25A-300C-F9A6-E67AE24D4622}"/>
              </a:ext>
            </a:extLst>
          </p:cNvPr>
          <p:cNvSpPr>
            <a:spLocks noGrp="1"/>
          </p:cNvSpPr>
          <p:nvPr>
            <p:ph type="title" hasCustomPrompt="1"/>
          </p:nvPr>
        </p:nvSpPr>
        <p:spPr>
          <a:xfrm>
            <a:off x="2687888" y="339820"/>
            <a:ext cx="2120373" cy="659662"/>
          </a:xfrm>
          <a:prstGeom prst="rect">
            <a:avLst/>
          </a:prstGeom>
        </p:spPr>
        <p:txBody>
          <a:bodyPr vert="horz" wrap="none" lIns="0" tIns="0" rIns="91440" bIns="45720" rtlCol="0" anchor="t" anchorCtr="0">
            <a:noAutofit/>
          </a:bodyPr>
          <a:lstStyle>
            <a:lvl1pPr algn="l">
              <a:lnSpc>
                <a:spcPct val="95000"/>
              </a:lnSpc>
              <a:defRPr/>
            </a:lvl1pPr>
          </a:lstStyle>
          <a:p>
            <a:r>
              <a:rPr lang="en-US" dirty="0"/>
              <a:t>Clients</a:t>
            </a:r>
          </a:p>
        </p:txBody>
      </p:sp>
      <p:sp>
        <p:nvSpPr>
          <p:cNvPr id="8" name="Picture Placeholder 9">
            <a:extLst>
              <a:ext uri="{FF2B5EF4-FFF2-40B4-BE49-F238E27FC236}">
                <a16:creationId xmlns:a16="http://schemas.microsoft.com/office/drawing/2014/main" id="{099AAE17-855B-DE73-A900-4C4E7C1AC55A}"/>
              </a:ext>
            </a:extLst>
          </p:cNvPr>
          <p:cNvSpPr>
            <a:spLocks noGrp="1"/>
          </p:cNvSpPr>
          <p:nvPr>
            <p:ph type="pic" sz="quarter" idx="15"/>
          </p:nvPr>
        </p:nvSpPr>
        <p:spPr>
          <a:xfrm>
            <a:off x="477624" y="1631604"/>
            <a:ext cx="1700632" cy="1700631"/>
          </a:xfrm>
          <a:pattFill prst="wdUpDiag">
            <a:fgClr>
              <a:schemeClr val="tx1">
                <a:lumMod val="75000"/>
              </a:schemeClr>
            </a:fgClr>
            <a:bgClr>
              <a:schemeClr val="tx1">
                <a:lumMod val="50000"/>
              </a:schemeClr>
            </a:bgClr>
          </a:pattFill>
        </p:spPr>
        <p:txBody>
          <a:bodyPr/>
          <a:lstStyle/>
          <a:p>
            <a:endParaRPr lang="en-US"/>
          </a:p>
        </p:txBody>
      </p:sp>
      <p:sp>
        <p:nvSpPr>
          <p:cNvPr id="12" name="Picture Placeholder 9">
            <a:extLst>
              <a:ext uri="{FF2B5EF4-FFF2-40B4-BE49-F238E27FC236}">
                <a16:creationId xmlns:a16="http://schemas.microsoft.com/office/drawing/2014/main" id="{35F3EFF8-1EA4-853B-5D6D-2F175D27EC6E}"/>
              </a:ext>
            </a:extLst>
          </p:cNvPr>
          <p:cNvSpPr>
            <a:spLocks noGrp="1"/>
          </p:cNvSpPr>
          <p:nvPr>
            <p:ph type="pic" sz="quarter" idx="16"/>
          </p:nvPr>
        </p:nvSpPr>
        <p:spPr>
          <a:xfrm>
            <a:off x="2385960" y="1631603"/>
            <a:ext cx="1700632" cy="1700631"/>
          </a:xfrm>
          <a:pattFill prst="wdUpDiag">
            <a:fgClr>
              <a:schemeClr val="tx1">
                <a:lumMod val="75000"/>
              </a:schemeClr>
            </a:fgClr>
            <a:bgClr>
              <a:schemeClr val="tx1">
                <a:lumMod val="50000"/>
              </a:schemeClr>
            </a:bgClr>
          </a:pattFill>
        </p:spPr>
        <p:txBody>
          <a:bodyPr/>
          <a:lstStyle/>
          <a:p>
            <a:endParaRPr lang="en-US"/>
          </a:p>
        </p:txBody>
      </p:sp>
      <p:sp>
        <p:nvSpPr>
          <p:cNvPr id="13" name="Picture Placeholder 9">
            <a:extLst>
              <a:ext uri="{FF2B5EF4-FFF2-40B4-BE49-F238E27FC236}">
                <a16:creationId xmlns:a16="http://schemas.microsoft.com/office/drawing/2014/main" id="{99E4C745-88A9-E8B0-116A-E69B7E2C1CCC}"/>
              </a:ext>
            </a:extLst>
          </p:cNvPr>
          <p:cNvSpPr>
            <a:spLocks noGrp="1"/>
          </p:cNvSpPr>
          <p:nvPr>
            <p:ph type="pic" sz="quarter" idx="17"/>
          </p:nvPr>
        </p:nvSpPr>
        <p:spPr>
          <a:xfrm>
            <a:off x="4294296" y="1631602"/>
            <a:ext cx="1700632" cy="1700631"/>
          </a:xfrm>
          <a:pattFill prst="wdUpDiag">
            <a:fgClr>
              <a:schemeClr val="tx1">
                <a:lumMod val="75000"/>
              </a:schemeClr>
            </a:fgClr>
            <a:bgClr>
              <a:schemeClr val="tx1">
                <a:lumMod val="50000"/>
              </a:schemeClr>
            </a:bgClr>
          </a:pattFill>
        </p:spPr>
        <p:txBody>
          <a:bodyPr/>
          <a:lstStyle/>
          <a:p>
            <a:endParaRPr lang="en-US"/>
          </a:p>
        </p:txBody>
      </p:sp>
      <p:sp>
        <p:nvSpPr>
          <p:cNvPr id="14" name="Picture Placeholder 9">
            <a:extLst>
              <a:ext uri="{FF2B5EF4-FFF2-40B4-BE49-F238E27FC236}">
                <a16:creationId xmlns:a16="http://schemas.microsoft.com/office/drawing/2014/main" id="{12672948-6863-1D59-A5B7-8EEA6C4B669F}"/>
              </a:ext>
            </a:extLst>
          </p:cNvPr>
          <p:cNvSpPr>
            <a:spLocks noGrp="1"/>
          </p:cNvSpPr>
          <p:nvPr>
            <p:ph type="pic" sz="quarter" idx="18"/>
          </p:nvPr>
        </p:nvSpPr>
        <p:spPr>
          <a:xfrm>
            <a:off x="6202632" y="1631602"/>
            <a:ext cx="1700632" cy="1700631"/>
          </a:xfrm>
          <a:pattFill prst="wdUpDiag">
            <a:fgClr>
              <a:schemeClr val="tx1">
                <a:lumMod val="75000"/>
              </a:schemeClr>
            </a:fgClr>
            <a:bgClr>
              <a:schemeClr val="tx1">
                <a:lumMod val="50000"/>
              </a:schemeClr>
            </a:bgClr>
          </a:pattFill>
        </p:spPr>
        <p:txBody>
          <a:bodyPr/>
          <a:lstStyle/>
          <a:p>
            <a:endParaRPr lang="en-US"/>
          </a:p>
        </p:txBody>
      </p:sp>
      <p:sp>
        <p:nvSpPr>
          <p:cNvPr id="15" name="Picture Placeholder 9">
            <a:extLst>
              <a:ext uri="{FF2B5EF4-FFF2-40B4-BE49-F238E27FC236}">
                <a16:creationId xmlns:a16="http://schemas.microsoft.com/office/drawing/2014/main" id="{8F01973A-7EF8-3CF6-32ED-76759EC1C71B}"/>
              </a:ext>
            </a:extLst>
          </p:cNvPr>
          <p:cNvSpPr>
            <a:spLocks noGrp="1"/>
          </p:cNvSpPr>
          <p:nvPr>
            <p:ph type="pic" sz="quarter" idx="19"/>
          </p:nvPr>
        </p:nvSpPr>
        <p:spPr>
          <a:xfrm>
            <a:off x="8110968" y="1631601"/>
            <a:ext cx="1700632" cy="1700631"/>
          </a:xfrm>
          <a:pattFill prst="wdUpDiag">
            <a:fgClr>
              <a:schemeClr val="tx1">
                <a:lumMod val="75000"/>
              </a:schemeClr>
            </a:fgClr>
            <a:bgClr>
              <a:schemeClr val="tx1">
                <a:lumMod val="50000"/>
              </a:schemeClr>
            </a:bgClr>
          </a:pattFill>
        </p:spPr>
        <p:txBody>
          <a:bodyPr/>
          <a:lstStyle/>
          <a:p>
            <a:endParaRPr lang="en-US"/>
          </a:p>
        </p:txBody>
      </p:sp>
      <p:sp>
        <p:nvSpPr>
          <p:cNvPr id="16" name="Picture Placeholder 9">
            <a:extLst>
              <a:ext uri="{FF2B5EF4-FFF2-40B4-BE49-F238E27FC236}">
                <a16:creationId xmlns:a16="http://schemas.microsoft.com/office/drawing/2014/main" id="{69A74E63-CA82-4FB9-345B-B498686F886B}"/>
              </a:ext>
            </a:extLst>
          </p:cNvPr>
          <p:cNvSpPr>
            <a:spLocks noGrp="1"/>
          </p:cNvSpPr>
          <p:nvPr>
            <p:ph type="pic" sz="quarter" idx="20"/>
          </p:nvPr>
        </p:nvSpPr>
        <p:spPr>
          <a:xfrm>
            <a:off x="10019304" y="1631601"/>
            <a:ext cx="1700632" cy="1700631"/>
          </a:xfrm>
          <a:pattFill prst="wdUpDiag">
            <a:fgClr>
              <a:schemeClr val="tx1">
                <a:lumMod val="75000"/>
              </a:schemeClr>
            </a:fgClr>
            <a:bgClr>
              <a:schemeClr val="tx1">
                <a:lumMod val="50000"/>
              </a:schemeClr>
            </a:bgClr>
          </a:pattFill>
        </p:spPr>
        <p:txBody>
          <a:bodyPr/>
          <a:lstStyle/>
          <a:p>
            <a:endParaRPr lang="en-US"/>
          </a:p>
        </p:txBody>
      </p:sp>
      <p:sp>
        <p:nvSpPr>
          <p:cNvPr id="17" name="Picture Placeholder 9">
            <a:extLst>
              <a:ext uri="{FF2B5EF4-FFF2-40B4-BE49-F238E27FC236}">
                <a16:creationId xmlns:a16="http://schemas.microsoft.com/office/drawing/2014/main" id="{5AF6F113-F8FE-5042-0BDE-016DB0679830}"/>
              </a:ext>
            </a:extLst>
          </p:cNvPr>
          <p:cNvSpPr>
            <a:spLocks noGrp="1"/>
          </p:cNvSpPr>
          <p:nvPr>
            <p:ph type="pic" sz="quarter" idx="21"/>
          </p:nvPr>
        </p:nvSpPr>
        <p:spPr>
          <a:xfrm>
            <a:off x="472063" y="3552862"/>
            <a:ext cx="1700632" cy="1700631"/>
          </a:xfrm>
          <a:pattFill prst="wdUpDiag">
            <a:fgClr>
              <a:schemeClr val="tx1">
                <a:lumMod val="75000"/>
              </a:schemeClr>
            </a:fgClr>
            <a:bgClr>
              <a:schemeClr val="tx1">
                <a:lumMod val="50000"/>
              </a:schemeClr>
            </a:bgClr>
          </a:pattFill>
        </p:spPr>
        <p:txBody>
          <a:bodyPr/>
          <a:lstStyle/>
          <a:p>
            <a:endParaRPr lang="en-US"/>
          </a:p>
        </p:txBody>
      </p:sp>
      <p:sp>
        <p:nvSpPr>
          <p:cNvPr id="18" name="Picture Placeholder 9">
            <a:extLst>
              <a:ext uri="{FF2B5EF4-FFF2-40B4-BE49-F238E27FC236}">
                <a16:creationId xmlns:a16="http://schemas.microsoft.com/office/drawing/2014/main" id="{BB61DB04-254F-26AA-70E2-39240301C0F5}"/>
              </a:ext>
            </a:extLst>
          </p:cNvPr>
          <p:cNvSpPr>
            <a:spLocks noGrp="1"/>
          </p:cNvSpPr>
          <p:nvPr>
            <p:ph type="pic" sz="quarter" idx="22"/>
          </p:nvPr>
        </p:nvSpPr>
        <p:spPr>
          <a:xfrm>
            <a:off x="2380399" y="3552861"/>
            <a:ext cx="1700632" cy="1700631"/>
          </a:xfrm>
          <a:pattFill prst="wdUpDiag">
            <a:fgClr>
              <a:schemeClr val="tx1">
                <a:lumMod val="75000"/>
              </a:schemeClr>
            </a:fgClr>
            <a:bgClr>
              <a:schemeClr val="tx1">
                <a:lumMod val="50000"/>
              </a:schemeClr>
            </a:bgClr>
          </a:pattFill>
        </p:spPr>
        <p:txBody>
          <a:bodyPr/>
          <a:lstStyle/>
          <a:p>
            <a:endParaRPr lang="en-US"/>
          </a:p>
        </p:txBody>
      </p:sp>
      <p:sp>
        <p:nvSpPr>
          <p:cNvPr id="19" name="Picture Placeholder 9">
            <a:extLst>
              <a:ext uri="{FF2B5EF4-FFF2-40B4-BE49-F238E27FC236}">
                <a16:creationId xmlns:a16="http://schemas.microsoft.com/office/drawing/2014/main" id="{127A7390-1C5D-0B44-5C3E-FCDA3E5FCF16}"/>
              </a:ext>
            </a:extLst>
          </p:cNvPr>
          <p:cNvSpPr>
            <a:spLocks noGrp="1"/>
          </p:cNvSpPr>
          <p:nvPr>
            <p:ph type="pic" sz="quarter" idx="23"/>
          </p:nvPr>
        </p:nvSpPr>
        <p:spPr>
          <a:xfrm>
            <a:off x="4288735" y="3552860"/>
            <a:ext cx="1700632" cy="1700631"/>
          </a:xfrm>
          <a:pattFill prst="wdUpDiag">
            <a:fgClr>
              <a:schemeClr val="tx1">
                <a:lumMod val="75000"/>
              </a:schemeClr>
            </a:fgClr>
            <a:bgClr>
              <a:schemeClr val="tx1">
                <a:lumMod val="50000"/>
              </a:schemeClr>
            </a:bgClr>
          </a:pattFill>
        </p:spPr>
        <p:txBody>
          <a:bodyPr/>
          <a:lstStyle/>
          <a:p>
            <a:endParaRPr lang="en-US"/>
          </a:p>
        </p:txBody>
      </p:sp>
      <p:sp>
        <p:nvSpPr>
          <p:cNvPr id="20" name="Picture Placeholder 9">
            <a:extLst>
              <a:ext uri="{FF2B5EF4-FFF2-40B4-BE49-F238E27FC236}">
                <a16:creationId xmlns:a16="http://schemas.microsoft.com/office/drawing/2014/main" id="{871881E5-81D3-222C-BE4B-E70CC7CE3C99}"/>
              </a:ext>
            </a:extLst>
          </p:cNvPr>
          <p:cNvSpPr>
            <a:spLocks noGrp="1"/>
          </p:cNvSpPr>
          <p:nvPr>
            <p:ph type="pic" sz="quarter" idx="24"/>
          </p:nvPr>
        </p:nvSpPr>
        <p:spPr>
          <a:xfrm>
            <a:off x="6197071" y="3552860"/>
            <a:ext cx="1700632" cy="1700631"/>
          </a:xfrm>
          <a:pattFill prst="wdUpDiag">
            <a:fgClr>
              <a:schemeClr val="tx1">
                <a:lumMod val="75000"/>
              </a:schemeClr>
            </a:fgClr>
            <a:bgClr>
              <a:schemeClr val="tx1">
                <a:lumMod val="50000"/>
              </a:schemeClr>
            </a:bgClr>
          </a:pattFill>
        </p:spPr>
        <p:txBody>
          <a:bodyPr/>
          <a:lstStyle/>
          <a:p>
            <a:endParaRPr lang="en-US"/>
          </a:p>
        </p:txBody>
      </p:sp>
      <p:sp>
        <p:nvSpPr>
          <p:cNvPr id="21" name="Picture Placeholder 9">
            <a:extLst>
              <a:ext uri="{FF2B5EF4-FFF2-40B4-BE49-F238E27FC236}">
                <a16:creationId xmlns:a16="http://schemas.microsoft.com/office/drawing/2014/main" id="{A1B36E7B-AB7B-76C3-8E31-814796E1DAE7}"/>
              </a:ext>
            </a:extLst>
          </p:cNvPr>
          <p:cNvSpPr>
            <a:spLocks noGrp="1"/>
          </p:cNvSpPr>
          <p:nvPr>
            <p:ph type="pic" sz="quarter" idx="25"/>
          </p:nvPr>
        </p:nvSpPr>
        <p:spPr>
          <a:xfrm>
            <a:off x="8105407" y="3552859"/>
            <a:ext cx="1700632" cy="1700631"/>
          </a:xfrm>
          <a:pattFill prst="wdUpDiag">
            <a:fgClr>
              <a:schemeClr val="tx1">
                <a:lumMod val="75000"/>
              </a:schemeClr>
            </a:fgClr>
            <a:bgClr>
              <a:schemeClr val="tx1">
                <a:lumMod val="50000"/>
              </a:schemeClr>
            </a:bgClr>
          </a:pattFill>
        </p:spPr>
        <p:txBody>
          <a:bodyPr/>
          <a:lstStyle/>
          <a:p>
            <a:endParaRPr lang="en-US"/>
          </a:p>
        </p:txBody>
      </p:sp>
      <p:sp>
        <p:nvSpPr>
          <p:cNvPr id="22" name="Picture Placeholder 9">
            <a:extLst>
              <a:ext uri="{FF2B5EF4-FFF2-40B4-BE49-F238E27FC236}">
                <a16:creationId xmlns:a16="http://schemas.microsoft.com/office/drawing/2014/main" id="{3D5E8E48-8A7B-FB86-80AA-9767012F13C7}"/>
              </a:ext>
            </a:extLst>
          </p:cNvPr>
          <p:cNvSpPr>
            <a:spLocks noGrp="1"/>
          </p:cNvSpPr>
          <p:nvPr>
            <p:ph type="pic" sz="quarter" idx="26"/>
          </p:nvPr>
        </p:nvSpPr>
        <p:spPr>
          <a:xfrm>
            <a:off x="10013743" y="3552859"/>
            <a:ext cx="1700632" cy="1700631"/>
          </a:xfrm>
          <a:pattFill prst="wdUpDiag">
            <a:fgClr>
              <a:schemeClr val="tx1">
                <a:lumMod val="75000"/>
              </a:schemeClr>
            </a:fgClr>
            <a:bgClr>
              <a:schemeClr val="tx1">
                <a:lumMod val="50000"/>
              </a:schemeClr>
            </a:bgClr>
          </a:pattFill>
        </p:spPr>
        <p:txBody>
          <a:bodyPr/>
          <a:lstStyle/>
          <a:p>
            <a:endParaRPr lang="en-US"/>
          </a:p>
        </p:txBody>
      </p:sp>
      <p:sp>
        <p:nvSpPr>
          <p:cNvPr id="9" name="Text Placeholder 12">
            <a:extLst>
              <a:ext uri="{FF2B5EF4-FFF2-40B4-BE49-F238E27FC236}">
                <a16:creationId xmlns:a16="http://schemas.microsoft.com/office/drawing/2014/main" id="{9D5815F5-3043-3E73-F534-E083A9EF9B50}"/>
              </a:ext>
            </a:extLst>
          </p:cNvPr>
          <p:cNvSpPr>
            <a:spLocks noGrp="1"/>
          </p:cNvSpPr>
          <p:nvPr>
            <p:ph type="body" sz="quarter" idx="36" hasCustomPrompt="1"/>
          </p:nvPr>
        </p:nvSpPr>
        <p:spPr>
          <a:xfrm>
            <a:off x="471955" y="387691"/>
            <a:ext cx="2060821" cy="263277"/>
          </a:xfrm>
        </p:spPr>
        <p:txBody>
          <a:bodyPr wrap="none">
            <a:noAutofit/>
          </a:bodyPr>
          <a:lstStyle>
            <a:lvl1pPr algn="l">
              <a:defRPr sz="1200" b="1" i="1">
                <a:solidFill>
                  <a:schemeClr val="accent3"/>
                </a:solidFill>
              </a:defRPr>
            </a:lvl1pPr>
          </a:lstStyle>
          <a:p>
            <a:pPr lvl="0"/>
            <a:r>
              <a:rPr lang="en-US" dirty="0"/>
              <a:t>Click to add section name</a:t>
            </a:r>
          </a:p>
        </p:txBody>
      </p:sp>
      <p:pic>
        <p:nvPicPr>
          <p:cNvPr id="5" name="Picture 4" descr="A blue and orange logo&#10;&#10;AI-generated content may be incorrect.">
            <a:extLst>
              <a:ext uri="{FF2B5EF4-FFF2-40B4-BE49-F238E27FC236}">
                <a16:creationId xmlns:a16="http://schemas.microsoft.com/office/drawing/2014/main" id="{DB87FDF3-0441-AB2A-8AFF-925B70F3AC3F}"/>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3429066031"/>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Section Header">
    <p:bg>
      <p:bgPr>
        <a:gradFill>
          <a:gsLst>
            <a:gs pos="5000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6" name="Oval 5">
            <a:extLst>
              <a:ext uri="{FF2B5EF4-FFF2-40B4-BE49-F238E27FC236}">
                <a16:creationId xmlns:a16="http://schemas.microsoft.com/office/drawing/2014/main" id="{C3625CB8-A397-260C-C3E3-6B59520389DC}"/>
              </a:ext>
            </a:extLst>
          </p:cNvPr>
          <p:cNvSpPr/>
          <p:nvPr userDrawn="1"/>
        </p:nvSpPr>
        <p:spPr>
          <a:xfrm>
            <a:off x="1308015"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21">
            <a:extLst>
              <a:ext uri="{FF2B5EF4-FFF2-40B4-BE49-F238E27FC236}">
                <a16:creationId xmlns:a16="http://schemas.microsoft.com/office/drawing/2014/main" id="{ED46F259-D1DE-80C2-053B-A482CE827876}"/>
              </a:ext>
            </a:extLst>
          </p:cNvPr>
          <p:cNvSpPr>
            <a:spLocks noGrp="1"/>
          </p:cNvSpPr>
          <p:nvPr>
            <p:ph type="pic" sz="quarter" idx="15"/>
          </p:nvPr>
        </p:nvSpPr>
        <p:spPr>
          <a:xfrm>
            <a:off x="1474371"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0" name="Oval 9">
            <a:extLst>
              <a:ext uri="{FF2B5EF4-FFF2-40B4-BE49-F238E27FC236}">
                <a16:creationId xmlns:a16="http://schemas.microsoft.com/office/drawing/2014/main" id="{21D13A3A-7555-178F-B410-5356C751C582}"/>
              </a:ext>
            </a:extLst>
          </p:cNvPr>
          <p:cNvSpPr/>
          <p:nvPr userDrawn="1"/>
        </p:nvSpPr>
        <p:spPr>
          <a:xfrm>
            <a:off x="9253037"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icture Placeholder 21">
            <a:extLst>
              <a:ext uri="{FF2B5EF4-FFF2-40B4-BE49-F238E27FC236}">
                <a16:creationId xmlns:a16="http://schemas.microsoft.com/office/drawing/2014/main" id="{2F7A958B-7BA8-BFD1-D007-F7000736F51B}"/>
              </a:ext>
            </a:extLst>
          </p:cNvPr>
          <p:cNvSpPr>
            <a:spLocks noGrp="1"/>
          </p:cNvSpPr>
          <p:nvPr>
            <p:ph type="pic" sz="quarter" idx="16"/>
          </p:nvPr>
        </p:nvSpPr>
        <p:spPr>
          <a:xfrm>
            <a:off x="9419393"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24" name="Oval 23">
            <a:extLst>
              <a:ext uri="{FF2B5EF4-FFF2-40B4-BE49-F238E27FC236}">
                <a16:creationId xmlns:a16="http://schemas.microsoft.com/office/drawing/2014/main" id="{0FB63D91-2E91-6AF8-D67B-4F8BC1A7CBED}"/>
              </a:ext>
            </a:extLst>
          </p:cNvPr>
          <p:cNvSpPr/>
          <p:nvPr userDrawn="1"/>
        </p:nvSpPr>
        <p:spPr>
          <a:xfrm>
            <a:off x="5356330"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21">
            <a:extLst>
              <a:ext uri="{FF2B5EF4-FFF2-40B4-BE49-F238E27FC236}">
                <a16:creationId xmlns:a16="http://schemas.microsoft.com/office/drawing/2014/main" id="{B4FC4BEC-AB01-D541-1555-6E86BE8917B0}"/>
              </a:ext>
            </a:extLst>
          </p:cNvPr>
          <p:cNvSpPr>
            <a:spLocks noGrp="1"/>
          </p:cNvSpPr>
          <p:nvPr>
            <p:ph type="pic" sz="quarter" idx="17"/>
          </p:nvPr>
        </p:nvSpPr>
        <p:spPr>
          <a:xfrm>
            <a:off x="5522686"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7" name="Text Placeholder 12">
            <a:extLst>
              <a:ext uri="{FF2B5EF4-FFF2-40B4-BE49-F238E27FC236}">
                <a16:creationId xmlns:a16="http://schemas.microsoft.com/office/drawing/2014/main" id="{AF2FE3D4-B6CC-CF9A-AB6A-F7E2815420BA}"/>
              </a:ext>
            </a:extLst>
          </p:cNvPr>
          <p:cNvSpPr>
            <a:spLocks noGrp="1"/>
          </p:cNvSpPr>
          <p:nvPr>
            <p:ph type="body" sz="quarter" idx="18" hasCustomPrompt="1"/>
          </p:nvPr>
        </p:nvSpPr>
        <p:spPr>
          <a:xfrm>
            <a:off x="679737" y="3325871"/>
            <a:ext cx="2890838" cy="335605"/>
          </a:xfrm>
        </p:spPr>
        <p:txBody>
          <a:bodyPr wrap="none">
            <a:noAutofit/>
          </a:bodyPr>
          <a:lstStyle>
            <a:lvl1pPr algn="ctr">
              <a:defRPr sz="1600" b="1">
                <a:solidFill>
                  <a:schemeClr val="tx2"/>
                </a:solidFill>
              </a:defRPr>
            </a:lvl1pPr>
          </a:lstStyle>
          <a:p>
            <a:pPr lvl="0"/>
            <a:r>
              <a:rPr lang="en-US" dirty="0"/>
              <a:t>Frankie Oviedo</a:t>
            </a:r>
          </a:p>
        </p:txBody>
      </p:sp>
      <p:sp>
        <p:nvSpPr>
          <p:cNvPr id="8" name="Text Placeholder 12">
            <a:extLst>
              <a:ext uri="{FF2B5EF4-FFF2-40B4-BE49-F238E27FC236}">
                <a16:creationId xmlns:a16="http://schemas.microsoft.com/office/drawing/2014/main" id="{87EC1804-6CFC-A7F1-68AF-310AD33A5266}"/>
              </a:ext>
            </a:extLst>
          </p:cNvPr>
          <p:cNvSpPr>
            <a:spLocks noGrp="1"/>
          </p:cNvSpPr>
          <p:nvPr>
            <p:ph type="body" sz="quarter" idx="19" hasCustomPrompt="1"/>
          </p:nvPr>
        </p:nvSpPr>
        <p:spPr>
          <a:xfrm>
            <a:off x="679737" y="3700153"/>
            <a:ext cx="2890838" cy="208968"/>
          </a:xfrm>
        </p:spPr>
        <p:txBody>
          <a:bodyPr wrap="none">
            <a:noAutofit/>
          </a:bodyPr>
          <a:lstStyle>
            <a:lvl1pPr algn="ctr">
              <a:defRPr sz="900" b="1" i="1">
                <a:solidFill>
                  <a:schemeClr val="tx2"/>
                </a:solidFill>
              </a:defRPr>
            </a:lvl1pPr>
          </a:lstStyle>
          <a:p>
            <a:pPr lvl="0"/>
            <a:r>
              <a:rPr lang="en-US" dirty="0"/>
              <a:t>Department Title</a:t>
            </a:r>
          </a:p>
        </p:txBody>
      </p:sp>
      <p:sp>
        <p:nvSpPr>
          <p:cNvPr id="12" name="Text Placeholder 12">
            <a:extLst>
              <a:ext uri="{FF2B5EF4-FFF2-40B4-BE49-F238E27FC236}">
                <a16:creationId xmlns:a16="http://schemas.microsoft.com/office/drawing/2014/main" id="{62CBCF11-7691-700A-F623-A6B56C424AA7}"/>
              </a:ext>
            </a:extLst>
          </p:cNvPr>
          <p:cNvSpPr>
            <a:spLocks noGrp="1"/>
          </p:cNvSpPr>
          <p:nvPr>
            <p:ph type="body" sz="quarter" idx="20" hasCustomPrompt="1"/>
          </p:nvPr>
        </p:nvSpPr>
        <p:spPr>
          <a:xfrm>
            <a:off x="1192766" y="4058648"/>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13" name="Text Placeholder 12">
            <a:extLst>
              <a:ext uri="{FF2B5EF4-FFF2-40B4-BE49-F238E27FC236}">
                <a16:creationId xmlns:a16="http://schemas.microsoft.com/office/drawing/2014/main" id="{448B451E-C3AC-B5D2-1532-4897BA4177C8}"/>
              </a:ext>
            </a:extLst>
          </p:cNvPr>
          <p:cNvSpPr>
            <a:spLocks noGrp="1"/>
          </p:cNvSpPr>
          <p:nvPr>
            <p:ph type="body" sz="quarter" idx="21" hasCustomPrompt="1"/>
          </p:nvPr>
        </p:nvSpPr>
        <p:spPr>
          <a:xfrm>
            <a:off x="4728633" y="3327931"/>
            <a:ext cx="2890838" cy="335605"/>
          </a:xfrm>
        </p:spPr>
        <p:txBody>
          <a:bodyPr wrap="none">
            <a:noAutofit/>
          </a:bodyPr>
          <a:lstStyle>
            <a:lvl1pPr algn="ctr">
              <a:defRPr sz="1600" b="1">
                <a:solidFill>
                  <a:schemeClr val="tx2"/>
                </a:solidFill>
              </a:defRPr>
            </a:lvl1pPr>
          </a:lstStyle>
          <a:p>
            <a:pPr lvl="0"/>
            <a:r>
              <a:rPr lang="en-US" dirty="0"/>
              <a:t>Frankie Oviedo</a:t>
            </a:r>
          </a:p>
        </p:txBody>
      </p:sp>
      <p:sp>
        <p:nvSpPr>
          <p:cNvPr id="14" name="Text Placeholder 12">
            <a:extLst>
              <a:ext uri="{FF2B5EF4-FFF2-40B4-BE49-F238E27FC236}">
                <a16:creationId xmlns:a16="http://schemas.microsoft.com/office/drawing/2014/main" id="{E695E40B-F390-DB5F-6DFC-CA2D46ACB84B}"/>
              </a:ext>
            </a:extLst>
          </p:cNvPr>
          <p:cNvSpPr>
            <a:spLocks noGrp="1"/>
          </p:cNvSpPr>
          <p:nvPr>
            <p:ph type="body" sz="quarter" idx="22" hasCustomPrompt="1"/>
          </p:nvPr>
        </p:nvSpPr>
        <p:spPr>
          <a:xfrm>
            <a:off x="4728633" y="3702213"/>
            <a:ext cx="2890838" cy="208968"/>
          </a:xfrm>
        </p:spPr>
        <p:txBody>
          <a:bodyPr wrap="none">
            <a:noAutofit/>
          </a:bodyPr>
          <a:lstStyle>
            <a:lvl1pPr algn="ctr">
              <a:defRPr sz="900" b="1" i="1">
                <a:solidFill>
                  <a:schemeClr val="tx2"/>
                </a:solidFill>
              </a:defRPr>
            </a:lvl1pPr>
          </a:lstStyle>
          <a:p>
            <a:pPr lvl="0"/>
            <a:r>
              <a:rPr lang="en-US" dirty="0"/>
              <a:t>Department Title</a:t>
            </a:r>
          </a:p>
        </p:txBody>
      </p:sp>
      <p:sp>
        <p:nvSpPr>
          <p:cNvPr id="15" name="Text Placeholder 12">
            <a:extLst>
              <a:ext uri="{FF2B5EF4-FFF2-40B4-BE49-F238E27FC236}">
                <a16:creationId xmlns:a16="http://schemas.microsoft.com/office/drawing/2014/main" id="{89289922-D23A-9AFA-D269-3AF348B97111}"/>
              </a:ext>
            </a:extLst>
          </p:cNvPr>
          <p:cNvSpPr>
            <a:spLocks noGrp="1"/>
          </p:cNvSpPr>
          <p:nvPr>
            <p:ph type="body" sz="quarter" idx="23" hasCustomPrompt="1"/>
          </p:nvPr>
        </p:nvSpPr>
        <p:spPr>
          <a:xfrm>
            <a:off x="5241662" y="4060708"/>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16" name="Text Placeholder 12">
            <a:extLst>
              <a:ext uri="{FF2B5EF4-FFF2-40B4-BE49-F238E27FC236}">
                <a16:creationId xmlns:a16="http://schemas.microsoft.com/office/drawing/2014/main" id="{136DF29C-38DF-4579-C042-DF5F8117DA6D}"/>
              </a:ext>
            </a:extLst>
          </p:cNvPr>
          <p:cNvSpPr>
            <a:spLocks noGrp="1"/>
          </p:cNvSpPr>
          <p:nvPr>
            <p:ph type="body" sz="quarter" idx="24" hasCustomPrompt="1"/>
          </p:nvPr>
        </p:nvSpPr>
        <p:spPr>
          <a:xfrm>
            <a:off x="8662197" y="3286741"/>
            <a:ext cx="2890838" cy="335605"/>
          </a:xfrm>
        </p:spPr>
        <p:txBody>
          <a:bodyPr wrap="none">
            <a:noAutofit/>
          </a:bodyPr>
          <a:lstStyle>
            <a:lvl1pPr algn="ctr">
              <a:defRPr sz="1600" b="1">
                <a:solidFill>
                  <a:schemeClr val="tx2"/>
                </a:solidFill>
              </a:defRPr>
            </a:lvl1pPr>
          </a:lstStyle>
          <a:p>
            <a:pPr lvl="0"/>
            <a:r>
              <a:rPr lang="en-US" dirty="0"/>
              <a:t>Frankie Oviedo</a:t>
            </a:r>
          </a:p>
        </p:txBody>
      </p:sp>
      <p:sp>
        <p:nvSpPr>
          <p:cNvPr id="17" name="Text Placeholder 12">
            <a:extLst>
              <a:ext uri="{FF2B5EF4-FFF2-40B4-BE49-F238E27FC236}">
                <a16:creationId xmlns:a16="http://schemas.microsoft.com/office/drawing/2014/main" id="{6CA6FE4B-2A15-E214-044E-3A0D542BE0EC}"/>
              </a:ext>
            </a:extLst>
          </p:cNvPr>
          <p:cNvSpPr>
            <a:spLocks noGrp="1"/>
          </p:cNvSpPr>
          <p:nvPr>
            <p:ph type="body" sz="quarter" idx="25" hasCustomPrompt="1"/>
          </p:nvPr>
        </p:nvSpPr>
        <p:spPr>
          <a:xfrm>
            <a:off x="8662197" y="3661023"/>
            <a:ext cx="2890838" cy="208968"/>
          </a:xfrm>
        </p:spPr>
        <p:txBody>
          <a:bodyPr wrap="none">
            <a:noAutofit/>
          </a:bodyPr>
          <a:lstStyle>
            <a:lvl1pPr algn="ctr">
              <a:defRPr sz="900" b="1" i="1">
                <a:solidFill>
                  <a:schemeClr val="tx2"/>
                </a:solidFill>
              </a:defRPr>
            </a:lvl1pPr>
          </a:lstStyle>
          <a:p>
            <a:pPr lvl="0"/>
            <a:r>
              <a:rPr lang="en-US" dirty="0"/>
              <a:t>Department Title</a:t>
            </a:r>
          </a:p>
        </p:txBody>
      </p:sp>
      <p:sp>
        <p:nvSpPr>
          <p:cNvPr id="18" name="Text Placeholder 12">
            <a:extLst>
              <a:ext uri="{FF2B5EF4-FFF2-40B4-BE49-F238E27FC236}">
                <a16:creationId xmlns:a16="http://schemas.microsoft.com/office/drawing/2014/main" id="{2D8B6EFC-5454-024C-6C50-BF55E929E729}"/>
              </a:ext>
            </a:extLst>
          </p:cNvPr>
          <p:cNvSpPr>
            <a:spLocks noGrp="1"/>
          </p:cNvSpPr>
          <p:nvPr>
            <p:ph type="body" sz="quarter" idx="26" hasCustomPrompt="1"/>
          </p:nvPr>
        </p:nvSpPr>
        <p:spPr>
          <a:xfrm>
            <a:off x="9175226" y="4019518"/>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19" name="Text Placeholder 12">
            <a:extLst>
              <a:ext uri="{FF2B5EF4-FFF2-40B4-BE49-F238E27FC236}">
                <a16:creationId xmlns:a16="http://schemas.microsoft.com/office/drawing/2014/main" id="{17314F16-9DD3-532D-D9FB-CF2AA9BCC31D}"/>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pic>
        <p:nvPicPr>
          <p:cNvPr id="5" name="Picture 4" descr="A blue and orange logo&#10;&#10;AI-generated content may be incorrect.">
            <a:extLst>
              <a:ext uri="{FF2B5EF4-FFF2-40B4-BE49-F238E27FC236}">
                <a16:creationId xmlns:a16="http://schemas.microsoft.com/office/drawing/2014/main" id="{B729CBAD-365F-65A1-93EB-66EEDDDA30AD}"/>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2687994517"/>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Section Header">
    <p:bg>
      <p:bgPr>
        <a:gradFill>
          <a:gsLst>
            <a:gs pos="5000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7" name="Oval 6">
            <a:extLst>
              <a:ext uri="{FF2B5EF4-FFF2-40B4-BE49-F238E27FC236}">
                <a16:creationId xmlns:a16="http://schemas.microsoft.com/office/drawing/2014/main" id="{2B101E18-FE22-7066-AEDB-23389E285FDE}"/>
              </a:ext>
            </a:extLst>
          </p:cNvPr>
          <p:cNvSpPr/>
          <p:nvPr userDrawn="1"/>
        </p:nvSpPr>
        <p:spPr>
          <a:xfrm>
            <a:off x="670614"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21">
            <a:extLst>
              <a:ext uri="{FF2B5EF4-FFF2-40B4-BE49-F238E27FC236}">
                <a16:creationId xmlns:a16="http://schemas.microsoft.com/office/drawing/2014/main" id="{F4636697-DDD3-EA1E-8B44-B6143147A786}"/>
              </a:ext>
            </a:extLst>
          </p:cNvPr>
          <p:cNvSpPr>
            <a:spLocks noGrp="1"/>
          </p:cNvSpPr>
          <p:nvPr>
            <p:ph type="pic" sz="quarter" idx="15"/>
          </p:nvPr>
        </p:nvSpPr>
        <p:spPr>
          <a:xfrm>
            <a:off x="836970"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2" name="Oval 11">
            <a:extLst>
              <a:ext uri="{FF2B5EF4-FFF2-40B4-BE49-F238E27FC236}">
                <a16:creationId xmlns:a16="http://schemas.microsoft.com/office/drawing/2014/main" id="{933C8F81-A98F-312E-667A-22C026726589}"/>
              </a:ext>
            </a:extLst>
          </p:cNvPr>
          <p:cNvSpPr/>
          <p:nvPr userDrawn="1"/>
        </p:nvSpPr>
        <p:spPr>
          <a:xfrm>
            <a:off x="9724082" y="1427782"/>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21">
            <a:extLst>
              <a:ext uri="{FF2B5EF4-FFF2-40B4-BE49-F238E27FC236}">
                <a16:creationId xmlns:a16="http://schemas.microsoft.com/office/drawing/2014/main" id="{ED468176-6CAA-7132-6F2D-E97D3EE816A7}"/>
              </a:ext>
            </a:extLst>
          </p:cNvPr>
          <p:cNvSpPr>
            <a:spLocks noGrp="1"/>
          </p:cNvSpPr>
          <p:nvPr>
            <p:ph type="pic" sz="quarter" idx="16"/>
          </p:nvPr>
        </p:nvSpPr>
        <p:spPr>
          <a:xfrm>
            <a:off x="9890438" y="1594138"/>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4" name="Oval 13">
            <a:extLst>
              <a:ext uri="{FF2B5EF4-FFF2-40B4-BE49-F238E27FC236}">
                <a16:creationId xmlns:a16="http://schemas.microsoft.com/office/drawing/2014/main" id="{CF2398EA-2FDF-E4A9-CBDC-848F07780805}"/>
              </a:ext>
            </a:extLst>
          </p:cNvPr>
          <p:cNvSpPr/>
          <p:nvPr userDrawn="1"/>
        </p:nvSpPr>
        <p:spPr>
          <a:xfrm>
            <a:off x="2941632" y="1475218"/>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icture Placeholder 21">
            <a:extLst>
              <a:ext uri="{FF2B5EF4-FFF2-40B4-BE49-F238E27FC236}">
                <a16:creationId xmlns:a16="http://schemas.microsoft.com/office/drawing/2014/main" id="{F512B6BE-88FB-2DC3-A2CB-4571B5D7351F}"/>
              </a:ext>
            </a:extLst>
          </p:cNvPr>
          <p:cNvSpPr>
            <a:spLocks noGrp="1"/>
          </p:cNvSpPr>
          <p:nvPr>
            <p:ph type="pic" sz="quarter" idx="17"/>
          </p:nvPr>
        </p:nvSpPr>
        <p:spPr>
          <a:xfrm>
            <a:off x="3107988" y="1641574"/>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6" name="Oval 15">
            <a:extLst>
              <a:ext uri="{FF2B5EF4-FFF2-40B4-BE49-F238E27FC236}">
                <a16:creationId xmlns:a16="http://schemas.microsoft.com/office/drawing/2014/main" id="{66194684-2C3E-356E-FC62-0A6CF246E6FD}"/>
              </a:ext>
            </a:extLst>
          </p:cNvPr>
          <p:cNvSpPr/>
          <p:nvPr userDrawn="1"/>
        </p:nvSpPr>
        <p:spPr>
          <a:xfrm>
            <a:off x="7468366" y="1427782"/>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icture Placeholder 21">
            <a:extLst>
              <a:ext uri="{FF2B5EF4-FFF2-40B4-BE49-F238E27FC236}">
                <a16:creationId xmlns:a16="http://schemas.microsoft.com/office/drawing/2014/main" id="{E9D58E8C-1D74-6E80-1B7C-35D1B5F3AC16}"/>
              </a:ext>
            </a:extLst>
          </p:cNvPr>
          <p:cNvSpPr>
            <a:spLocks noGrp="1"/>
          </p:cNvSpPr>
          <p:nvPr>
            <p:ph type="pic" sz="quarter" idx="18"/>
          </p:nvPr>
        </p:nvSpPr>
        <p:spPr>
          <a:xfrm>
            <a:off x="7634722" y="1594138"/>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8" name="Oval 17">
            <a:extLst>
              <a:ext uri="{FF2B5EF4-FFF2-40B4-BE49-F238E27FC236}">
                <a16:creationId xmlns:a16="http://schemas.microsoft.com/office/drawing/2014/main" id="{727BD7D2-5AB8-3F8D-9C4F-E18832BD16E2}"/>
              </a:ext>
            </a:extLst>
          </p:cNvPr>
          <p:cNvSpPr/>
          <p:nvPr userDrawn="1"/>
        </p:nvSpPr>
        <p:spPr>
          <a:xfrm>
            <a:off x="5212651" y="1427782"/>
            <a:ext cx="1630948" cy="1630948"/>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21">
            <a:extLst>
              <a:ext uri="{FF2B5EF4-FFF2-40B4-BE49-F238E27FC236}">
                <a16:creationId xmlns:a16="http://schemas.microsoft.com/office/drawing/2014/main" id="{8D84FF93-BF29-B0F5-664C-974C4BAC6C1E}"/>
              </a:ext>
            </a:extLst>
          </p:cNvPr>
          <p:cNvSpPr>
            <a:spLocks noGrp="1"/>
          </p:cNvSpPr>
          <p:nvPr>
            <p:ph type="pic" sz="quarter" idx="19"/>
          </p:nvPr>
        </p:nvSpPr>
        <p:spPr>
          <a:xfrm>
            <a:off x="5379007" y="1594138"/>
            <a:ext cx="1298236" cy="1298236"/>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6" name="Text Placeholder 12">
            <a:extLst>
              <a:ext uri="{FF2B5EF4-FFF2-40B4-BE49-F238E27FC236}">
                <a16:creationId xmlns:a16="http://schemas.microsoft.com/office/drawing/2014/main" id="{2D876410-D272-CC26-B82F-69C3443A132A}"/>
              </a:ext>
            </a:extLst>
          </p:cNvPr>
          <p:cNvSpPr>
            <a:spLocks noGrp="1"/>
          </p:cNvSpPr>
          <p:nvPr>
            <p:ph type="body" sz="quarter" idx="21" hasCustomPrompt="1"/>
          </p:nvPr>
        </p:nvSpPr>
        <p:spPr>
          <a:xfrm>
            <a:off x="471955"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9" name="Text Placeholder 12">
            <a:extLst>
              <a:ext uri="{FF2B5EF4-FFF2-40B4-BE49-F238E27FC236}">
                <a16:creationId xmlns:a16="http://schemas.microsoft.com/office/drawing/2014/main" id="{E47276E7-BB72-E55F-D0F9-23FAA6795C80}"/>
              </a:ext>
            </a:extLst>
          </p:cNvPr>
          <p:cNvSpPr>
            <a:spLocks noGrp="1"/>
          </p:cNvSpPr>
          <p:nvPr>
            <p:ph type="body" sz="quarter" idx="22" hasCustomPrompt="1"/>
          </p:nvPr>
        </p:nvSpPr>
        <p:spPr>
          <a:xfrm>
            <a:off x="471955"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10" name="Text Placeholder 12">
            <a:extLst>
              <a:ext uri="{FF2B5EF4-FFF2-40B4-BE49-F238E27FC236}">
                <a16:creationId xmlns:a16="http://schemas.microsoft.com/office/drawing/2014/main" id="{99E2BF19-57BB-B7AD-09A2-2EC51E4497D1}"/>
              </a:ext>
            </a:extLst>
          </p:cNvPr>
          <p:cNvSpPr>
            <a:spLocks noGrp="1"/>
          </p:cNvSpPr>
          <p:nvPr>
            <p:ph type="body" sz="quarter" idx="23" hasCustomPrompt="1"/>
          </p:nvPr>
        </p:nvSpPr>
        <p:spPr>
          <a:xfrm>
            <a:off x="563823"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23" name="Text Placeholder 12">
            <a:extLst>
              <a:ext uri="{FF2B5EF4-FFF2-40B4-BE49-F238E27FC236}">
                <a16:creationId xmlns:a16="http://schemas.microsoft.com/office/drawing/2014/main" id="{9E8E3500-DF4D-4365-52B3-CB831CC70365}"/>
              </a:ext>
            </a:extLst>
          </p:cNvPr>
          <p:cNvSpPr>
            <a:spLocks noGrp="1"/>
          </p:cNvSpPr>
          <p:nvPr>
            <p:ph type="body" sz="quarter" idx="24" hasCustomPrompt="1"/>
          </p:nvPr>
        </p:nvSpPr>
        <p:spPr>
          <a:xfrm>
            <a:off x="2760012"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24" name="Text Placeholder 12">
            <a:extLst>
              <a:ext uri="{FF2B5EF4-FFF2-40B4-BE49-F238E27FC236}">
                <a16:creationId xmlns:a16="http://schemas.microsoft.com/office/drawing/2014/main" id="{3BC2C673-9E22-B604-12E9-BBCA4703F281}"/>
              </a:ext>
            </a:extLst>
          </p:cNvPr>
          <p:cNvSpPr>
            <a:spLocks noGrp="1"/>
          </p:cNvSpPr>
          <p:nvPr>
            <p:ph type="body" sz="quarter" idx="25" hasCustomPrompt="1"/>
          </p:nvPr>
        </p:nvSpPr>
        <p:spPr>
          <a:xfrm>
            <a:off x="2760012"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25" name="Text Placeholder 12">
            <a:extLst>
              <a:ext uri="{FF2B5EF4-FFF2-40B4-BE49-F238E27FC236}">
                <a16:creationId xmlns:a16="http://schemas.microsoft.com/office/drawing/2014/main" id="{F91246D7-76AC-0612-8CAC-583B3EE545B5}"/>
              </a:ext>
            </a:extLst>
          </p:cNvPr>
          <p:cNvSpPr>
            <a:spLocks noGrp="1"/>
          </p:cNvSpPr>
          <p:nvPr>
            <p:ph type="body" sz="quarter" idx="26" hasCustomPrompt="1"/>
          </p:nvPr>
        </p:nvSpPr>
        <p:spPr>
          <a:xfrm>
            <a:off x="2851880"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26" name="Text Placeholder 12">
            <a:extLst>
              <a:ext uri="{FF2B5EF4-FFF2-40B4-BE49-F238E27FC236}">
                <a16:creationId xmlns:a16="http://schemas.microsoft.com/office/drawing/2014/main" id="{17AEC0E1-4CC7-174E-1E6B-1F7B439E166D}"/>
              </a:ext>
            </a:extLst>
          </p:cNvPr>
          <p:cNvSpPr>
            <a:spLocks noGrp="1"/>
          </p:cNvSpPr>
          <p:nvPr>
            <p:ph type="body" sz="quarter" idx="27" hasCustomPrompt="1"/>
          </p:nvPr>
        </p:nvSpPr>
        <p:spPr>
          <a:xfrm>
            <a:off x="5048069"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27" name="Text Placeholder 12">
            <a:extLst>
              <a:ext uri="{FF2B5EF4-FFF2-40B4-BE49-F238E27FC236}">
                <a16:creationId xmlns:a16="http://schemas.microsoft.com/office/drawing/2014/main" id="{23CD663E-CEA2-4200-BA3E-05BDDF42CA9E}"/>
              </a:ext>
            </a:extLst>
          </p:cNvPr>
          <p:cNvSpPr>
            <a:spLocks noGrp="1"/>
          </p:cNvSpPr>
          <p:nvPr>
            <p:ph type="body" sz="quarter" idx="28" hasCustomPrompt="1"/>
          </p:nvPr>
        </p:nvSpPr>
        <p:spPr>
          <a:xfrm>
            <a:off x="5048069"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28" name="Text Placeholder 12">
            <a:extLst>
              <a:ext uri="{FF2B5EF4-FFF2-40B4-BE49-F238E27FC236}">
                <a16:creationId xmlns:a16="http://schemas.microsoft.com/office/drawing/2014/main" id="{B84E8B42-AEB3-6794-FFF8-75AE763292A4}"/>
              </a:ext>
            </a:extLst>
          </p:cNvPr>
          <p:cNvSpPr>
            <a:spLocks noGrp="1"/>
          </p:cNvSpPr>
          <p:nvPr>
            <p:ph type="body" sz="quarter" idx="29" hasCustomPrompt="1"/>
          </p:nvPr>
        </p:nvSpPr>
        <p:spPr>
          <a:xfrm>
            <a:off x="5139937"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29" name="Text Placeholder 12">
            <a:extLst>
              <a:ext uri="{FF2B5EF4-FFF2-40B4-BE49-F238E27FC236}">
                <a16:creationId xmlns:a16="http://schemas.microsoft.com/office/drawing/2014/main" id="{0102DE68-D44D-0B42-881D-477AA1DCC21B}"/>
              </a:ext>
            </a:extLst>
          </p:cNvPr>
          <p:cNvSpPr>
            <a:spLocks noGrp="1"/>
          </p:cNvSpPr>
          <p:nvPr>
            <p:ph type="body" sz="quarter" idx="30" hasCustomPrompt="1"/>
          </p:nvPr>
        </p:nvSpPr>
        <p:spPr>
          <a:xfrm>
            <a:off x="7309368"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30" name="Text Placeholder 12">
            <a:extLst>
              <a:ext uri="{FF2B5EF4-FFF2-40B4-BE49-F238E27FC236}">
                <a16:creationId xmlns:a16="http://schemas.microsoft.com/office/drawing/2014/main" id="{C6C8586A-FB04-5C15-39F9-F6BA47CCC100}"/>
              </a:ext>
            </a:extLst>
          </p:cNvPr>
          <p:cNvSpPr>
            <a:spLocks noGrp="1"/>
          </p:cNvSpPr>
          <p:nvPr>
            <p:ph type="body" sz="quarter" idx="31" hasCustomPrompt="1"/>
          </p:nvPr>
        </p:nvSpPr>
        <p:spPr>
          <a:xfrm>
            <a:off x="7309368"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31" name="Text Placeholder 12">
            <a:extLst>
              <a:ext uri="{FF2B5EF4-FFF2-40B4-BE49-F238E27FC236}">
                <a16:creationId xmlns:a16="http://schemas.microsoft.com/office/drawing/2014/main" id="{4B2D3AB0-7DCA-9248-9DC7-415D3452A539}"/>
              </a:ext>
            </a:extLst>
          </p:cNvPr>
          <p:cNvSpPr>
            <a:spLocks noGrp="1"/>
          </p:cNvSpPr>
          <p:nvPr>
            <p:ph type="body" sz="quarter" idx="32" hasCustomPrompt="1"/>
          </p:nvPr>
        </p:nvSpPr>
        <p:spPr>
          <a:xfrm>
            <a:off x="7401236"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sp>
        <p:nvSpPr>
          <p:cNvPr id="32" name="Text Placeholder 12">
            <a:extLst>
              <a:ext uri="{FF2B5EF4-FFF2-40B4-BE49-F238E27FC236}">
                <a16:creationId xmlns:a16="http://schemas.microsoft.com/office/drawing/2014/main" id="{0F72A9E3-43B8-7F5C-735E-5AE5CABA2F56}"/>
              </a:ext>
            </a:extLst>
          </p:cNvPr>
          <p:cNvSpPr>
            <a:spLocks noGrp="1"/>
          </p:cNvSpPr>
          <p:nvPr>
            <p:ph type="body" sz="quarter" idx="33" hasCustomPrompt="1"/>
          </p:nvPr>
        </p:nvSpPr>
        <p:spPr>
          <a:xfrm>
            <a:off x="9624550" y="3377359"/>
            <a:ext cx="2003627" cy="245195"/>
          </a:xfrm>
        </p:spPr>
        <p:txBody>
          <a:bodyPr wrap="square">
            <a:spAutoFit/>
          </a:bodyPr>
          <a:lstStyle>
            <a:lvl1pPr algn="ctr">
              <a:defRPr sz="1100" b="1">
                <a:solidFill>
                  <a:schemeClr val="tx2"/>
                </a:solidFill>
              </a:defRPr>
            </a:lvl1pPr>
          </a:lstStyle>
          <a:p>
            <a:pPr lvl="0"/>
            <a:r>
              <a:rPr lang="en-US" dirty="0"/>
              <a:t>Frankie Oviedo</a:t>
            </a:r>
          </a:p>
        </p:txBody>
      </p:sp>
      <p:sp>
        <p:nvSpPr>
          <p:cNvPr id="33" name="Text Placeholder 12">
            <a:extLst>
              <a:ext uri="{FF2B5EF4-FFF2-40B4-BE49-F238E27FC236}">
                <a16:creationId xmlns:a16="http://schemas.microsoft.com/office/drawing/2014/main" id="{531D956D-76AC-388C-7F94-4CFD2A22C4C7}"/>
              </a:ext>
            </a:extLst>
          </p:cNvPr>
          <p:cNvSpPr>
            <a:spLocks noGrp="1"/>
          </p:cNvSpPr>
          <p:nvPr>
            <p:ph type="body" sz="quarter" idx="34" hasCustomPrompt="1"/>
          </p:nvPr>
        </p:nvSpPr>
        <p:spPr>
          <a:xfrm>
            <a:off x="9624550" y="3669261"/>
            <a:ext cx="2003627" cy="190886"/>
          </a:xfrm>
        </p:spPr>
        <p:txBody>
          <a:bodyPr wrap="square">
            <a:spAutoFit/>
          </a:bodyPr>
          <a:lstStyle>
            <a:lvl1pPr algn="ctr">
              <a:defRPr sz="800" b="1" i="1">
                <a:solidFill>
                  <a:schemeClr val="tx2"/>
                </a:solidFill>
              </a:defRPr>
            </a:lvl1pPr>
          </a:lstStyle>
          <a:p>
            <a:pPr lvl="0"/>
            <a:r>
              <a:rPr lang="en-US" dirty="0"/>
              <a:t>Department Title</a:t>
            </a:r>
          </a:p>
        </p:txBody>
      </p:sp>
      <p:sp>
        <p:nvSpPr>
          <p:cNvPr id="34" name="Text Placeholder 12">
            <a:extLst>
              <a:ext uri="{FF2B5EF4-FFF2-40B4-BE49-F238E27FC236}">
                <a16:creationId xmlns:a16="http://schemas.microsoft.com/office/drawing/2014/main" id="{A8CE67A3-2B01-994D-B8D6-1CCD5CCC442C}"/>
              </a:ext>
            </a:extLst>
          </p:cNvPr>
          <p:cNvSpPr>
            <a:spLocks noGrp="1"/>
          </p:cNvSpPr>
          <p:nvPr>
            <p:ph type="body" sz="quarter" idx="35" hasCustomPrompt="1"/>
          </p:nvPr>
        </p:nvSpPr>
        <p:spPr>
          <a:xfrm>
            <a:off x="9716418" y="3994804"/>
            <a:ext cx="1805808" cy="1129433"/>
          </a:xfrm>
        </p:spPr>
        <p:txBody>
          <a:bodyPr>
            <a:noAutofit/>
          </a:bodyPr>
          <a:lstStyle>
            <a:lvl1pPr algn="ctr">
              <a:defRPr sz="1000" b="0" i="0">
                <a:solidFill>
                  <a:schemeClr val="tx1"/>
                </a:solidFill>
              </a:defRPr>
            </a:lvl1pPr>
          </a:lstStyle>
          <a:p>
            <a:pPr lvl="0"/>
            <a:r>
              <a:rPr lang="en-US" dirty="0"/>
              <a:t>Click to add short bio</a:t>
            </a:r>
          </a:p>
        </p:txBody>
      </p:sp>
      <p:pic>
        <p:nvPicPr>
          <p:cNvPr id="5" name="Picture 4" descr="A blue and orange logo&#10;&#10;AI-generated content may be incorrect.">
            <a:extLst>
              <a:ext uri="{FF2B5EF4-FFF2-40B4-BE49-F238E27FC236}">
                <a16:creationId xmlns:a16="http://schemas.microsoft.com/office/drawing/2014/main" id="{E0D69A86-BC12-BBA9-AA39-A76870B85D76}"/>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20" name="Text Placeholder 12">
            <a:extLst>
              <a:ext uri="{FF2B5EF4-FFF2-40B4-BE49-F238E27FC236}">
                <a16:creationId xmlns:a16="http://schemas.microsoft.com/office/drawing/2014/main" id="{7C1A4D87-ADCB-32C9-3E9D-8A576E4429FD}"/>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1118109796"/>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7_Section Header">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9644C72-0949-3075-51CC-A23137017F63}"/>
              </a:ext>
            </a:extLst>
          </p:cNvPr>
          <p:cNvSpPr/>
          <p:nvPr userDrawn="1"/>
        </p:nvSpPr>
        <p:spPr>
          <a:xfrm>
            <a:off x="0" y="0"/>
            <a:ext cx="4069079" cy="6858000"/>
          </a:xfrm>
          <a:prstGeom prst="rect">
            <a:avLst/>
          </a:prstGeom>
          <a:gradFill>
            <a:gsLst>
              <a:gs pos="0">
                <a:schemeClr val="bg2"/>
              </a:gs>
              <a:gs pos="100000">
                <a:schemeClr val="tx1">
                  <a:alpha val="1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3684035" cy="200055"/>
          </a:xfrm>
        </p:spPr>
        <p:txBody>
          <a:bodyPr wrap="square">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6" name="Oval 5">
            <a:extLst>
              <a:ext uri="{FF2B5EF4-FFF2-40B4-BE49-F238E27FC236}">
                <a16:creationId xmlns:a16="http://schemas.microsoft.com/office/drawing/2014/main" id="{C3625CB8-A397-260C-C3E3-6B59520389DC}"/>
              </a:ext>
            </a:extLst>
          </p:cNvPr>
          <p:cNvSpPr/>
          <p:nvPr userDrawn="1"/>
        </p:nvSpPr>
        <p:spPr>
          <a:xfrm>
            <a:off x="1102149" y="1904812"/>
            <a:ext cx="1871790" cy="1871790"/>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21">
            <a:extLst>
              <a:ext uri="{FF2B5EF4-FFF2-40B4-BE49-F238E27FC236}">
                <a16:creationId xmlns:a16="http://schemas.microsoft.com/office/drawing/2014/main" id="{ED46F259-D1DE-80C2-053B-A482CE827876}"/>
              </a:ext>
            </a:extLst>
          </p:cNvPr>
          <p:cNvSpPr>
            <a:spLocks noGrp="1"/>
          </p:cNvSpPr>
          <p:nvPr>
            <p:ph type="pic" sz="quarter" idx="15"/>
          </p:nvPr>
        </p:nvSpPr>
        <p:spPr>
          <a:xfrm>
            <a:off x="1271864" y="2074527"/>
            <a:ext cx="1532360" cy="1532360"/>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sp>
        <p:nvSpPr>
          <p:cNvPr id="13" name="Text Placeholder 12">
            <a:extLst>
              <a:ext uri="{FF2B5EF4-FFF2-40B4-BE49-F238E27FC236}">
                <a16:creationId xmlns:a16="http://schemas.microsoft.com/office/drawing/2014/main" id="{5D903AE4-EC1E-A6D7-6C2B-046B4F92D580}"/>
              </a:ext>
            </a:extLst>
          </p:cNvPr>
          <p:cNvSpPr>
            <a:spLocks noGrp="1"/>
          </p:cNvSpPr>
          <p:nvPr>
            <p:ph type="body" sz="quarter" idx="16" hasCustomPrompt="1"/>
          </p:nvPr>
        </p:nvSpPr>
        <p:spPr>
          <a:xfrm>
            <a:off x="589120" y="4051459"/>
            <a:ext cx="2890838" cy="371833"/>
          </a:xfrm>
        </p:spPr>
        <p:txBody>
          <a:bodyPr wrap="none">
            <a:noAutofit/>
          </a:bodyPr>
          <a:lstStyle>
            <a:lvl1pPr algn="ctr">
              <a:defRPr sz="1600" b="1">
                <a:solidFill>
                  <a:schemeClr val="tx2"/>
                </a:solidFill>
              </a:defRPr>
            </a:lvl1pPr>
          </a:lstStyle>
          <a:p>
            <a:pPr lvl="0"/>
            <a:r>
              <a:rPr lang="en-US" dirty="0"/>
              <a:t>Frankie Oviedo</a:t>
            </a:r>
          </a:p>
        </p:txBody>
      </p:sp>
      <p:sp>
        <p:nvSpPr>
          <p:cNvPr id="14" name="Text Placeholder 12">
            <a:extLst>
              <a:ext uri="{FF2B5EF4-FFF2-40B4-BE49-F238E27FC236}">
                <a16:creationId xmlns:a16="http://schemas.microsoft.com/office/drawing/2014/main" id="{9B909333-57C4-13F8-1EF6-B2025E478C5D}"/>
              </a:ext>
            </a:extLst>
          </p:cNvPr>
          <p:cNvSpPr>
            <a:spLocks noGrp="1"/>
          </p:cNvSpPr>
          <p:nvPr>
            <p:ph type="body" sz="quarter" idx="17" hasCustomPrompt="1"/>
          </p:nvPr>
        </p:nvSpPr>
        <p:spPr>
          <a:xfrm>
            <a:off x="589120" y="4532835"/>
            <a:ext cx="2890838" cy="208968"/>
          </a:xfrm>
        </p:spPr>
        <p:txBody>
          <a:bodyPr wrap="square">
            <a:noAutofit/>
          </a:bodyPr>
          <a:lstStyle>
            <a:lvl1pPr algn="ctr">
              <a:defRPr sz="900" b="1" i="1">
                <a:solidFill>
                  <a:schemeClr val="tx2"/>
                </a:solidFill>
              </a:defRPr>
            </a:lvl1pPr>
          </a:lstStyle>
          <a:p>
            <a:pPr lvl="0"/>
            <a:r>
              <a:rPr lang="en-US" dirty="0"/>
              <a:t>Department Title</a:t>
            </a:r>
          </a:p>
        </p:txBody>
      </p:sp>
      <p:sp>
        <p:nvSpPr>
          <p:cNvPr id="18" name="Text Placeholder 12">
            <a:extLst>
              <a:ext uri="{FF2B5EF4-FFF2-40B4-BE49-F238E27FC236}">
                <a16:creationId xmlns:a16="http://schemas.microsoft.com/office/drawing/2014/main" id="{C61885D6-F1EA-47D5-F7F5-238C75E57E1C}"/>
              </a:ext>
            </a:extLst>
          </p:cNvPr>
          <p:cNvSpPr>
            <a:spLocks noGrp="1"/>
          </p:cNvSpPr>
          <p:nvPr>
            <p:ph type="body" sz="quarter" idx="18" hasCustomPrompt="1"/>
          </p:nvPr>
        </p:nvSpPr>
        <p:spPr>
          <a:xfrm>
            <a:off x="4690589" y="1996810"/>
            <a:ext cx="3893238" cy="3045827"/>
          </a:xfrm>
        </p:spPr>
        <p:txBody>
          <a:bodyPr>
            <a:noAutofit/>
          </a:bodyPr>
          <a:lstStyle>
            <a:lvl1pPr algn="l">
              <a:spcBef>
                <a:spcPts val="0"/>
              </a:spcBef>
              <a:defRPr sz="1200" b="0" i="0">
                <a:solidFill>
                  <a:schemeClr val="tx1"/>
                </a:solidFill>
              </a:defRPr>
            </a:lvl1pPr>
          </a:lstStyle>
          <a:p>
            <a:pPr lvl="0"/>
            <a:r>
              <a:rPr lang="en-US" dirty="0">
                <a:effectLst/>
              </a:rPr>
              <a:t>Frankie’s leadership style emphasizes building strong, agile teams. While his strategic vision drives every project forward, he considers his greatest achievement to be the high-performing teams he has mentored and grown over the years.</a:t>
            </a:r>
            <a:br>
              <a:rPr lang="en-US" dirty="0">
                <a:effectLst/>
              </a:rPr>
            </a:br>
            <a:br>
              <a:rPr lang="en-US" dirty="0">
                <a:effectLst/>
              </a:rPr>
            </a:br>
            <a:r>
              <a:rPr lang="en-US" dirty="0">
                <a:effectLst/>
              </a:rPr>
              <a:t>Frankie creates campaigns that don’t just capture attention — they forge lasting emotional connections. His work leaves an enduring impact, elevating brands while championing the power of collective creativity.</a:t>
            </a:r>
            <a:endParaRPr lang="en-US" dirty="0"/>
          </a:p>
        </p:txBody>
      </p:sp>
      <p:sp>
        <p:nvSpPr>
          <p:cNvPr id="20" name="Text Placeholder 12">
            <a:extLst>
              <a:ext uri="{FF2B5EF4-FFF2-40B4-BE49-F238E27FC236}">
                <a16:creationId xmlns:a16="http://schemas.microsoft.com/office/drawing/2014/main" id="{4807166A-981E-6A11-3443-4C2CA8FDD194}"/>
              </a:ext>
            </a:extLst>
          </p:cNvPr>
          <p:cNvSpPr>
            <a:spLocks noGrp="1"/>
          </p:cNvSpPr>
          <p:nvPr>
            <p:ph type="body" sz="quarter" idx="36" hasCustomPrompt="1"/>
          </p:nvPr>
        </p:nvSpPr>
        <p:spPr>
          <a:xfrm>
            <a:off x="471955" y="387691"/>
            <a:ext cx="2060821" cy="263277"/>
          </a:xfrm>
        </p:spPr>
        <p:txBody>
          <a:bodyPr wrap="square">
            <a:noAutofit/>
          </a:bodyPr>
          <a:lstStyle>
            <a:lvl1pPr algn="l">
              <a:defRPr sz="1200" b="1" i="1">
                <a:solidFill>
                  <a:schemeClr val="accent3"/>
                </a:solidFill>
              </a:defRPr>
            </a:lvl1pPr>
          </a:lstStyle>
          <a:p>
            <a:pPr lvl="0"/>
            <a:r>
              <a:rPr lang="en-US" dirty="0"/>
              <a:t>Click to add section name</a:t>
            </a:r>
          </a:p>
        </p:txBody>
      </p:sp>
      <p:sp>
        <p:nvSpPr>
          <p:cNvPr id="21" name="Text Placeholder 12">
            <a:extLst>
              <a:ext uri="{FF2B5EF4-FFF2-40B4-BE49-F238E27FC236}">
                <a16:creationId xmlns:a16="http://schemas.microsoft.com/office/drawing/2014/main" id="{8F4486B0-38BB-67B4-6FF7-41C71C33749F}"/>
              </a:ext>
            </a:extLst>
          </p:cNvPr>
          <p:cNvSpPr>
            <a:spLocks noGrp="1"/>
          </p:cNvSpPr>
          <p:nvPr>
            <p:ph type="body" sz="quarter" idx="37" hasCustomPrompt="1"/>
          </p:nvPr>
        </p:nvSpPr>
        <p:spPr>
          <a:xfrm>
            <a:off x="4690589" y="517069"/>
            <a:ext cx="3893238" cy="1211859"/>
          </a:xfrm>
        </p:spPr>
        <p:txBody>
          <a:bodyPr>
            <a:noAutofit/>
          </a:bodyPr>
          <a:lstStyle>
            <a:lvl1pPr algn="l">
              <a:spcBef>
                <a:spcPts val="0"/>
              </a:spcBef>
              <a:defRPr sz="1200" b="1" i="0">
                <a:solidFill>
                  <a:schemeClr val="tx2"/>
                </a:solidFill>
              </a:defRPr>
            </a:lvl1pPr>
          </a:lstStyle>
          <a:p>
            <a:pPr lvl="0"/>
            <a:r>
              <a:rPr lang="en-US" dirty="0">
                <a:effectLst/>
              </a:rPr>
              <a:t>Frankie has spent his career shaping powerful campaigns for some of the world’s top brands. Blending a passion for storytelling with a deep love for design, he believes that true creativity is sparked through collaboration.</a:t>
            </a:r>
            <a:endParaRPr lang="en-US" dirty="0"/>
          </a:p>
        </p:txBody>
      </p:sp>
      <p:sp>
        <p:nvSpPr>
          <p:cNvPr id="26" name="Text Placeholder 12">
            <a:extLst>
              <a:ext uri="{FF2B5EF4-FFF2-40B4-BE49-F238E27FC236}">
                <a16:creationId xmlns:a16="http://schemas.microsoft.com/office/drawing/2014/main" id="{A66FD6A2-C553-20E7-A1AD-623279C2617C}"/>
              </a:ext>
            </a:extLst>
          </p:cNvPr>
          <p:cNvSpPr>
            <a:spLocks noGrp="1"/>
          </p:cNvSpPr>
          <p:nvPr>
            <p:ph type="body" sz="quarter" idx="38" hasCustomPrompt="1"/>
          </p:nvPr>
        </p:nvSpPr>
        <p:spPr>
          <a:xfrm>
            <a:off x="9138949" y="760095"/>
            <a:ext cx="2572408" cy="4603817"/>
          </a:xfrm>
        </p:spPr>
        <p:txBody>
          <a:bodyPr>
            <a:noAutofit/>
          </a:bodyPr>
          <a:lstStyle>
            <a:lvl1pPr algn="l">
              <a:spcBef>
                <a:spcPts val="0"/>
              </a:spcBef>
              <a:defRPr sz="900" b="0" i="0">
                <a:solidFill>
                  <a:schemeClr val="tx1"/>
                </a:solidFill>
              </a:defRPr>
            </a:lvl1pPr>
          </a:lstStyle>
          <a:p>
            <a:pPr lvl="0"/>
            <a:r>
              <a:rPr lang="en-US" dirty="0">
                <a:effectLst/>
              </a:rPr>
              <a:t>Sporting Kansas City</a:t>
            </a:r>
            <a:br>
              <a:rPr lang="en-US" dirty="0">
                <a:effectLst/>
              </a:rPr>
            </a:br>
            <a:r>
              <a:rPr lang="en-US" dirty="0">
                <a:effectLst/>
              </a:rPr>
              <a:t>Kansas City Royals</a:t>
            </a:r>
            <a:br>
              <a:rPr lang="en-US" dirty="0">
                <a:effectLst/>
              </a:rPr>
            </a:br>
            <a:r>
              <a:rPr lang="en-US" dirty="0">
                <a:effectLst/>
              </a:rPr>
              <a:t>J. Reiger &amp; Co.</a:t>
            </a:r>
            <a:br>
              <a:rPr lang="en-US" dirty="0">
                <a:effectLst/>
              </a:rPr>
            </a:br>
            <a:r>
              <a:rPr lang="en-US" dirty="0">
                <a:effectLst/>
              </a:rPr>
              <a:t>Omaha Steaks </a:t>
            </a:r>
            <a:br>
              <a:rPr lang="en-US" dirty="0">
                <a:effectLst/>
              </a:rPr>
            </a:br>
            <a:r>
              <a:rPr lang="en-US" dirty="0">
                <a:effectLst/>
              </a:rPr>
              <a:t>Warner Music Group</a:t>
            </a:r>
            <a:br>
              <a:rPr lang="en-US" dirty="0">
                <a:effectLst/>
              </a:rPr>
            </a:br>
            <a:r>
              <a:rPr lang="en-US" dirty="0">
                <a:effectLst/>
              </a:rPr>
              <a:t>TIDI Products</a:t>
            </a:r>
            <a:br>
              <a:rPr lang="en-US" dirty="0">
                <a:effectLst/>
              </a:rPr>
            </a:br>
            <a:r>
              <a:rPr lang="en-US" dirty="0">
                <a:effectLst/>
              </a:rPr>
              <a:t>AUX </a:t>
            </a:r>
            <a:br>
              <a:rPr lang="en-US" dirty="0">
                <a:effectLst/>
              </a:rPr>
            </a:br>
            <a:r>
              <a:rPr lang="en-US" dirty="0">
                <a:effectLst/>
              </a:rPr>
              <a:t>Strange Music</a:t>
            </a:r>
            <a:br>
              <a:rPr lang="en-US" dirty="0">
                <a:effectLst/>
              </a:rPr>
            </a:br>
            <a:r>
              <a:rPr lang="en-US" dirty="0">
                <a:effectLst/>
              </a:rPr>
              <a:t>Wendy’s</a:t>
            </a:r>
            <a:br>
              <a:rPr lang="en-US" dirty="0">
                <a:effectLst/>
              </a:rPr>
            </a:br>
            <a:r>
              <a:rPr lang="en-US" dirty="0">
                <a:effectLst/>
              </a:rPr>
              <a:t>Gatorade </a:t>
            </a:r>
            <a:br>
              <a:rPr lang="en-US" dirty="0">
                <a:effectLst/>
              </a:rPr>
            </a:br>
            <a:r>
              <a:rPr lang="en-US" dirty="0">
                <a:effectLst/>
              </a:rPr>
              <a:t>Fender</a:t>
            </a:r>
            <a:br>
              <a:rPr lang="en-US" dirty="0">
                <a:effectLst/>
              </a:rPr>
            </a:br>
            <a:r>
              <a:rPr lang="en-US" dirty="0">
                <a:effectLst/>
              </a:rPr>
              <a:t>Chili’s </a:t>
            </a:r>
            <a:br>
              <a:rPr lang="en-US" dirty="0">
                <a:effectLst/>
              </a:rPr>
            </a:br>
            <a:r>
              <a:rPr lang="en-US" dirty="0">
                <a:effectLst/>
              </a:rPr>
              <a:t>Grey Goose</a:t>
            </a:r>
            <a:br>
              <a:rPr lang="en-US" dirty="0">
                <a:effectLst/>
              </a:rPr>
            </a:br>
            <a:r>
              <a:rPr lang="en-US" dirty="0">
                <a:effectLst/>
              </a:rPr>
              <a:t>Kellogg’s</a:t>
            </a:r>
            <a:br>
              <a:rPr lang="en-US" dirty="0">
                <a:effectLst/>
              </a:rPr>
            </a:br>
            <a:r>
              <a:rPr lang="en-US" dirty="0">
                <a:effectLst/>
              </a:rPr>
              <a:t>Marmot</a:t>
            </a:r>
            <a:br>
              <a:rPr lang="en-US" dirty="0">
                <a:effectLst/>
              </a:rPr>
            </a:br>
            <a:r>
              <a:rPr lang="en-US" dirty="0">
                <a:effectLst/>
              </a:rPr>
              <a:t>Red Bull</a:t>
            </a:r>
            <a:br>
              <a:rPr lang="en-US" dirty="0">
                <a:effectLst/>
              </a:rPr>
            </a:br>
            <a:r>
              <a:rPr lang="en-US" dirty="0">
                <a:effectLst/>
              </a:rPr>
              <a:t>Knob Creek</a:t>
            </a:r>
            <a:br>
              <a:rPr lang="en-US" dirty="0">
                <a:effectLst/>
              </a:rPr>
            </a:br>
            <a:r>
              <a:rPr lang="en-US" dirty="0">
                <a:effectLst/>
              </a:rPr>
              <a:t>Bacardi</a:t>
            </a:r>
            <a:br>
              <a:rPr lang="en-US" dirty="0">
                <a:effectLst/>
              </a:rPr>
            </a:br>
            <a:r>
              <a:rPr lang="en-US" dirty="0">
                <a:effectLst/>
              </a:rPr>
              <a:t>Atlantic Records</a:t>
            </a:r>
            <a:br>
              <a:rPr lang="en-US" dirty="0">
                <a:effectLst/>
              </a:rPr>
            </a:br>
            <a:r>
              <a:rPr lang="en-US" dirty="0">
                <a:effectLst/>
              </a:rPr>
              <a:t>Bombay Sapphire</a:t>
            </a:r>
            <a:br>
              <a:rPr lang="en-US" dirty="0">
                <a:effectLst/>
              </a:rPr>
            </a:br>
            <a:r>
              <a:rPr lang="en-US" dirty="0">
                <a:effectLst/>
              </a:rPr>
              <a:t>Elanco</a:t>
            </a:r>
            <a:br>
              <a:rPr lang="en-US" dirty="0">
                <a:effectLst/>
              </a:rPr>
            </a:br>
            <a:r>
              <a:rPr lang="en-US" dirty="0">
                <a:effectLst/>
              </a:rPr>
              <a:t>NAPA Auto Parts </a:t>
            </a:r>
            <a:br>
              <a:rPr lang="en-US" dirty="0">
                <a:effectLst/>
              </a:rPr>
            </a:br>
            <a:r>
              <a:rPr lang="en-US" dirty="0">
                <a:effectLst/>
              </a:rPr>
              <a:t>H&amp;R Block </a:t>
            </a:r>
            <a:br>
              <a:rPr lang="en-US" dirty="0">
                <a:effectLst/>
              </a:rPr>
            </a:br>
            <a:r>
              <a:rPr lang="en-US" dirty="0">
                <a:effectLst/>
              </a:rPr>
              <a:t>Price Chopper </a:t>
            </a:r>
            <a:br>
              <a:rPr lang="en-US" dirty="0">
                <a:effectLst/>
              </a:rPr>
            </a:br>
            <a:r>
              <a:rPr lang="en-US" dirty="0">
                <a:effectLst/>
              </a:rPr>
              <a:t>Sinclair Oil </a:t>
            </a:r>
            <a:endParaRPr lang="en-US" dirty="0"/>
          </a:p>
        </p:txBody>
      </p:sp>
      <p:sp>
        <p:nvSpPr>
          <p:cNvPr id="27" name="Text Placeholder 12">
            <a:extLst>
              <a:ext uri="{FF2B5EF4-FFF2-40B4-BE49-F238E27FC236}">
                <a16:creationId xmlns:a16="http://schemas.microsoft.com/office/drawing/2014/main" id="{86A5C847-7657-8442-D17A-9EE267582093}"/>
              </a:ext>
            </a:extLst>
          </p:cNvPr>
          <p:cNvSpPr>
            <a:spLocks noGrp="1"/>
          </p:cNvSpPr>
          <p:nvPr>
            <p:ph type="body" sz="quarter" idx="39" hasCustomPrompt="1"/>
          </p:nvPr>
        </p:nvSpPr>
        <p:spPr>
          <a:xfrm>
            <a:off x="9138949" y="517069"/>
            <a:ext cx="1800898" cy="185424"/>
          </a:xfrm>
        </p:spPr>
        <p:txBody>
          <a:bodyPr wrap="none">
            <a:noAutofit/>
          </a:bodyPr>
          <a:lstStyle>
            <a:lvl1pPr algn="l">
              <a:spcBef>
                <a:spcPts val="0"/>
              </a:spcBef>
              <a:defRPr sz="900" b="1" i="0">
                <a:solidFill>
                  <a:schemeClr val="tx2"/>
                </a:solidFill>
              </a:defRPr>
            </a:lvl1pPr>
          </a:lstStyle>
          <a:p>
            <a:pPr lvl="0"/>
            <a:r>
              <a:rPr lang="en-US" dirty="0">
                <a:effectLst/>
              </a:rPr>
              <a:t>Brand Experience</a:t>
            </a:r>
            <a:endParaRPr lang="en-US" dirty="0"/>
          </a:p>
        </p:txBody>
      </p:sp>
      <p:pic>
        <p:nvPicPr>
          <p:cNvPr id="5" name="Picture 4" descr="A blue and orange logo&#10;&#10;AI-generated content may be incorrect.">
            <a:extLst>
              <a:ext uri="{FF2B5EF4-FFF2-40B4-BE49-F238E27FC236}">
                <a16:creationId xmlns:a16="http://schemas.microsoft.com/office/drawing/2014/main" id="{BB844112-E442-3005-53B4-C99F6EFEB996}"/>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3785854609"/>
      </p:ext>
    </p:extLst>
  </p:cSld>
  <p:clrMapOvr>
    <a:masterClrMapping/>
  </p:clrMapOvr>
  <p:extLst>
    <p:ext uri="{DCECCB84-F9BA-43D5-87BE-67443E8EF086}">
      <p15:sldGuideLst xmlns:p15="http://schemas.microsoft.com/office/powerpoint/2012/main">
        <p15:guide id="1" orient="horz" pos="360" userDrawn="1">
          <p15:clr>
            <a:srgbClr val="FBAE40"/>
          </p15:clr>
        </p15:guide>
        <p15:guide id="2" pos="374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0_Section Header">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9644C72-0949-3075-51CC-A23137017F63}"/>
              </a:ext>
            </a:extLst>
          </p:cNvPr>
          <p:cNvSpPr/>
          <p:nvPr userDrawn="1"/>
        </p:nvSpPr>
        <p:spPr>
          <a:xfrm>
            <a:off x="0" y="0"/>
            <a:ext cx="4069079" cy="6858000"/>
          </a:xfrm>
          <a:prstGeom prst="rect">
            <a:avLst/>
          </a:prstGeom>
          <a:gradFill>
            <a:gsLst>
              <a:gs pos="0">
                <a:schemeClr val="bg2"/>
              </a:gs>
              <a:gs pos="100000">
                <a:schemeClr val="tx1">
                  <a:alpha val="1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6" name="Oval 5">
            <a:extLst>
              <a:ext uri="{FF2B5EF4-FFF2-40B4-BE49-F238E27FC236}">
                <a16:creationId xmlns:a16="http://schemas.microsoft.com/office/drawing/2014/main" id="{C3625CB8-A397-260C-C3E3-6B59520389DC}"/>
              </a:ext>
            </a:extLst>
          </p:cNvPr>
          <p:cNvSpPr/>
          <p:nvPr userDrawn="1"/>
        </p:nvSpPr>
        <p:spPr>
          <a:xfrm>
            <a:off x="1102149" y="948684"/>
            <a:ext cx="1871790" cy="1871790"/>
          </a:xfrm>
          <a:prstGeom prst="ellipse">
            <a:avLst/>
          </a:prstGeom>
          <a:gradFill>
            <a:gsLst>
              <a:gs pos="0">
                <a:schemeClr val="tx1">
                  <a:lumMod val="20000"/>
                  <a:lumOff val="80000"/>
                </a:schemeClr>
              </a:gs>
              <a:gs pos="100000">
                <a:schemeClr val="tx1">
                  <a:alpha val="19813"/>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21">
            <a:extLst>
              <a:ext uri="{FF2B5EF4-FFF2-40B4-BE49-F238E27FC236}">
                <a16:creationId xmlns:a16="http://schemas.microsoft.com/office/drawing/2014/main" id="{ED46F259-D1DE-80C2-053B-A482CE827876}"/>
              </a:ext>
            </a:extLst>
          </p:cNvPr>
          <p:cNvSpPr>
            <a:spLocks noGrp="1"/>
          </p:cNvSpPr>
          <p:nvPr>
            <p:ph type="pic" sz="quarter" idx="15"/>
          </p:nvPr>
        </p:nvSpPr>
        <p:spPr>
          <a:xfrm>
            <a:off x="1271864" y="1118399"/>
            <a:ext cx="1532360" cy="1532360"/>
          </a:xfrm>
          <a:prstGeom prst="ellipse">
            <a:avLst/>
          </a:prstGeom>
          <a:pattFill prst="wdUpDiag">
            <a:fgClr>
              <a:schemeClr val="tx1">
                <a:lumMod val="75000"/>
              </a:schemeClr>
            </a:fgClr>
            <a:bgClr>
              <a:schemeClr val="tx1">
                <a:lumMod val="50000"/>
              </a:schemeClr>
            </a:bgClr>
          </a:pattFill>
          <a:effectLst>
            <a:softEdge rad="0"/>
          </a:effectLst>
        </p:spPr>
        <p:txBody>
          <a:bodyPr/>
          <a:lstStyle/>
          <a:p>
            <a:endParaRPr lang="en-US"/>
          </a:p>
        </p:txBody>
      </p:sp>
      <p:pic>
        <p:nvPicPr>
          <p:cNvPr id="5" name="Picture 4" descr="A blue and orange logo&#10;&#10;AI-generated content may be incorrect.">
            <a:extLst>
              <a:ext uri="{FF2B5EF4-FFF2-40B4-BE49-F238E27FC236}">
                <a16:creationId xmlns:a16="http://schemas.microsoft.com/office/drawing/2014/main" id="{BB844112-E442-3005-53B4-C99F6EFEB996}"/>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4" name="Text Placeholder 12">
            <a:extLst>
              <a:ext uri="{FF2B5EF4-FFF2-40B4-BE49-F238E27FC236}">
                <a16:creationId xmlns:a16="http://schemas.microsoft.com/office/drawing/2014/main" id="{3317F368-2FDD-B8B9-D517-D43FED0744BC}"/>
              </a:ext>
            </a:extLst>
          </p:cNvPr>
          <p:cNvSpPr>
            <a:spLocks noGrp="1"/>
          </p:cNvSpPr>
          <p:nvPr>
            <p:ph type="body" sz="quarter" idx="36" hasCustomPrompt="1"/>
          </p:nvPr>
        </p:nvSpPr>
        <p:spPr>
          <a:xfrm>
            <a:off x="471955" y="387691"/>
            <a:ext cx="2060821" cy="263277"/>
          </a:xfrm>
        </p:spPr>
        <p:txBody>
          <a:bodyPr wrap="squar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2624989856"/>
      </p:ext>
    </p:extLst>
  </p:cSld>
  <p:clrMapOvr>
    <a:masterClrMapping/>
  </p:clrMapOvr>
  <p:extLst>
    <p:ext uri="{DCECCB84-F9BA-43D5-87BE-67443E8EF086}">
      <p15:sldGuideLst xmlns:p15="http://schemas.microsoft.com/office/powerpoint/2012/main">
        <p15:guide id="1" orient="horz" pos="360">
          <p15:clr>
            <a:srgbClr val="FBAE40"/>
          </p15:clr>
        </p15:guide>
        <p15:guide id="2" pos="374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6_Section Header">
    <p:bg>
      <p:bgPr>
        <a:gradFill>
          <a:gsLst>
            <a:gs pos="200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7AFC0E27-4625-6A2C-C305-56511F28F32D}"/>
              </a:ext>
            </a:extLst>
          </p:cNvPr>
          <p:cNvCxnSpPr>
            <a:cxnSpLocks/>
            <a:endCxn id="8" idx="1"/>
          </p:cNvCxnSpPr>
          <p:nvPr userDrawn="1"/>
        </p:nvCxnSpPr>
        <p:spPr>
          <a:xfrm>
            <a:off x="2336787" y="2713520"/>
            <a:ext cx="1582600" cy="1122"/>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0C15BAD-D152-4535-3345-3B36D0AC5D35}"/>
              </a:ext>
            </a:extLst>
          </p:cNvPr>
          <p:cNvCxnSpPr>
            <a:cxnSpLocks/>
          </p:cNvCxnSpPr>
          <p:nvPr userDrawn="1"/>
        </p:nvCxnSpPr>
        <p:spPr>
          <a:xfrm flipV="1">
            <a:off x="8272612" y="2703473"/>
            <a:ext cx="1576177" cy="10047"/>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FF7C1F5-1628-F40F-44A0-4C7BDF367662}"/>
              </a:ext>
            </a:extLst>
          </p:cNvPr>
          <p:cNvCxnSpPr>
            <a:cxnSpLocks/>
            <a:endCxn id="10" idx="1"/>
          </p:cNvCxnSpPr>
          <p:nvPr userDrawn="1"/>
        </p:nvCxnSpPr>
        <p:spPr>
          <a:xfrm flipV="1">
            <a:off x="5307911" y="2714642"/>
            <a:ext cx="1576177" cy="10047"/>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4" name="Picture 3" descr="A blue and orange logo&#10;&#10;AI-generated content may be incorrect.">
            <a:extLst>
              <a:ext uri="{FF2B5EF4-FFF2-40B4-BE49-F238E27FC236}">
                <a16:creationId xmlns:a16="http://schemas.microsoft.com/office/drawing/2014/main" id="{5DD93314-77C8-5461-C110-AA97F35B6139}"/>
              </a:ext>
            </a:extLst>
          </p:cNvPr>
          <p:cNvPicPr>
            <a:picLocks noChangeAspect="1"/>
          </p:cNvPicPr>
          <p:nvPr userDrawn="1"/>
        </p:nvPicPr>
        <p:blipFill>
          <a:blip r:embed="rId2"/>
          <a:stretch>
            <a:fillRect/>
          </a:stretch>
        </p:blipFill>
        <p:spPr>
          <a:xfrm>
            <a:off x="10844786" y="6240848"/>
            <a:ext cx="882645" cy="349248"/>
          </a:xfrm>
          <a:prstGeom prst="rect">
            <a:avLst/>
          </a:prstGeom>
        </p:spPr>
      </p:pic>
      <p:pic>
        <p:nvPicPr>
          <p:cNvPr id="3" name="Picture 2" descr="A blue and red circle&#10;&#10;AI-generated content may be incorrect.">
            <a:extLst>
              <a:ext uri="{FF2B5EF4-FFF2-40B4-BE49-F238E27FC236}">
                <a16:creationId xmlns:a16="http://schemas.microsoft.com/office/drawing/2014/main" id="{F5226844-5451-5790-73AC-A1A3FCC1204A}"/>
              </a:ext>
            </a:extLst>
          </p:cNvPr>
          <p:cNvPicPr>
            <a:picLocks noChangeAspect="1"/>
          </p:cNvPicPr>
          <p:nvPr userDrawn="1"/>
        </p:nvPicPr>
        <p:blipFill>
          <a:blip r:embed="rId3"/>
          <a:stretch>
            <a:fillRect/>
          </a:stretch>
        </p:blipFill>
        <p:spPr>
          <a:xfrm>
            <a:off x="954686" y="2020380"/>
            <a:ext cx="1388524" cy="1388524"/>
          </a:xfrm>
          <a:prstGeom prst="rect">
            <a:avLst/>
          </a:prstGeom>
        </p:spPr>
      </p:pic>
      <p:sp>
        <p:nvSpPr>
          <p:cNvPr id="5" name="Title 1">
            <a:extLst>
              <a:ext uri="{FF2B5EF4-FFF2-40B4-BE49-F238E27FC236}">
                <a16:creationId xmlns:a16="http://schemas.microsoft.com/office/drawing/2014/main" id="{9EB9B6E3-02FA-7D65-EB82-99433C7A2972}"/>
              </a:ext>
            </a:extLst>
          </p:cNvPr>
          <p:cNvSpPr>
            <a:spLocks noGrp="1"/>
          </p:cNvSpPr>
          <p:nvPr>
            <p:ph type="title" hasCustomPrompt="1"/>
          </p:nvPr>
        </p:nvSpPr>
        <p:spPr>
          <a:xfrm>
            <a:off x="1003326" y="838943"/>
            <a:ext cx="10003340" cy="830204"/>
          </a:xfrm>
        </p:spPr>
        <p:txBody>
          <a:bodyPr wrap="none" lIns="0" tIns="0" rIns="0" anchor="t">
            <a:noAutofit/>
          </a:bodyPr>
          <a:lstStyle>
            <a:lvl1pPr algn="ctr">
              <a:lnSpc>
                <a:spcPct val="114000"/>
              </a:lnSpc>
              <a:defRPr sz="4500" b="0" i="0">
                <a:solidFill>
                  <a:schemeClr val="tx2"/>
                </a:solidFill>
                <a:latin typeface="DM Sans 14pt ExtraLight" pitchFamily="2" charset="77"/>
              </a:defRPr>
            </a:lvl1pPr>
          </a:lstStyle>
          <a:p>
            <a:r>
              <a:rPr lang="en-US" dirty="0"/>
              <a:t>Click to add stepped process title</a:t>
            </a:r>
          </a:p>
        </p:txBody>
      </p:sp>
      <p:pic>
        <p:nvPicPr>
          <p:cNvPr id="8" name="Picture 7" descr="A blue and red circle&#10;&#10;AI-generated content may be incorrect.">
            <a:extLst>
              <a:ext uri="{FF2B5EF4-FFF2-40B4-BE49-F238E27FC236}">
                <a16:creationId xmlns:a16="http://schemas.microsoft.com/office/drawing/2014/main" id="{C6FFDCFF-4AA5-F382-4BC3-A5078A6EFCBC}"/>
              </a:ext>
            </a:extLst>
          </p:cNvPr>
          <p:cNvPicPr>
            <a:picLocks noChangeAspect="1"/>
          </p:cNvPicPr>
          <p:nvPr userDrawn="1"/>
        </p:nvPicPr>
        <p:blipFill>
          <a:blip r:embed="rId3"/>
          <a:stretch>
            <a:fillRect/>
          </a:stretch>
        </p:blipFill>
        <p:spPr>
          <a:xfrm>
            <a:off x="3919387" y="2020380"/>
            <a:ext cx="1388524" cy="1388524"/>
          </a:xfrm>
          <a:prstGeom prst="rect">
            <a:avLst/>
          </a:prstGeom>
        </p:spPr>
      </p:pic>
      <p:pic>
        <p:nvPicPr>
          <p:cNvPr id="10" name="Picture 9" descr="A blue and red circle&#10;&#10;AI-generated content may be incorrect.">
            <a:extLst>
              <a:ext uri="{FF2B5EF4-FFF2-40B4-BE49-F238E27FC236}">
                <a16:creationId xmlns:a16="http://schemas.microsoft.com/office/drawing/2014/main" id="{063D8DA6-A370-5F8F-9AB4-3D2A6DF5F9E5}"/>
              </a:ext>
            </a:extLst>
          </p:cNvPr>
          <p:cNvPicPr>
            <a:picLocks noChangeAspect="1"/>
          </p:cNvPicPr>
          <p:nvPr userDrawn="1"/>
        </p:nvPicPr>
        <p:blipFill>
          <a:blip r:embed="rId3"/>
          <a:stretch>
            <a:fillRect/>
          </a:stretch>
        </p:blipFill>
        <p:spPr>
          <a:xfrm>
            <a:off x="6884088" y="2020380"/>
            <a:ext cx="1388524" cy="1388524"/>
          </a:xfrm>
          <a:prstGeom prst="rect">
            <a:avLst/>
          </a:prstGeom>
        </p:spPr>
      </p:pic>
      <p:pic>
        <p:nvPicPr>
          <p:cNvPr id="13" name="Picture 12" descr="A blue and red circle&#10;&#10;AI-generated content may be incorrect.">
            <a:extLst>
              <a:ext uri="{FF2B5EF4-FFF2-40B4-BE49-F238E27FC236}">
                <a16:creationId xmlns:a16="http://schemas.microsoft.com/office/drawing/2014/main" id="{70F510B8-0619-048F-2A92-CBCC185FA3B7}"/>
              </a:ext>
            </a:extLst>
          </p:cNvPr>
          <p:cNvPicPr>
            <a:picLocks noChangeAspect="1"/>
          </p:cNvPicPr>
          <p:nvPr userDrawn="1"/>
        </p:nvPicPr>
        <p:blipFill>
          <a:blip r:embed="rId3"/>
          <a:stretch>
            <a:fillRect/>
          </a:stretch>
        </p:blipFill>
        <p:spPr>
          <a:xfrm>
            <a:off x="9848790" y="2020380"/>
            <a:ext cx="1388524" cy="1388524"/>
          </a:xfrm>
          <a:prstGeom prst="rect">
            <a:avLst/>
          </a:prstGeom>
        </p:spPr>
      </p:pic>
      <p:sp>
        <p:nvSpPr>
          <p:cNvPr id="2" name="Text Placeholder 12">
            <a:extLst>
              <a:ext uri="{FF2B5EF4-FFF2-40B4-BE49-F238E27FC236}">
                <a16:creationId xmlns:a16="http://schemas.microsoft.com/office/drawing/2014/main" id="{8BDCF21A-445A-5F43-620D-33B0B9DB1B6B}"/>
              </a:ext>
            </a:extLst>
          </p:cNvPr>
          <p:cNvSpPr>
            <a:spLocks noGrp="1"/>
          </p:cNvSpPr>
          <p:nvPr>
            <p:ph type="body" sz="quarter" idx="19" hasCustomPrompt="1"/>
          </p:nvPr>
        </p:nvSpPr>
        <p:spPr>
          <a:xfrm>
            <a:off x="4972181" y="387691"/>
            <a:ext cx="2065629" cy="263277"/>
          </a:xfrm>
        </p:spPr>
        <p:txBody>
          <a:bodyPr wrap="none">
            <a:noAutofit/>
          </a:bodyPr>
          <a:lstStyle>
            <a:lvl1pPr algn="ctr">
              <a:defRPr sz="1200" b="1" i="1">
                <a:solidFill>
                  <a:schemeClr val="accent3"/>
                </a:solidFill>
              </a:defRPr>
            </a:lvl1pPr>
          </a:lstStyle>
          <a:p>
            <a:pPr lvl="0"/>
            <a:r>
              <a:rPr lang="en-US" dirty="0"/>
              <a:t>Click to Header / Subhead</a:t>
            </a:r>
          </a:p>
        </p:txBody>
      </p:sp>
      <p:sp>
        <p:nvSpPr>
          <p:cNvPr id="15" name="Text Placeholder 12">
            <a:extLst>
              <a:ext uri="{FF2B5EF4-FFF2-40B4-BE49-F238E27FC236}">
                <a16:creationId xmlns:a16="http://schemas.microsoft.com/office/drawing/2014/main" id="{01E5F9F8-81F6-E521-DB14-F422D6D871DB}"/>
              </a:ext>
            </a:extLst>
          </p:cNvPr>
          <p:cNvSpPr>
            <a:spLocks noGrp="1"/>
          </p:cNvSpPr>
          <p:nvPr>
            <p:ph type="body" sz="quarter" idx="21" hasCustomPrompt="1"/>
          </p:nvPr>
        </p:nvSpPr>
        <p:spPr>
          <a:xfrm>
            <a:off x="649979" y="3629913"/>
            <a:ext cx="2003627" cy="494110"/>
          </a:xfrm>
        </p:spPr>
        <p:txBody>
          <a:bodyPr wrap="square">
            <a:noAutofit/>
          </a:bodyPr>
          <a:lstStyle>
            <a:lvl1pPr algn="ctr">
              <a:defRPr sz="1200" b="1">
                <a:solidFill>
                  <a:schemeClr val="tx2"/>
                </a:solidFill>
              </a:defRPr>
            </a:lvl1pPr>
          </a:lstStyle>
          <a:p>
            <a:pPr lvl="0"/>
            <a:r>
              <a:rPr lang="en-US" dirty="0"/>
              <a:t>Click to add text</a:t>
            </a:r>
          </a:p>
        </p:txBody>
      </p:sp>
      <p:sp>
        <p:nvSpPr>
          <p:cNvPr id="20" name="Text Placeholder 12">
            <a:extLst>
              <a:ext uri="{FF2B5EF4-FFF2-40B4-BE49-F238E27FC236}">
                <a16:creationId xmlns:a16="http://schemas.microsoft.com/office/drawing/2014/main" id="{68A48DFC-432C-E359-7F6A-BB549F61429D}"/>
              </a:ext>
            </a:extLst>
          </p:cNvPr>
          <p:cNvSpPr>
            <a:spLocks noGrp="1"/>
          </p:cNvSpPr>
          <p:nvPr>
            <p:ph type="body" sz="quarter" idx="23" hasCustomPrompt="1"/>
          </p:nvPr>
        </p:nvSpPr>
        <p:spPr>
          <a:xfrm>
            <a:off x="741847" y="4279726"/>
            <a:ext cx="1805808" cy="1129433"/>
          </a:xfrm>
        </p:spPr>
        <p:txBody>
          <a:bodyPr wrap="square">
            <a:noAutofit/>
          </a:bodyPr>
          <a:lstStyle>
            <a:lvl1pPr algn="ctr">
              <a:defRPr sz="1000" b="0" i="0">
                <a:solidFill>
                  <a:schemeClr val="tx1"/>
                </a:solidFill>
              </a:defRPr>
            </a:lvl1pPr>
          </a:lstStyle>
          <a:p>
            <a:pPr lvl="0"/>
            <a:r>
              <a:rPr lang="en-US" dirty="0"/>
              <a:t>Click to add short bio</a:t>
            </a:r>
          </a:p>
        </p:txBody>
      </p:sp>
      <p:sp>
        <p:nvSpPr>
          <p:cNvPr id="32" name="Text Placeholder 12">
            <a:extLst>
              <a:ext uri="{FF2B5EF4-FFF2-40B4-BE49-F238E27FC236}">
                <a16:creationId xmlns:a16="http://schemas.microsoft.com/office/drawing/2014/main" id="{879E13FA-3366-BC7A-19F3-9AC3025D1305}"/>
              </a:ext>
            </a:extLst>
          </p:cNvPr>
          <p:cNvSpPr>
            <a:spLocks noGrp="1"/>
          </p:cNvSpPr>
          <p:nvPr>
            <p:ph type="body" sz="quarter" idx="24" hasCustomPrompt="1"/>
          </p:nvPr>
        </p:nvSpPr>
        <p:spPr>
          <a:xfrm>
            <a:off x="3625494" y="3629913"/>
            <a:ext cx="2003627" cy="494110"/>
          </a:xfrm>
        </p:spPr>
        <p:txBody>
          <a:bodyPr wrap="square">
            <a:noAutofit/>
          </a:bodyPr>
          <a:lstStyle>
            <a:lvl1pPr algn="ctr">
              <a:defRPr sz="1200" b="1">
                <a:solidFill>
                  <a:schemeClr val="tx2"/>
                </a:solidFill>
              </a:defRPr>
            </a:lvl1pPr>
          </a:lstStyle>
          <a:p>
            <a:pPr lvl="0"/>
            <a:r>
              <a:rPr lang="en-US" dirty="0"/>
              <a:t>Click to add text</a:t>
            </a:r>
          </a:p>
        </p:txBody>
      </p:sp>
      <p:sp>
        <p:nvSpPr>
          <p:cNvPr id="33" name="Text Placeholder 12">
            <a:extLst>
              <a:ext uri="{FF2B5EF4-FFF2-40B4-BE49-F238E27FC236}">
                <a16:creationId xmlns:a16="http://schemas.microsoft.com/office/drawing/2014/main" id="{C58935AB-EDDF-0590-C681-E775A78EAA05}"/>
              </a:ext>
            </a:extLst>
          </p:cNvPr>
          <p:cNvSpPr>
            <a:spLocks noGrp="1"/>
          </p:cNvSpPr>
          <p:nvPr>
            <p:ph type="body" sz="quarter" idx="25" hasCustomPrompt="1"/>
          </p:nvPr>
        </p:nvSpPr>
        <p:spPr>
          <a:xfrm>
            <a:off x="3717362" y="4279726"/>
            <a:ext cx="1805808" cy="1129433"/>
          </a:xfrm>
        </p:spPr>
        <p:txBody>
          <a:bodyPr wrap="square">
            <a:noAutofit/>
          </a:bodyPr>
          <a:lstStyle>
            <a:lvl1pPr algn="ctr">
              <a:defRPr sz="1000" b="0" i="0">
                <a:solidFill>
                  <a:schemeClr val="tx1"/>
                </a:solidFill>
              </a:defRPr>
            </a:lvl1pPr>
          </a:lstStyle>
          <a:p>
            <a:pPr lvl="0"/>
            <a:r>
              <a:rPr lang="en-US" dirty="0"/>
              <a:t>Click to add short bio</a:t>
            </a:r>
          </a:p>
        </p:txBody>
      </p:sp>
      <p:sp>
        <p:nvSpPr>
          <p:cNvPr id="34" name="Text Placeholder 12">
            <a:extLst>
              <a:ext uri="{FF2B5EF4-FFF2-40B4-BE49-F238E27FC236}">
                <a16:creationId xmlns:a16="http://schemas.microsoft.com/office/drawing/2014/main" id="{ED946349-A67E-9951-2D38-3249C72168BC}"/>
              </a:ext>
            </a:extLst>
          </p:cNvPr>
          <p:cNvSpPr>
            <a:spLocks noGrp="1"/>
          </p:cNvSpPr>
          <p:nvPr>
            <p:ph type="body" sz="quarter" idx="26" hasCustomPrompt="1"/>
          </p:nvPr>
        </p:nvSpPr>
        <p:spPr>
          <a:xfrm>
            <a:off x="6601009" y="3632142"/>
            <a:ext cx="2003627" cy="494110"/>
          </a:xfrm>
        </p:spPr>
        <p:txBody>
          <a:bodyPr wrap="square">
            <a:noAutofit/>
          </a:bodyPr>
          <a:lstStyle>
            <a:lvl1pPr algn="ctr">
              <a:defRPr sz="1200" b="1">
                <a:solidFill>
                  <a:schemeClr val="tx2"/>
                </a:solidFill>
              </a:defRPr>
            </a:lvl1pPr>
          </a:lstStyle>
          <a:p>
            <a:pPr lvl="0"/>
            <a:r>
              <a:rPr lang="en-US" dirty="0"/>
              <a:t>Click to add text</a:t>
            </a:r>
          </a:p>
        </p:txBody>
      </p:sp>
      <p:sp>
        <p:nvSpPr>
          <p:cNvPr id="35" name="Text Placeholder 12">
            <a:extLst>
              <a:ext uri="{FF2B5EF4-FFF2-40B4-BE49-F238E27FC236}">
                <a16:creationId xmlns:a16="http://schemas.microsoft.com/office/drawing/2014/main" id="{182DA389-6B68-8F74-6B25-B0D14E6E3D23}"/>
              </a:ext>
            </a:extLst>
          </p:cNvPr>
          <p:cNvSpPr>
            <a:spLocks noGrp="1"/>
          </p:cNvSpPr>
          <p:nvPr>
            <p:ph type="body" sz="quarter" idx="27" hasCustomPrompt="1"/>
          </p:nvPr>
        </p:nvSpPr>
        <p:spPr>
          <a:xfrm>
            <a:off x="6692877" y="4281955"/>
            <a:ext cx="1805808" cy="1129433"/>
          </a:xfrm>
        </p:spPr>
        <p:txBody>
          <a:bodyPr wrap="square">
            <a:noAutofit/>
          </a:bodyPr>
          <a:lstStyle>
            <a:lvl1pPr algn="ctr">
              <a:defRPr sz="1000" b="0" i="0">
                <a:solidFill>
                  <a:schemeClr val="tx1"/>
                </a:solidFill>
              </a:defRPr>
            </a:lvl1pPr>
          </a:lstStyle>
          <a:p>
            <a:pPr lvl="0"/>
            <a:r>
              <a:rPr lang="en-US" dirty="0"/>
              <a:t>Click to add short bio</a:t>
            </a:r>
          </a:p>
        </p:txBody>
      </p:sp>
      <p:sp>
        <p:nvSpPr>
          <p:cNvPr id="36" name="Text Placeholder 12">
            <a:extLst>
              <a:ext uri="{FF2B5EF4-FFF2-40B4-BE49-F238E27FC236}">
                <a16:creationId xmlns:a16="http://schemas.microsoft.com/office/drawing/2014/main" id="{849E5C1D-9879-A219-DCB4-D2C7C0DA02A0}"/>
              </a:ext>
            </a:extLst>
          </p:cNvPr>
          <p:cNvSpPr>
            <a:spLocks noGrp="1"/>
          </p:cNvSpPr>
          <p:nvPr>
            <p:ph type="body" sz="quarter" idx="28" hasCustomPrompt="1"/>
          </p:nvPr>
        </p:nvSpPr>
        <p:spPr>
          <a:xfrm>
            <a:off x="9563196" y="3629913"/>
            <a:ext cx="2003627" cy="494110"/>
          </a:xfrm>
        </p:spPr>
        <p:txBody>
          <a:bodyPr wrap="square">
            <a:noAutofit/>
          </a:bodyPr>
          <a:lstStyle>
            <a:lvl1pPr algn="ctr">
              <a:defRPr sz="1200" b="1">
                <a:solidFill>
                  <a:schemeClr val="tx2"/>
                </a:solidFill>
              </a:defRPr>
            </a:lvl1pPr>
          </a:lstStyle>
          <a:p>
            <a:pPr lvl="0"/>
            <a:r>
              <a:rPr lang="en-US" dirty="0"/>
              <a:t>Click to add text</a:t>
            </a:r>
          </a:p>
        </p:txBody>
      </p:sp>
      <p:sp>
        <p:nvSpPr>
          <p:cNvPr id="37" name="Text Placeholder 12">
            <a:extLst>
              <a:ext uri="{FF2B5EF4-FFF2-40B4-BE49-F238E27FC236}">
                <a16:creationId xmlns:a16="http://schemas.microsoft.com/office/drawing/2014/main" id="{457379B2-410B-C924-E585-14E9FA00350B}"/>
              </a:ext>
            </a:extLst>
          </p:cNvPr>
          <p:cNvSpPr>
            <a:spLocks noGrp="1"/>
          </p:cNvSpPr>
          <p:nvPr>
            <p:ph type="body" sz="quarter" idx="29" hasCustomPrompt="1"/>
          </p:nvPr>
        </p:nvSpPr>
        <p:spPr>
          <a:xfrm>
            <a:off x="9655064" y="4279726"/>
            <a:ext cx="1805808" cy="1129433"/>
          </a:xfrm>
        </p:spPr>
        <p:txBody>
          <a:bodyPr wrap="square">
            <a:noAutofit/>
          </a:bodyPr>
          <a:lstStyle>
            <a:lvl1pPr algn="ctr">
              <a:defRPr sz="1000" b="0" i="0">
                <a:solidFill>
                  <a:schemeClr val="tx1"/>
                </a:solidFill>
              </a:defRPr>
            </a:lvl1pPr>
          </a:lstStyle>
          <a:p>
            <a:pPr lvl="0"/>
            <a:r>
              <a:rPr lang="en-US" dirty="0"/>
              <a:t>Click to add short bio</a:t>
            </a:r>
          </a:p>
        </p:txBody>
      </p:sp>
      <p:sp>
        <p:nvSpPr>
          <p:cNvPr id="6" name="Footer Placeholder 3">
            <a:extLst>
              <a:ext uri="{FF2B5EF4-FFF2-40B4-BE49-F238E27FC236}">
                <a16:creationId xmlns:a16="http://schemas.microsoft.com/office/drawing/2014/main" id="{0DBDCC58-9F40-5921-96BF-F547994AEF6F}"/>
              </a:ext>
            </a:extLst>
          </p:cNvPr>
          <p:cNvSpPr>
            <a:spLocks noGrp="1"/>
          </p:cNvSpPr>
          <p:nvPr>
            <p:ph type="ftr" sz="quarter" idx="11"/>
          </p:nvPr>
        </p:nvSpPr>
        <p:spPr>
          <a:xfrm>
            <a:off x="1102149" y="6363845"/>
            <a:ext cx="3684035" cy="200055"/>
          </a:xfrm>
        </p:spPr>
        <p:txBody>
          <a:bodyPr wrap="square">
            <a:spAutoFit/>
          </a:bodyPr>
          <a:lstStyle>
            <a:lvl1pPr>
              <a:defRPr sz="1000">
                <a:solidFill>
                  <a:schemeClr val="tx2"/>
                </a:solidFill>
              </a:defRPr>
            </a:lvl1pPr>
          </a:lstStyle>
          <a:p>
            <a:r>
              <a:rPr lang="en-US" dirty="0"/>
              <a:t>Add Metadata here in Slide Master &gt; Insert &gt; Slide Number</a:t>
            </a:r>
          </a:p>
        </p:txBody>
      </p:sp>
      <p:sp>
        <p:nvSpPr>
          <p:cNvPr id="7" name="Slide Number Placeholder 4">
            <a:extLst>
              <a:ext uri="{FF2B5EF4-FFF2-40B4-BE49-F238E27FC236}">
                <a16:creationId xmlns:a16="http://schemas.microsoft.com/office/drawing/2014/main" id="{08F3C22B-94B2-4C04-D7E7-4820F6798C83}"/>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Tree>
    <p:extLst>
      <p:ext uri="{BB962C8B-B14F-4D97-AF65-F5344CB8AC3E}">
        <p14:creationId xmlns:p14="http://schemas.microsoft.com/office/powerpoint/2010/main" val="101260332"/>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8_Section Header">
    <p:bg>
      <p:bgPr>
        <a:solidFill>
          <a:schemeClr val="accent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7AFC0E27-4625-6A2C-C305-56511F28F32D}"/>
              </a:ext>
            </a:extLst>
          </p:cNvPr>
          <p:cNvCxnSpPr>
            <a:cxnSpLocks/>
            <a:endCxn id="8" idx="1"/>
          </p:cNvCxnSpPr>
          <p:nvPr userDrawn="1"/>
        </p:nvCxnSpPr>
        <p:spPr>
          <a:xfrm>
            <a:off x="2336787" y="2713520"/>
            <a:ext cx="1582600" cy="1122"/>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0C15BAD-D152-4535-3345-3B36D0AC5D35}"/>
              </a:ext>
            </a:extLst>
          </p:cNvPr>
          <p:cNvCxnSpPr>
            <a:cxnSpLocks/>
          </p:cNvCxnSpPr>
          <p:nvPr userDrawn="1"/>
        </p:nvCxnSpPr>
        <p:spPr>
          <a:xfrm flipV="1">
            <a:off x="8272612" y="2703473"/>
            <a:ext cx="1576177" cy="10047"/>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FF7C1F5-1628-F40F-44A0-4C7BDF367662}"/>
              </a:ext>
            </a:extLst>
          </p:cNvPr>
          <p:cNvCxnSpPr>
            <a:cxnSpLocks/>
            <a:endCxn id="10" idx="1"/>
          </p:cNvCxnSpPr>
          <p:nvPr userDrawn="1"/>
        </p:nvCxnSpPr>
        <p:spPr>
          <a:xfrm flipV="1">
            <a:off x="5307911" y="2714642"/>
            <a:ext cx="1576177" cy="10047"/>
          </a:xfrm>
          <a:prstGeom prst="line">
            <a:avLst/>
          </a:prstGeom>
          <a:ln w="12700">
            <a:solidFill>
              <a:schemeClr val="tx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3" name="Picture 2" descr="A blue and red circle&#10;&#10;AI-generated content may be incorrect.">
            <a:extLst>
              <a:ext uri="{FF2B5EF4-FFF2-40B4-BE49-F238E27FC236}">
                <a16:creationId xmlns:a16="http://schemas.microsoft.com/office/drawing/2014/main" id="{F5226844-5451-5790-73AC-A1A3FCC1204A}"/>
              </a:ext>
            </a:extLst>
          </p:cNvPr>
          <p:cNvPicPr>
            <a:picLocks noChangeAspect="1"/>
          </p:cNvPicPr>
          <p:nvPr userDrawn="1"/>
        </p:nvPicPr>
        <p:blipFill>
          <a:blip r:embed="rId2"/>
          <a:stretch>
            <a:fillRect/>
          </a:stretch>
        </p:blipFill>
        <p:spPr>
          <a:xfrm>
            <a:off x="954686" y="2020380"/>
            <a:ext cx="1388524" cy="1388524"/>
          </a:xfrm>
          <a:prstGeom prst="rect">
            <a:avLst/>
          </a:prstGeom>
        </p:spPr>
      </p:pic>
      <p:sp>
        <p:nvSpPr>
          <p:cNvPr id="5" name="Title 1">
            <a:extLst>
              <a:ext uri="{FF2B5EF4-FFF2-40B4-BE49-F238E27FC236}">
                <a16:creationId xmlns:a16="http://schemas.microsoft.com/office/drawing/2014/main" id="{9EB9B6E3-02FA-7D65-EB82-99433C7A2972}"/>
              </a:ext>
            </a:extLst>
          </p:cNvPr>
          <p:cNvSpPr>
            <a:spLocks noGrp="1"/>
          </p:cNvSpPr>
          <p:nvPr>
            <p:ph type="title" hasCustomPrompt="1"/>
          </p:nvPr>
        </p:nvSpPr>
        <p:spPr>
          <a:xfrm>
            <a:off x="1003326" y="838943"/>
            <a:ext cx="10003340" cy="830204"/>
          </a:xfrm>
        </p:spPr>
        <p:txBody>
          <a:bodyPr wrap="none" lIns="0" tIns="0" rIns="0" anchor="t">
            <a:noAutofit/>
          </a:bodyPr>
          <a:lstStyle>
            <a:lvl1pPr algn="ctr">
              <a:lnSpc>
                <a:spcPct val="114000"/>
              </a:lnSpc>
              <a:defRPr sz="4500" b="0" i="0">
                <a:solidFill>
                  <a:schemeClr val="bg2"/>
                </a:solidFill>
                <a:latin typeface="DM Sans 14pt ExtraLight" pitchFamily="2" charset="77"/>
              </a:defRPr>
            </a:lvl1pPr>
          </a:lstStyle>
          <a:p>
            <a:r>
              <a:rPr lang="en-US" dirty="0"/>
              <a:t>Click to add stepped process title</a:t>
            </a:r>
          </a:p>
        </p:txBody>
      </p:sp>
      <p:pic>
        <p:nvPicPr>
          <p:cNvPr id="8" name="Picture 7" descr="A blue and red circle&#10;&#10;AI-generated content may be incorrect.">
            <a:extLst>
              <a:ext uri="{FF2B5EF4-FFF2-40B4-BE49-F238E27FC236}">
                <a16:creationId xmlns:a16="http://schemas.microsoft.com/office/drawing/2014/main" id="{C6FFDCFF-4AA5-F382-4BC3-A5078A6EFCBC}"/>
              </a:ext>
            </a:extLst>
          </p:cNvPr>
          <p:cNvPicPr>
            <a:picLocks noChangeAspect="1"/>
          </p:cNvPicPr>
          <p:nvPr userDrawn="1"/>
        </p:nvPicPr>
        <p:blipFill>
          <a:blip r:embed="rId2"/>
          <a:stretch>
            <a:fillRect/>
          </a:stretch>
        </p:blipFill>
        <p:spPr>
          <a:xfrm>
            <a:off x="3919387" y="2020380"/>
            <a:ext cx="1388524" cy="1388524"/>
          </a:xfrm>
          <a:prstGeom prst="rect">
            <a:avLst/>
          </a:prstGeom>
        </p:spPr>
      </p:pic>
      <p:pic>
        <p:nvPicPr>
          <p:cNvPr id="10" name="Picture 9" descr="A blue and red circle&#10;&#10;AI-generated content may be incorrect.">
            <a:extLst>
              <a:ext uri="{FF2B5EF4-FFF2-40B4-BE49-F238E27FC236}">
                <a16:creationId xmlns:a16="http://schemas.microsoft.com/office/drawing/2014/main" id="{063D8DA6-A370-5F8F-9AB4-3D2A6DF5F9E5}"/>
              </a:ext>
            </a:extLst>
          </p:cNvPr>
          <p:cNvPicPr>
            <a:picLocks noChangeAspect="1"/>
          </p:cNvPicPr>
          <p:nvPr userDrawn="1"/>
        </p:nvPicPr>
        <p:blipFill>
          <a:blip r:embed="rId2"/>
          <a:stretch>
            <a:fillRect/>
          </a:stretch>
        </p:blipFill>
        <p:spPr>
          <a:xfrm>
            <a:off x="6884088" y="2020380"/>
            <a:ext cx="1388524" cy="1388524"/>
          </a:xfrm>
          <a:prstGeom prst="rect">
            <a:avLst/>
          </a:prstGeom>
        </p:spPr>
      </p:pic>
      <p:pic>
        <p:nvPicPr>
          <p:cNvPr id="13" name="Picture 12" descr="A blue and red circle&#10;&#10;AI-generated content may be incorrect.">
            <a:extLst>
              <a:ext uri="{FF2B5EF4-FFF2-40B4-BE49-F238E27FC236}">
                <a16:creationId xmlns:a16="http://schemas.microsoft.com/office/drawing/2014/main" id="{70F510B8-0619-048F-2A92-CBCC185FA3B7}"/>
              </a:ext>
            </a:extLst>
          </p:cNvPr>
          <p:cNvPicPr>
            <a:picLocks noChangeAspect="1"/>
          </p:cNvPicPr>
          <p:nvPr userDrawn="1"/>
        </p:nvPicPr>
        <p:blipFill>
          <a:blip r:embed="rId2"/>
          <a:stretch>
            <a:fillRect/>
          </a:stretch>
        </p:blipFill>
        <p:spPr>
          <a:xfrm>
            <a:off x="9848790" y="2020380"/>
            <a:ext cx="1388524" cy="1388524"/>
          </a:xfrm>
          <a:prstGeom prst="rect">
            <a:avLst/>
          </a:prstGeom>
        </p:spPr>
      </p:pic>
      <p:sp>
        <p:nvSpPr>
          <p:cNvPr id="2" name="Text Placeholder 12">
            <a:extLst>
              <a:ext uri="{FF2B5EF4-FFF2-40B4-BE49-F238E27FC236}">
                <a16:creationId xmlns:a16="http://schemas.microsoft.com/office/drawing/2014/main" id="{8BDCF21A-445A-5F43-620D-33B0B9DB1B6B}"/>
              </a:ext>
            </a:extLst>
          </p:cNvPr>
          <p:cNvSpPr>
            <a:spLocks noGrp="1"/>
          </p:cNvSpPr>
          <p:nvPr>
            <p:ph type="body" sz="quarter" idx="19" hasCustomPrompt="1"/>
          </p:nvPr>
        </p:nvSpPr>
        <p:spPr>
          <a:xfrm>
            <a:off x="4972181" y="387691"/>
            <a:ext cx="2065629" cy="263277"/>
          </a:xfrm>
        </p:spPr>
        <p:txBody>
          <a:bodyPr wrap="none">
            <a:noAutofit/>
          </a:bodyPr>
          <a:lstStyle>
            <a:lvl1pPr algn="ctr">
              <a:defRPr sz="1200" b="1" i="1">
                <a:solidFill>
                  <a:schemeClr val="accent3"/>
                </a:solidFill>
              </a:defRPr>
            </a:lvl1pPr>
          </a:lstStyle>
          <a:p>
            <a:pPr lvl="0"/>
            <a:r>
              <a:rPr lang="en-US" dirty="0"/>
              <a:t>Click to Header / Subhead</a:t>
            </a:r>
          </a:p>
        </p:txBody>
      </p:sp>
      <p:sp>
        <p:nvSpPr>
          <p:cNvPr id="15" name="Text Placeholder 12">
            <a:extLst>
              <a:ext uri="{FF2B5EF4-FFF2-40B4-BE49-F238E27FC236}">
                <a16:creationId xmlns:a16="http://schemas.microsoft.com/office/drawing/2014/main" id="{01E5F9F8-81F6-E521-DB14-F422D6D871DB}"/>
              </a:ext>
            </a:extLst>
          </p:cNvPr>
          <p:cNvSpPr>
            <a:spLocks noGrp="1"/>
          </p:cNvSpPr>
          <p:nvPr>
            <p:ph type="body" sz="quarter" idx="21" hasCustomPrompt="1"/>
          </p:nvPr>
        </p:nvSpPr>
        <p:spPr>
          <a:xfrm>
            <a:off x="649979" y="3629913"/>
            <a:ext cx="2003627" cy="494110"/>
          </a:xfrm>
        </p:spPr>
        <p:txBody>
          <a:bodyPr wrap="square">
            <a:noAutofit/>
          </a:bodyPr>
          <a:lstStyle>
            <a:lvl1pPr algn="ctr">
              <a:defRPr sz="1200" b="1">
                <a:solidFill>
                  <a:schemeClr val="bg2"/>
                </a:solidFill>
              </a:defRPr>
            </a:lvl1pPr>
          </a:lstStyle>
          <a:p>
            <a:pPr lvl="0"/>
            <a:r>
              <a:rPr lang="en-US" dirty="0"/>
              <a:t>Click to add text</a:t>
            </a:r>
          </a:p>
        </p:txBody>
      </p:sp>
      <p:sp>
        <p:nvSpPr>
          <p:cNvPr id="20" name="Text Placeholder 12">
            <a:extLst>
              <a:ext uri="{FF2B5EF4-FFF2-40B4-BE49-F238E27FC236}">
                <a16:creationId xmlns:a16="http://schemas.microsoft.com/office/drawing/2014/main" id="{68A48DFC-432C-E359-7F6A-BB549F61429D}"/>
              </a:ext>
            </a:extLst>
          </p:cNvPr>
          <p:cNvSpPr>
            <a:spLocks noGrp="1"/>
          </p:cNvSpPr>
          <p:nvPr>
            <p:ph type="body" sz="quarter" idx="23" hasCustomPrompt="1"/>
          </p:nvPr>
        </p:nvSpPr>
        <p:spPr>
          <a:xfrm>
            <a:off x="741847" y="4279726"/>
            <a:ext cx="1805808" cy="1129433"/>
          </a:xfrm>
        </p:spPr>
        <p:txBody>
          <a:bodyPr wrap="square">
            <a:noAutofit/>
          </a:bodyPr>
          <a:lstStyle>
            <a:lvl1pPr algn="ctr">
              <a:defRPr sz="1000" b="0" i="0">
                <a:solidFill>
                  <a:schemeClr val="bg2"/>
                </a:solidFill>
              </a:defRPr>
            </a:lvl1pPr>
          </a:lstStyle>
          <a:p>
            <a:pPr lvl="0"/>
            <a:r>
              <a:rPr lang="en-US" dirty="0"/>
              <a:t>Click to add short bio</a:t>
            </a:r>
          </a:p>
        </p:txBody>
      </p:sp>
      <p:sp>
        <p:nvSpPr>
          <p:cNvPr id="32" name="Text Placeholder 12">
            <a:extLst>
              <a:ext uri="{FF2B5EF4-FFF2-40B4-BE49-F238E27FC236}">
                <a16:creationId xmlns:a16="http://schemas.microsoft.com/office/drawing/2014/main" id="{879E13FA-3366-BC7A-19F3-9AC3025D1305}"/>
              </a:ext>
            </a:extLst>
          </p:cNvPr>
          <p:cNvSpPr>
            <a:spLocks noGrp="1"/>
          </p:cNvSpPr>
          <p:nvPr>
            <p:ph type="body" sz="quarter" idx="24" hasCustomPrompt="1"/>
          </p:nvPr>
        </p:nvSpPr>
        <p:spPr>
          <a:xfrm>
            <a:off x="3625494" y="3629913"/>
            <a:ext cx="2003627" cy="494110"/>
          </a:xfrm>
        </p:spPr>
        <p:txBody>
          <a:bodyPr wrap="square">
            <a:noAutofit/>
          </a:bodyPr>
          <a:lstStyle>
            <a:lvl1pPr algn="ctr">
              <a:defRPr sz="1200" b="1">
                <a:solidFill>
                  <a:schemeClr val="bg2"/>
                </a:solidFill>
              </a:defRPr>
            </a:lvl1pPr>
          </a:lstStyle>
          <a:p>
            <a:pPr lvl="0"/>
            <a:r>
              <a:rPr lang="en-US" dirty="0"/>
              <a:t>Click to add text</a:t>
            </a:r>
          </a:p>
        </p:txBody>
      </p:sp>
      <p:sp>
        <p:nvSpPr>
          <p:cNvPr id="33" name="Text Placeholder 12">
            <a:extLst>
              <a:ext uri="{FF2B5EF4-FFF2-40B4-BE49-F238E27FC236}">
                <a16:creationId xmlns:a16="http://schemas.microsoft.com/office/drawing/2014/main" id="{C58935AB-EDDF-0590-C681-E775A78EAA05}"/>
              </a:ext>
            </a:extLst>
          </p:cNvPr>
          <p:cNvSpPr>
            <a:spLocks noGrp="1"/>
          </p:cNvSpPr>
          <p:nvPr>
            <p:ph type="body" sz="quarter" idx="25" hasCustomPrompt="1"/>
          </p:nvPr>
        </p:nvSpPr>
        <p:spPr>
          <a:xfrm>
            <a:off x="3717362" y="4279726"/>
            <a:ext cx="1805808" cy="1129433"/>
          </a:xfrm>
        </p:spPr>
        <p:txBody>
          <a:bodyPr wrap="square">
            <a:noAutofit/>
          </a:bodyPr>
          <a:lstStyle>
            <a:lvl1pPr algn="ctr">
              <a:defRPr sz="1000" b="0" i="0">
                <a:solidFill>
                  <a:schemeClr val="bg2"/>
                </a:solidFill>
              </a:defRPr>
            </a:lvl1pPr>
          </a:lstStyle>
          <a:p>
            <a:pPr lvl="0"/>
            <a:r>
              <a:rPr lang="en-US" dirty="0"/>
              <a:t>Click to add short bio</a:t>
            </a:r>
          </a:p>
        </p:txBody>
      </p:sp>
      <p:sp>
        <p:nvSpPr>
          <p:cNvPr id="34" name="Text Placeholder 12">
            <a:extLst>
              <a:ext uri="{FF2B5EF4-FFF2-40B4-BE49-F238E27FC236}">
                <a16:creationId xmlns:a16="http://schemas.microsoft.com/office/drawing/2014/main" id="{ED946349-A67E-9951-2D38-3249C72168BC}"/>
              </a:ext>
            </a:extLst>
          </p:cNvPr>
          <p:cNvSpPr>
            <a:spLocks noGrp="1"/>
          </p:cNvSpPr>
          <p:nvPr>
            <p:ph type="body" sz="quarter" idx="26" hasCustomPrompt="1"/>
          </p:nvPr>
        </p:nvSpPr>
        <p:spPr>
          <a:xfrm>
            <a:off x="6601009" y="3632142"/>
            <a:ext cx="2003627" cy="494110"/>
          </a:xfrm>
        </p:spPr>
        <p:txBody>
          <a:bodyPr wrap="square">
            <a:noAutofit/>
          </a:bodyPr>
          <a:lstStyle>
            <a:lvl1pPr algn="ctr">
              <a:defRPr sz="1200" b="1">
                <a:solidFill>
                  <a:schemeClr val="bg2"/>
                </a:solidFill>
              </a:defRPr>
            </a:lvl1pPr>
          </a:lstStyle>
          <a:p>
            <a:pPr lvl="0"/>
            <a:r>
              <a:rPr lang="en-US" dirty="0"/>
              <a:t>Click to add text</a:t>
            </a:r>
          </a:p>
        </p:txBody>
      </p:sp>
      <p:sp>
        <p:nvSpPr>
          <p:cNvPr id="35" name="Text Placeholder 12">
            <a:extLst>
              <a:ext uri="{FF2B5EF4-FFF2-40B4-BE49-F238E27FC236}">
                <a16:creationId xmlns:a16="http://schemas.microsoft.com/office/drawing/2014/main" id="{182DA389-6B68-8F74-6B25-B0D14E6E3D23}"/>
              </a:ext>
            </a:extLst>
          </p:cNvPr>
          <p:cNvSpPr>
            <a:spLocks noGrp="1"/>
          </p:cNvSpPr>
          <p:nvPr>
            <p:ph type="body" sz="quarter" idx="27" hasCustomPrompt="1"/>
          </p:nvPr>
        </p:nvSpPr>
        <p:spPr>
          <a:xfrm>
            <a:off x="6692877" y="4281955"/>
            <a:ext cx="1805808" cy="1129433"/>
          </a:xfrm>
        </p:spPr>
        <p:txBody>
          <a:bodyPr wrap="square">
            <a:noAutofit/>
          </a:bodyPr>
          <a:lstStyle>
            <a:lvl1pPr algn="ctr">
              <a:defRPr sz="1000" b="0" i="0">
                <a:solidFill>
                  <a:schemeClr val="bg2"/>
                </a:solidFill>
              </a:defRPr>
            </a:lvl1pPr>
          </a:lstStyle>
          <a:p>
            <a:pPr lvl="0"/>
            <a:r>
              <a:rPr lang="en-US" dirty="0"/>
              <a:t>Click to add short bio</a:t>
            </a:r>
          </a:p>
        </p:txBody>
      </p:sp>
      <p:sp>
        <p:nvSpPr>
          <p:cNvPr id="36" name="Text Placeholder 12">
            <a:extLst>
              <a:ext uri="{FF2B5EF4-FFF2-40B4-BE49-F238E27FC236}">
                <a16:creationId xmlns:a16="http://schemas.microsoft.com/office/drawing/2014/main" id="{849E5C1D-9879-A219-DCB4-D2C7C0DA02A0}"/>
              </a:ext>
            </a:extLst>
          </p:cNvPr>
          <p:cNvSpPr>
            <a:spLocks noGrp="1"/>
          </p:cNvSpPr>
          <p:nvPr>
            <p:ph type="body" sz="quarter" idx="28" hasCustomPrompt="1"/>
          </p:nvPr>
        </p:nvSpPr>
        <p:spPr>
          <a:xfrm>
            <a:off x="9563196" y="3629913"/>
            <a:ext cx="2003627" cy="494110"/>
          </a:xfrm>
        </p:spPr>
        <p:txBody>
          <a:bodyPr wrap="square">
            <a:noAutofit/>
          </a:bodyPr>
          <a:lstStyle>
            <a:lvl1pPr algn="ctr">
              <a:defRPr sz="1200" b="1">
                <a:solidFill>
                  <a:schemeClr val="bg2"/>
                </a:solidFill>
              </a:defRPr>
            </a:lvl1pPr>
          </a:lstStyle>
          <a:p>
            <a:pPr lvl="0"/>
            <a:r>
              <a:rPr lang="en-US" dirty="0"/>
              <a:t>Click to add text</a:t>
            </a:r>
          </a:p>
        </p:txBody>
      </p:sp>
      <p:sp>
        <p:nvSpPr>
          <p:cNvPr id="37" name="Text Placeholder 12">
            <a:extLst>
              <a:ext uri="{FF2B5EF4-FFF2-40B4-BE49-F238E27FC236}">
                <a16:creationId xmlns:a16="http://schemas.microsoft.com/office/drawing/2014/main" id="{457379B2-410B-C924-E585-14E9FA00350B}"/>
              </a:ext>
            </a:extLst>
          </p:cNvPr>
          <p:cNvSpPr>
            <a:spLocks noGrp="1"/>
          </p:cNvSpPr>
          <p:nvPr>
            <p:ph type="body" sz="quarter" idx="29" hasCustomPrompt="1"/>
          </p:nvPr>
        </p:nvSpPr>
        <p:spPr>
          <a:xfrm>
            <a:off x="9655064" y="4279726"/>
            <a:ext cx="1805808" cy="1129433"/>
          </a:xfrm>
        </p:spPr>
        <p:txBody>
          <a:bodyPr wrap="square">
            <a:noAutofit/>
          </a:bodyPr>
          <a:lstStyle>
            <a:lvl1pPr algn="ctr">
              <a:defRPr sz="1000" b="0" i="0">
                <a:solidFill>
                  <a:schemeClr val="bg2"/>
                </a:solidFill>
              </a:defRPr>
            </a:lvl1pPr>
          </a:lstStyle>
          <a:p>
            <a:pPr lvl="0"/>
            <a:r>
              <a:rPr lang="en-US" dirty="0"/>
              <a:t>Click to add short bio</a:t>
            </a:r>
          </a:p>
        </p:txBody>
      </p:sp>
      <p:sp>
        <p:nvSpPr>
          <p:cNvPr id="4" name="Footer Placeholder 3">
            <a:extLst>
              <a:ext uri="{FF2B5EF4-FFF2-40B4-BE49-F238E27FC236}">
                <a16:creationId xmlns:a16="http://schemas.microsoft.com/office/drawing/2014/main" id="{F4622E17-5965-DC44-C005-6540DE841617}"/>
              </a:ext>
            </a:extLst>
          </p:cNvPr>
          <p:cNvSpPr>
            <a:spLocks noGrp="1"/>
          </p:cNvSpPr>
          <p:nvPr>
            <p:ph type="ftr" sz="quarter" idx="11"/>
          </p:nvPr>
        </p:nvSpPr>
        <p:spPr>
          <a:xfrm>
            <a:off x="1102149" y="6363845"/>
            <a:ext cx="3684035" cy="200055"/>
          </a:xfrm>
        </p:spPr>
        <p:txBody>
          <a:bodyPr wrap="square">
            <a:spAutoFit/>
          </a:bodyPr>
          <a:lstStyle>
            <a:lvl1pPr>
              <a:defRPr sz="1000">
                <a:solidFill>
                  <a:schemeClr val="bg2"/>
                </a:solidFill>
              </a:defRPr>
            </a:lvl1pPr>
          </a:lstStyle>
          <a:p>
            <a:r>
              <a:rPr lang="en-US" dirty="0"/>
              <a:t>Add Metadata here in Slide Master &gt; Insert &gt; Slide Number</a:t>
            </a:r>
          </a:p>
        </p:txBody>
      </p:sp>
      <p:sp>
        <p:nvSpPr>
          <p:cNvPr id="6" name="Slide Number Placeholder 4">
            <a:extLst>
              <a:ext uri="{FF2B5EF4-FFF2-40B4-BE49-F238E27FC236}">
                <a16:creationId xmlns:a16="http://schemas.microsoft.com/office/drawing/2014/main" id="{27553C02-7D4C-940C-956E-C2861FBE6129}"/>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pic>
        <p:nvPicPr>
          <p:cNvPr id="9" name="Picture 8" descr="A close up of a logo&#10;&#10;AI-generated content may be incorrect.">
            <a:extLst>
              <a:ext uri="{FF2B5EF4-FFF2-40B4-BE49-F238E27FC236}">
                <a16:creationId xmlns:a16="http://schemas.microsoft.com/office/drawing/2014/main" id="{C87FB21D-724C-806C-1D34-B5DD269C7BB3}"/>
              </a:ext>
            </a:extLst>
          </p:cNvPr>
          <p:cNvPicPr>
            <a:picLocks noChangeAspect="1"/>
          </p:cNvPicPr>
          <p:nvPr userDrawn="1"/>
        </p:nvPicPr>
        <p:blipFill>
          <a:blip r:embed="rId3"/>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3025440699"/>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9_Section Header">
    <p:bg>
      <p:bgPr>
        <a:gradFill>
          <a:gsLst>
            <a:gs pos="50000">
              <a:schemeClr val="bg2"/>
            </a:gs>
            <a:gs pos="100000">
              <a:schemeClr val="tx1">
                <a:alpha val="9882"/>
              </a:schemeClr>
            </a:gs>
          </a:gsLst>
          <a:lin ang="2700000" scaled="0"/>
        </a:gra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6349120-918C-2A5C-35FB-BA0976D00AA2}"/>
              </a:ext>
            </a:extLst>
          </p:cNvPr>
          <p:cNvSpPr/>
          <p:nvPr userDrawn="1"/>
        </p:nvSpPr>
        <p:spPr>
          <a:xfrm rot="10800000">
            <a:off x="-8" y="0"/>
            <a:ext cx="6096004" cy="2953174"/>
          </a:xfrm>
          <a:prstGeom prst="rect">
            <a:avLst/>
          </a:prstGeom>
          <a:gradFill flip="none" rotWithShape="1">
            <a:gsLst>
              <a:gs pos="50000">
                <a:schemeClr val="bg2"/>
              </a:gs>
              <a:gs pos="100000">
                <a:schemeClr val="tx1">
                  <a:alpha val="9882"/>
                </a:schemeClr>
              </a:gs>
            </a:gsLst>
            <a:lin ang="14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45CAED2-28B9-D78A-751F-9450267F0FDE}"/>
              </a:ext>
            </a:extLst>
          </p:cNvPr>
          <p:cNvSpPr/>
          <p:nvPr userDrawn="1"/>
        </p:nvSpPr>
        <p:spPr>
          <a:xfrm rot="10800000">
            <a:off x="6087530" y="0"/>
            <a:ext cx="6096000" cy="2953174"/>
          </a:xfrm>
          <a:prstGeom prst="rect">
            <a:avLst/>
          </a:prstGeom>
          <a:gradFill>
            <a:gsLst>
              <a:gs pos="50000">
                <a:schemeClr val="bg2"/>
              </a:gs>
              <a:gs pos="100000">
                <a:schemeClr val="tx1">
                  <a:alpha val="9882"/>
                </a:schemeClr>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58B8E10-3738-FBF7-7635-AB6B64B38312}"/>
              </a:ext>
            </a:extLst>
          </p:cNvPr>
          <p:cNvSpPr/>
          <p:nvPr userDrawn="1"/>
        </p:nvSpPr>
        <p:spPr>
          <a:xfrm>
            <a:off x="6095996" y="2971800"/>
            <a:ext cx="6096004" cy="3886200"/>
          </a:xfrm>
          <a:prstGeom prst="rect">
            <a:avLst/>
          </a:prstGeom>
          <a:gradFill flip="none" rotWithShape="1">
            <a:gsLst>
              <a:gs pos="50000">
                <a:schemeClr val="bg2"/>
              </a:gs>
              <a:gs pos="100000">
                <a:schemeClr val="tx1">
                  <a:alpha val="9882"/>
                </a:schemeClr>
              </a:gs>
            </a:gsLst>
            <a:lin ang="14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B388E1BD-B2FD-E4B9-D4CB-52D927E5A7CE}"/>
              </a:ext>
            </a:extLst>
          </p:cNvPr>
          <p:cNvSpPr/>
          <p:nvPr userDrawn="1"/>
        </p:nvSpPr>
        <p:spPr>
          <a:xfrm>
            <a:off x="1" y="2971800"/>
            <a:ext cx="6096000" cy="3886200"/>
          </a:xfrm>
          <a:prstGeom prst="rect">
            <a:avLst/>
          </a:prstGeom>
          <a:gradFill>
            <a:gsLst>
              <a:gs pos="50000">
                <a:schemeClr val="bg2"/>
              </a:gs>
              <a:gs pos="100000">
                <a:schemeClr val="tx1">
                  <a:alpha val="9882"/>
                </a:scheme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89E842C-1C79-07C7-B220-3AB4E9AF8B1B}"/>
              </a:ext>
            </a:extLst>
          </p:cNvPr>
          <p:cNvSpPr/>
          <p:nvPr userDrawn="1"/>
        </p:nvSpPr>
        <p:spPr>
          <a:xfrm>
            <a:off x="4544061" y="1421556"/>
            <a:ext cx="3108960" cy="3108960"/>
          </a:xfrm>
          <a:prstGeom prst="ellipse">
            <a:avLst/>
          </a:prstGeom>
          <a:solidFill>
            <a:schemeClr val="bg2">
              <a:alpha val="7594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3">
            <a:extLst>
              <a:ext uri="{FF2B5EF4-FFF2-40B4-BE49-F238E27FC236}">
                <a16:creationId xmlns:a16="http://schemas.microsoft.com/office/drawing/2014/main" id="{78F12812-3DB6-CCE6-C303-BB8D100ECB77}"/>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6742F8FC-645E-4934-6A52-55A5D1B3E052}"/>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Arc 20">
            <a:extLst>
              <a:ext uri="{FF2B5EF4-FFF2-40B4-BE49-F238E27FC236}">
                <a16:creationId xmlns:a16="http://schemas.microsoft.com/office/drawing/2014/main" id="{6938251B-45E7-742E-F6A3-BC0F1B758F47}"/>
              </a:ext>
            </a:extLst>
          </p:cNvPr>
          <p:cNvSpPr/>
          <p:nvPr userDrawn="1"/>
        </p:nvSpPr>
        <p:spPr>
          <a:xfrm>
            <a:off x="5037665" y="1913466"/>
            <a:ext cx="2116667" cy="2116667"/>
          </a:xfrm>
          <a:prstGeom prst="arc">
            <a:avLst/>
          </a:prstGeom>
          <a:ln w="46672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Arc 21">
            <a:extLst>
              <a:ext uri="{FF2B5EF4-FFF2-40B4-BE49-F238E27FC236}">
                <a16:creationId xmlns:a16="http://schemas.microsoft.com/office/drawing/2014/main" id="{F2DC63D2-3425-F914-20E3-E5D645D06CF2}"/>
              </a:ext>
            </a:extLst>
          </p:cNvPr>
          <p:cNvSpPr/>
          <p:nvPr userDrawn="1"/>
        </p:nvSpPr>
        <p:spPr>
          <a:xfrm rot="5400000">
            <a:off x="5037666" y="1913466"/>
            <a:ext cx="2116667" cy="2116667"/>
          </a:xfrm>
          <a:prstGeom prst="arc">
            <a:avLst/>
          </a:prstGeom>
          <a:ln w="466725">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Arc 26">
            <a:extLst>
              <a:ext uri="{FF2B5EF4-FFF2-40B4-BE49-F238E27FC236}">
                <a16:creationId xmlns:a16="http://schemas.microsoft.com/office/drawing/2014/main" id="{E2806320-E9B1-B4BE-7D00-AB83107DF904}"/>
              </a:ext>
            </a:extLst>
          </p:cNvPr>
          <p:cNvSpPr/>
          <p:nvPr userDrawn="1"/>
        </p:nvSpPr>
        <p:spPr>
          <a:xfrm rot="10800000">
            <a:off x="5037663" y="1913466"/>
            <a:ext cx="2116667" cy="2116667"/>
          </a:xfrm>
          <a:prstGeom prst="arc">
            <a:avLst/>
          </a:prstGeom>
          <a:ln w="466725">
            <a:solidFill>
              <a:schemeClr val="accent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Arc 27">
            <a:extLst>
              <a:ext uri="{FF2B5EF4-FFF2-40B4-BE49-F238E27FC236}">
                <a16:creationId xmlns:a16="http://schemas.microsoft.com/office/drawing/2014/main" id="{4D74C593-60F9-6268-7B61-8FE975200FA8}"/>
              </a:ext>
            </a:extLst>
          </p:cNvPr>
          <p:cNvSpPr/>
          <p:nvPr userDrawn="1"/>
        </p:nvSpPr>
        <p:spPr>
          <a:xfrm rot="16200000">
            <a:off x="5037664" y="1913466"/>
            <a:ext cx="2116667" cy="2116667"/>
          </a:xfrm>
          <a:prstGeom prst="arc">
            <a:avLst/>
          </a:prstGeom>
          <a:ln w="466725">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Rectangle 28">
            <a:extLst>
              <a:ext uri="{FF2B5EF4-FFF2-40B4-BE49-F238E27FC236}">
                <a16:creationId xmlns:a16="http://schemas.microsoft.com/office/drawing/2014/main" id="{8795F799-7EBD-2808-EE01-173996257D68}"/>
              </a:ext>
            </a:extLst>
          </p:cNvPr>
          <p:cNvSpPr/>
          <p:nvPr userDrawn="1"/>
        </p:nvSpPr>
        <p:spPr>
          <a:xfrm flipH="1">
            <a:off x="6057047" y="1"/>
            <a:ext cx="81285"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A8DB072-AD87-5BA0-4A77-896397900B48}"/>
              </a:ext>
            </a:extLst>
          </p:cNvPr>
          <p:cNvSpPr/>
          <p:nvPr userDrawn="1"/>
        </p:nvSpPr>
        <p:spPr>
          <a:xfrm rot="5400000">
            <a:off x="6095999" y="1625600"/>
            <a:ext cx="45719" cy="270086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DEAA892-3047-EEC6-12D0-41D272138190}"/>
              </a:ext>
            </a:extLst>
          </p:cNvPr>
          <p:cNvSpPr/>
          <p:nvPr userDrawn="1"/>
        </p:nvSpPr>
        <p:spPr>
          <a:xfrm rot="5400000" flipH="1">
            <a:off x="6059079" y="-3112686"/>
            <a:ext cx="67061" cy="121987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6B29E89-60C6-67FD-EDF9-B719E2E4CBA4}"/>
              </a:ext>
            </a:extLst>
          </p:cNvPr>
          <p:cNvSpPr/>
          <p:nvPr userDrawn="1"/>
        </p:nvSpPr>
        <p:spPr>
          <a:xfrm>
            <a:off x="5528733" y="2404533"/>
            <a:ext cx="1134534" cy="1134534"/>
          </a:xfrm>
          <a:prstGeom prst="ellipse">
            <a:avLst/>
          </a:prstGeom>
          <a:gradFill>
            <a:gsLst>
              <a:gs pos="73000">
                <a:schemeClr val="accent3"/>
              </a:gs>
              <a:gs pos="36000">
                <a:schemeClr val="accent2"/>
              </a:gs>
              <a:gs pos="0">
                <a:schemeClr val="tx2"/>
              </a:gs>
              <a:gs pos="100000">
                <a:schemeClr val="accent4"/>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5" name="Picture 4" descr="A blue and orange logo&#10;&#10;AI-generated content may be incorrect.">
            <a:extLst>
              <a:ext uri="{FF2B5EF4-FFF2-40B4-BE49-F238E27FC236}">
                <a16:creationId xmlns:a16="http://schemas.microsoft.com/office/drawing/2014/main" id="{73A83040-3742-D618-552F-1BC5C220C513}"/>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3187855557"/>
      </p:ext>
    </p:extLst>
  </p:cSld>
  <p:clrMapOvr>
    <a:masterClrMapping/>
  </p:clrMapOvr>
  <p:extLst>
    <p:ext uri="{DCECCB84-F9BA-43D5-87BE-67443E8EF086}">
      <p15:sldGuideLst xmlns:p15="http://schemas.microsoft.com/office/powerpoint/2012/main">
        <p15:guide id="1" orient="horz" pos="1872"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Section Header">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38DEF97A-12D1-9ED3-89DA-8D81AA313185}"/>
              </a:ext>
            </a:extLst>
          </p:cNvPr>
          <p:cNvSpPr/>
          <p:nvPr userDrawn="1"/>
        </p:nvSpPr>
        <p:spPr>
          <a:xfrm>
            <a:off x="477625" y="2744572"/>
            <a:ext cx="2425060"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93A215-28C9-3E90-DA58-463EF7694092}"/>
              </a:ext>
            </a:extLst>
          </p:cNvPr>
          <p:cNvSpPr/>
          <p:nvPr userDrawn="1"/>
        </p:nvSpPr>
        <p:spPr>
          <a:xfrm>
            <a:off x="477624" y="2131729"/>
            <a:ext cx="2425061" cy="49906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blue arrow in a circle&#10;&#10;AI-generated content may be incorrect.">
            <a:extLst>
              <a:ext uri="{FF2B5EF4-FFF2-40B4-BE49-F238E27FC236}">
                <a16:creationId xmlns:a16="http://schemas.microsoft.com/office/drawing/2014/main" id="{57CA568C-D9D3-AECC-48DD-F40ADA830334}"/>
              </a:ext>
            </a:extLst>
          </p:cNvPr>
          <p:cNvPicPr>
            <a:picLocks noChangeAspect="1"/>
          </p:cNvPicPr>
          <p:nvPr userDrawn="1"/>
        </p:nvPicPr>
        <p:blipFill>
          <a:blip r:embed="rId2"/>
          <a:stretch>
            <a:fillRect/>
          </a:stretch>
        </p:blipFill>
        <p:spPr>
          <a:xfrm>
            <a:off x="637521" y="2974023"/>
            <a:ext cx="254343" cy="254343"/>
          </a:xfrm>
          <a:prstGeom prst="rect">
            <a:avLst/>
          </a:prstGeom>
        </p:spPr>
      </p:pic>
      <p:sp>
        <p:nvSpPr>
          <p:cNvPr id="7" name="Text Placeholder 13">
            <a:extLst>
              <a:ext uri="{FF2B5EF4-FFF2-40B4-BE49-F238E27FC236}">
                <a16:creationId xmlns:a16="http://schemas.microsoft.com/office/drawing/2014/main" id="{6CB2FDD5-CFBB-B78C-B2EC-A60C0C0EFF29}"/>
              </a:ext>
            </a:extLst>
          </p:cNvPr>
          <p:cNvSpPr>
            <a:spLocks noGrp="1"/>
          </p:cNvSpPr>
          <p:nvPr>
            <p:ph type="body" sz="quarter" idx="17" hasCustomPrompt="1"/>
          </p:nvPr>
        </p:nvSpPr>
        <p:spPr>
          <a:xfrm>
            <a:off x="650098" y="2271675"/>
            <a:ext cx="2101569" cy="217111"/>
          </a:xfrm>
        </p:spPr>
        <p:txBody>
          <a:bodyPr wrap="none" rIns="0" bIns="0">
            <a:noAutofit/>
          </a:bodyPr>
          <a:lstStyle>
            <a:lvl1pPr>
              <a:defRPr sz="1200" b="1">
                <a:solidFill>
                  <a:schemeClr val="bg2"/>
                </a:solidFill>
              </a:defRPr>
            </a:lvl1pPr>
          </a:lstStyle>
          <a:p>
            <a:pPr lvl="0"/>
            <a:r>
              <a:rPr lang="en-US" dirty="0"/>
              <a:t>Click to Add Title</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30" name="Rectangle 29">
            <a:extLst>
              <a:ext uri="{FF2B5EF4-FFF2-40B4-BE49-F238E27FC236}">
                <a16:creationId xmlns:a16="http://schemas.microsoft.com/office/drawing/2014/main" id="{B7DEBC8B-FD14-D674-3A4B-F6167D2D5C8C}"/>
              </a:ext>
            </a:extLst>
          </p:cNvPr>
          <p:cNvSpPr/>
          <p:nvPr userDrawn="1"/>
        </p:nvSpPr>
        <p:spPr>
          <a:xfrm>
            <a:off x="3414854" y="2131729"/>
            <a:ext cx="2425061" cy="4990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13">
            <a:extLst>
              <a:ext uri="{FF2B5EF4-FFF2-40B4-BE49-F238E27FC236}">
                <a16:creationId xmlns:a16="http://schemas.microsoft.com/office/drawing/2014/main" id="{DF1C1170-234C-444A-73FA-2C5D4D0308AE}"/>
              </a:ext>
            </a:extLst>
          </p:cNvPr>
          <p:cNvSpPr>
            <a:spLocks noGrp="1"/>
          </p:cNvSpPr>
          <p:nvPr>
            <p:ph type="body" sz="quarter" idx="37" hasCustomPrompt="1"/>
          </p:nvPr>
        </p:nvSpPr>
        <p:spPr>
          <a:xfrm>
            <a:off x="3587328" y="2271675"/>
            <a:ext cx="2101569" cy="217111"/>
          </a:xfrm>
        </p:spPr>
        <p:txBody>
          <a:bodyPr wrap="none" rIns="0" bIns="0">
            <a:noAutofit/>
          </a:bodyPr>
          <a:lstStyle>
            <a:lvl1pPr>
              <a:defRPr sz="1200" b="1">
                <a:solidFill>
                  <a:schemeClr val="bg2"/>
                </a:solidFill>
              </a:defRPr>
            </a:lvl1pPr>
          </a:lstStyle>
          <a:p>
            <a:pPr lvl="0"/>
            <a:r>
              <a:rPr lang="en-US" dirty="0"/>
              <a:t>Click to Add Title</a:t>
            </a:r>
          </a:p>
        </p:txBody>
      </p:sp>
      <p:sp>
        <p:nvSpPr>
          <p:cNvPr id="32" name="Rectangle 31">
            <a:extLst>
              <a:ext uri="{FF2B5EF4-FFF2-40B4-BE49-F238E27FC236}">
                <a16:creationId xmlns:a16="http://schemas.microsoft.com/office/drawing/2014/main" id="{C5C743D4-F35B-9E2E-3012-98B6EFA31181}"/>
              </a:ext>
            </a:extLst>
          </p:cNvPr>
          <p:cNvSpPr/>
          <p:nvPr userDrawn="1"/>
        </p:nvSpPr>
        <p:spPr>
          <a:xfrm>
            <a:off x="6352084" y="2124425"/>
            <a:ext cx="2425061" cy="4990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Placeholder 13">
            <a:extLst>
              <a:ext uri="{FF2B5EF4-FFF2-40B4-BE49-F238E27FC236}">
                <a16:creationId xmlns:a16="http://schemas.microsoft.com/office/drawing/2014/main" id="{E73950C3-CFB6-F8AF-496E-83A0C9682BF5}"/>
              </a:ext>
            </a:extLst>
          </p:cNvPr>
          <p:cNvSpPr>
            <a:spLocks noGrp="1"/>
          </p:cNvSpPr>
          <p:nvPr>
            <p:ph type="body" sz="quarter" idx="38" hasCustomPrompt="1"/>
          </p:nvPr>
        </p:nvSpPr>
        <p:spPr>
          <a:xfrm>
            <a:off x="6524558" y="2264371"/>
            <a:ext cx="2101569" cy="217111"/>
          </a:xfrm>
        </p:spPr>
        <p:txBody>
          <a:bodyPr wrap="none" rIns="0" bIns="0">
            <a:noAutofit/>
          </a:bodyPr>
          <a:lstStyle>
            <a:lvl1pPr>
              <a:defRPr sz="1200" b="1">
                <a:solidFill>
                  <a:schemeClr val="bg2"/>
                </a:solidFill>
              </a:defRPr>
            </a:lvl1pPr>
          </a:lstStyle>
          <a:p>
            <a:pPr lvl="0"/>
            <a:r>
              <a:rPr lang="en-US" dirty="0"/>
              <a:t>Click to Add Title</a:t>
            </a:r>
          </a:p>
        </p:txBody>
      </p:sp>
      <p:sp>
        <p:nvSpPr>
          <p:cNvPr id="34" name="Rectangle 33">
            <a:extLst>
              <a:ext uri="{FF2B5EF4-FFF2-40B4-BE49-F238E27FC236}">
                <a16:creationId xmlns:a16="http://schemas.microsoft.com/office/drawing/2014/main" id="{282BE216-85D7-F00F-91D8-80A2203B17A1}"/>
              </a:ext>
            </a:extLst>
          </p:cNvPr>
          <p:cNvSpPr/>
          <p:nvPr userDrawn="1"/>
        </p:nvSpPr>
        <p:spPr>
          <a:xfrm>
            <a:off x="9289314" y="2111437"/>
            <a:ext cx="2425061" cy="49906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3">
            <a:extLst>
              <a:ext uri="{FF2B5EF4-FFF2-40B4-BE49-F238E27FC236}">
                <a16:creationId xmlns:a16="http://schemas.microsoft.com/office/drawing/2014/main" id="{0B00DDBD-6BFA-AE93-459A-6469E3488974}"/>
              </a:ext>
            </a:extLst>
          </p:cNvPr>
          <p:cNvSpPr>
            <a:spLocks noGrp="1"/>
          </p:cNvSpPr>
          <p:nvPr>
            <p:ph type="body" sz="quarter" idx="39" hasCustomPrompt="1"/>
          </p:nvPr>
        </p:nvSpPr>
        <p:spPr>
          <a:xfrm>
            <a:off x="9461788" y="2251383"/>
            <a:ext cx="2101569" cy="217111"/>
          </a:xfrm>
        </p:spPr>
        <p:txBody>
          <a:bodyPr wrap="none" rIns="0" bIns="0">
            <a:noAutofit/>
          </a:bodyPr>
          <a:lstStyle>
            <a:lvl1pPr>
              <a:defRPr sz="1200" b="1">
                <a:solidFill>
                  <a:schemeClr val="bg2"/>
                </a:solidFill>
              </a:defRPr>
            </a:lvl1pPr>
          </a:lstStyle>
          <a:p>
            <a:pPr lvl="0"/>
            <a:r>
              <a:rPr lang="en-US" dirty="0"/>
              <a:t>Click to Add Title</a:t>
            </a:r>
          </a:p>
        </p:txBody>
      </p:sp>
      <p:sp>
        <p:nvSpPr>
          <p:cNvPr id="36" name="Title 1">
            <a:extLst>
              <a:ext uri="{FF2B5EF4-FFF2-40B4-BE49-F238E27FC236}">
                <a16:creationId xmlns:a16="http://schemas.microsoft.com/office/drawing/2014/main" id="{D85474DB-2619-746D-30F1-01DFC3DA0C00}"/>
              </a:ext>
            </a:extLst>
          </p:cNvPr>
          <p:cNvSpPr>
            <a:spLocks noGrp="1"/>
          </p:cNvSpPr>
          <p:nvPr>
            <p:ph type="title" hasCustomPrompt="1"/>
          </p:nvPr>
        </p:nvSpPr>
        <p:spPr>
          <a:xfrm>
            <a:off x="471955" y="1017216"/>
            <a:ext cx="7867712" cy="830204"/>
          </a:xfrm>
        </p:spPr>
        <p:txBody>
          <a:bodyPr wrap="none" lIns="0" tIns="0" rIns="0" anchor="t">
            <a:noAutofit/>
          </a:bodyPr>
          <a:lstStyle>
            <a:lvl1pPr algn="l">
              <a:lnSpc>
                <a:spcPct val="114000"/>
              </a:lnSpc>
              <a:defRPr sz="4500" b="0" i="0">
                <a:solidFill>
                  <a:schemeClr val="tx2"/>
                </a:solidFill>
                <a:latin typeface="DM Sans 14pt ExtraLight" pitchFamily="2" charset="77"/>
              </a:defRPr>
            </a:lvl1pPr>
          </a:lstStyle>
          <a:p>
            <a:r>
              <a:rPr lang="en-US" dirty="0"/>
              <a:t>Click to add stepped plan title</a:t>
            </a:r>
          </a:p>
        </p:txBody>
      </p:sp>
      <p:sp>
        <p:nvSpPr>
          <p:cNvPr id="38" name="Text Placeholder 13">
            <a:extLst>
              <a:ext uri="{FF2B5EF4-FFF2-40B4-BE49-F238E27FC236}">
                <a16:creationId xmlns:a16="http://schemas.microsoft.com/office/drawing/2014/main" id="{85E2590A-B247-DAB9-68D7-158A8715CB45}"/>
              </a:ext>
            </a:extLst>
          </p:cNvPr>
          <p:cNvSpPr>
            <a:spLocks noGrp="1"/>
          </p:cNvSpPr>
          <p:nvPr>
            <p:ph type="body" sz="quarter" idx="16" hasCustomPrompt="1"/>
          </p:nvPr>
        </p:nvSpPr>
        <p:spPr>
          <a:xfrm>
            <a:off x="1026312" y="3019079"/>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41" name="Picture 40" descr="A blue arrow in a circle&#10;&#10;AI-generated content may be incorrect.">
            <a:extLst>
              <a:ext uri="{FF2B5EF4-FFF2-40B4-BE49-F238E27FC236}">
                <a16:creationId xmlns:a16="http://schemas.microsoft.com/office/drawing/2014/main" id="{0AE816B6-5926-8ECB-1877-11041DEA9E8D}"/>
              </a:ext>
            </a:extLst>
          </p:cNvPr>
          <p:cNvPicPr>
            <a:picLocks noChangeAspect="1"/>
          </p:cNvPicPr>
          <p:nvPr userDrawn="1"/>
        </p:nvPicPr>
        <p:blipFill>
          <a:blip r:embed="rId2"/>
          <a:stretch>
            <a:fillRect/>
          </a:stretch>
        </p:blipFill>
        <p:spPr>
          <a:xfrm>
            <a:off x="637521" y="3749445"/>
            <a:ext cx="254343" cy="254343"/>
          </a:xfrm>
          <a:prstGeom prst="rect">
            <a:avLst/>
          </a:prstGeom>
        </p:spPr>
      </p:pic>
      <p:sp>
        <p:nvSpPr>
          <p:cNvPr id="42" name="Text Placeholder 13">
            <a:extLst>
              <a:ext uri="{FF2B5EF4-FFF2-40B4-BE49-F238E27FC236}">
                <a16:creationId xmlns:a16="http://schemas.microsoft.com/office/drawing/2014/main" id="{0F3993E7-3BEF-FF1A-0622-0E0E26D5616D}"/>
              </a:ext>
            </a:extLst>
          </p:cNvPr>
          <p:cNvSpPr>
            <a:spLocks noGrp="1"/>
          </p:cNvSpPr>
          <p:nvPr>
            <p:ph type="body" sz="quarter" idx="40" hasCustomPrompt="1"/>
          </p:nvPr>
        </p:nvSpPr>
        <p:spPr>
          <a:xfrm>
            <a:off x="1026312" y="3794501"/>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43" name="Picture 42" descr="A blue arrow in a circle&#10;&#10;AI-generated content may be incorrect.">
            <a:extLst>
              <a:ext uri="{FF2B5EF4-FFF2-40B4-BE49-F238E27FC236}">
                <a16:creationId xmlns:a16="http://schemas.microsoft.com/office/drawing/2014/main" id="{6327CD36-605F-FB91-840E-AA9A1FC725FD}"/>
              </a:ext>
            </a:extLst>
          </p:cNvPr>
          <p:cNvPicPr>
            <a:picLocks noChangeAspect="1"/>
          </p:cNvPicPr>
          <p:nvPr userDrawn="1"/>
        </p:nvPicPr>
        <p:blipFill>
          <a:blip r:embed="rId2"/>
          <a:stretch>
            <a:fillRect/>
          </a:stretch>
        </p:blipFill>
        <p:spPr>
          <a:xfrm>
            <a:off x="637521" y="4547186"/>
            <a:ext cx="254343" cy="254343"/>
          </a:xfrm>
          <a:prstGeom prst="rect">
            <a:avLst/>
          </a:prstGeom>
        </p:spPr>
      </p:pic>
      <p:sp>
        <p:nvSpPr>
          <p:cNvPr id="44" name="Text Placeholder 13">
            <a:extLst>
              <a:ext uri="{FF2B5EF4-FFF2-40B4-BE49-F238E27FC236}">
                <a16:creationId xmlns:a16="http://schemas.microsoft.com/office/drawing/2014/main" id="{DA5F3B64-1A61-FFE7-8FBB-2209D146E2A0}"/>
              </a:ext>
            </a:extLst>
          </p:cNvPr>
          <p:cNvSpPr>
            <a:spLocks noGrp="1"/>
          </p:cNvSpPr>
          <p:nvPr>
            <p:ph type="body" sz="quarter" idx="41" hasCustomPrompt="1"/>
          </p:nvPr>
        </p:nvSpPr>
        <p:spPr>
          <a:xfrm>
            <a:off x="1026312" y="4592242"/>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sp>
        <p:nvSpPr>
          <p:cNvPr id="45" name="Rectangle 44">
            <a:extLst>
              <a:ext uri="{FF2B5EF4-FFF2-40B4-BE49-F238E27FC236}">
                <a16:creationId xmlns:a16="http://schemas.microsoft.com/office/drawing/2014/main" id="{144FE29F-C41B-B9D0-77D6-2B6AA9E9D547}"/>
              </a:ext>
            </a:extLst>
          </p:cNvPr>
          <p:cNvSpPr/>
          <p:nvPr userDrawn="1"/>
        </p:nvSpPr>
        <p:spPr>
          <a:xfrm>
            <a:off x="3414854" y="2740199"/>
            <a:ext cx="2425060"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descr="A blue arrow in a circle&#10;&#10;AI-generated content may be incorrect.">
            <a:extLst>
              <a:ext uri="{FF2B5EF4-FFF2-40B4-BE49-F238E27FC236}">
                <a16:creationId xmlns:a16="http://schemas.microsoft.com/office/drawing/2014/main" id="{D6F9C7F2-26B0-7C56-4981-445EA2268FA9}"/>
              </a:ext>
            </a:extLst>
          </p:cNvPr>
          <p:cNvPicPr>
            <a:picLocks noChangeAspect="1"/>
          </p:cNvPicPr>
          <p:nvPr userDrawn="1"/>
        </p:nvPicPr>
        <p:blipFill>
          <a:blip r:embed="rId2"/>
          <a:stretch>
            <a:fillRect/>
          </a:stretch>
        </p:blipFill>
        <p:spPr>
          <a:xfrm>
            <a:off x="3574750" y="2969650"/>
            <a:ext cx="254343" cy="254343"/>
          </a:xfrm>
          <a:prstGeom prst="rect">
            <a:avLst/>
          </a:prstGeom>
        </p:spPr>
      </p:pic>
      <p:sp>
        <p:nvSpPr>
          <p:cNvPr id="47" name="Text Placeholder 13">
            <a:extLst>
              <a:ext uri="{FF2B5EF4-FFF2-40B4-BE49-F238E27FC236}">
                <a16:creationId xmlns:a16="http://schemas.microsoft.com/office/drawing/2014/main" id="{8D6903E0-BD38-739B-C85D-6A31ACDEE089}"/>
              </a:ext>
            </a:extLst>
          </p:cNvPr>
          <p:cNvSpPr>
            <a:spLocks noGrp="1"/>
          </p:cNvSpPr>
          <p:nvPr>
            <p:ph type="body" sz="quarter" idx="42" hasCustomPrompt="1"/>
          </p:nvPr>
        </p:nvSpPr>
        <p:spPr>
          <a:xfrm>
            <a:off x="3963541" y="3014706"/>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48" name="Picture 47" descr="A blue arrow in a circle&#10;&#10;AI-generated content may be incorrect.">
            <a:extLst>
              <a:ext uri="{FF2B5EF4-FFF2-40B4-BE49-F238E27FC236}">
                <a16:creationId xmlns:a16="http://schemas.microsoft.com/office/drawing/2014/main" id="{8B38AAA3-A843-69B8-AE73-2734965E6935}"/>
              </a:ext>
            </a:extLst>
          </p:cNvPr>
          <p:cNvPicPr>
            <a:picLocks noChangeAspect="1"/>
          </p:cNvPicPr>
          <p:nvPr userDrawn="1"/>
        </p:nvPicPr>
        <p:blipFill>
          <a:blip r:embed="rId2"/>
          <a:stretch>
            <a:fillRect/>
          </a:stretch>
        </p:blipFill>
        <p:spPr>
          <a:xfrm>
            <a:off x="3574750" y="3745072"/>
            <a:ext cx="254343" cy="254343"/>
          </a:xfrm>
          <a:prstGeom prst="rect">
            <a:avLst/>
          </a:prstGeom>
        </p:spPr>
      </p:pic>
      <p:sp>
        <p:nvSpPr>
          <p:cNvPr id="49" name="Text Placeholder 13">
            <a:extLst>
              <a:ext uri="{FF2B5EF4-FFF2-40B4-BE49-F238E27FC236}">
                <a16:creationId xmlns:a16="http://schemas.microsoft.com/office/drawing/2014/main" id="{AA281C4C-5D53-F7EA-591A-C3B71C7EE8A2}"/>
              </a:ext>
            </a:extLst>
          </p:cNvPr>
          <p:cNvSpPr>
            <a:spLocks noGrp="1"/>
          </p:cNvSpPr>
          <p:nvPr>
            <p:ph type="body" sz="quarter" idx="43" hasCustomPrompt="1"/>
          </p:nvPr>
        </p:nvSpPr>
        <p:spPr>
          <a:xfrm>
            <a:off x="3963541" y="3790128"/>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50" name="Picture 49" descr="A blue arrow in a circle&#10;&#10;AI-generated content may be incorrect.">
            <a:extLst>
              <a:ext uri="{FF2B5EF4-FFF2-40B4-BE49-F238E27FC236}">
                <a16:creationId xmlns:a16="http://schemas.microsoft.com/office/drawing/2014/main" id="{F4A26263-D2BA-4D6F-2B21-6C5DBCCAE83B}"/>
              </a:ext>
            </a:extLst>
          </p:cNvPr>
          <p:cNvPicPr>
            <a:picLocks noChangeAspect="1"/>
          </p:cNvPicPr>
          <p:nvPr userDrawn="1"/>
        </p:nvPicPr>
        <p:blipFill>
          <a:blip r:embed="rId2"/>
          <a:stretch>
            <a:fillRect/>
          </a:stretch>
        </p:blipFill>
        <p:spPr>
          <a:xfrm>
            <a:off x="3574750" y="4542813"/>
            <a:ext cx="254343" cy="254343"/>
          </a:xfrm>
          <a:prstGeom prst="rect">
            <a:avLst/>
          </a:prstGeom>
        </p:spPr>
      </p:pic>
      <p:sp>
        <p:nvSpPr>
          <p:cNvPr id="51" name="Text Placeholder 13">
            <a:extLst>
              <a:ext uri="{FF2B5EF4-FFF2-40B4-BE49-F238E27FC236}">
                <a16:creationId xmlns:a16="http://schemas.microsoft.com/office/drawing/2014/main" id="{81AAFC2F-35D1-B8D2-5EC8-7EF042D15960}"/>
              </a:ext>
            </a:extLst>
          </p:cNvPr>
          <p:cNvSpPr>
            <a:spLocks noGrp="1"/>
          </p:cNvSpPr>
          <p:nvPr>
            <p:ph type="body" sz="quarter" idx="44" hasCustomPrompt="1"/>
          </p:nvPr>
        </p:nvSpPr>
        <p:spPr>
          <a:xfrm>
            <a:off x="3963541" y="4587869"/>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sp>
        <p:nvSpPr>
          <p:cNvPr id="52" name="Rectangle 51">
            <a:extLst>
              <a:ext uri="{FF2B5EF4-FFF2-40B4-BE49-F238E27FC236}">
                <a16:creationId xmlns:a16="http://schemas.microsoft.com/office/drawing/2014/main" id="{D37BD085-BDFC-5F33-426D-3693D415B2E2}"/>
              </a:ext>
            </a:extLst>
          </p:cNvPr>
          <p:cNvSpPr/>
          <p:nvPr userDrawn="1"/>
        </p:nvSpPr>
        <p:spPr>
          <a:xfrm>
            <a:off x="6352083" y="2740199"/>
            <a:ext cx="2425060"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descr="A blue arrow in a circle&#10;&#10;AI-generated content may be incorrect.">
            <a:extLst>
              <a:ext uri="{FF2B5EF4-FFF2-40B4-BE49-F238E27FC236}">
                <a16:creationId xmlns:a16="http://schemas.microsoft.com/office/drawing/2014/main" id="{03327376-58B8-C6E3-B2F5-6E1DC51785B7}"/>
              </a:ext>
            </a:extLst>
          </p:cNvPr>
          <p:cNvPicPr>
            <a:picLocks noChangeAspect="1"/>
          </p:cNvPicPr>
          <p:nvPr userDrawn="1"/>
        </p:nvPicPr>
        <p:blipFill>
          <a:blip r:embed="rId2"/>
          <a:stretch>
            <a:fillRect/>
          </a:stretch>
        </p:blipFill>
        <p:spPr>
          <a:xfrm>
            <a:off x="6511979" y="2969650"/>
            <a:ext cx="254343" cy="254343"/>
          </a:xfrm>
          <a:prstGeom prst="rect">
            <a:avLst/>
          </a:prstGeom>
        </p:spPr>
      </p:pic>
      <p:sp>
        <p:nvSpPr>
          <p:cNvPr id="54" name="Text Placeholder 13">
            <a:extLst>
              <a:ext uri="{FF2B5EF4-FFF2-40B4-BE49-F238E27FC236}">
                <a16:creationId xmlns:a16="http://schemas.microsoft.com/office/drawing/2014/main" id="{469425FE-30A8-B33F-8AF1-97CE65C9337D}"/>
              </a:ext>
            </a:extLst>
          </p:cNvPr>
          <p:cNvSpPr>
            <a:spLocks noGrp="1"/>
          </p:cNvSpPr>
          <p:nvPr>
            <p:ph type="body" sz="quarter" idx="45" hasCustomPrompt="1"/>
          </p:nvPr>
        </p:nvSpPr>
        <p:spPr>
          <a:xfrm>
            <a:off x="6900770" y="3014706"/>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55" name="Picture 54" descr="A blue arrow in a circle&#10;&#10;AI-generated content may be incorrect.">
            <a:extLst>
              <a:ext uri="{FF2B5EF4-FFF2-40B4-BE49-F238E27FC236}">
                <a16:creationId xmlns:a16="http://schemas.microsoft.com/office/drawing/2014/main" id="{F2E7B149-562F-351F-674B-5D616D248645}"/>
              </a:ext>
            </a:extLst>
          </p:cNvPr>
          <p:cNvPicPr>
            <a:picLocks noChangeAspect="1"/>
          </p:cNvPicPr>
          <p:nvPr userDrawn="1"/>
        </p:nvPicPr>
        <p:blipFill>
          <a:blip r:embed="rId2"/>
          <a:stretch>
            <a:fillRect/>
          </a:stretch>
        </p:blipFill>
        <p:spPr>
          <a:xfrm>
            <a:off x="6511979" y="3745072"/>
            <a:ext cx="254343" cy="254343"/>
          </a:xfrm>
          <a:prstGeom prst="rect">
            <a:avLst/>
          </a:prstGeom>
        </p:spPr>
      </p:pic>
      <p:sp>
        <p:nvSpPr>
          <p:cNvPr id="56" name="Text Placeholder 13">
            <a:extLst>
              <a:ext uri="{FF2B5EF4-FFF2-40B4-BE49-F238E27FC236}">
                <a16:creationId xmlns:a16="http://schemas.microsoft.com/office/drawing/2014/main" id="{2C0996CE-3C02-C55C-6BD1-36B1E7DE696A}"/>
              </a:ext>
            </a:extLst>
          </p:cNvPr>
          <p:cNvSpPr>
            <a:spLocks noGrp="1"/>
          </p:cNvSpPr>
          <p:nvPr>
            <p:ph type="body" sz="quarter" idx="46" hasCustomPrompt="1"/>
          </p:nvPr>
        </p:nvSpPr>
        <p:spPr>
          <a:xfrm>
            <a:off x="6900770" y="3790128"/>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57" name="Picture 56" descr="A blue arrow in a circle&#10;&#10;AI-generated content may be incorrect.">
            <a:extLst>
              <a:ext uri="{FF2B5EF4-FFF2-40B4-BE49-F238E27FC236}">
                <a16:creationId xmlns:a16="http://schemas.microsoft.com/office/drawing/2014/main" id="{2C4B2A3A-CA1B-DA8A-C1F6-6FCF0B404A08}"/>
              </a:ext>
            </a:extLst>
          </p:cNvPr>
          <p:cNvPicPr>
            <a:picLocks noChangeAspect="1"/>
          </p:cNvPicPr>
          <p:nvPr userDrawn="1"/>
        </p:nvPicPr>
        <p:blipFill>
          <a:blip r:embed="rId2"/>
          <a:stretch>
            <a:fillRect/>
          </a:stretch>
        </p:blipFill>
        <p:spPr>
          <a:xfrm>
            <a:off x="6511979" y="4542813"/>
            <a:ext cx="254343" cy="254343"/>
          </a:xfrm>
          <a:prstGeom prst="rect">
            <a:avLst/>
          </a:prstGeom>
        </p:spPr>
      </p:pic>
      <p:sp>
        <p:nvSpPr>
          <p:cNvPr id="58" name="Text Placeholder 13">
            <a:extLst>
              <a:ext uri="{FF2B5EF4-FFF2-40B4-BE49-F238E27FC236}">
                <a16:creationId xmlns:a16="http://schemas.microsoft.com/office/drawing/2014/main" id="{88D4945A-B9B2-D156-0FB8-DBC09D2B2DC2}"/>
              </a:ext>
            </a:extLst>
          </p:cNvPr>
          <p:cNvSpPr>
            <a:spLocks noGrp="1"/>
          </p:cNvSpPr>
          <p:nvPr>
            <p:ph type="body" sz="quarter" idx="47" hasCustomPrompt="1"/>
          </p:nvPr>
        </p:nvSpPr>
        <p:spPr>
          <a:xfrm>
            <a:off x="6900770" y="4587869"/>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sp>
        <p:nvSpPr>
          <p:cNvPr id="59" name="Rectangle 58">
            <a:extLst>
              <a:ext uri="{FF2B5EF4-FFF2-40B4-BE49-F238E27FC236}">
                <a16:creationId xmlns:a16="http://schemas.microsoft.com/office/drawing/2014/main" id="{0D5576E4-DD88-499A-9209-CE94CFA2EAFB}"/>
              </a:ext>
            </a:extLst>
          </p:cNvPr>
          <p:cNvSpPr/>
          <p:nvPr userDrawn="1"/>
        </p:nvSpPr>
        <p:spPr>
          <a:xfrm>
            <a:off x="9289315" y="2740199"/>
            <a:ext cx="2425060"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59" descr="A blue arrow in a circle&#10;&#10;AI-generated content may be incorrect.">
            <a:extLst>
              <a:ext uri="{FF2B5EF4-FFF2-40B4-BE49-F238E27FC236}">
                <a16:creationId xmlns:a16="http://schemas.microsoft.com/office/drawing/2014/main" id="{77B0A526-78D6-04A3-2818-F9823F66C79D}"/>
              </a:ext>
            </a:extLst>
          </p:cNvPr>
          <p:cNvPicPr>
            <a:picLocks noChangeAspect="1"/>
          </p:cNvPicPr>
          <p:nvPr userDrawn="1"/>
        </p:nvPicPr>
        <p:blipFill>
          <a:blip r:embed="rId2"/>
          <a:stretch>
            <a:fillRect/>
          </a:stretch>
        </p:blipFill>
        <p:spPr>
          <a:xfrm>
            <a:off x="9449211" y="2969650"/>
            <a:ext cx="254343" cy="254343"/>
          </a:xfrm>
          <a:prstGeom prst="rect">
            <a:avLst/>
          </a:prstGeom>
        </p:spPr>
      </p:pic>
      <p:sp>
        <p:nvSpPr>
          <p:cNvPr id="61" name="Text Placeholder 13">
            <a:extLst>
              <a:ext uri="{FF2B5EF4-FFF2-40B4-BE49-F238E27FC236}">
                <a16:creationId xmlns:a16="http://schemas.microsoft.com/office/drawing/2014/main" id="{29E4141D-461D-06F9-623A-6063D921B59A}"/>
              </a:ext>
            </a:extLst>
          </p:cNvPr>
          <p:cNvSpPr>
            <a:spLocks noGrp="1"/>
          </p:cNvSpPr>
          <p:nvPr>
            <p:ph type="body" sz="quarter" idx="48" hasCustomPrompt="1"/>
          </p:nvPr>
        </p:nvSpPr>
        <p:spPr>
          <a:xfrm>
            <a:off x="9838002" y="3014706"/>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62" name="Picture 61" descr="A blue arrow in a circle&#10;&#10;AI-generated content may be incorrect.">
            <a:extLst>
              <a:ext uri="{FF2B5EF4-FFF2-40B4-BE49-F238E27FC236}">
                <a16:creationId xmlns:a16="http://schemas.microsoft.com/office/drawing/2014/main" id="{F8C937EC-2A9E-2462-2364-6A2267F10AFF}"/>
              </a:ext>
            </a:extLst>
          </p:cNvPr>
          <p:cNvPicPr>
            <a:picLocks noChangeAspect="1"/>
          </p:cNvPicPr>
          <p:nvPr userDrawn="1"/>
        </p:nvPicPr>
        <p:blipFill>
          <a:blip r:embed="rId2"/>
          <a:stretch>
            <a:fillRect/>
          </a:stretch>
        </p:blipFill>
        <p:spPr>
          <a:xfrm>
            <a:off x="9449211" y="3745072"/>
            <a:ext cx="254343" cy="254343"/>
          </a:xfrm>
          <a:prstGeom prst="rect">
            <a:avLst/>
          </a:prstGeom>
        </p:spPr>
      </p:pic>
      <p:sp>
        <p:nvSpPr>
          <p:cNvPr id="63" name="Text Placeholder 13">
            <a:extLst>
              <a:ext uri="{FF2B5EF4-FFF2-40B4-BE49-F238E27FC236}">
                <a16:creationId xmlns:a16="http://schemas.microsoft.com/office/drawing/2014/main" id="{AB662BE4-9EF8-24AB-8E31-41E506F7F37F}"/>
              </a:ext>
            </a:extLst>
          </p:cNvPr>
          <p:cNvSpPr>
            <a:spLocks noGrp="1"/>
          </p:cNvSpPr>
          <p:nvPr>
            <p:ph type="body" sz="quarter" idx="49" hasCustomPrompt="1"/>
          </p:nvPr>
        </p:nvSpPr>
        <p:spPr>
          <a:xfrm>
            <a:off x="9838002" y="3790128"/>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pic>
        <p:nvPicPr>
          <p:cNvPr id="64" name="Picture 63" descr="A blue arrow in a circle&#10;&#10;AI-generated content may be incorrect.">
            <a:extLst>
              <a:ext uri="{FF2B5EF4-FFF2-40B4-BE49-F238E27FC236}">
                <a16:creationId xmlns:a16="http://schemas.microsoft.com/office/drawing/2014/main" id="{3DA38710-7947-256D-425B-F4D6342DECB5}"/>
              </a:ext>
            </a:extLst>
          </p:cNvPr>
          <p:cNvPicPr>
            <a:picLocks noChangeAspect="1"/>
          </p:cNvPicPr>
          <p:nvPr userDrawn="1"/>
        </p:nvPicPr>
        <p:blipFill>
          <a:blip r:embed="rId2"/>
          <a:stretch>
            <a:fillRect/>
          </a:stretch>
        </p:blipFill>
        <p:spPr>
          <a:xfrm>
            <a:off x="9449211" y="4542813"/>
            <a:ext cx="254343" cy="254343"/>
          </a:xfrm>
          <a:prstGeom prst="rect">
            <a:avLst/>
          </a:prstGeom>
        </p:spPr>
      </p:pic>
      <p:sp>
        <p:nvSpPr>
          <p:cNvPr id="65" name="Text Placeholder 13">
            <a:extLst>
              <a:ext uri="{FF2B5EF4-FFF2-40B4-BE49-F238E27FC236}">
                <a16:creationId xmlns:a16="http://schemas.microsoft.com/office/drawing/2014/main" id="{A53A3260-261B-8FF2-566E-D6C96582B81B}"/>
              </a:ext>
            </a:extLst>
          </p:cNvPr>
          <p:cNvSpPr>
            <a:spLocks noGrp="1"/>
          </p:cNvSpPr>
          <p:nvPr>
            <p:ph type="body" sz="quarter" idx="50" hasCustomPrompt="1"/>
          </p:nvPr>
        </p:nvSpPr>
        <p:spPr>
          <a:xfrm>
            <a:off x="9838002" y="4587869"/>
            <a:ext cx="1598355" cy="585847"/>
          </a:xfrm>
        </p:spPr>
        <p:txBody>
          <a:bodyPr>
            <a:noAutofit/>
          </a:bodyPr>
          <a:lstStyle>
            <a:lvl1pPr>
              <a:defRPr sz="1000">
                <a:solidFill>
                  <a:schemeClr val="tx1"/>
                </a:solidFill>
              </a:defRPr>
            </a:lvl1pPr>
          </a:lstStyle>
          <a:p>
            <a:pPr lvl="0"/>
            <a:r>
              <a:rPr lang="en-US" dirty="0"/>
              <a:t>Click to add body copy here. Please keep to three lines or less.</a:t>
            </a:r>
          </a:p>
        </p:txBody>
      </p:sp>
      <p:cxnSp>
        <p:nvCxnSpPr>
          <p:cNvPr id="67" name="Straight Arrow Connector 66">
            <a:extLst>
              <a:ext uri="{FF2B5EF4-FFF2-40B4-BE49-F238E27FC236}">
                <a16:creationId xmlns:a16="http://schemas.microsoft.com/office/drawing/2014/main" id="{815930EC-3F58-082A-BDE3-A31820974A33}"/>
              </a:ext>
            </a:extLst>
          </p:cNvPr>
          <p:cNvCxnSpPr>
            <a:cxnSpLocks/>
          </p:cNvCxnSpPr>
          <p:nvPr userDrawn="1"/>
        </p:nvCxnSpPr>
        <p:spPr>
          <a:xfrm>
            <a:off x="3048001" y="2379130"/>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9BCAC092-CFED-043E-581C-8230ADA91E37}"/>
              </a:ext>
            </a:extLst>
          </p:cNvPr>
          <p:cNvCxnSpPr>
            <a:cxnSpLocks/>
          </p:cNvCxnSpPr>
          <p:nvPr userDrawn="1"/>
        </p:nvCxnSpPr>
        <p:spPr>
          <a:xfrm>
            <a:off x="5985933" y="2379130"/>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C8B9E949-FA3E-E102-B14B-005263D5B333}"/>
              </a:ext>
            </a:extLst>
          </p:cNvPr>
          <p:cNvCxnSpPr>
            <a:cxnSpLocks/>
          </p:cNvCxnSpPr>
          <p:nvPr userDrawn="1"/>
        </p:nvCxnSpPr>
        <p:spPr>
          <a:xfrm>
            <a:off x="8917482" y="2379130"/>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pic>
        <p:nvPicPr>
          <p:cNvPr id="2" name="Picture 1" descr="A blue and orange logo&#10;&#10;AI-generated content may be incorrect.">
            <a:extLst>
              <a:ext uri="{FF2B5EF4-FFF2-40B4-BE49-F238E27FC236}">
                <a16:creationId xmlns:a16="http://schemas.microsoft.com/office/drawing/2014/main" id="{17B4BB5C-B2AB-A6F2-C13A-A9DA62FBE9C3}"/>
              </a:ext>
            </a:extLst>
          </p:cNvPr>
          <p:cNvPicPr>
            <a:picLocks noChangeAspect="1"/>
          </p:cNvPicPr>
          <p:nvPr userDrawn="1"/>
        </p:nvPicPr>
        <p:blipFill>
          <a:blip r:embed="rId3"/>
          <a:stretch>
            <a:fillRect/>
          </a:stretch>
        </p:blipFill>
        <p:spPr>
          <a:xfrm>
            <a:off x="10844786" y="6240848"/>
            <a:ext cx="882645" cy="349248"/>
          </a:xfrm>
          <a:prstGeom prst="rect">
            <a:avLst/>
          </a:prstGeom>
        </p:spPr>
      </p:pic>
      <p:sp>
        <p:nvSpPr>
          <p:cNvPr id="3" name="Text Placeholder 12">
            <a:extLst>
              <a:ext uri="{FF2B5EF4-FFF2-40B4-BE49-F238E27FC236}">
                <a16:creationId xmlns:a16="http://schemas.microsoft.com/office/drawing/2014/main" id="{F849C2CD-D7BF-6E16-ABB4-44F123B95521}"/>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2470806532"/>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1_Section Header">
    <p:bg>
      <p:bgPr>
        <a:solidFill>
          <a:schemeClr val="accent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EB9B6E3-02FA-7D65-EB82-99433C7A2972}"/>
              </a:ext>
            </a:extLst>
          </p:cNvPr>
          <p:cNvSpPr>
            <a:spLocks noGrp="1"/>
          </p:cNvSpPr>
          <p:nvPr>
            <p:ph type="title" hasCustomPrompt="1"/>
          </p:nvPr>
        </p:nvSpPr>
        <p:spPr>
          <a:xfrm>
            <a:off x="471955" y="1033738"/>
            <a:ext cx="3295712" cy="1318956"/>
          </a:xfrm>
        </p:spPr>
        <p:txBody>
          <a:bodyPr wrap="square" lIns="0" tIns="0" rIns="0" anchor="t">
            <a:noAutofit/>
          </a:bodyPr>
          <a:lstStyle>
            <a:lvl1pPr algn="l">
              <a:lnSpc>
                <a:spcPct val="95000"/>
              </a:lnSpc>
              <a:defRPr sz="4500" b="0" i="0">
                <a:solidFill>
                  <a:schemeClr val="bg2"/>
                </a:solidFill>
                <a:latin typeface="DM Sans 14pt ExtraLight" pitchFamily="2" charset="77"/>
              </a:defRPr>
            </a:lvl1pPr>
          </a:lstStyle>
          <a:p>
            <a:r>
              <a:rPr lang="en-US" dirty="0"/>
              <a:t>Click to add short title</a:t>
            </a:r>
          </a:p>
        </p:txBody>
      </p:sp>
      <p:sp>
        <p:nvSpPr>
          <p:cNvPr id="4" name="Text Placeholder 12">
            <a:extLst>
              <a:ext uri="{FF2B5EF4-FFF2-40B4-BE49-F238E27FC236}">
                <a16:creationId xmlns:a16="http://schemas.microsoft.com/office/drawing/2014/main" id="{20C8EF81-18F9-ED77-82EC-99A157DC6E6B}"/>
              </a:ext>
            </a:extLst>
          </p:cNvPr>
          <p:cNvSpPr>
            <a:spLocks noGrp="1"/>
          </p:cNvSpPr>
          <p:nvPr>
            <p:ph type="body" sz="quarter" idx="36" hasCustomPrompt="1"/>
          </p:nvPr>
        </p:nvSpPr>
        <p:spPr>
          <a:xfrm>
            <a:off x="471955" y="387691"/>
            <a:ext cx="2060821" cy="263277"/>
          </a:xfrm>
        </p:spPr>
        <p:txBody>
          <a:bodyPr wrap="none">
            <a:noAutofit/>
          </a:bodyPr>
          <a:lstStyle>
            <a:lvl1pPr algn="l">
              <a:defRPr sz="1200" b="1" i="1">
                <a:solidFill>
                  <a:schemeClr val="bg2"/>
                </a:solidFill>
              </a:defRPr>
            </a:lvl1pPr>
          </a:lstStyle>
          <a:p>
            <a:pPr lvl="0"/>
            <a:r>
              <a:rPr lang="en-US" dirty="0"/>
              <a:t>Click to add section name</a:t>
            </a:r>
          </a:p>
        </p:txBody>
      </p:sp>
      <p:sp>
        <p:nvSpPr>
          <p:cNvPr id="6" name="Text Placeholder 12">
            <a:extLst>
              <a:ext uri="{FF2B5EF4-FFF2-40B4-BE49-F238E27FC236}">
                <a16:creationId xmlns:a16="http://schemas.microsoft.com/office/drawing/2014/main" id="{A0826749-0157-064A-1E9E-8C04CDF8767D}"/>
              </a:ext>
            </a:extLst>
          </p:cNvPr>
          <p:cNvSpPr>
            <a:spLocks noGrp="1"/>
          </p:cNvSpPr>
          <p:nvPr>
            <p:ph type="body" sz="quarter" idx="37" hasCustomPrompt="1"/>
          </p:nvPr>
        </p:nvSpPr>
        <p:spPr>
          <a:xfrm>
            <a:off x="471955" y="2700653"/>
            <a:ext cx="3295712" cy="1129433"/>
          </a:xfrm>
        </p:spPr>
        <p:txBody>
          <a:bodyPr wrap="square">
            <a:noAutofit/>
          </a:bodyPr>
          <a:lstStyle>
            <a:lvl1pPr algn="l">
              <a:defRPr sz="1000" b="0" i="0">
                <a:solidFill>
                  <a:schemeClr val="bg2"/>
                </a:solidFill>
              </a:defRPr>
            </a:lvl1pPr>
          </a:lstStyle>
          <a:p>
            <a:pPr lvl="0"/>
            <a:r>
              <a:rPr lang="en-US" dirty="0"/>
              <a:t>Click to body copy.</a:t>
            </a:r>
          </a:p>
        </p:txBody>
      </p:sp>
      <p:pic>
        <p:nvPicPr>
          <p:cNvPr id="12" name="Picture 11" descr="A blue light in the dark&#10;&#10;AI-generated content may be incorrect.">
            <a:extLst>
              <a:ext uri="{FF2B5EF4-FFF2-40B4-BE49-F238E27FC236}">
                <a16:creationId xmlns:a16="http://schemas.microsoft.com/office/drawing/2014/main" id="{154AC6E9-622A-87AF-AAA6-4F30EEACDF24}"/>
              </a:ext>
            </a:extLst>
          </p:cNvPr>
          <p:cNvPicPr>
            <a:picLocks noChangeAspect="1"/>
          </p:cNvPicPr>
          <p:nvPr userDrawn="1"/>
        </p:nvPicPr>
        <p:blipFill>
          <a:blip r:embed="rId2"/>
          <a:stretch>
            <a:fillRect/>
          </a:stretch>
        </p:blipFill>
        <p:spPr>
          <a:xfrm>
            <a:off x="4091997" y="1179791"/>
            <a:ext cx="7772400" cy="3893266"/>
          </a:xfrm>
          <a:prstGeom prst="rect">
            <a:avLst/>
          </a:prstGeom>
        </p:spPr>
      </p:pic>
      <p:pic>
        <p:nvPicPr>
          <p:cNvPr id="16" name="Picture 15" descr="A colorful funnel with different layers&#10;&#10;AI-generated content may be incorrect.">
            <a:extLst>
              <a:ext uri="{FF2B5EF4-FFF2-40B4-BE49-F238E27FC236}">
                <a16:creationId xmlns:a16="http://schemas.microsoft.com/office/drawing/2014/main" id="{FA86846C-1FBE-C341-76F3-043525276B89}"/>
              </a:ext>
            </a:extLst>
          </p:cNvPr>
          <p:cNvPicPr>
            <a:picLocks noChangeAspect="1"/>
          </p:cNvPicPr>
          <p:nvPr userDrawn="1"/>
        </p:nvPicPr>
        <p:blipFill>
          <a:blip r:embed="rId3"/>
          <a:stretch>
            <a:fillRect/>
          </a:stretch>
        </p:blipFill>
        <p:spPr>
          <a:xfrm>
            <a:off x="6128588" y="1098152"/>
            <a:ext cx="3946515" cy="4157347"/>
          </a:xfrm>
          <a:prstGeom prst="rect">
            <a:avLst/>
          </a:prstGeom>
        </p:spPr>
      </p:pic>
      <p:cxnSp>
        <p:nvCxnSpPr>
          <p:cNvPr id="22" name="Straight Connector 21">
            <a:extLst>
              <a:ext uri="{FF2B5EF4-FFF2-40B4-BE49-F238E27FC236}">
                <a16:creationId xmlns:a16="http://schemas.microsoft.com/office/drawing/2014/main" id="{EE87EC03-7431-6030-BA6B-C31FFD817AA8}"/>
              </a:ext>
            </a:extLst>
          </p:cNvPr>
          <p:cNvCxnSpPr>
            <a:cxnSpLocks/>
          </p:cNvCxnSpPr>
          <p:nvPr userDrawn="1"/>
        </p:nvCxnSpPr>
        <p:spPr>
          <a:xfrm flipV="1">
            <a:off x="4213804" y="476994"/>
            <a:ext cx="0" cy="493397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sp>
        <p:nvSpPr>
          <p:cNvPr id="20" name="Text Placeholder 12">
            <a:extLst>
              <a:ext uri="{FF2B5EF4-FFF2-40B4-BE49-F238E27FC236}">
                <a16:creationId xmlns:a16="http://schemas.microsoft.com/office/drawing/2014/main" id="{68A48DFC-432C-E359-7F6A-BB549F61429D}"/>
              </a:ext>
            </a:extLst>
          </p:cNvPr>
          <p:cNvSpPr>
            <a:spLocks noGrp="1"/>
          </p:cNvSpPr>
          <p:nvPr>
            <p:ph type="body" sz="quarter" idx="23" hasCustomPrompt="1"/>
          </p:nvPr>
        </p:nvSpPr>
        <p:spPr>
          <a:xfrm>
            <a:off x="7222175" y="1838336"/>
            <a:ext cx="1805808" cy="227050"/>
          </a:xfrm>
        </p:spPr>
        <p:txBody>
          <a:bodyPr wrap="none">
            <a:noAutofit/>
          </a:bodyPr>
          <a:lstStyle>
            <a:lvl1pPr algn="ctr">
              <a:defRPr sz="1000" b="1" i="0">
                <a:solidFill>
                  <a:schemeClr val="bg2"/>
                </a:solidFill>
              </a:defRPr>
            </a:lvl1pPr>
          </a:lstStyle>
          <a:p>
            <a:pPr lvl="0"/>
            <a:r>
              <a:rPr lang="en-US" dirty="0"/>
              <a:t>Click to add title</a:t>
            </a:r>
          </a:p>
        </p:txBody>
      </p:sp>
      <p:sp>
        <p:nvSpPr>
          <p:cNvPr id="27" name="Text Placeholder 12">
            <a:extLst>
              <a:ext uri="{FF2B5EF4-FFF2-40B4-BE49-F238E27FC236}">
                <a16:creationId xmlns:a16="http://schemas.microsoft.com/office/drawing/2014/main" id="{3382CC49-B2FB-CC0A-DD1B-3A714E2CD20D}"/>
              </a:ext>
            </a:extLst>
          </p:cNvPr>
          <p:cNvSpPr>
            <a:spLocks noGrp="1"/>
          </p:cNvSpPr>
          <p:nvPr>
            <p:ph type="body" sz="quarter" idx="38" hasCustomPrompt="1"/>
          </p:nvPr>
        </p:nvSpPr>
        <p:spPr>
          <a:xfrm>
            <a:off x="7222175" y="2759767"/>
            <a:ext cx="1805808" cy="227050"/>
          </a:xfrm>
        </p:spPr>
        <p:txBody>
          <a:bodyPr wrap="none">
            <a:noAutofit/>
          </a:bodyPr>
          <a:lstStyle>
            <a:lvl1pPr algn="ctr">
              <a:defRPr sz="1000" b="1" i="0">
                <a:solidFill>
                  <a:schemeClr val="bg2"/>
                </a:solidFill>
              </a:defRPr>
            </a:lvl1pPr>
          </a:lstStyle>
          <a:p>
            <a:pPr lvl="0"/>
            <a:r>
              <a:rPr lang="en-US" dirty="0"/>
              <a:t>Click to add title</a:t>
            </a:r>
          </a:p>
        </p:txBody>
      </p:sp>
      <p:sp>
        <p:nvSpPr>
          <p:cNvPr id="28" name="Text Placeholder 12">
            <a:extLst>
              <a:ext uri="{FF2B5EF4-FFF2-40B4-BE49-F238E27FC236}">
                <a16:creationId xmlns:a16="http://schemas.microsoft.com/office/drawing/2014/main" id="{E325788B-37B8-8DE9-EC0D-5328FEE8EE87}"/>
              </a:ext>
            </a:extLst>
          </p:cNvPr>
          <p:cNvSpPr>
            <a:spLocks noGrp="1"/>
          </p:cNvSpPr>
          <p:nvPr>
            <p:ph type="body" sz="quarter" idx="39" hasCustomPrompt="1"/>
          </p:nvPr>
        </p:nvSpPr>
        <p:spPr>
          <a:xfrm>
            <a:off x="7222175" y="3632622"/>
            <a:ext cx="1805808" cy="227050"/>
          </a:xfrm>
        </p:spPr>
        <p:txBody>
          <a:bodyPr wrap="none">
            <a:noAutofit/>
          </a:bodyPr>
          <a:lstStyle>
            <a:lvl1pPr algn="ctr">
              <a:defRPr sz="1000" b="1" i="0">
                <a:solidFill>
                  <a:schemeClr val="bg2"/>
                </a:solidFill>
              </a:defRPr>
            </a:lvl1pPr>
          </a:lstStyle>
          <a:p>
            <a:pPr lvl="0"/>
            <a:r>
              <a:rPr lang="en-US" dirty="0"/>
              <a:t>Click to add title</a:t>
            </a:r>
          </a:p>
        </p:txBody>
      </p:sp>
      <p:sp>
        <p:nvSpPr>
          <p:cNvPr id="29" name="Text Placeholder 12">
            <a:extLst>
              <a:ext uri="{FF2B5EF4-FFF2-40B4-BE49-F238E27FC236}">
                <a16:creationId xmlns:a16="http://schemas.microsoft.com/office/drawing/2014/main" id="{FC7D611E-184E-82E1-ADE5-76699D1D4645}"/>
              </a:ext>
            </a:extLst>
          </p:cNvPr>
          <p:cNvSpPr>
            <a:spLocks noGrp="1"/>
          </p:cNvSpPr>
          <p:nvPr>
            <p:ph type="body" sz="quarter" idx="40" hasCustomPrompt="1"/>
          </p:nvPr>
        </p:nvSpPr>
        <p:spPr>
          <a:xfrm>
            <a:off x="7476122" y="4639859"/>
            <a:ext cx="1240357" cy="180883"/>
          </a:xfrm>
        </p:spPr>
        <p:txBody>
          <a:bodyPr wrap="none" rIns="0" bIns="0">
            <a:noAutofit/>
          </a:bodyPr>
          <a:lstStyle>
            <a:lvl1pPr algn="ctr">
              <a:defRPr sz="1000" b="1" i="0">
                <a:solidFill>
                  <a:schemeClr val="bg2"/>
                </a:solidFill>
              </a:defRPr>
            </a:lvl1pPr>
          </a:lstStyle>
          <a:p>
            <a:pPr lvl="0"/>
            <a:r>
              <a:rPr lang="en-US" dirty="0"/>
              <a:t>Loyalty</a:t>
            </a:r>
          </a:p>
        </p:txBody>
      </p:sp>
      <p:sp>
        <p:nvSpPr>
          <p:cNvPr id="30" name="Text Placeholder 12">
            <a:extLst>
              <a:ext uri="{FF2B5EF4-FFF2-40B4-BE49-F238E27FC236}">
                <a16:creationId xmlns:a16="http://schemas.microsoft.com/office/drawing/2014/main" id="{8757F5CC-6235-FD5C-81AB-4A0CB9E322FF}"/>
              </a:ext>
            </a:extLst>
          </p:cNvPr>
          <p:cNvSpPr>
            <a:spLocks noGrp="1"/>
          </p:cNvSpPr>
          <p:nvPr>
            <p:ph type="body" sz="quarter" idx="41" hasCustomPrompt="1"/>
          </p:nvPr>
        </p:nvSpPr>
        <p:spPr>
          <a:xfrm>
            <a:off x="7694673" y="660239"/>
            <a:ext cx="860813" cy="289438"/>
          </a:xfrm>
        </p:spPr>
        <p:txBody>
          <a:bodyPr wrap="none" rIns="0" bIns="0">
            <a:noAutofit/>
          </a:bodyPr>
          <a:lstStyle>
            <a:lvl1pPr algn="ctr">
              <a:defRPr sz="1600" b="1" i="1">
                <a:solidFill>
                  <a:schemeClr val="bg2"/>
                </a:solidFill>
              </a:defRPr>
            </a:lvl1pPr>
          </a:lstStyle>
          <a:p>
            <a:pPr lvl="0"/>
            <a:r>
              <a:rPr lang="en-US" dirty="0"/>
              <a:t>The How</a:t>
            </a:r>
          </a:p>
        </p:txBody>
      </p:sp>
      <p:sp>
        <p:nvSpPr>
          <p:cNvPr id="31" name="Text Placeholder 12">
            <a:extLst>
              <a:ext uri="{FF2B5EF4-FFF2-40B4-BE49-F238E27FC236}">
                <a16:creationId xmlns:a16="http://schemas.microsoft.com/office/drawing/2014/main" id="{E085D225-D77A-AD30-76D1-CF2992CA9808}"/>
              </a:ext>
            </a:extLst>
          </p:cNvPr>
          <p:cNvSpPr>
            <a:spLocks noGrp="1"/>
          </p:cNvSpPr>
          <p:nvPr>
            <p:ph type="body" sz="quarter" idx="42" hasCustomPrompt="1"/>
          </p:nvPr>
        </p:nvSpPr>
        <p:spPr>
          <a:xfrm>
            <a:off x="5063519" y="3282704"/>
            <a:ext cx="1805808" cy="263277"/>
          </a:xfrm>
        </p:spPr>
        <p:txBody>
          <a:bodyPr wrap="none">
            <a:noAutofit/>
          </a:bodyPr>
          <a:lstStyle>
            <a:lvl1pPr algn="ctr">
              <a:defRPr sz="1200" b="0" i="0">
                <a:solidFill>
                  <a:schemeClr val="bg2"/>
                </a:solidFill>
              </a:defRPr>
            </a:lvl1pPr>
          </a:lstStyle>
          <a:p>
            <a:pPr lvl="0"/>
            <a:r>
              <a:rPr lang="en-US" dirty="0"/>
              <a:t>Hyper Targeted</a:t>
            </a:r>
          </a:p>
        </p:txBody>
      </p:sp>
      <p:sp>
        <p:nvSpPr>
          <p:cNvPr id="38" name="Text Placeholder 12">
            <a:extLst>
              <a:ext uri="{FF2B5EF4-FFF2-40B4-BE49-F238E27FC236}">
                <a16:creationId xmlns:a16="http://schemas.microsoft.com/office/drawing/2014/main" id="{30D988A5-A4CB-5E74-A1C7-4BAC7F97408C}"/>
              </a:ext>
            </a:extLst>
          </p:cNvPr>
          <p:cNvSpPr>
            <a:spLocks noGrp="1"/>
          </p:cNvSpPr>
          <p:nvPr>
            <p:ph type="body" sz="quarter" idx="43" hasCustomPrompt="1"/>
          </p:nvPr>
        </p:nvSpPr>
        <p:spPr>
          <a:xfrm>
            <a:off x="9410607" y="3282704"/>
            <a:ext cx="1805808" cy="263277"/>
          </a:xfrm>
        </p:spPr>
        <p:txBody>
          <a:bodyPr wrap="none">
            <a:noAutofit/>
          </a:bodyPr>
          <a:lstStyle>
            <a:lvl1pPr algn="ctr">
              <a:defRPr sz="1200" b="0" i="0">
                <a:solidFill>
                  <a:schemeClr val="bg2"/>
                </a:solidFill>
              </a:defRPr>
            </a:lvl1pPr>
          </a:lstStyle>
          <a:p>
            <a:pPr lvl="0"/>
            <a:r>
              <a:rPr lang="en-US" dirty="0"/>
              <a:t>Hyper Local</a:t>
            </a:r>
          </a:p>
        </p:txBody>
      </p:sp>
      <p:sp>
        <p:nvSpPr>
          <p:cNvPr id="2" name="Footer Placeholder 3">
            <a:extLst>
              <a:ext uri="{FF2B5EF4-FFF2-40B4-BE49-F238E27FC236}">
                <a16:creationId xmlns:a16="http://schemas.microsoft.com/office/drawing/2014/main" id="{C8FF23A9-8622-0CDB-DA19-7D4B1A4FC94D}"/>
              </a:ext>
            </a:extLst>
          </p:cNvPr>
          <p:cNvSpPr>
            <a:spLocks noGrp="1"/>
          </p:cNvSpPr>
          <p:nvPr>
            <p:ph type="ftr" sz="quarter" idx="11"/>
          </p:nvPr>
        </p:nvSpPr>
        <p:spPr>
          <a:xfrm>
            <a:off x="1102149" y="6363845"/>
            <a:ext cx="3684035" cy="200055"/>
          </a:xfrm>
        </p:spPr>
        <p:txBody>
          <a:bodyPr wrap="square">
            <a:spAutoFit/>
          </a:bodyPr>
          <a:lstStyle>
            <a:lvl1pPr>
              <a:defRPr sz="1000">
                <a:solidFill>
                  <a:schemeClr val="bg2"/>
                </a:solidFill>
              </a:defRPr>
            </a:lvl1pPr>
          </a:lstStyle>
          <a:p>
            <a:r>
              <a:rPr lang="en-US" dirty="0"/>
              <a:t>Add Metadata here in Slide Master &gt; Insert &gt; Slide Number</a:t>
            </a:r>
          </a:p>
        </p:txBody>
      </p:sp>
      <p:sp>
        <p:nvSpPr>
          <p:cNvPr id="3" name="Slide Number Placeholder 4">
            <a:extLst>
              <a:ext uri="{FF2B5EF4-FFF2-40B4-BE49-F238E27FC236}">
                <a16:creationId xmlns:a16="http://schemas.microsoft.com/office/drawing/2014/main" id="{BFACF969-16A6-4576-3059-56B6EE08D358}"/>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pic>
        <p:nvPicPr>
          <p:cNvPr id="8" name="Picture 7" descr="A close up of a logo&#10;&#10;AI-generated content may be incorrect.">
            <a:extLst>
              <a:ext uri="{FF2B5EF4-FFF2-40B4-BE49-F238E27FC236}">
                <a16:creationId xmlns:a16="http://schemas.microsoft.com/office/drawing/2014/main" id="{46C12F50-E272-EC4A-190F-3F04B112310F}"/>
              </a:ext>
            </a:extLst>
          </p:cNvPr>
          <p:cNvPicPr>
            <a:picLocks noChangeAspect="1"/>
          </p:cNvPicPr>
          <p:nvPr userDrawn="1"/>
        </p:nvPicPr>
        <p:blipFill>
          <a:blip r:embed="rId4"/>
          <a:stretch>
            <a:fillRect/>
          </a:stretch>
        </p:blipFill>
        <p:spPr>
          <a:xfrm>
            <a:off x="10808329" y="6212665"/>
            <a:ext cx="927312" cy="377794"/>
          </a:xfrm>
          <a:prstGeom prst="rect">
            <a:avLst/>
          </a:prstGeom>
        </p:spPr>
      </p:pic>
    </p:spTree>
    <p:extLst>
      <p:ext uri="{BB962C8B-B14F-4D97-AF65-F5344CB8AC3E}">
        <p14:creationId xmlns:p14="http://schemas.microsoft.com/office/powerpoint/2010/main" val="2848476546"/>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2_Section Header">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ue and orange logo&#10;&#10;AI-generated content may be incorrect.">
            <a:extLst>
              <a:ext uri="{FF2B5EF4-FFF2-40B4-BE49-F238E27FC236}">
                <a16:creationId xmlns:a16="http://schemas.microsoft.com/office/drawing/2014/main" id="{6696A778-7D1F-D630-010C-33D412633C28}"/>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5" name="Rectangle 4">
            <a:extLst>
              <a:ext uri="{FF2B5EF4-FFF2-40B4-BE49-F238E27FC236}">
                <a16:creationId xmlns:a16="http://schemas.microsoft.com/office/drawing/2014/main" id="{38DEF97A-12D1-9ED3-89DA-8D81AA313185}"/>
              </a:ext>
            </a:extLst>
          </p:cNvPr>
          <p:cNvSpPr/>
          <p:nvPr userDrawn="1"/>
        </p:nvSpPr>
        <p:spPr>
          <a:xfrm>
            <a:off x="477624" y="2744572"/>
            <a:ext cx="3491653"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93A215-28C9-3E90-DA58-463EF7694092}"/>
              </a:ext>
            </a:extLst>
          </p:cNvPr>
          <p:cNvSpPr/>
          <p:nvPr userDrawn="1"/>
        </p:nvSpPr>
        <p:spPr>
          <a:xfrm>
            <a:off x="477624" y="2131729"/>
            <a:ext cx="3491654" cy="49906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3">
            <a:extLst>
              <a:ext uri="{FF2B5EF4-FFF2-40B4-BE49-F238E27FC236}">
                <a16:creationId xmlns:a16="http://schemas.microsoft.com/office/drawing/2014/main" id="{6CB2FDD5-CFBB-B78C-B2EC-A60C0C0EFF29}"/>
              </a:ext>
            </a:extLst>
          </p:cNvPr>
          <p:cNvSpPr>
            <a:spLocks noGrp="1"/>
          </p:cNvSpPr>
          <p:nvPr>
            <p:ph type="body" sz="quarter" idx="17" hasCustomPrompt="1"/>
          </p:nvPr>
        </p:nvSpPr>
        <p:spPr>
          <a:xfrm>
            <a:off x="1094048" y="2271675"/>
            <a:ext cx="2101569" cy="217111"/>
          </a:xfrm>
        </p:spPr>
        <p:txBody>
          <a:bodyPr wrap="square" rIns="0" bIns="0">
            <a:noAutofit/>
          </a:bodyPr>
          <a:lstStyle>
            <a:lvl1pPr>
              <a:defRPr sz="1200" b="1">
                <a:solidFill>
                  <a:schemeClr val="bg2"/>
                </a:solidFill>
              </a:defRPr>
            </a:lvl1pPr>
          </a:lstStyle>
          <a:p>
            <a:pPr lvl="0"/>
            <a:r>
              <a:rPr lang="en-US" dirty="0"/>
              <a:t>Click to Add Title</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36" name="Title 1">
            <a:extLst>
              <a:ext uri="{FF2B5EF4-FFF2-40B4-BE49-F238E27FC236}">
                <a16:creationId xmlns:a16="http://schemas.microsoft.com/office/drawing/2014/main" id="{D85474DB-2619-746D-30F1-01DFC3DA0C00}"/>
              </a:ext>
            </a:extLst>
          </p:cNvPr>
          <p:cNvSpPr>
            <a:spLocks noGrp="1"/>
          </p:cNvSpPr>
          <p:nvPr>
            <p:ph type="title" hasCustomPrompt="1"/>
          </p:nvPr>
        </p:nvSpPr>
        <p:spPr>
          <a:xfrm>
            <a:off x="471955" y="1017216"/>
            <a:ext cx="7867712" cy="830204"/>
          </a:xfrm>
        </p:spPr>
        <p:txBody>
          <a:bodyPr wrap="none" lIns="0" tIns="0" rIns="0" anchor="t">
            <a:noAutofit/>
          </a:bodyPr>
          <a:lstStyle>
            <a:lvl1pPr algn="l">
              <a:lnSpc>
                <a:spcPct val="114000"/>
              </a:lnSpc>
              <a:defRPr sz="4500" b="0" i="0">
                <a:solidFill>
                  <a:schemeClr val="tx2"/>
                </a:solidFill>
                <a:latin typeface="DM Sans 14pt ExtraLight" pitchFamily="2" charset="77"/>
              </a:defRPr>
            </a:lvl1pPr>
          </a:lstStyle>
          <a:p>
            <a:r>
              <a:rPr lang="en-US" dirty="0"/>
              <a:t>Media Strategy Overview</a:t>
            </a:r>
          </a:p>
        </p:txBody>
      </p:sp>
      <p:sp>
        <p:nvSpPr>
          <p:cNvPr id="38" name="Text Placeholder 13">
            <a:extLst>
              <a:ext uri="{FF2B5EF4-FFF2-40B4-BE49-F238E27FC236}">
                <a16:creationId xmlns:a16="http://schemas.microsoft.com/office/drawing/2014/main" id="{85E2590A-B247-DAB9-68D7-158A8715CB45}"/>
              </a:ext>
            </a:extLst>
          </p:cNvPr>
          <p:cNvSpPr>
            <a:spLocks noGrp="1"/>
          </p:cNvSpPr>
          <p:nvPr>
            <p:ph type="body" sz="quarter" idx="16" hasCustomPrompt="1"/>
          </p:nvPr>
        </p:nvSpPr>
        <p:spPr>
          <a:xfrm>
            <a:off x="722741" y="3183827"/>
            <a:ext cx="3042928" cy="771701"/>
          </a:xfrm>
        </p:spPr>
        <p:txBody>
          <a:bodyPr wrap="square">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t>Click to add body copy here. Please keep to four lines or less. Click to add body copy here. Please keep to four lines or less. Click to add body copy here. Please keep to four lines or less. </a:t>
            </a:r>
          </a:p>
        </p:txBody>
      </p:sp>
      <p:sp>
        <p:nvSpPr>
          <p:cNvPr id="42" name="Text Placeholder 13">
            <a:extLst>
              <a:ext uri="{FF2B5EF4-FFF2-40B4-BE49-F238E27FC236}">
                <a16:creationId xmlns:a16="http://schemas.microsoft.com/office/drawing/2014/main" id="{0F3993E7-3BEF-FF1A-0622-0E0E26D5616D}"/>
              </a:ext>
            </a:extLst>
          </p:cNvPr>
          <p:cNvSpPr>
            <a:spLocks noGrp="1"/>
          </p:cNvSpPr>
          <p:nvPr>
            <p:ph type="body" sz="quarter" idx="40" hasCustomPrompt="1"/>
          </p:nvPr>
        </p:nvSpPr>
        <p:spPr>
          <a:xfrm>
            <a:off x="722741" y="2977304"/>
            <a:ext cx="1713611" cy="180883"/>
          </a:xfrm>
        </p:spPr>
        <p:txBody>
          <a:bodyPr wrap="square" rIns="0" bIns="0">
            <a:noAutofit/>
          </a:bodyPr>
          <a:lstStyle>
            <a:lvl1pPr>
              <a:defRPr sz="1000" b="1">
                <a:solidFill>
                  <a:schemeClr val="tx1"/>
                </a:solidFill>
              </a:defRPr>
            </a:lvl1pPr>
          </a:lstStyle>
          <a:p>
            <a:pPr lvl="0"/>
            <a:r>
              <a:rPr lang="en-US" dirty="0"/>
              <a:t>Click to short subtitle here.</a:t>
            </a:r>
          </a:p>
        </p:txBody>
      </p:sp>
      <p:cxnSp>
        <p:nvCxnSpPr>
          <p:cNvPr id="67" name="Straight Arrow Connector 66">
            <a:extLst>
              <a:ext uri="{FF2B5EF4-FFF2-40B4-BE49-F238E27FC236}">
                <a16:creationId xmlns:a16="http://schemas.microsoft.com/office/drawing/2014/main" id="{815930EC-3F58-082A-BDE3-A31820974A33}"/>
              </a:ext>
            </a:extLst>
          </p:cNvPr>
          <p:cNvCxnSpPr>
            <a:cxnSpLocks/>
          </p:cNvCxnSpPr>
          <p:nvPr userDrawn="1"/>
        </p:nvCxnSpPr>
        <p:spPr>
          <a:xfrm>
            <a:off x="3048001" y="2379130"/>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pic>
        <p:nvPicPr>
          <p:cNvPr id="3" name="Picture 2" descr="A white arrow in a circle&#10;&#10;AI-generated content may be incorrect.">
            <a:extLst>
              <a:ext uri="{FF2B5EF4-FFF2-40B4-BE49-F238E27FC236}">
                <a16:creationId xmlns:a16="http://schemas.microsoft.com/office/drawing/2014/main" id="{E58ECE98-8D00-5DA1-B2F1-5C4B6FBAF0F8}"/>
              </a:ext>
            </a:extLst>
          </p:cNvPr>
          <p:cNvPicPr>
            <a:picLocks noChangeAspect="1"/>
          </p:cNvPicPr>
          <p:nvPr userDrawn="1"/>
        </p:nvPicPr>
        <p:blipFill>
          <a:blip r:embed="rId3"/>
          <a:stretch>
            <a:fillRect/>
          </a:stretch>
        </p:blipFill>
        <p:spPr>
          <a:xfrm>
            <a:off x="710378" y="2248188"/>
            <a:ext cx="261802" cy="261802"/>
          </a:xfrm>
          <a:prstGeom prst="rect">
            <a:avLst/>
          </a:prstGeom>
        </p:spPr>
      </p:pic>
      <p:sp>
        <p:nvSpPr>
          <p:cNvPr id="10" name="Text Placeholder 13">
            <a:extLst>
              <a:ext uri="{FF2B5EF4-FFF2-40B4-BE49-F238E27FC236}">
                <a16:creationId xmlns:a16="http://schemas.microsoft.com/office/drawing/2014/main" id="{40DA7CF5-C896-47E7-19A0-6073B327336E}"/>
              </a:ext>
            </a:extLst>
          </p:cNvPr>
          <p:cNvSpPr>
            <a:spLocks noGrp="1"/>
          </p:cNvSpPr>
          <p:nvPr>
            <p:ph type="body" sz="quarter" idx="41" hasCustomPrompt="1"/>
          </p:nvPr>
        </p:nvSpPr>
        <p:spPr>
          <a:xfrm>
            <a:off x="722741" y="4451228"/>
            <a:ext cx="3042928" cy="771701"/>
          </a:xfrm>
        </p:spPr>
        <p:txBody>
          <a:bodyPr wrap="square">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t>Click to add body copy here. Please keep to four lines or less. Click to add body copy here. Please keep to four lines or less. Click to add body copy here. Please keep to four lines or less. </a:t>
            </a:r>
          </a:p>
        </p:txBody>
      </p:sp>
      <p:sp>
        <p:nvSpPr>
          <p:cNvPr id="12" name="Text Placeholder 13">
            <a:extLst>
              <a:ext uri="{FF2B5EF4-FFF2-40B4-BE49-F238E27FC236}">
                <a16:creationId xmlns:a16="http://schemas.microsoft.com/office/drawing/2014/main" id="{5A3B1729-5825-345F-690D-ED46824E1039}"/>
              </a:ext>
            </a:extLst>
          </p:cNvPr>
          <p:cNvSpPr>
            <a:spLocks noGrp="1"/>
          </p:cNvSpPr>
          <p:nvPr>
            <p:ph type="body" sz="quarter" idx="42" hasCustomPrompt="1"/>
          </p:nvPr>
        </p:nvSpPr>
        <p:spPr>
          <a:xfrm>
            <a:off x="722741" y="4244705"/>
            <a:ext cx="1713611" cy="180883"/>
          </a:xfrm>
        </p:spPr>
        <p:txBody>
          <a:bodyPr wrap="square" rIns="0" bIns="0">
            <a:noAutofit/>
          </a:bodyPr>
          <a:lstStyle>
            <a:lvl1pPr>
              <a:defRPr sz="1000" b="1">
                <a:solidFill>
                  <a:schemeClr val="tx1"/>
                </a:solidFill>
              </a:defRPr>
            </a:lvl1pPr>
          </a:lstStyle>
          <a:p>
            <a:pPr lvl="0"/>
            <a:r>
              <a:rPr lang="en-US" dirty="0"/>
              <a:t>Click to short subtitle here.</a:t>
            </a:r>
          </a:p>
        </p:txBody>
      </p:sp>
      <p:sp>
        <p:nvSpPr>
          <p:cNvPr id="14" name="Rectangle 13">
            <a:extLst>
              <a:ext uri="{FF2B5EF4-FFF2-40B4-BE49-F238E27FC236}">
                <a16:creationId xmlns:a16="http://schemas.microsoft.com/office/drawing/2014/main" id="{732BC3E4-2931-52D6-B549-ED23124D8435}"/>
              </a:ext>
            </a:extLst>
          </p:cNvPr>
          <p:cNvSpPr/>
          <p:nvPr userDrawn="1"/>
        </p:nvSpPr>
        <p:spPr>
          <a:xfrm>
            <a:off x="4458955" y="2739856"/>
            <a:ext cx="3491653" cy="2712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BF2EA23-7E0D-23E0-2978-A037E01853CE}"/>
              </a:ext>
            </a:extLst>
          </p:cNvPr>
          <p:cNvSpPr/>
          <p:nvPr userDrawn="1"/>
        </p:nvSpPr>
        <p:spPr>
          <a:xfrm>
            <a:off x="4458955" y="2127013"/>
            <a:ext cx="3491654" cy="4990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13">
            <a:extLst>
              <a:ext uri="{FF2B5EF4-FFF2-40B4-BE49-F238E27FC236}">
                <a16:creationId xmlns:a16="http://schemas.microsoft.com/office/drawing/2014/main" id="{5AE544F2-E56B-F7A2-CF8A-56448F0349F7}"/>
              </a:ext>
            </a:extLst>
          </p:cNvPr>
          <p:cNvSpPr>
            <a:spLocks noGrp="1"/>
          </p:cNvSpPr>
          <p:nvPr>
            <p:ph type="body" sz="quarter" idx="43" hasCustomPrompt="1"/>
          </p:nvPr>
        </p:nvSpPr>
        <p:spPr>
          <a:xfrm>
            <a:off x="5075379" y="2266959"/>
            <a:ext cx="2101569" cy="217111"/>
          </a:xfrm>
        </p:spPr>
        <p:txBody>
          <a:bodyPr wrap="square" rIns="0" bIns="0">
            <a:noAutofit/>
          </a:bodyPr>
          <a:lstStyle>
            <a:lvl1pPr>
              <a:defRPr sz="1200" b="1">
                <a:solidFill>
                  <a:schemeClr val="bg2"/>
                </a:solidFill>
              </a:defRPr>
            </a:lvl1pPr>
          </a:lstStyle>
          <a:p>
            <a:pPr lvl="0"/>
            <a:r>
              <a:rPr lang="en-US" dirty="0"/>
              <a:t>Click to Add Title</a:t>
            </a:r>
          </a:p>
        </p:txBody>
      </p:sp>
      <p:sp>
        <p:nvSpPr>
          <p:cNvPr id="21" name="Text Placeholder 13">
            <a:extLst>
              <a:ext uri="{FF2B5EF4-FFF2-40B4-BE49-F238E27FC236}">
                <a16:creationId xmlns:a16="http://schemas.microsoft.com/office/drawing/2014/main" id="{169B894C-73E6-4B2A-2E6B-4FF3ACCDB2E9}"/>
              </a:ext>
            </a:extLst>
          </p:cNvPr>
          <p:cNvSpPr>
            <a:spLocks noGrp="1"/>
          </p:cNvSpPr>
          <p:nvPr>
            <p:ph type="body" sz="quarter" idx="44" hasCustomPrompt="1"/>
          </p:nvPr>
        </p:nvSpPr>
        <p:spPr>
          <a:xfrm>
            <a:off x="4704072" y="3179111"/>
            <a:ext cx="3042928" cy="771701"/>
          </a:xfrm>
        </p:spPr>
        <p:txBody>
          <a:bodyPr wrap="square">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t>Click to add body copy here. Please keep to four lines or less. Click to add body copy here. Please keep to four lines or less. Click to add body copy here. Please keep to four lines or less. </a:t>
            </a:r>
          </a:p>
        </p:txBody>
      </p:sp>
      <p:sp>
        <p:nvSpPr>
          <p:cNvPr id="22" name="Text Placeholder 13">
            <a:extLst>
              <a:ext uri="{FF2B5EF4-FFF2-40B4-BE49-F238E27FC236}">
                <a16:creationId xmlns:a16="http://schemas.microsoft.com/office/drawing/2014/main" id="{9138ABF2-8395-E529-D98D-6B2ABD5DC2C5}"/>
              </a:ext>
            </a:extLst>
          </p:cNvPr>
          <p:cNvSpPr>
            <a:spLocks noGrp="1"/>
          </p:cNvSpPr>
          <p:nvPr>
            <p:ph type="body" sz="quarter" idx="45" hasCustomPrompt="1"/>
          </p:nvPr>
        </p:nvSpPr>
        <p:spPr>
          <a:xfrm>
            <a:off x="4704072" y="2972588"/>
            <a:ext cx="1713611" cy="180883"/>
          </a:xfrm>
        </p:spPr>
        <p:txBody>
          <a:bodyPr wrap="square" rIns="0" bIns="0">
            <a:noAutofit/>
          </a:bodyPr>
          <a:lstStyle>
            <a:lvl1pPr>
              <a:defRPr sz="1000" b="1">
                <a:solidFill>
                  <a:schemeClr val="accent2"/>
                </a:solidFill>
              </a:defRPr>
            </a:lvl1pPr>
          </a:lstStyle>
          <a:p>
            <a:pPr lvl="0"/>
            <a:r>
              <a:rPr lang="en-US" dirty="0"/>
              <a:t>Click to short subtitle here.</a:t>
            </a:r>
          </a:p>
        </p:txBody>
      </p:sp>
      <p:cxnSp>
        <p:nvCxnSpPr>
          <p:cNvPr id="23" name="Straight Arrow Connector 22">
            <a:extLst>
              <a:ext uri="{FF2B5EF4-FFF2-40B4-BE49-F238E27FC236}">
                <a16:creationId xmlns:a16="http://schemas.microsoft.com/office/drawing/2014/main" id="{1BF169BD-D65E-1060-E81B-C60BCF410EAD}"/>
              </a:ext>
            </a:extLst>
          </p:cNvPr>
          <p:cNvCxnSpPr>
            <a:cxnSpLocks/>
          </p:cNvCxnSpPr>
          <p:nvPr userDrawn="1"/>
        </p:nvCxnSpPr>
        <p:spPr>
          <a:xfrm>
            <a:off x="7029332" y="2374414"/>
            <a:ext cx="220134" cy="0"/>
          </a:xfrm>
          <a:prstGeom prst="straightConnector1">
            <a:avLst/>
          </a:prstGeom>
          <a:ln w="12700">
            <a:solidFill>
              <a:schemeClr val="tx1">
                <a:alpha val="25000"/>
              </a:schemeClr>
            </a:solidFill>
            <a:tailEnd type="arrow" w="med" len="sm"/>
          </a:ln>
        </p:spPr>
        <p:style>
          <a:lnRef idx="2">
            <a:schemeClr val="accent1"/>
          </a:lnRef>
          <a:fillRef idx="0">
            <a:schemeClr val="accent1"/>
          </a:fillRef>
          <a:effectRef idx="1">
            <a:schemeClr val="accent1"/>
          </a:effectRef>
          <a:fontRef idx="minor">
            <a:schemeClr val="tx1"/>
          </a:fontRef>
        </p:style>
      </p:cxnSp>
      <p:pic>
        <p:nvPicPr>
          <p:cNvPr id="24" name="Picture 23" descr="A white arrow in a circle&#10;&#10;AI-generated content may be incorrect.">
            <a:extLst>
              <a:ext uri="{FF2B5EF4-FFF2-40B4-BE49-F238E27FC236}">
                <a16:creationId xmlns:a16="http://schemas.microsoft.com/office/drawing/2014/main" id="{3A671086-1062-D9FC-6207-CCA799ECA1EA}"/>
              </a:ext>
            </a:extLst>
          </p:cNvPr>
          <p:cNvPicPr>
            <a:picLocks noChangeAspect="1"/>
          </p:cNvPicPr>
          <p:nvPr userDrawn="1"/>
        </p:nvPicPr>
        <p:blipFill>
          <a:blip r:embed="rId3"/>
          <a:stretch>
            <a:fillRect/>
          </a:stretch>
        </p:blipFill>
        <p:spPr>
          <a:xfrm>
            <a:off x="4691709" y="2243472"/>
            <a:ext cx="261802" cy="261802"/>
          </a:xfrm>
          <a:prstGeom prst="rect">
            <a:avLst/>
          </a:prstGeom>
        </p:spPr>
      </p:pic>
      <p:sp>
        <p:nvSpPr>
          <p:cNvPr id="25" name="Text Placeholder 13">
            <a:extLst>
              <a:ext uri="{FF2B5EF4-FFF2-40B4-BE49-F238E27FC236}">
                <a16:creationId xmlns:a16="http://schemas.microsoft.com/office/drawing/2014/main" id="{BD043182-51C9-45F4-DA9B-551EB2FDA9BF}"/>
              </a:ext>
            </a:extLst>
          </p:cNvPr>
          <p:cNvSpPr>
            <a:spLocks noGrp="1"/>
          </p:cNvSpPr>
          <p:nvPr>
            <p:ph type="body" sz="quarter" idx="46" hasCustomPrompt="1"/>
          </p:nvPr>
        </p:nvSpPr>
        <p:spPr>
          <a:xfrm>
            <a:off x="4704072" y="4446512"/>
            <a:ext cx="3042928" cy="771701"/>
          </a:xfrm>
        </p:spPr>
        <p:txBody>
          <a:bodyPr wrap="square">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t>Click to add body copy here. Please keep to four lines or less. Click to add body copy here. Please keep to four lines or less. Click to add body copy here. Please keep to four lines or less. </a:t>
            </a:r>
          </a:p>
        </p:txBody>
      </p:sp>
      <p:sp>
        <p:nvSpPr>
          <p:cNvPr id="26" name="Text Placeholder 13">
            <a:extLst>
              <a:ext uri="{FF2B5EF4-FFF2-40B4-BE49-F238E27FC236}">
                <a16:creationId xmlns:a16="http://schemas.microsoft.com/office/drawing/2014/main" id="{B004E732-CB4C-F8B7-CB22-8FF57E01A1B1}"/>
              </a:ext>
            </a:extLst>
          </p:cNvPr>
          <p:cNvSpPr>
            <a:spLocks noGrp="1"/>
          </p:cNvSpPr>
          <p:nvPr>
            <p:ph type="body" sz="quarter" idx="47" hasCustomPrompt="1"/>
          </p:nvPr>
        </p:nvSpPr>
        <p:spPr>
          <a:xfrm>
            <a:off x="4704072" y="4239989"/>
            <a:ext cx="1713611" cy="180883"/>
          </a:xfrm>
        </p:spPr>
        <p:txBody>
          <a:bodyPr wrap="square" rIns="0" bIns="0">
            <a:noAutofit/>
          </a:bodyPr>
          <a:lstStyle>
            <a:lvl1pPr>
              <a:defRPr sz="1000" b="1">
                <a:solidFill>
                  <a:schemeClr val="accent2"/>
                </a:solidFill>
              </a:defRPr>
            </a:lvl1pPr>
          </a:lstStyle>
          <a:p>
            <a:pPr lvl="0"/>
            <a:r>
              <a:rPr lang="en-US" dirty="0"/>
              <a:t>Click to short subtitle here.</a:t>
            </a:r>
          </a:p>
        </p:txBody>
      </p:sp>
      <p:sp>
        <p:nvSpPr>
          <p:cNvPr id="27" name="Text Placeholder 13">
            <a:extLst>
              <a:ext uri="{FF2B5EF4-FFF2-40B4-BE49-F238E27FC236}">
                <a16:creationId xmlns:a16="http://schemas.microsoft.com/office/drawing/2014/main" id="{72F50192-26B4-F30D-8204-2A1DA73FEC9B}"/>
              </a:ext>
            </a:extLst>
          </p:cNvPr>
          <p:cNvSpPr>
            <a:spLocks noGrp="1"/>
          </p:cNvSpPr>
          <p:nvPr>
            <p:ph type="body" sz="quarter" idx="48" hasCustomPrompt="1"/>
          </p:nvPr>
        </p:nvSpPr>
        <p:spPr>
          <a:xfrm>
            <a:off x="8440288" y="2098219"/>
            <a:ext cx="3041334" cy="1525514"/>
          </a:xfrm>
        </p:spPr>
        <p:txBody>
          <a:bodyPr wrap="square" rIns="0" bIns="0">
            <a:noAutofit/>
          </a:bodyPr>
          <a:lstStyle>
            <a:lvl1pPr marL="0" marR="0" indent="0" algn="l" defTabSz="914400" rtl="0" eaLnBrk="1" fontAlgn="auto" latinLnBrk="0" hangingPunct="1">
              <a:lnSpc>
                <a:spcPct val="125000"/>
              </a:lnSpc>
              <a:spcBef>
                <a:spcPts val="1000"/>
              </a:spcBef>
              <a:spcAft>
                <a:spcPts val="0"/>
              </a:spcAft>
              <a:buClrTx/>
              <a:buSzTx/>
              <a:buFontTx/>
              <a:buNone/>
              <a:tabLst/>
              <a:defRPr sz="1000">
                <a:solidFill>
                  <a:schemeClr val="tx1"/>
                </a:solidFill>
              </a:defRPr>
            </a:lvl1pPr>
          </a:lstStyle>
          <a:p>
            <a:pPr marL="0" marR="0" lvl="0" indent="0" algn="l" defTabSz="914400" rtl="0" eaLnBrk="1" fontAlgn="auto" latinLnBrk="0" hangingPunct="1">
              <a:lnSpc>
                <a:spcPct val="125000"/>
              </a:lnSpc>
              <a:spcBef>
                <a:spcPts val="1000"/>
              </a:spcBef>
              <a:spcAft>
                <a:spcPts val="0"/>
              </a:spcAft>
              <a:buClrTx/>
              <a:buSzTx/>
              <a:buFontTx/>
              <a:buNone/>
              <a:tabLst/>
              <a:defRPr/>
            </a:pPr>
            <a:r>
              <a:rPr lang="en-US" dirty="0">
                <a:effectLst/>
              </a:rPr>
              <a:t>*Our primary goal is to optimize for app installs. App install campaigns require additional backend setup and come with higher CPMs. A secondary option is driving landing page traffic This would send users to a page that links to both app stores—adding one extra step in the user journey but still a smooth execution if app tracking cannot be setup in time.</a:t>
            </a:r>
            <a:endParaRPr lang="en-US" dirty="0"/>
          </a:p>
        </p:txBody>
      </p:sp>
      <p:sp>
        <p:nvSpPr>
          <p:cNvPr id="2" name="Text Placeholder 12">
            <a:extLst>
              <a:ext uri="{FF2B5EF4-FFF2-40B4-BE49-F238E27FC236}">
                <a16:creationId xmlns:a16="http://schemas.microsoft.com/office/drawing/2014/main" id="{B16FA5CE-057C-6C12-6621-15CDCAE94900}"/>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446794769"/>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3_Section Header">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ue and orange logo&#10;&#10;AI-generated content may be incorrect.">
            <a:extLst>
              <a:ext uri="{FF2B5EF4-FFF2-40B4-BE49-F238E27FC236}">
                <a16:creationId xmlns:a16="http://schemas.microsoft.com/office/drawing/2014/main" id="{6696A778-7D1F-D630-010C-33D412633C28}"/>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36" name="Title 1">
            <a:extLst>
              <a:ext uri="{FF2B5EF4-FFF2-40B4-BE49-F238E27FC236}">
                <a16:creationId xmlns:a16="http://schemas.microsoft.com/office/drawing/2014/main" id="{D85474DB-2619-746D-30F1-01DFC3DA0C00}"/>
              </a:ext>
            </a:extLst>
          </p:cNvPr>
          <p:cNvSpPr>
            <a:spLocks noGrp="1"/>
          </p:cNvSpPr>
          <p:nvPr>
            <p:ph type="title" hasCustomPrompt="1"/>
          </p:nvPr>
        </p:nvSpPr>
        <p:spPr>
          <a:xfrm>
            <a:off x="471955" y="1017216"/>
            <a:ext cx="7867712" cy="830204"/>
          </a:xfrm>
        </p:spPr>
        <p:txBody>
          <a:bodyPr wrap="none" lIns="0" tIns="0" rIns="0" anchor="t">
            <a:noAutofit/>
          </a:bodyPr>
          <a:lstStyle>
            <a:lvl1pPr algn="l">
              <a:lnSpc>
                <a:spcPct val="114000"/>
              </a:lnSpc>
              <a:defRPr sz="4500" b="0" i="0">
                <a:solidFill>
                  <a:schemeClr val="tx2"/>
                </a:solidFill>
                <a:latin typeface="DM Sans 14pt ExtraLight" pitchFamily="2" charset="77"/>
              </a:defRPr>
            </a:lvl1pPr>
          </a:lstStyle>
          <a:p>
            <a:r>
              <a:rPr lang="en-US" dirty="0"/>
              <a:t>Media Strategy Overview</a:t>
            </a:r>
          </a:p>
        </p:txBody>
      </p:sp>
      <p:sp>
        <p:nvSpPr>
          <p:cNvPr id="2" name="Text Placeholder 12">
            <a:extLst>
              <a:ext uri="{FF2B5EF4-FFF2-40B4-BE49-F238E27FC236}">
                <a16:creationId xmlns:a16="http://schemas.microsoft.com/office/drawing/2014/main" id="{6AF567BA-0E31-E89F-AF17-B8A4C9CAF33B}"/>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367314250"/>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4_Section Header">
    <p:bg>
      <p:bgPr>
        <a:solidFill>
          <a:schemeClr val="bg2"/>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83461C0-BFBF-1632-BBD4-CAFB1073BCEE}"/>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3" name="Picture 12" descr="A blue and orange logo&#10;&#10;AI-generated content may be incorrect.">
            <a:extLst>
              <a:ext uri="{FF2B5EF4-FFF2-40B4-BE49-F238E27FC236}">
                <a16:creationId xmlns:a16="http://schemas.microsoft.com/office/drawing/2014/main" id="{6696A778-7D1F-D630-010C-33D412633C28}"/>
              </a:ext>
            </a:extLst>
          </p:cNvPr>
          <p:cNvPicPr>
            <a:picLocks noChangeAspect="1"/>
          </p:cNvPicPr>
          <p:nvPr userDrawn="1"/>
        </p:nvPicPr>
        <p:blipFill>
          <a:blip r:embed="rId2"/>
          <a:stretch>
            <a:fillRect/>
          </a:stretch>
        </p:blipFill>
        <p:spPr>
          <a:xfrm>
            <a:off x="10844786" y="6240848"/>
            <a:ext cx="882645" cy="349248"/>
          </a:xfrm>
          <a:prstGeom prst="rect">
            <a:avLst/>
          </a:prstGeom>
        </p:spPr>
      </p:pic>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4114800" cy="200055"/>
          </a:xfrm>
        </p:spPr>
        <p:txBody>
          <a:bodyPr>
            <a:spAutoFit/>
          </a:bodyPr>
          <a:lstStyle>
            <a:lvl1pPr>
              <a:defRPr sz="1000">
                <a:solidFill>
                  <a:schemeClr val="tx2"/>
                </a:solidFill>
              </a:defRPr>
            </a:lvl1pPr>
          </a:lstStyle>
          <a:p>
            <a:r>
              <a:rPr lang="en-US" dirty="0"/>
              <a:t>Add Metadata here in Slide Master &gt; Insert &gt; Slide Number</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 name="Text Placeholder 12">
            <a:extLst>
              <a:ext uri="{FF2B5EF4-FFF2-40B4-BE49-F238E27FC236}">
                <a16:creationId xmlns:a16="http://schemas.microsoft.com/office/drawing/2014/main" id="{B5D291ED-385F-C5A2-4F43-C6D94C7A34A3}"/>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spTree>
    <p:extLst>
      <p:ext uri="{BB962C8B-B14F-4D97-AF65-F5344CB8AC3E}">
        <p14:creationId xmlns:p14="http://schemas.microsoft.com/office/powerpoint/2010/main" val="4128422233"/>
      </p:ext>
    </p:extLst>
  </p:cSld>
  <p:clrMapOvr>
    <a:masterClrMapping/>
  </p:clrMapOvr>
  <p:extLst>
    <p:ext uri="{DCECCB84-F9BA-43D5-87BE-67443E8EF086}">
      <p15:sldGuideLst xmlns:p15="http://schemas.microsoft.com/office/powerpoint/2012/main">
        <p15:guide id="1" orient="horz" pos="2160">
          <p15:clr>
            <a:srgbClr val="FBAE40"/>
          </p15:clr>
        </p15:guide>
        <p15:guide id="2" pos="374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59CA1FC-9541-41A8-4087-DBC5C87DB3B5}"/>
              </a:ext>
            </a:extLst>
          </p:cNvPr>
          <p:cNvSpPr>
            <a:spLocks noGrp="1"/>
          </p:cNvSpPr>
          <p:nvPr>
            <p:ph type="ftr" sz="quarter" idx="11"/>
          </p:nvPr>
        </p:nvSpPr>
        <p:spPr>
          <a:xfrm>
            <a:off x="1102149" y="6363845"/>
            <a:ext cx="4114800" cy="200055"/>
          </a:xfrm>
        </p:spPr>
        <p:txBody>
          <a:bodyPr>
            <a:spAutoFit/>
          </a:bodyPr>
          <a:lstStyle>
            <a:lvl1pPr>
              <a:defRPr sz="1000">
                <a:solidFill>
                  <a:schemeClr val="bg2"/>
                </a:solidFill>
              </a:defRPr>
            </a:lvl1pPr>
          </a:lstStyle>
          <a:p>
            <a:r>
              <a:rPr lang="en-US" dirty="0"/>
              <a:t>Add Metadata here in Slide Master &gt; Insert &gt; Slide Number</a:t>
            </a:r>
          </a:p>
        </p:txBody>
      </p:sp>
      <p:sp>
        <p:nvSpPr>
          <p:cNvPr id="5" name="Slide Number Placeholder 4">
            <a:extLst>
              <a:ext uri="{FF2B5EF4-FFF2-40B4-BE49-F238E27FC236}">
                <a16:creationId xmlns:a16="http://schemas.microsoft.com/office/drawing/2014/main" id="{6164CD1E-3C24-D94A-9F15-738FBD12F5F4}"/>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cxnSp>
        <p:nvCxnSpPr>
          <p:cNvPr id="8" name="Straight Connector 7">
            <a:extLst>
              <a:ext uri="{FF2B5EF4-FFF2-40B4-BE49-F238E27FC236}">
                <a16:creationId xmlns:a16="http://schemas.microsoft.com/office/drawing/2014/main" id="{7A125ED5-C775-CD9C-E69F-AA658DBE2CA4}"/>
              </a:ext>
            </a:extLst>
          </p:cNvPr>
          <p:cNvCxnSpPr/>
          <p:nvPr userDrawn="1"/>
        </p:nvCxnSpPr>
        <p:spPr>
          <a:xfrm>
            <a:off x="477624" y="5986021"/>
            <a:ext cx="11236751" cy="0"/>
          </a:xfrm>
          <a:prstGeom prst="line">
            <a:avLst/>
          </a:prstGeom>
          <a:ln w="6350">
            <a:solidFill>
              <a:schemeClr val="bg2"/>
            </a:solidFill>
          </a:ln>
        </p:spPr>
        <p:style>
          <a:lnRef idx="2">
            <a:schemeClr val="accent1"/>
          </a:lnRef>
          <a:fillRef idx="0">
            <a:schemeClr val="accent1"/>
          </a:fillRef>
          <a:effectRef idx="1">
            <a:schemeClr val="accent1"/>
          </a:effectRef>
          <a:fontRef idx="minor">
            <a:schemeClr val="tx1"/>
          </a:fontRef>
        </p:style>
      </p:cxnSp>
      <p:pic>
        <p:nvPicPr>
          <p:cNvPr id="12" name="Picture 11" descr="A close up of a logo&#10;&#10;AI-generated content may be incorrect.">
            <a:extLst>
              <a:ext uri="{FF2B5EF4-FFF2-40B4-BE49-F238E27FC236}">
                <a16:creationId xmlns:a16="http://schemas.microsoft.com/office/drawing/2014/main" id="{2BF5880E-9786-96C3-F13E-98C9BB74775C}"/>
              </a:ext>
            </a:extLst>
          </p:cNvPr>
          <p:cNvPicPr>
            <a:picLocks noChangeAspect="1"/>
          </p:cNvPicPr>
          <p:nvPr userDrawn="1"/>
        </p:nvPicPr>
        <p:blipFill>
          <a:blip r:embed="rId3"/>
          <a:stretch>
            <a:fillRect/>
          </a:stretch>
        </p:blipFill>
        <p:spPr>
          <a:xfrm>
            <a:off x="10808329" y="6212665"/>
            <a:ext cx="927312" cy="377794"/>
          </a:xfrm>
          <a:prstGeom prst="rect">
            <a:avLst/>
          </a:prstGeom>
        </p:spPr>
      </p:pic>
      <p:pic>
        <p:nvPicPr>
          <p:cNvPr id="9" name="Picture 8" descr="A white flame with black background&#10;&#10;AI-generated content may be incorrect.">
            <a:extLst>
              <a:ext uri="{FF2B5EF4-FFF2-40B4-BE49-F238E27FC236}">
                <a16:creationId xmlns:a16="http://schemas.microsoft.com/office/drawing/2014/main" id="{41B64856-1429-1ABA-F2C8-8F922603EB66}"/>
              </a:ext>
            </a:extLst>
          </p:cNvPr>
          <p:cNvPicPr>
            <a:picLocks noChangeAspect="1"/>
          </p:cNvPicPr>
          <p:nvPr userDrawn="1"/>
        </p:nvPicPr>
        <p:blipFill>
          <a:blip r:embed="rId4"/>
          <a:stretch>
            <a:fillRect/>
          </a:stretch>
        </p:blipFill>
        <p:spPr>
          <a:xfrm>
            <a:off x="7446433" y="2045579"/>
            <a:ext cx="1282701" cy="1554460"/>
          </a:xfrm>
          <a:prstGeom prst="rect">
            <a:avLst/>
          </a:prstGeom>
        </p:spPr>
      </p:pic>
      <p:sp>
        <p:nvSpPr>
          <p:cNvPr id="11" name="TextBox 10">
            <a:extLst>
              <a:ext uri="{FF2B5EF4-FFF2-40B4-BE49-F238E27FC236}">
                <a16:creationId xmlns:a16="http://schemas.microsoft.com/office/drawing/2014/main" id="{0D679CEB-F53F-2D2F-1341-D4F2E73E7E36}"/>
              </a:ext>
            </a:extLst>
          </p:cNvPr>
          <p:cNvSpPr txBox="1"/>
          <p:nvPr userDrawn="1"/>
        </p:nvSpPr>
        <p:spPr>
          <a:xfrm>
            <a:off x="3378200" y="2464768"/>
            <a:ext cx="4229043" cy="1200329"/>
          </a:xfrm>
          <a:prstGeom prst="rect">
            <a:avLst/>
          </a:prstGeom>
          <a:noFill/>
        </p:spPr>
        <p:txBody>
          <a:bodyPr wrap="none">
            <a:spAutoFit/>
          </a:bodyPr>
          <a:lstStyle/>
          <a:p>
            <a:r>
              <a:rPr lang="en-US" sz="7200" b="0" i="0" dirty="0">
                <a:solidFill>
                  <a:schemeClr val="bg2"/>
                </a:solidFill>
                <a:latin typeface="DM Sans 14pt ExtraLight" pitchFamily="2" charset="77"/>
              </a:rPr>
              <a:t>Thank You</a:t>
            </a:r>
          </a:p>
        </p:txBody>
      </p:sp>
    </p:spTree>
    <p:extLst>
      <p:ext uri="{BB962C8B-B14F-4D97-AF65-F5344CB8AC3E}">
        <p14:creationId xmlns:p14="http://schemas.microsoft.com/office/powerpoint/2010/main" val="187262078"/>
      </p:ext>
    </p:extLst>
  </p:cSld>
  <p:clrMapOvr>
    <a:masterClrMapping/>
  </p:clrMapOvr>
  <p:extLst>
    <p:ext uri="{DCECCB84-F9BA-43D5-87BE-67443E8EF086}">
      <p15:sldGuideLst xmlns:p15="http://schemas.microsoft.com/office/powerpoint/2012/main">
        <p15:guide id="1" orient="horz" pos="2160">
          <p15:clr>
            <a:srgbClr val="FBAE40"/>
          </p15:clr>
        </p15:guide>
        <p15:guide id="2" pos="28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4685B-D2A9-D62E-5CE9-C7365950D5BF}"/>
              </a:ext>
            </a:extLst>
          </p:cNvPr>
          <p:cNvSpPr>
            <a:spLocks noGrp="1"/>
          </p:cNvSpPr>
          <p:nvPr>
            <p:ph type="title"/>
          </p:nvPr>
        </p:nvSpPr>
        <p:spPr>
          <a:xfrm>
            <a:off x="466058" y="915346"/>
            <a:ext cx="3559758" cy="2042643"/>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0B4EE912-5ACA-4749-3FD6-AAED00D16FF7}"/>
              </a:ext>
            </a:extLst>
          </p:cNvPr>
          <p:cNvSpPr>
            <a:spLocks noGrp="1"/>
          </p:cNvSpPr>
          <p:nvPr>
            <p:ph type="dt" sz="half" idx="10"/>
          </p:nvPr>
        </p:nvSpPr>
        <p:spPr/>
        <p:txBody>
          <a:bodyPr/>
          <a:lstStyle/>
          <a:p>
            <a:fld id="{FF0EEA6F-DFCD-7149-9CFF-59EB36D76ACF}" type="datetime1">
              <a:rPr lang="en-US" smtClean="0"/>
              <a:t>3/12/26</a:t>
            </a:fld>
            <a:endParaRPr lang="en-US" sz="1000" dirty="0"/>
          </a:p>
        </p:txBody>
      </p:sp>
      <p:sp>
        <p:nvSpPr>
          <p:cNvPr id="4" name="Footer Placeholder 3">
            <a:extLst>
              <a:ext uri="{FF2B5EF4-FFF2-40B4-BE49-F238E27FC236}">
                <a16:creationId xmlns:a16="http://schemas.microsoft.com/office/drawing/2014/main" id="{69A1111D-2FF3-E4D5-09E3-0FDC38D56C34}"/>
              </a:ext>
            </a:extLst>
          </p:cNvPr>
          <p:cNvSpPr>
            <a:spLocks noGrp="1"/>
          </p:cNvSpPr>
          <p:nvPr>
            <p:ph type="ftr" sz="quarter" idx="11"/>
          </p:nvPr>
        </p:nvSpPr>
        <p:spPr/>
        <p:txBody>
          <a:bodyPr/>
          <a:lstStyle/>
          <a:p>
            <a:r>
              <a:rPr lang="en-US" sz="1000"/>
              <a:t>Add Metadata here in Slide Masster &gt; Insert &gt; Slide Number</a:t>
            </a:r>
            <a:endParaRPr lang="en-US" sz="1000" dirty="0"/>
          </a:p>
        </p:txBody>
      </p:sp>
      <p:sp>
        <p:nvSpPr>
          <p:cNvPr id="5" name="Slide Number Placeholder 4">
            <a:extLst>
              <a:ext uri="{FF2B5EF4-FFF2-40B4-BE49-F238E27FC236}">
                <a16:creationId xmlns:a16="http://schemas.microsoft.com/office/drawing/2014/main" id="{BC4A6598-C85B-285D-2F88-E2B9FF713036}"/>
              </a:ext>
            </a:extLst>
          </p:cNvPr>
          <p:cNvSpPr>
            <a:spLocks noGrp="1"/>
          </p:cNvSpPr>
          <p:nvPr>
            <p:ph type="sldNum" sz="quarter" idx="12"/>
          </p:nvPr>
        </p:nvSpPr>
        <p:spPr/>
        <p:txBody>
          <a:bodyPr/>
          <a:lstStyle/>
          <a:p>
            <a:r>
              <a:rPr lang="en-US" sz="1000"/>
              <a:t>&lt;#&gt;</a:t>
            </a:r>
            <a:endParaRPr lang="en-US" sz="1000" dirty="0"/>
          </a:p>
        </p:txBody>
      </p:sp>
      <p:sp>
        <p:nvSpPr>
          <p:cNvPr id="7" name="Content Placeholder 6">
            <a:extLst>
              <a:ext uri="{FF2B5EF4-FFF2-40B4-BE49-F238E27FC236}">
                <a16:creationId xmlns:a16="http://schemas.microsoft.com/office/drawing/2014/main" id="{610BAF22-D592-A370-18D8-B617D1B9C91C}"/>
              </a:ext>
            </a:extLst>
          </p:cNvPr>
          <p:cNvSpPr>
            <a:spLocks noGrp="1"/>
          </p:cNvSpPr>
          <p:nvPr>
            <p:ph sz="quarter" idx="13"/>
          </p:nvPr>
        </p:nvSpPr>
        <p:spPr>
          <a:xfrm>
            <a:off x="4921805" y="915347"/>
            <a:ext cx="6738384" cy="4663108"/>
          </a:xfrm>
        </p:spPr>
        <p:txBody>
          <a:bodyPr/>
          <a:lstStyle/>
          <a:p>
            <a:pPr lvl="0"/>
            <a:endParaRPr lang="en-US" dirty="0"/>
          </a:p>
        </p:txBody>
      </p:sp>
      <p:sp>
        <p:nvSpPr>
          <p:cNvPr id="8" name="Text Placeholder 12">
            <a:extLst>
              <a:ext uri="{FF2B5EF4-FFF2-40B4-BE49-F238E27FC236}">
                <a16:creationId xmlns:a16="http://schemas.microsoft.com/office/drawing/2014/main" id="{0F3D4D17-DD1E-7735-5CEA-548372EE1893}"/>
              </a:ext>
            </a:extLst>
          </p:cNvPr>
          <p:cNvSpPr>
            <a:spLocks noGrp="1"/>
          </p:cNvSpPr>
          <p:nvPr>
            <p:ph type="body" sz="quarter" idx="36" hasCustomPrompt="1"/>
          </p:nvPr>
        </p:nvSpPr>
        <p:spPr>
          <a:xfrm>
            <a:off x="471955" y="387691"/>
            <a:ext cx="3198708" cy="263277"/>
          </a:xfrm>
        </p:spPr>
        <p:txBody>
          <a:bodyPr wrap="none">
            <a:noAutofit/>
          </a:bodyPr>
          <a:lstStyle>
            <a:lvl1pPr algn="l">
              <a:defRPr sz="1200" b="1" i="1">
                <a:solidFill>
                  <a:schemeClr val="accent3"/>
                </a:solidFill>
              </a:defRPr>
            </a:lvl1pPr>
          </a:lstStyle>
          <a:p>
            <a:pPr lvl="0"/>
            <a:r>
              <a:rPr lang="en-US" dirty="0"/>
              <a:t>Click to add section name</a:t>
            </a:r>
          </a:p>
        </p:txBody>
      </p:sp>
      <p:cxnSp>
        <p:nvCxnSpPr>
          <p:cNvPr id="11" name="Straight Connector 10">
            <a:extLst>
              <a:ext uri="{FF2B5EF4-FFF2-40B4-BE49-F238E27FC236}">
                <a16:creationId xmlns:a16="http://schemas.microsoft.com/office/drawing/2014/main" id="{8D568092-AB0E-CD7C-A557-DA13A8569071}"/>
              </a:ext>
            </a:extLst>
          </p:cNvPr>
          <p:cNvCxnSpPr/>
          <p:nvPr userDrawn="1"/>
        </p:nvCxnSpPr>
        <p:spPr>
          <a:xfrm>
            <a:off x="477624" y="5986021"/>
            <a:ext cx="11236751"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pic>
        <p:nvPicPr>
          <p:cNvPr id="12" name="Picture 11" descr="A blue and orange logo&#10;&#10;AI-generated content may be incorrect.">
            <a:extLst>
              <a:ext uri="{FF2B5EF4-FFF2-40B4-BE49-F238E27FC236}">
                <a16:creationId xmlns:a16="http://schemas.microsoft.com/office/drawing/2014/main" id="{2C33B3B5-4AE0-AB22-6E8E-E751FF48283D}"/>
              </a:ext>
            </a:extLst>
          </p:cNvPr>
          <p:cNvPicPr>
            <a:picLocks noChangeAspect="1"/>
          </p:cNvPicPr>
          <p:nvPr userDrawn="1"/>
        </p:nvPicPr>
        <p:blipFill>
          <a:blip r:embed="rId2"/>
          <a:stretch>
            <a:fillRect/>
          </a:stretch>
        </p:blipFill>
        <p:spPr>
          <a:xfrm>
            <a:off x="10844786" y="6240848"/>
            <a:ext cx="882645" cy="349248"/>
          </a:xfrm>
          <a:prstGeom prst="rect">
            <a:avLst/>
          </a:prstGeom>
        </p:spPr>
      </p:pic>
    </p:spTree>
    <p:extLst>
      <p:ext uri="{BB962C8B-B14F-4D97-AF65-F5344CB8AC3E}">
        <p14:creationId xmlns:p14="http://schemas.microsoft.com/office/powerpoint/2010/main" val="13327683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8F70E4-6740-04D6-A264-C607B18DEB8F}"/>
              </a:ext>
            </a:extLst>
          </p:cNvPr>
          <p:cNvSpPr>
            <a:spLocks noGrp="1"/>
          </p:cNvSpPr>
          <p:nvPr>
            <p:ph type="title"/>
          </p:nvPr>
        </p:nvSpPr>
        <p:spPr>
          <a:xfrm>
            <a:off x="466057" y="365125"/>
            <a:ext cx="10515600" cy="1325563"/>
          </a:xfrm>
          <a:prstGeom prst="rect">
            <a:avLst/>
          </a:prstGeom>
        </p:spPr>
        <p:txBody>
          <a:bodyPr vert="horz" lIns="0" tIns="0" rIns="91440" bIns="45720" rtlCol="0" anchor="t" anchorCtr="0">
            <a:normAutofit/>
          </a:bodyPr>
          <a:lstStyle/>
          <a:p>
            <a:r>
              <a:rPr lang="en-US" dirty="0"/>
              <a:t>Click to edit Master title style</a:t>
            </a:r>
          </a:p>
        </p:txBody>
      </p:sp>
      <p:sp>
        <p:nvSpPr>
          <p:cNvPr id="3" name="Text Placeholder 2">
            <a:extLst>
              <a:ext uri="{FF2B5EF4-FFF2-40B4-BE49-F238E27FC236}">
                <a16:creationId xmlns:a16="http://schemas.microsoft.com/office/drawing/2014/main" id="{CA385EEF-250E-7A4D-772F-6E03DAA144D4}"/>
              </a:ext>
            </a:extLst>
          </p:cNvPr>
          <p:cNvSpPr>
            <a:spLocks noGrp="1"/>
          </p:cNvSpPr>
          <p:nvPr>
            <p:ph type="body" idx="1"/>
          </p:nvPr>
        </p:nvSpPr>
        <p:spPr>
          <a:xfrm>
            <a:off x="466057" y="1825625"/>
            <a:ext cx="10515600" cy="3059884"/>
          </a:xfrm>
          <a:prstGeom prst="rect">
            <a:avLst/>
          </a:prstGeom>
        </p:spPr>
        <p:txBody>
          <a:bodyPr vert="horz" lIns="0" tIns="0" rIns="91440" bIns="45720" rtlCol="0" anchor="t" anchorCtr="0">
            <a:normAutofit/>
          </a:bodyPr>
          <a:lstStyle/>
          <a:p>
            <a:pPr lvl="0"/>
            <a:r>
              <a:rPr lang="en-US" dirty="0"/>
              <a:t>Click to add body copy</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8D2A77-04D8-0EE1-DC65-532155FEB31D}"/>
              </a:ext>
            </a:extLst>
          </p:cNvPr>
          <p:cNvSpPr>
            <a:spLocks noGrp="1"/>
          </p:cNvSpPr>
          <p:nvPr>
            <p:ph type="dt" sz="half" idx="2"/>
          </p:nvPr>
        </p:nvSpPr>
        <p:spPr>
          <a:xfrm>
            <a:off x="9772453" y="6939605"/>
            <a:ext cx="2743200" cy="200055"/>
          </a:xfrm>
          <a:prstGeom prst="rect">
            <a:avLst/>
          </a:prstGeom>
        </p:spPr>
        <p:txBody>
          <a:bodyPr vert="horz" wrap="square" lIns="0" tIns="0" rIns="91440" bIns="45720" rtlCol="0" anchor="t" anchorCtr="0">
            <a:spAutoFit/>
          </a:bodyPr>
          <a:lstStyle>
            <a:lvl1pPr algn="l">
              <a:defRPr sz="1000" b="0" i="0">
                <a:solidFill>
                  <a:schemeClr val="tx1">
                    <a:tint val="82000"/>
                  </a:schemeClr>
                </a:solidFill>
                <a:latin typeface="DM Sans 14pt" pitchFamily="2" charset="77"/>
              </a:defRPr>
            </a:lvl1pPr>
          </a:lstStyle>
          <a:p>
            <a:fld id="{FF0EEA6F-DFCD-7149-9CFF-59EB36D76ACF}" type="datetime1">
              <a:rPr lang="en-US" smtClean="0"/>
              <a:t>3/12/26</a:t>
            </a:fld>
            <a:endParaRPr lang="en-US" sz="1000" dirty="0"/>
          </a:p>
        </p:txBody>
      </p:sp>
      <p:sp>
        <p:nvSpPr>
          <p:cNvPr id="5" name="Footer Placeholder 4">
            <a:extLst>
              <a:ext uri="{FF2B5EF4-FFF2-40B4-BE49-F238E27FC236}">
                <a16:creationId xmlns:a16="http://schemas.microsoft.com/office/drawing/2014/main" id="{05614034-E95B-62C5-15BD-1C4ACC91EF75}"/>
              </a:ext>
            </a:extLst>
          </p:cNvPr>
          <p:cNvSpPr>
            <a:spLocks noGrp="1"/>
          </p:cNvSpPr>
          <p:nvPr>
            <p:ph type="ftr" sz="quarter" idx="3"/>
          </p:nvPr>
        </p:nvSpPr>
        <p:spPr>
          <a:xfrm>
            <a:off x="1227878" y="6345717"/>
            <a:ext cx="4114800" cy="200055"/>
          </a:xfrm>
          <a:prstGeom prst="rect">
            <a:avLst/>
          </a:prstGeom>
        </p:spPr>
        <p:txBody>
          <a:bodyPr vert="horz" lIns="0" tIns="0" rIns="91440" bIns="45720" rtlCol="0" anchor="t" anchorCtr="0">
            <a:spAutoFit/>
          </a:bodyPr>
          <a:lstStyle>
            <a:lvl1pPr algn="l">
              <a:defRPr sz="1000" b="0" i="0">
                <a:solidFill>
                  <a:schemeClr val="tx1">
                    <a:tint val="82000"/>
                  </a:schemeClr>
                </a:solidFill>
                <a:latin typeface="DM Sans 14pt" pitchFamily="2" charset="77"/>
              </a:defRPr>
            </a:lvl1pPr>
          </a:lstStyle>
          <a:p>
            <a:r>
              <a:rPr lang="en-US" sz="1000"/>
              <a:t>Add Metadata here in Slide Masster &gt; Insert &gt; Slide Number</a:t>
            </a:r>
            <a:endParaRPr lang="en-US" sz="1000" dirty="0"/>
          </a:p>
        </p:txBody>
      </p:sp>
      <p:sp>
        <p:nvSpPr>
          <p:cNvPr id="6" name="Slide Number Placeholder 5">
            <a:extLst>
              <a:ext uri="{FF2B5EF4-FFF2-40B4-BE49-F238E27FC236}">
                <a16:creationId xmlns:a16="http://schemas.microsoft.com/office/drawing/2014/main" id="{87781769-9746-BBA6-199A-E7113575867E}"/>
              </a:ext>
            </a:extLst>
          </p:cNvPr>
          <p:cNvSpPr>
            <a:spLocks noGrp="1"/>
          </p:cNvSpPr>
          <p:nvPr>
            <p:ph type="sldNum" sz="quarter" idx="4"/>
          </p:nvPr>
        </p:nvSpPr>
        <p:spPr>
          <a:xfrm>
            <a:off x="466057" y="6345717"/>
            <a:ext cx="429489" cy="200055"/>
          </a:xfrm>
          <a:prstGeom prst="rect">
            <a:avLst/>
          </a:prstGeom>
        </p:spPr>
        <p:txBody>
          <a:bodyPr vert="horz" wrap="square" lIns="0" tIns="0" rIns="91440" bIns="45720" rtlCol="0" anchor="t" anchorCtr="0">
            <a:spAutoFit/>
          </a:bodyPr>
          <a:lstStyle>
            <a:lvl1pPr algn="l">
              <a:defRPr sz="1000" b="0" i="0">
                <a:solidFill>
                  <a:schemeClr val="tx1">
                    <a:tint val="82000"/>
                  </a:schemeClr>
                </a:solidFill>
                <a:latin typeface="DM Sans 14pt" pitchFamily="2" charset="77"/>
              </a:defRPr>
            </a:lvl1pPr>
          </a:lstStyle>
          <a:p>
            <a:r>
              <a:rPr lang="en-US" sz="1000" dirty="0"/>
              <a:t>&lt;#&gt;</a:t>
            </a:r>
          </a:p>
        </p:txBody>
      </p:sp>
    </p:spTree>
    <p:extLst>
      <p:ext uri="{BB962C8B-B14F-4D97-AF65-F5344CB8AC3E}">
        <p14:creationId xmlns:p14="http://schemas.microsoft.com/office/powerpoint/2010/main" val="1655324016"/>
      </p:ext>
    </p:extLst>
  </p:cSld>
  <p:clrMap bg1="lt1" tx1="dk1" bg2="lt2" tx2="dk2" accent1="accent1" accent2="accent2" accent3="accent3" accent4="accent4" accent5="accent5" accent6="accent6" hlink="hlink" folHlink="folHlink"/>
  <p:sldLayoutIdLst>
    <p:sldLayoutId id="2147483660" r:id="rId1"/>
    <p:sldLayoutId id="2147483681" r:id="rId2"/>
    <p:sldLayoutId id="2147483662" r:id="rId3"/>
    <p:sldLayoutId id="2147483663" r:id="rId4"/>
    <p:sldLayoutId id="2147483664" r:id="rId5"/>
    <p:sldLayoutId id="2147483661" r:id="rId6"/>
    <p:sldLayoutId id="2147483665" r:id="rId7"/>
    <p:sldLayoutId id="2147483690" r:id="rId8"/>
    <p:sldLayoutId id="2147483666" r:id="rId9"/>
    <p:sldLayoutId id="2147483691" r:id="rId10"/>
    <p:sldLayoutId id="2147483667" r:id="rId11"/>
    <p:sldLayoutId id="2147483668" r:id="rId12"/>
    <p:sldLayoutId id="2147483649" r:id="rId13"/>
    <p:sldLayoutId id="2147483677" r:id="rId14"/>
    <p:sldLayoutId id="2147483682" r:id="rId15"/>
    <p:sldLayoutId id="2147483687" r:id="rId16"/>
    <p:sldLayoutId id="2147483674" r:id="rId17"/>
    <p:sldLayoutId id="2147483693" r:id="rId18"/>
    <p:sldLayoutId id="2147483694" r:id="rId19"/>
    <p:sldLayoutId id="2147483692" r:id="rId20"/>
    <p:sldLayoutId id="2147483675" r:id="rId21"/>
    <p:sldLayoutId id="2147483671" r:id="rId22"/>
    <p:sldLayoutId id="2147483672" r:id="rId23"/>
    <p:sldLayoutId id="2147483673" r:id="rId24"/>
    <p:sldLayoutId id="2147483678" r:id="rId25"/>
    <p:sldLayoutId id="2147483695" r:id="rId26"/>
    <p:sldLayoutId id="2147483676" r:id="rId27"/>
    <p:sldLayoutId id="2147483679" r:id="rId28"/>
    <p:sldLayoutId id="2147483680" r:id="rId29"/>
    <p:sldLayoutId id="2147483683" r:id="rId30"/>
    <p:sldLayoutId id="2147483684" r:id="rId31"/>
    <p:sldLayoutId id="2147483685" r:id="rId32"/>
    <p:sldLayoutId id="2147483688" r:id="rId33"/>
    <p:sldLayoutId id="2147483689" r:id="rId34"/>
    <p:sldLayoutId id="2147483686" r:id="rId35"/>
    <p:sldLayoutId id="2147483696" r:id="rId36"/>
  </p:sldLayoutIdLst>
  <p:hf hdr="0" dt="0"/>
  <p:txStyles>
    <p:titleStyle>
      <a:lvl1pPr algn="l" defTabSz="914400" rtl="0" eaLnBrk="1" latinLnBrk="0" hangingPunct="1">
        <a:lnSpc>
          <a:spcPct val="95000"/>
        </a:lnSpc>
        <a:spcBef>
          <a:spcPct val="0"/>
        </a:spcBef>
        <a:buNone/>
        <a:defRPr sz="4400" b="0" i="0" kern="1200">
          <a:solidFill>
            <a:schemeClr val="tx1"/>
          </a:solidFill>
          <a:latin typeface="DM Sans 14pt ExtraLight" pitchFamily="2" charset="77"/>
          <a:ea typeface="+mj-ea"/>
          <a:cs typeface="+mj-cs"/>
        </a:defRPr>
      </a:lvl1pPr>
    </p:titleStyle>
    <p:bodyStyle>
      <a:lvl1pPr marL="0" indent="0" algn="l" defTabSz="914400" rtl="0" eaLnBrk="1" latinLnBrk="0" hangingPunct="1">
        <a:lnSpc>
          <a:spcPct val="125000"/>
        </a:lnSpc>
        <a:spcBef>
          <a:spcPts val="1000"/>
        </a:spcBef>
        <a:buFontTx/>
        <a:buNone/>
        <a:defRPr sz="1400" b="0" i="0" kern="1200">
          <a:solidFill>
            <a:schemeClr val="tx1"/>
          </a:solidFill>
          <a:latin typeface="DM Sans 14pt" pitchFamily="2" charset="77"/>
          <a:ea typeface="+mn-ea"/>
          <a:cs typeface="+mn-cs"/>
        </a:defRPr>
      </a:lvl1pPr>
      <a:lvl2pPr marL="7429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2pPr>
      <a:lvl3pPr marL="12001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3pPr>
      <a:lvl4pPr marL="16573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4pPr>
      <a:lvl5pPr marL="2114550" indent="-285750" algn="l" defTabSz="914400" rtl="0" eaLnBrk="1" latinLnBrk="0" hangingPunct="1">
        <a:lnSpc>
          <a:spcPct val="125000"/>
        </a:lnSpc>
        <a:spcBef>
          <a:spcPts val="500"/>
        </a:spcBef>
        <a:buFont typeface="Arial" panose="020B0604020202020204" pitchFamily="34" charset="0"/>
        <a:buChar char="•"/>
        <a:defRPr sz="1200" b="0" i="0" kern="1200">
          <a:solidFill>
            <a:schemeClr val="tx1"/>
          </a:solidFill>
          <a:latin typeface="DM Sans 14p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1554480"/>
            <a:ext cx="10058400" cy="1097280"/>
          </a:xfrm>
        </p:spPr>
        <p:txBody>
          <a:bodyPr wrap="none"/>
          <a:lstStyle/>
          <a:p>
            <a:r>
              <a:rPr sz="5400" b="0" i="0">
                <a:solidFill>
                  <a:srgbClr val="FFFFFF"/>
                </a:solidFill>
                <a:latin typeface="DM Sans 14pt ExtraLight"/>
              </a:rPr>
              <a:t>Mastering Agency Commercials</a:t>
            </a:r>
          </a:p>
        </p:txBody>
      </p:sp>
      <p:sp>
        <p:nvSpPr>
          <p:cNvPr id="20" name="Footer Placeholder 3">
            <a:extLst>
              <a:ext uri="{FF2B5EF4-FFF2-40B4-BE49-F238E27FC236}">
                <a16:creationId xmlns:a16="http://schemas.microsoft.com/office/drawing/2014/main" id="{0E62FB1D-5C95-528B-B85F-F4D4B4E9C9A0}"/>
              </a:ext>
            </a:extLst>
          </p:cNvPr>
          <p:cNvSpPr>
            <a:spLocks noGrp="1"/>
          </p:cNvSpPr>
          <p:nvPr>
            <p:ph type="ftr" sz="quarter" idx="11"/>
          </p:nvPr>
        </p:nvSpPr>
        <p:spPr>
          <a:xfrm>
            <a:off x="1102149" y="6363845"/>
            <a:ext cx="7315200" cy="200055"/>
          </a:xfrm>
        </p:spPr>
        <p:txBody>
          <a:bodyPr>
            <a:spAutoFit/>
          </a:bodyPr>
          <a:lstStyle>
            <a:lvl1pPr>
              <a:defRPr sz="1000">
                <a:solidFill>
                  <a:schemeClr val="bg2"/>
                </a:solidFill>
              </a:defRPr>
            </a:lvl1pPr>
          </a:lstStyle>
          <a:p>
            <a:r>
              <a:rPr lang="en-US" dirty="0"/>
              <a:t>Mastering Agency Commercials  |  WTA  |  Maple Ranch</a:t>
            </a:r>
          </a:p>
        </p:txBody>
      </p:sp>
      <p:sp>
        <p:nvSpPr>
          <p:cNvPr id="21" name="Slide Number Placeholder 4">
            <a:extLst>
              <a:ext uri="{FF2B5EF4-FFF2-40B4-BE49-F238E27FC236}">
                <a16:creationId xmlns:a16="http://schemas.microsoft.com/office/drawing/2014/main" id="{2FC2235C-2650-9F83-B2F9-DF15866D3837}"/>
              </a:ext>
            </a:extLst>
          </p:cNvPr>
          <p:cNvSpPr>
            <a:spLocks noGrp="1"/>
          </p:cNvSpPr>
          <p:nvPr>
            <p:ph type="sldNum" sz="quarter" idx="14"/>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sp>
        <p:nvSpPr>
          <p:cNvPr id="22" name="TextBox 21"/>
          <p:cNvSpPr txBox="1"/>
          <p:nvPr/>
        </p:nvSpPr>
        <p:spPr>
          <a:xfrm>
            <a:off x="475488" y="2788920"/>
            <a:ext cx="8229600" cy="822960"/>
          </a:xfrm>
          <a:prstGeom prst="rect">
            <a:avLst/>
          </a:prstGeom>
          <a:noFill/>
        </p:spPr>
        <p:txBody>
          <a:bodyPr wrap="square" lIns="0" rIns="0" tIns="0" bIns="0" anchor="t"/>
          <a:lstStyle/>
          <a:p>
            <a:pPr algn="l">
              <a:spcAft>
                <a:spcPts val="0"/>
              </a:spcAft>
            </a:pPr>
            <a:r>
              <a:rPr sz="2400" b="0" i="0">
                <a:solidFill>
                  <a:srgbClr val="FFFFFF"/>
                </a:solidFill>
                <a:latin typeface="DM Sans 14pt"/>
              </a:rPr>
              <a:t>Aligning great client work with financial health</a:t>
            </a:r>
          </a:p>
        </p:txBody>
      </p:sp>
      <p:cxnSp>
        <p:nvCxnSpPr>
          <p:cNvPr id="23" name="Connector 22"/>
          <p:cNvCxnSpPr/>
          <p:nvPr/>
        </p:nvCxnSpPr>
        <p:spPr>
          <a:xfrm>
            <a:off x="475488" y="3886200"/>
            <a:ext cx="987552"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75488" y="4069080"/>
            <a:ext cx="7863840" cy="731520"/>
          </a:xfrm>
          <a:prstGeom prst="rect">
            <a:avLst/>
          </a:prstGeom>
          <a:noFill/>
        </p:spPr>
        <p:txBody>
          <a:bodyPr wrap="square" lIns="0" rIns="0" tIns="0" bIns="0" anchor="t"/>
          <a:lstStyle/>
          <a:p>
            <a:pPr algn="l">
              <a:lnSpc>
                <a:spcPct val="115000"/>
              </a:lnSpc>
              <a:spcAft>
                <a:spcPts val="0"/>
              </a:spcAft>
            </a:pPr>
            <a:r>
              <a:rPr sz="1600" b="0" i="0">
                <a:solidFill>
                  <a:srgbClr val="FFFFFF"/>
                </a:solidFill>
                <a:latin typeface="DM Sans 14pt SemiBold"/>
              </a:rPr>
              <a:t>Erin Jemas</a:t>
            </a:r>
          </a:p>
          <a:p>
            <a:pPr algn="l">
              <a:lnSpc>
                <a:spcPct val="115000"/>
              </a:lnSpc>
              <a:spcAft>
                <a:spcPts val="0"/>
              </a:spcAft>
            </a:pPr>
            <a:r>
              <a:rPr sz="1400" b="0" i="0">
                <a:solidFill>
                  <a:srgbClr val="FFFFFF"/>
                </a:solidFill>
                <a:latin typeface="DM Sans 14pt"/>
              </a:rPr>
              <a:t>Founder &amp; Principal, Price It Right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Today’s goals</a:t>
            </a:r>
          </a:p>
        </p:txBody>
      </p:sp>
      <p:sp>
        <p:nvSpPr>
          <p:cNvPr id="3" name="Text Placeholder 2"/>
          <p:cNvSpPr>
            <a:spLocks noGrp="1"/>
          </p:cNvSpPr>
          <p:nvPr>
            <p:ph type="body" idx="36" sz="quarter"/>
          </p:nvPr>
        </p:nvSpPr>
        <p:spPr/>
        <p:txBody>
          <a:bodyPr/>
          <a:lstStyle/>
          <a:p>
            <a:r>
              <a:t>WELCOME</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48840"/>
            <a:ext cx="6583680" cy="10058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749808" y="2377440"/>
            <a:ext cx="548640" cy="54864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01</a:t>
            </a:r>
          </a:p>
        </p:txBody>
      </p:sp>
      <p:sp>
        <p:nvSpPr>
          <p:cNvPr id="23" name="TextBox 22"/>
          <p:cNvSpPr txBox="1"/>
          <p:nvPr/>
        </p:nvSpPr>
        <p:spPr>
          <a:xfrm>
            <a:off x="1554480" y="2148840"/>
            <a:ext cx="5303520" cy="1005840"/>
          </a:xfrm>
          <a:prstGeom prst="rect">
            <a:avLst/>
          </a:prstGeom>
          <a:noFill/>
        </p:spPr>
        <p:txBody>
          <a:bodyPr wrap="square" lIns="0" rIns="0" tIns="0" bIns="0" anchor="ctr"/>
          <a:lstStyle/>
          <a:p>
            <a:pPr algn="l">
              <a:lnSpc>
                <a:spcPct val="110000"/>
              </a:lnSpc>
              <a:spcAft>
                <a:spcPts val="0"/>
              </a:spcAft>
            </a:pPr>
            <a:r>
              <a:rPr sz="1800" b="0" i="0">
                <a:solidFill>
                  <a:srgbClr val="122A4E"/>
                </a:solidFill>
                <a:latin typeface="DM Sans 14pt"/>
              </a:rPr>
              <a:t>Understand how WTA makes money, and where profit comes from</a:t>
            </a:r>
          </a:p>
        </p:txBody>
      </p:sp>
      <p:sp>
        <p:nvSpPr>
          <p:cNvPr id="24" name="Rectangle 23"/>
          <p:cNvSpPr/>
          <p:nvPr/>
        </p:nvSpPr>
        <p:spPr>
          <a:xfrm>
            <a:off x="475488" y="3337560"/>
            <a:ext cx="6583680" cy="10058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49808" y="3566160"/>
            <a:ext cx="548640" cy="54864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02</a:t>
            </a:r>
          </a:p>
        </p:txBody>
      </p:sp>
      <p:sp>
        <p:nvSpPr>
          <p:cNvPr id="26" name="TextBox 25"/>
          <p:cNvSpPr txBox="1"/>
          <p:nvPr/>
        </p:nvSpPr>
        <p:spPr>
          <a:xfrm>
            <a:off x="1554480" y="3337560"/>
            <a:ext cx="5303520" cy="1005840"/>
          </a:xfrm>
          <a:prstGeom prst="rect">
            <a:avLst/>
          </a:prstGeom>
          <a:noFill/>
        </p:spPr>
        <p:txBody>
          <a:bodyPr wrap="square" lIns="0" rIns="0" tIns="0" bIns="0" anchor="ctr"/>
          <a:lstStyle/>
          <a:p>
            <a:pPr algn="l">
              <a:lnSpc>
                <a:spcPct val="110000"/>
              </a:lnSpc>
              <a:spcAft>
                <a:spcPts val="0"/>
              </a:spcAft>
            </a:pPr>
            <a:r>
              <a:rPr sz="1800" b="0" i="0">
                <a:solidFill>
                  <a:srgbClr val="122A4E"/>
                </a:solidFill>
                <a:latin typeface="DM Sans 14pt"/>
              </a:rPr>
              <a:t>Learn the direct levers account leads control</a:t>
            </a:r>
          </a:p>
        </p:txBody>
      </p:sp>
      <p:sp>
        <p:nvSpPr>
          <p:cNvPr id="27" name="Rectangle 26"/>
          <p:cNvSpPr/>
          <p:nvPr/>
        </p:nvSpPr>
        <p:spPr>
          <a:xfrm>
            <a:off x="475488" y="4526280"/>
            <a:ext cx="6583680" cy="10058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49808" y="4754880"/>
            <a:ext cx="548640" cy="54864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03</a:t>
            </a:r>
          </a:p>
        </p:txBody>
      </p:sp>
      <p:sp>
        <p:nvSpPr>
          <p:cNvPr id="29" name="TextBox 28"/>
          <p:cNvSpPr txBox="1"/>
          <p:nvPr/>
        </p:nvSpPr>
        <p:spPr>
          <a:xfrm>
            <a:off x="1554480" y="4526280"/>
            <a:ext cx="5303520" cy="1005840"/>
          </a:xfrm>
          <a:prstGeom prst="rect">
            <a:avLst/>
          </a:prstGeom>
          <a:noFill/>
        </p:spPr>
        <p:txBody>
          <a:bodyPr wrap="square" lIns="0" rIns="0" tIns="0" bIns="0" anchor="ctr"/>
          <a:lstStyle/>
          <a:p>
            <a:pPr algn="l">
              <a:lnSpc>
                <a:spcPct val="110000"/>
              </a:lnSpc>
              <a:spcAft>
                <a:spcPts val="0"/>
              </a:spcAft>
            </a:pPr>
            <a:r>
              <a:rPr sz="1800" b="0" i="0">
                <a:solidFill>
                  <a:srgbClr val="122A4E"/>
                </a:solidFill>
                <a:latin typeface="DM Sans 14pt"/>
              </a:rPr>
              <a:t>Get an introduction to WTA’s evolved commercial model for FY2027</a:t>
            </a:r>
          </a:p>
        </p:txBody>
      </p:sp>
      <p:sp>
        <p:nvSpPr>
          <p:cNvPr id="30" name="Rectangle 29"/>
          <p:cNvSpPr/>
          <p:nvPr/>
        </p:nvSpPr>
        <p:spPr>
          <a:xfrm>
            <a:off x="7406640" y="2148840"/>
            <a:ext cx="4306824" cy="338328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26679" y="2331720"/>
            <a:ext cx="3657600" cy="320040"/>
          </a:xfrm>
          <a:prstGeom prst="rect">
            <a:avLst/>
          </a:prstGeom>
          <a:noFill/>
        </p:spPr>
        <p:txBody>
          <a:bodyPr wrap="square" lIns="0" rIns="0" tIns="0" bIns="0" anchor="t"/>
          <a:lstStyle/>
          <a:p>
            <a:pPr algn="l">
              <a:spcAft>
                <a:spcPts val="0"/>
              </a:spcAft>
            </a:pPr>
            <a:r>
              <a:rPr sz="1200" b="0" i="0">
                <a:solidFill>
                  <a:srgbClr val="66CCCC"/>
                </a:solidFill>
                <a:latin typeface="DM Sans 14pt SemiBold"/>
              </a:rPr>
              <a:t>AGENDA  ·  60 MINUTES</a:t>
            </a:r>
          </a:p>
        </p:txBody>
      </p:sp>
      <p:sp>
        <p:nvSpPr>
          <p:cNvPr id="32" name="TextBox 31"/>
          <p:cNvSpPr txBox="1"/>
          <p:nvPr/>
        </p:nvSpPr>
        <p:spPr>
          <a:xfrm>
            <a:off x="7726679" y="2788920"/>
            <a:ext cx="914400" cy="457200"/>
          </a:xfrm>
          <a:prstGeom prst="rect">
            <a:avLst/>
          </a:prstGeom>
          <a:noFill/>
        </p:spPr>
        <p:txBody>
          <a:bodyPr wrap="square" lIns="0" rIns="0" tIns="0" bIns="0" anchor="ctr"/>
          <a:lstStyle/>
          <a:p>
            <a:pPr algn="l">
              <a:spcAft>
                <a:spcPts val="0"/>
              </a:spcAft>
            </a:pPr>
            <a:r>
              <a:rPr sz="1400" b="0" i="0">
                <a:solidFill>
                  <a:srgbClr val="66CCCC"/>
                </a:solidFill>
                <a:latin typeface="DM Sans 14pt SemiBold"/>
              </a:rPr>
              <a:t>00:00</a:t>
            </a:r>
          </a:p>
        </p:txBody>
      </p:sp>
      <p:sp>
        <p:nvSpPr>
          <p:cNvPr id="33" name="TextBox 32"/>
          <p:cNvSpPr txBox="1"/>
          <p:nvPr/>
        </p:nvSpPr>
        <p:spPr>
          <a:xfrm>
            <a:off x="8732520" y="2788920"/>
            <a:ext cx="2834640" cy="457200"/>
          </a:xfrm>
          <a:prstGeom prst="rect">
            <a:avLst/>
          </a:prstGeom>
          <a:noFill/>
        </p:spPr>
        <p:txBody>
          <a:bodyPr wrap="square" lIns="0" rIns="0" tIns="0" bIns="0" anchor="ctr"/>
          <a:lstStyle/>
          <a:p>
            <a:pPr algn="l">
              <a:spcAft>
                <a:spcPts val="0"/>
              </a:spcAft>
            </a:pPr>
            <a:r>
              <a:rPr sz="1600" b="0" i="0">
                <a:solidFill>
                  <a:srgbClr val="FFFFFF"/>
                </a:solidFill>
                <a:latin typeface="DM Sans 14pt"/>
              </a:rPr>
              <a:t>Finance 101</a:t>
            </a:r>
          </a:p>
        </p:txBody>
      </p:sp>
      <p:sp>
        <p:nvSpPr>
          <p:cNvPr id="34" name="TextBox 33"/>
          <p:cNvSpPr txBox="1"/>
          <p:nvPr/>
        </p:nvSpPr>
        <p:spPr>
          <a:xfrm>
            <a:off x="7726679" y="3429000"/>
            <a:ext cx="914400" cy="457200"/>
          </a:xfrm>
          <a:prstGeom prst="rect">
            <a:avLst/>
          </a:prstGeom>
          <a:noFill/>
        </p:spPr>
        <p:txBody>
          <a:bodyPr wrap="square" lIns="0" rIns="0" tIns="0" bIns="0" anchor="ctr"/>
          <a:lstStyle/>
          <a:p>
            <a:pPr algn="l">
              <a:spcAft>
                <a:spcPts val="0"/>
              </a:spcAft>
            </a:pPr>
            <a:r>
              <a:rPr sz="1400" b="0" i="0">
                <a:solidFill>
                  <a:srgbClr val="66CCCC"/>
                </a:solidFill>
                <a:latin typeface="DM Sans 14pt SemiBold"/>
              </a:rPr>
              <a:t>15:00</a:t>
            </a:r>
          </a:p>
        </p:txBody>
      </p:sp>
      <p:sp>
        <p:nvSpPr>
          <p:cNvPr id="35" name="TextBox 34"/>
          <p:cNvSpPr txBox="1"/>
          <p:nvPr/>
        </p:nvSpPr>
        <p:spPr>
          <a:xfrm>
            <a:off x="8732520" y="3429000"/>
            <a:ext cx="2834640" cy="457200"/>
          </a:xfrm>
          <a:prstGeom prst="rect">
            <a:avLst/>
          </a:prstGeom>
          <a:noFill/>
        </p:spPr>
        <p:txBody>
          <a:bodyPr wrap="square" lIns="0" rIns="0" tIns="0" bIns="0" anchor="ctr"/>
          <a:lstStyle/>
          <a:p>
            <a:pPr algn="l">
              <a:spcAft>
                <a:spcPts val="0"/>
              </a:spcAft>
            </a:pPr>
            <a:r>
              <a:rPr sz="1600" b="0" i="0">
                <a:solidFill>
                  <a:srgbClr val="FFFFFF"/>
                </a:solidFill>
                <a:latin typeface="DM Sans 14pt"/>
              </a:rPr>
              <a:t>WTA in Action</a:t>
            </a:r>
          </a:p>
        </p:txBody>
      </p:sp>
      <p:sp>
        <p:nvSpPr>
          <p:cNvPr id="36" name="TextBox 35"/>
          <p:cNvSpPr txBox="1"/>
          <p:nvPr/>
        </p:nvSpPr>
        <p:spPr>
          <a:xfrm>
            <a:off x="7726679" y="4069079"/>
            <a:ext cx="914400" cy="457200"/>
          </a:xfrm>
          <a:prstGeom prst="rect">
            <a:avLst/>
          </a:prstGeom>
          <a:noFill/>
        </p:spPr>
        <p:txBody>
          <a:bodyPr wrap="square" lIns="0" rIns="0" tIns="0" bIns="0" anchor="ctr"/>
          <a:lstStyle/>
          <a:p>
            <a:pPr algn="l">
              <a:spcAft>
                <a:spcPts val="0"/>
              </a:spcAft>
            </a:pPr>
            <a:r>
              <a:rPr sz="1400" b="0" i="0">
                <a:solidFill>
                  <a:srgbClr val="66CCCC"/>
                </a:solidFill>
                <a:latin typeface="DM Sans 14pt SemiBold"/>
              </a:rPr>
              <a:t>35:00</a:t>
            </a:r>
          </a:p>
        </p:txBody>
      </p:sp>
      <p:sp>
        <p:nvSpPr>
          <p:cNvPr id="37" name="TextBox 36"/>
          <p:cNvSpPr txBox="1"/>
          <p:nvPr/>
        </p:nvSpPr>
        <p:spPr>
          <a:xfrm>
            <a:off x="8732520" y="4069079"/>
            <a:ext cx="2834640" cy="457200"/>
          </a:xfrm>
          <a:prstGeom prst="rect">
            <a:avLst/>
          </a:prstGeom>
          <a:noFill/>
        </p:spPr>
        <p:txBody>
          <a:bodyPr wrap="square" lIns="0" rIns="0" tIns="0" bIns="0" anchor="ctr"/>
          <a:lstStyle/>
          <a:p>
            <a:pPr algn="l">
              <a:spcAft>
                <a:spcPts val="0"/>
              </a:spcAft>
            </a:pPr>
            <a:r>
              <a:rPr sz="1600" b="0" i="0">
                <a:solidFill>
                  <a:srgbClr val="FFFFFF"/>
                </a:solidFill>
                <a:latin typeface="DM Sans 14pt"/>
              </a:rPr>
              <a:t>Commercial Model Intro</a:t>
            </a:r>
          </a:p>
        </p:txBody>
      </p:sp>
      <p:sp>
        <p:nvSpPr>
          <p:cNvPr id="38" name="TextBox 37"/>
          <p:cNvSpPr txBox="1"/>
          <p:nvPr/>
        </p:nvSpPr>
        <p:spPr>
          <a:xfrm>
            <a:off x="7726679" y="4709159"/>
            <a:ext cx="914400" cy="457200"/>
          </a:xfrm>
          <a:prstGeom prst="rect">
            <a:avLst/>
          </a:prstGeom>
          <a:noFill/>
        </p:spPr>
        <p:txBody>
          <a:bodyPr wrap="square" lIns="0" rIns="0" tIns="0" bIns="0" anchor="ctr"/>
          <a:lstStyle/>
          <a:p>
            <a:pPr algn="l">
              <a:spcAft>
                <a:spcPts val="0"/>
              </a:spcAft>
            </a:pPr>
            <a:r>
              <a:rPr sz="1400" b="0" i="0">
                <a:solidFill>
                  <a:srgbClr val="66CCCC"/>
                </a:solidFill>
                <a:latin typeface="DM Sans 14pt SemiBold"/>
              </a:rPr>
              <a:t>55:00</a:t>
            </a:r>
          </a:p>
        </p:txBody>
      </p:sp>
      <p:sp>
        <p:nvSpPr>
          <p:cNvPr id="39" name="TextBox 38"/>
          <p:cNvSpPr txBox="1"/>
          <p:nvPr/>
        </p:nvSpPr>
        <p:spPr>
          <a:xfrm>
            <a:off x="8732520" y="4709159"/>
            <a:ext cx="2834640" cy="457200"/>
          </a:xfrm>
          <a:prstGeom prst="rect">
            <a:avLst/>
          </a:prstGeom>
          <a:noFill/>
        </p:spPr>
        <p:txBody>
          <a:bodyPr wrap="square" lIns="0" rIns="0" tIns="0" bIns="0" anchor="ctr"/>
          <a:lstStyle/>
          <a:p>
            <a:pPr algn="l">
              <a:spcAft>
                <a:spcPts val="0"/>
              </a:spcAft>
            </a:pPr>
            <a:r>
              <a:rPr sz="1600" b="0" i="0">
                <a:solidFill>
                  <a:srgbClr val="FFFFFF"/>
                </a:solidFill>
                <a:latin typeface="DM Sans 14pt"/>
              </a:rPr>
              <a:t>Q&amp;A and wrap-up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9768" y="2240280"/>
            <a:ext cx="10515600" cy="1188720"/>
          </a:xfrm>
        </p:spPr>
        <p:txBody>
          <a:bodyPr anchor="b" wrap="none"/>
          <a:lstStyle/>
          <a:p>
            <a:r>
              <a:rPr sz="5400" b="0" i="0">
                <a:solidFill>
                  <a:srgbClr val="FFFFFF"/>
                </a:solidFill>
                <a:latin typeface="DM Sans 14pt ExtraLight"/>
              </a:rPr>
              <a:t>Finance 101</a:t>
            </a:r>
          </a:p>
        </p:txBody>
      </p:sp>
      <p:sp>
        <p:nvSpPr>
          <p:cNvPr id="3" name="Text Placeholder 2"/>
          <p:cNvSpPr>
            <a:spLocks noGrp="1"/>
          </p:cNvSpPr>
          <p:nvPr>
            <p:ph type="body" idx="36" sz="quarter"/>
          </p:nvPr>
        </p:nvSpPr>
        <p:spPr/>
        <p:txBody>
          <a:bodyPr/>
          <a:lstStyle/>
          <a:p>
            <a:r>
              <a:t>PART 1  ·  00:00 – 15:00</a:t>
            </a:r>
          </a:p>
        </p:txBody>
      </p:sp>
      <p:sp>
        <p:nvSpPr>
          <p:cNvPr id="4" name="Footer Placeholder 3">
            <a:extLst>
              <a:ext uri="{FF2B5EF4-FFF2-40B4-BE49-F238E27FC236}">
                <a16:creationId xmlns:a16="http://schemas.microsoft.com/office/drawing/2014/main" id="{459CA1FC-9541-41A8-4087-DBC5C87DB3B5}"/>
              </a:ext>
            </a:extLst>
          </p:cNvPr>
          <p:cNvSpPr>
            <a:spLocks noGrp="1"/>
          </p:cNvSpPr>
          <p:nvPr>
            <p:ph type="ftr" sz="quarter" idx="11"/>
          </p:nvPr>
        </p:nvSpPr>
        <p:spPr>
          <a:xfrm>
            <a:off x="1102149" y="6363845"/>
            <a:ext cx="7315200" cy="200055"/>
          </a:xfrm>
        </p:spPr>
        <p:txBody>
          <a:bodyPr>
            <a:spAutoFit/>
          </a:bodyPr>
          <a:lstStyle>
            <a:lvl1pPr>
              <a:defRPr sz="1000">
                <a:solidFill>
                  <a:schemeClr val="bg2"/>
                </a:solidFill>
              </a:defRPr>
            </a:lvl1pPr>
          </a:lstStyle>
          <a:p>
            <a:r>
              <a:rPr lang="en-US" dirty="0"/>
              <a:t>Mastering Agency Commercials  |  WTA  |  Maple Ranch</a:t>
            </a:r>
          </a:p>
        </p:txBody>
      </p:sp>
      <p:sp>
        <p:nvSpPr>
          <p:cNvPr id="5" name="Slide Number Placeholder 4">
            <a:extLst>
              <a:ext uri="{FF2B5EF4-FFF2-40B4-BE49-F238E27FC236}">
                <a16:creationId xmlns:a16="http://schemas.microsoft.com/office/drawing/2014/main" id="{6164CD1E-3C24-D94A-9F15-738FBD12F5F4}"/>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sp>
        <p:nvSpPr>
          <p:cNvPr id="6" name="TextBox 5"/>
          <p:cNvSpPr txBox="1"/>
          <p:nvPr/>
        </p:nvSpPr>
        <p:spPr>
          <a:xfrm>
            <a:off x="448056" y="3657600"/>
            <a:ext cx="9144000" cy="548640"/>
          </a:xfrm>
          <a:prstGeom prst="rect">
            <a:avLst/>
          </a:prstGeom>
          <a:noFill/>
        </p:spPr>
        <p:txBody>
          <a:bodyPr wrap="square" lIns="0" rIns="0" tIns="0" bIns="0" anchor="t"/>
          <a:lstStyle/>
          <a:p>
            <a:pPr algn="l">
              <a:spcAft>
                <a:spcPts val="0"/>
              </a:spcAft>
            </a:pPr>
            <a:r>
              <a:rPr sz="2200" b="0" i="0">
                <a:solidFill>
                  <a:srgbClr val="FFFFFF"/>
                </a:solidFill>
                <a:latin typeface="DM Sans 14pt"/>
              </a:rPr>
              <a:t>How our agency makes money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The core equation of business</a:t>
            </a:r>
          </a:p>
        </p:txBody>
      </p:sp>
      <p:sp>
        <p:nvSpPr>
          <p:cNvPr id="3" name="Text Placeholder 2"/>
          <p:cNvSpPr>
            <a:spLocks noGrp="1"/>
          </p:cNvSpPr>
          <p:nvPr>
            <p:ph type="body" idx="36" sz="quarter"/>
          </p:nvPr>
        </p:nvSpPr>
        <p:spPr/>
        <p:txBody>
          <a:bodyPr/>
          <a:lstStyle/>
          <a:p>
            <a:r>
              <a:t>FINANCE 101</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48840"/>
            <a:ext cx="3154680" cy="91440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2400" b="0" i="0">
                <a:solidFill>
                  <a:srgbClr val="FFFFFF"/>
                </a:solidFill>
                <a:latin typeface="DM Sans 14pt"/>
              </a:rPr>
              <a:t>Revenue</a:t>
            </a:r>
          </a:p>
        </p:txBody>
      </p:sp>
      <p:sp>
        <p:nvSpPr>
          <p:cNvPr id="22" name="TextBox 21"/>
          <p:cNvSpPr txBox="1"/>
          <p:nvPr/>
        </p:nvSpPr>
        <p:spPr>
          <a:xfrm>
            <a:off x="3630168" y="2148840"/>
            <a:ext cx="886968" cy="914400"/>
          </a:xfrm>
          <a:prstGeom prst="rect">
            <a:avLst/>
          </a:prstGeom>
          <a:noFill/>
        </p:spPr>
        <p:txBody>
          <a:bodyPr wrap="square" lIns="0" rIns="0" tIns="0" bIns="0" anchor="ctr"/>
          <a:lstStyle/>
          <a:p>
            <a:pPr algn="ctr">
              <a:spcAft>
                <a:spcPts val="0"/>
              </a:spcAft>
            </a:pPr>
            <a:r>
              <a:rPr sz="4000" b="0" i="0">
                <a:solidFill>
                  <a:srgbClr val="122A4E"/>
                </a:solidFill>
                <a:latin typeface="DM Sans 14pt ExtraLight"/>
              </a:rPr>
              <a:t>−</a:t>
            </a:r>
          </a:p>
        </p:txBody>
      </p:sp>
      <p:sp>
        <p:nvSpPr>
          <p:cNvPr id="23" name="Rectangle 22"/>
          <p:cNvSpPr/>
          <p:nvPr/>
        </p:nvSpPr>
        <p:spPr>
          <a:xfrm>
            <a:off x="4517136" y="2148840"/>
            <a:ext cx="3154680" cy="9144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2400" b="0" i="0">
                <a:solidFill>
                  <a:srgbClr val="122A4E"/>
                </a:solidFill>
                <a:latin typeface="DM Sans 14pt"/>
              </a:rPr>
              <a:t>Expenses (costs)</a:t>
            </a:r>
          </a:p>
        </p:txBody>
      </p:sp>
      <p:sp>
        <p:nvSpPr>
          <p:cNvPr id="24" name="TextBox 23"/>
          <p:cNvSpPr txBox="1"/>
          <p:nvPr/>
        </p:nvSpPr>
        <p:spPr>
          <a:xfrm>
            <a:off x="7671816" y="2148840"/>
            <a:ext cx="886968" cy="914400"/>
          </a:xfrm>
          <a:prstGeom prst="rect">
            <a:avLst/>
          </a:prstGeom>
          <a:noFill/>
        </p:spPr>
        <p:txBody>
          <a:bodyPr wrap="square" lIns="0" rIns="0" tIns="0" bIns="0" anchor="ctr"/>
          <a:lstStyle/>
          <a:p>
            <a:pPr algn="ctr">
              <a:spcAft>
                <a:spcPts val="0"/>
              </a:spcAft>
            </a:pPr>
            <a:r>
              <a:rPr sz="4000" b="0" i="0">
                <a:solidFill>
                  <a:srgbClr val="122A4E"/>
                </a:solidFill>
                <a:latin typeface="DM Sans 14pt ExtraLight"/>
              </a:rPr>
              <a:t>=</a:t>
            </a:r>
          </a:p>
        </p:txBody>
      </p:sp>
      <p:sp>
        <p:nvSpPr>
          <p:cNvPr id="25" name="Rectangle 24"/>
          <p:cNvSpPr/>
          <p:nvPr/>
        </p:nvSpPr>
        <p:spPr>
          <a:xfrm>
            <a:off x="8558784" y="2148840"/>
            <a:ext cx="3154680" cy="914400"/>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2400" b="0" i="0">
                <a:solidFill>
                  <a:srgbClr val="FFFFFF"/>
                </a:solidFill>
                <a:latin typeface="DM Sans 14pt"/>
              </a:rPr>
              <a:t>Profit</a:t>
            </a:r>
          </a:p>
        </p:txBody>
      </p:sp>
      <p:sp>
        <p:nvSpPr>
          <p:cNvPr id="26" name="TextBox 25"/>
          <p:cNvSpPr txBox="1"/>
          <p:nvPr/>
        </p:nvSpPr>
        <p:spPr>
          <a:xfrm>
            <a:off x="475488" y="3337560"/>
            <a:ext cx="11237976" cy="274320"/>
          </a:xfrm>
          <a:prstGeom prst="rect">
            <a:avLst/>
          </a:prstGeom>
          <a:noFill/>
        </p:spPr>
        <p:txBody>
          <a:bodyPr wrap="square" lIns="0" rIns="0" tIns="0" bIns="0" anchor="t"/>
          <a:lstStyle/>
          <a:p>
            <a:pPr algn="l">
              <a:spcAft>
                <a:spcPts val="0"/>
              </a:spcAft>
            </a:pPr>
            <a:r>
              <a:rPr sz="1200" b="0" i="0">
                <a:solidFill>
                  <a:srgbClr val="FF3333"/>
                </a:solidFill>
                <a:latin typeface="DM Sans 14pt SemiBold"/>
              </a:rPr>
              <a:t>KEY TERMS</a:t>
            </a:r>
          </a:p>
        </p:txBody>
      </p:sp>
      <p:sp>
        <p:nvSpPr>
          <p:cNvPr id="27" name="Rectangle 26"/>
          <p:cNvSpPr/>
          <p:nvPr/>
        </p:nvSpPr>
        <p:spPr>
          <a:xfrm>
            <a:off x="475488" y="3703320"/>
            <a:ext cx="3593592" cy="201168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3886200"/>
            <a:ext cx="3044952" cy="365760"/>
          </a:xfrm>
          <a:prstGeom prst="rect">
            <a:avLst/>
          </a:prstGeom>
          <a:noFill/>
        </p:spPr>
        <p:txBody>
          <a:bodyPr wrap="square" lIns="0" rIns="0" tIns="0" bIns="0" anchor="t"/>
          <a:lstStyle/>
          <a:p>
            <a:pPr algn="l">
              <a:spcAft>
                <a:spcPts val="0"/>
              </a:spcAft>
            </a:pPr>
            <a:r>
              <a:rPr sz="1700" b="0" i="0">
                <a:solidFill>
                  <a:srgbClr val="122A4E"/>
                </a:solidFill>
                <a:latin typeface="DM Sans 14pt SemiBold"/>
              </a:rPr>
              <a:t>Gross Revenue (billings)</a:t>
            </a:r>
          </a:p>
        </p:txBody>
      </p:sp>
      <p:sp>
        <p:nvSpPr>
          <p:cNvPr id="29" name="TextBox 28"/>
          <p:cNvSpPr txBox="1"/>
          <p:nvPr/>
        </p:nvSpPr>
        <p:spPr>
          <a:xfrm>
            <a:off x="749808" y="4343400"/>
            <a:ext cx="3044952" cy="128016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Everything we invoice to the client, including pass-through expenses</a:t>
            </a:r>
          </a:p>
        </p:txBody>
      </p:sp>
      <p:sp>
        <p:nvSpPr>
          <p:cNvPr id="30" name="Rectangle 29"/>
          <p:cNvSpPr/>
          <p:nvPr/>
        </p:nvSpPr>
        <p:spPr>
          <a:xfrm>
            <a:off x="4297679" y="3703320"/>
            <a:ext cx="3593592" cy="201168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71999" y="3886200"/>
            <a:ext cx="3044952" cy="365760"/>
          </a:xfrm>
          <a:prstGeom prst="rect">
            <a:avLst/>
          </a:prstGeom>
          <a:noFill/>
        </p:spPr>
        <p:txBody>
          <a:bodyPr wrap="square" lIns="0" rIns="0" tIns="0" bIns="0" anchor="t"/>
          <a:lstStyle/>
          <a:p>
            <a:pPr algn="l">
              <a:spcAft>
                <a:spcPts val="0"/>
              </a:spcAft>
            </a:pPr>
            <a:r>
              <a:rPr sz="1700" b="0" i="0">
                <a:solidFill>
                  <a:srgbClr val="122A4E"/>
                </a:solidFill>
                <a:latin typeface="DM Sans 14pt SemiBold"/>
              </a:rPr>
              <a:t>Pass-through costs</a:t>
            </a:r>
          </a:p>
        </p:txBody>
      </p:sp>
      <p:sp>
        <p:nvSpPr>
          <p:cNvPr id="32" name="TextBox 31"/>
          <p:cNvSpPr txBox="1"/>
          <p:nvPr/>
        </p:nvSpPr>
        <p:spPr>
          <a:xfrm>
            <a:off x="4571999" y="4343400"/>
            <a:ext cx="3044952" cy="128016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Out-of-pocket costs passed directly to the client: media, production vendors, research, client travel</a:t>
            </a:r>
          </a:p>
        </p:txBody>
      </p:sp>
      <p:sp>
        <p:nvSpPr>
          <p:cNvPr id="33" name="Rectangle 32"/>
          <p:cNvSpPr/>
          <p:nvPr/>
        </p:nvSpPr>
        <p:spPr>
          <a:xfrm>
            <a:off x="8119871" y="3703320"/>
            <a:ext cx="3593592" cy="201168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94192" y="3886200"/>
            <a:ext cx="3044952" cy="365760"/>
          </a:xfrm>
          <a:prstGeom prst="rect">
            <a:avLst/>
          </a:prstGeom>
          <a:noFill/>
        </p:spPr>
        <p:txBody>
          <a:bodyPr wrap="square" lIns="0" rIns="0" tIns="0" bIns="0" anchor="t"/>
          <a:lstStyle/>
          <a:p>
            <a:pPr algn="l">
              <a:spcAft>
                <a:spcPts val="0"/>
              </a:spcAft>
            </a:pPr>
            <a:r>
              <a:rPr sz="1700" b="0" i="0">
                <a:solidFill>
                  <a:srgbClr val="FFFFFF"/>
                </a:solidFill>
                <a:latin typeface="DM Sans 14pt SemiBold"/>
              </a:rPr>
              <a:t>Net Revenue</a:t>
            </a:r>
          </a:p>
        </p:txBody>
      </p:sp>
      <p:sp>
        <p:nvSpPr>
          <p:cNvPr id="35" name="TextBox 34"/>
          <p:cNvSpPr txBox="1"/>
          <p:nvPr/>
        </p:nvSpPr>
        <p:spPr>
          <a:xfrm>
            <a:off x="8394192" y="4343400"/>
            <a:ext cx="3044952" cy="1280160"/>
          </a:xfrm>
          <a:prstGeom prst="rect">
            <a:avLst/>
          </a:prstGeom>
          <a:noFill/>
        </p:spPr>
        <p:txBody>
          <a:bodyPr wrap="square" lIns="0" rIns="0" tIns="0" bIns="0" anchor="t"/>
          <a:lstStyle/>
          <a:p>
            <a:pPr algn="l">
              <a:lnSpc>
                <a:spcPct val="115000"/>
              </a:lnSpc>
              <a:spcAft>
                <a:spcPts val="0"/>
              </a:spcAft>
            </a:pPr>
            <a:r>
              <a:rPr sz="1400" b="0" i="0">
                <a:solidFill>
                  <a:srgbClr val="FFFFFF"/>
                </a:solidFill>
                <a:latin typeface="DM Sans 14pt"/>
              </a:rPr>
              <a:t>Billings minus pass-through. Our true revenue: the money WTA actually earns to run the business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Expenses: direct costs vs. overhead</a:t>
            </a:r>
          </a:p>
        </p:txBody>
      </p:sp>
      <p:sp>
        <p:nvSpPr>
          <p:cNvPr id="3" name="Text Placeholder 2"/>
          <p:cNvSpPr>
            <a:spLocks noGrp="1"/>
          </p:cNvSpPr>
          <p:nvPr>
            <p:ph type="body" idx="36" sz="quarter"/>
          </p:nvPr>
        </p:nvSpPr>
        <p:spPr/>
        <p:txBody>
          <a:bodyPr/>
          <a:lstStyle/>
          <a:p>
            <a:r>
              <a:t>FINANCE 101</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48840"/>
            <a:ext cx="5486400" cy="361188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7240" y="2331720"/>
            <a:ext cx="4937760" cy="320040"/>
          </a:xfrm>
          <a:prstGeom prst="rect">
            <a:avLst/>
          </a:prstGeom>
          <a:noFill/>
        </p:spPr>
        <p:txBody>
          <a:bodyPr wrap="square" lIns="0" rIns="0" tIns="0" bIns="0" anchor="t"/>
          <a:lstStyle/>
          <a:p>
            <a:pPr algn="l">
              <a:spcAft>
                <a:spcPts val="0"/>
              </a:spcAft>
            </a:pPr>
            <a:r>
              <a:rPr sz="1400" b="0" i="0">
                <a:solidFill>
                  <a:srgbClr val="66CCCC"/>
                </a:solidFill>
                <a:latin typeface="DM Sans 14pt SemiBold"/>
              </a:rPr>
              <a:t>DIRECT COSTS  ·  CLIENT-RELATED</a:t>
            </a:r>
          </a:p>
        </p:txBody>
      </p:sp>
      <p:sp>
        <p:nvSpPr>
          <p:cNvPr id="23" name="TextBox 22"/>
          <p:cNvSpPr txBox="1"/>
          <p:nvPr/>
        </p:nvSpPr>
        <p:spPr>
          <a:xfrm>
            <a:off x="777240" y="2834640"/>
            <a:ext cx="4937760" cy="2743200"/>
          </a:xfrm>
          <a:prstGeom prst="rect">
            <a:avLst/>
          </a:prstGeom>
          <a:noFill/>
        </p:spPr>
        <p:txBody>
          <a:bodyPr wrap="square" lIns="0" rIns="0" tIns="0" bIns="0" anchor="t"/>
          <a:lstStyle/>
          <a:p>
            <a:pPr algn="l">
              <a:lnSpc>
                <a:spcPct val="115000"/>
              </a:lnSpc>
              <a:spcAft>
                <a:spcPts val="300"/>
              </a:spcAft>
            </a:pPr>
            <a:r>
              <a:rPr sz="1800" b="0" i="0">
                <a:solidFill>
                  <a:srgbClr val="FFFFFF"/>
                </a:solidFill>
                <a:latin typeface="DM Sans 14pt SemiBold"/>
              </a:rPr>
              <a:t>Direct labor</a:t>
            </a:r>
          </a:p>
          <a:p>
            <a:pPr algn="l">
              <a:lnSpc>
                <a:spcPct val="115000"/>
              </a:lnSpc>
              <a:spcAft>
                <a:spcPts val="1800"/>
              </a:spcAft>
            </a:pPr>
            <a:r>
              <a:rPr sz="1400" b="0" i="0">
                <a:solidFill>
                  <a:srgbClr val="FFFFFF"/>
                </a:solidFill>
                <a:latin typeface="DM Sans 14pt"/>
              </a:rPr>
              <a:t>Salaries, benefits and payroll taxes for the hours our billable talent spends on client work</a:t>
            </a:r>
          </a:p>
          <a:p>
            <a:pPr algn="l">
              <a:lnSpc>
                <a:spcPct val="115000"/>
              </a:lnSpc>
              <a:spcAft>
                <a:spcPts val="300"/>
              </a:spcAft>
            </a:pPr>
            <a:r>
              <a:rPr sz="1800" b="0" i="0">
                <a:solidFill>
                  <a:srgbClr val="FFFFFF"/>
                </a:solidFill>
                <a:latin typeface="DM Sans 14pt SemiBold"/>
              </a:rPr>
              <a:t>Non-billable client out-of-pockets</a:t>
            </a:r>
          </a:p>
          <a:p>
            <a:pPr algn="l">
              <a:lnSpc>
                <a:spcPct val="115000"/>
              </a:lnSpc>
              <a:spcAft>
                <a:spcPts val="0"/>
              </a:spcAft>
            </a:pPr>
            <a:r>
              <a:rPr sz="1400" b="0" i="0">
                <a:solidFill>
                  <a:srgbClr val="FFFFFF"/>
                </a:solidFill>
                <a:latin typeface="DM Sans 14pt"/>
              </a:rPr>
              <a:t>Client-related expenses we can’t bill back: unapproved travel, entertainment, write-offs</a:t>
            </a:r>
          </a:p>
        </p:txBody>
      </p:sp>
      <p:sp>
        <p:nvSpPr>
          <p:cNvPr id="24" name="Rectangle 23"/>
          <p:cNvSpPr/>
          <p:nvPr/>
        </p:nvSpPr>
        <p:spPr>
          <a:xfrm>
            <a:off x="6227064" y="2148840"/>
            <a:ext cx="5486400" cy="361188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28816" y="2331720"/>
            <a:ext cx="4937760" cy="320040"/>
          </a:xfrm>
          <a:prstGeom prst="rect">
            <a:avLst/>
          </a:prstGeom>
          <a:noFill/>
        </p:spPr>
        <p:txBody>
          <a:bodyPr wrap="square" lIns="0" rIns="0" tIns="0" bIns="0" anchor="t"/>
          <a:lstStyle/>
          <a:p>
            <a:pPr algn="l">
              <a:spcAft>
                <a:spcPts val="0"/>
              </a:spcAft>
            </a:pPr>
            <a:r>
              <a:rPr sz="1400" b="0" i="0">
                <a:solidFill>
                  <a:srgbClr val="6B6B6B"/>
                </a:solidFill>
                <a:latin typeface="DM Sans 14pt SemiBold"/>
              </a:rPr>
              <a:t>INDIRECT COSTS / OVERHEAD  ·  AGENCY OPERATIONS</a:t>
            </a:r>
          </a:p>
        </p:txBody>
      </p:sp>
      <p:sp>
        <p:nvSpPr>
          <p:cNvPr id="26" name="TextBox 25"/>
          <p:cNvSpPr txBox="1"/>
          <p:nvPr/>
        </p:nvSpPr>
        <p:spPr>
          <a:xfrm>
            <a:off x="6528816" y="2834640"/>
            <a:ext cx="4937760" cy="2743200"/>
          </a:xfrm>
          <a:prstGeom prst="rect">
            <a:avLst/>
          </a:prstGeom>
          <a:noFill/>
        </p:spPr>
        <p:txBody>
          <a:bodyPr wrap="square" lIns="0" rIns="0" tIns="0" bIns="0" anchor="t"/>
          <a:lstStyle/>
          <a:p>
            <a:pPr algn="l" marL="201168" indent="-201168">
              <a:spcAft>
                <a:spcPts val="700"/>
              </a:spcAft>
              <a:buClr>
                <a:srgbClr val="6B6B6B"/>
              </a:buClr>
              <a:buFont typeface="Arial"/>
              <a:buChar char="•"/>
            </a:pPr>
            <a:r>
              <a:rPr sz="1600" b="0" i="0">
                <a:solidFill>
                  <a:srgbClr val="333333"/>
                </a:solidFill>
                <a:latin typeface="DM Sans 14pt"/>
              </a:rPr>
              <a:t>Rent and utilities</a:t>
            </a:r>
          </a:p>
          <a:p>
            <a:pPr algn="l" marL="201168" indent="-201168">
              <a:spcAft>
                <a:spcPts val="700"/>
              </a:spcAft>
              <a:buClr>
                <a:srgbClr val="6B6B6B"/>
              </a:buClr>
              <a:buFont typeface="Arial"/>
              <a:buChar char="•"/>
            </a:pPr>
            <a:r>
              <a:rPr sz="1600" b="0" i="0">
                <a:solidFill>
                  <a:srgbClr val="333333"/>
                </a:solidFill>
                <a:latin typeface="DM Sans 14pt"/>
              </a:rPr>
              <a:t>IT and equipment</a:t>
            </a:r>
          </a:p>
          <a:p>
            <a:pPr algn="l" marL="201168" indent="-201168">
              <a:spcAft>
                <a:spcPts val="700"/>
              </a:spcAft>
              <a:buClr>
                <a:srgbClr val="6B6B6B"/>
              </a:buClr>
              <a:buFont typeface="Arial"/>
              <a:buChar char="•"/>
            </a:pPr>
            <a:r>
              <a:rPr sz="1600" b="0" i="0">
                <a:solidFill>
                  <a:srgbClr val="333333"/>
                </a:solidFill>
                <a:latin typeface="DM Sans 14pt"/>
              </a:rPr>
              <a:t>Administrative staff</a:t>
            </a:r>
          </a:p>
          <a:p>
            <a:pPr algn="l" marL="201168" indent="-201168">
              <a:spcAft>
                <a:spcPts val="700"/>
              </a:spcAft>
              <a:buClr>
                <a:srgbClr val="6B6B6B"/>
              </a:buClr>
              <a:buFont typeface="Arial"/>
              <a:buChar char="•"/>
            </a:pPr>
            <a:r>
              <a:rPr sz="1600" b="0" i="0">
                <a:solidFill>
                  <a:srgbClr val="333333"/>
                </a:solidFill>
                <a:latin typeface="DM Sans 14pt"/>
              </a:rPr>
              <a:t>Legal and HR</a:t>
            </a:r>
          </a:p>
          <a:p>
            <a:pPr algn="l" marL="201168" indent="-201168">
              <a:spcAft>
                <a:spcPts val="700"/>
              </a:spcAft>
              <a:buClr>
                <a:srgbClr val="6B6B6B"/>
              </a:buClr>
              <a:buFont typeface="Arial"/>
              <a:buChar char="•"/>
            </a:pPr>
            <a:r>
              <a:rPr sz="1600" b="0" i="0">
                <a:solidFill>
                  <a:srgbClr val="333333"/>
                </a:solidFill>
                <a:latin typeface="DM Sans 14pt"/>
              </a:rPr>
              <a:t>Marketing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The benchmarks of financial health</a:t>
            </a:r>
          </a:p>
        </p:txBody>
      </p:sp>
      <p:sp>
        <p:nvSpPr>
          <p:cNvPr id="3" name="Text Placeholder 2"/>
          <p:cNvSpPr>
            <a:spLocks noGrp="1"/>
          </p:cNvSpPr>
          <p:nvPr>
            <p:ph type="body" idx="36" sz="quarter"/>
          </p:nvPr>
        </p:nvSpPr>
        <p:spPr/>
        <p:txBody>
          <a:bodyPr/>
          <a:lstStyle/>
          <a:p>
            <a:r>
              <a:t>FINANCE 101</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48840"/>
            <a:ext cx="3657600" cy="25146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9808" y="2331720"/>
            <a:ext cx="3108960" cy="320040"/>
          </a:xfrm>
          <a:prstGeom prst="rect">
            <a:avLst/>
          </a:prstGeom>
          <a:noFill/>
        </p:spPr>
        <p:txBody>
          <a:bodyPr wrap="square" lIns="0" rIns="0" tIns="0" bIns="0" anchor="t"/>
          <a:lstStyle/>
          <a:p>
            <a:pPr algn="l">
              <a:spcAft>
                <a:spcPts val="0"/>
              </a:spcAft>
            </a:pPr>
            <a:r>
              <a:rPr sz="1400" b="0" i="0">
                <a:solidFill>
                  <a:srgbClr val="FF3333"/>
                </a:solidFill>
                <a:latin typeface="DM Sans 14pt SemiBold"/>
              </a:rPr>
              <a:t>DIRECT MARGIN</a:t>
            </a:r>
          </a:p>
        </p:txBody>
      </p:sp>
      <p:sp>
        <p:nvSpPr>
          <p:cNvPr id="23" name="TextBox 22"/>
          <p:cNvSpPr txBox="1"/>
          <p:nvPr/>
        </p:nvSpPr>
        <p:spPr>
          <a:xfrm>
            <a:off x="749808" y="2697480"/>
            <a:ext cx="3108960" cy="411480"/>
          </a:xfrm>
          <a:prstGeom prst="rect">
            <a:avLst/>
          </a:prstGeom>
          <a:noFill/>
        </p:spPr>
        <p:txBody>
          <a:bodyPr wrap="square" lIns="0" rIns="0" tIns="0" bIns="0" anchor="t"/>
          <a:lstStyle/>
          <a:p>
            <a:pPr algn="l">
              <a:spcAft>
                <a:spcPts val="0"/>
              </a:spcAft>
            </a:pPr>
            <a:r>
              <a:rPr sz="1600" b="0" i="0">
                <a:solidFill>
                  <a:srgbClr val="122A4E"/>
                </a:solidFill>
                <a:latin typeface="DM Sans 14pt"/>
              </a:rPr>
              <a:t>Net Revenue  −  Direct Costs</a:t>
            </a:r>
          </a:p>
        </p:txBody>
      </p:sp>
      <p:cxnSp>
        <p:nvCxnSpPr>
          <p:cNvPr id="24" name="Connector 23"/>
          <p:cNvCxnSpPr/>
          <p:nvPr/>
        </p:nvCxnSpPr>
        <p:spPr>
          <a:xfrm>
            <a:off x="749808" y="3246120"/>
            <a:ext cx="3108960"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49808" y="3337560"/>
            <a:ext cx="3108960" cy="228600"/>
          </a:xfrm>
          <a:prstGeom prst="rect">
            <a:avLst/>
          </a:prstGeom>
          <a:noFill/>
        </p:spPr>
        <p:txBody>
          <a:bodyPr wrap="square" lIns="0" rIns="0" tIns="0" bIns="0" anchor="t"/>
          <a:lstStyle/>
          <a:p>
            <a:pPr algn="l">
              <a:spcAft>
                <a:spcPts val="0"/>
              </a:spcAft>
            </a:pPr>
            <a:r>
              <a:rPr sz="1100" b="0" i="0">
                <a:solidFill>
                  <a:srgbClr val="6B6B6B"/>
                </a:solidFill>
                <a:latin typeface="DM Sans 14pt SemiBold"/>
              </a:rPr>
              <a:t>TARGET</a:t>
            </a:r>
          </a:p>
        </p:txBody>
      </p:sp>
      <p:sp>
        <p:nvSpPr>
          <p:cNvPr id="26" name="TextBox 25"/>
          <p:cNvSpPr txBox="1"/>
          <p:nvPr/>
        </p:nvSpPr>
        <p:spPr>
          <a:xfrm>
            <a:off x="749808" y="3566160"/>
            <a:ext cx="3108960" cy="777240"/>
          </a:xfrm>
          <a:prstGeom prst="rect">
            <a:avLst/>
          </a:prstGeom>
          <a:noFill/>
        </p:spPr>
        <p:txBody>
          <a:bodyPr wrap="square" lIns="0" rIns="0" tIns="0" bIns="0" anchor="t"/>
          <a:lstStyle/>
          <a:p>
            <a:pPr algn="l">
              <a:spcAft>
                <a:spcPts val="0"/>
              </a:spcAft>
            </a:pPr>
            <a:r>
              <a:rPr sz="4800" b="0" i="0">
                <a:solidFill>
                  <a:srgbClr val="FF3333"/>
                </a:solidFill>
                <a:latin typeface="DM Sans 14pt ExtraLight"/>
              </a:rPr>
              <a:t>55–62%</a:t>
            </a:r>
          </a:p>
        </p:txBody>
      </p:sp>
      <p:sp>
        <p:nvSpPr>
          <p:cNvPr id="27" name="TextBox 26"/>
          <p:cNvSpPr txBox="1"/>
          <p:nvPr/>
        </p:nvSpPr>
        <p:spPr>
          <a:xfrm>
            <a:off x="749808" y="4297680"/>
            <a:ext cx="310896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of Net Revenue</a:t>
            </a:r>
          </a:p>
        </p:txBody>
      </p:sp>
      <p:sp>
        <p:nvSpPr>
          <p:cNvPr id="28" name="Rectangle 27"/>
          <p:cNvSpPr/>
          <p:nvPr/>
        </p:nvSpPr>
        <p:spPr>
          <a:xfrm>
            <a:off x="4361688" y="2148840"/>
            <a:ext cx="3657600" cy="25146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636007" y="2331720"/>
            <a:ext cx="3108960" cy="320040"/>
          </a:xfrm>
          <a:prstGeom prst="rect">
            <a:avLst/>
          </a:prstGeom>
          <a:noFill/>
        </p:spPr>
        <p:txBody>
          <a:bodyPr wrap="square" lIns="0" rIns="0" tIns="0" bIns="0" anchor="t"/>
          <a:lstStyle/>
          <a:p>
            <a:pPr algn="l">
              <a:spcAft>
                <a:spcPts val="0"/>
              </a:spcAft>
            </a:pPr>
            <a:r>
              <a:rPr sz="1400" b="0" i="0">
                <a:solidFill>
                  <a:srgbClr val="122A4E"/>
                </a:solidFill>
                <a:latin typeface="DM Sans 14pt SemiBold"/>
              </a:rPr>
              <a:t>OPERATING PROFIT</a:t>
            </a:r>
          </a:p>
        </p:txBody>
      </p:sp>
      <p:sp>
        <p:nvSpPr>
          <p:cNvPr id="30" name="TextBox 29"/>
          <p:cNvSpPr txBox="1"/>
          <p:nvPr/>
        </p:nvSpPr>
        <p:spPr>
          <a:xfrm>
            <a:off x="4636007" y="2697480"/>
            <a:ext cx="3108960" cy="411480"/>
          </a:xfrm>
          <a:prstGeom prst="rect">
            <a:avLst/>
          </a:prstGeom>
          <a:noFill/>
        </p:spPr>
        <p:txBody>
          <a:bodyPr wrap="square" lIns="0" rIns="0" tIns="0" bIns="0" anchor="t"/>
          <a:lstStyle/>
          <a:p>
            <a:pPr algn="l">
              <a:spcAft>
                <a:spcPts val="0"/>
              </a:spcAft>
            </a:pPr>
            <a:r>
              <a:rPr sz="1600" b="0" i="0">
                <a:solidFill>
                  <a:srgbClr val="122A4E"/>
                </a:solidFill>
                <a:latin typeface="DM Sans 14pt"/>
              </a:rPr>
              <a:t>Direct Margin  −  Overhead</a:t>
            </a:r>
          </a:p>
        </p:txBody>
      </p:sp>
      <p:cxnSp>
        <p:nvCxnSpPr>
          <p:cNvPr id="31" name="Connector 30"/>
          <p:cNvCxnSpPr/>
          <p:nvPr/>
        </p:nvCxnSpPr>
        <p:spPr>
          <a:xfrm>
            <a:off x="4636007" y="3246120"/>
            <a:ext cx="3108960"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636007" y="3337560"/>
            <a:ext cx="3108960" cy="228600"/>
          </a:xfrm>
          <a:prstGeom prst="rect">
            <a:avLst/>
          </a:prstGeom>
          <a:noFill/>
        </p:spPr>
        <p:txBody>
          <a:bodyPr wrap="square" lIns="0" rIns="0" tIns="0" bIns="0" anchor="t"/>
          <a:lstStyle/>
          <a:p>
            <a:pPr algn="l">
              <a:spcAft>
                <a:spcPts val="0"/>
              </a:spcAft>
            </a:pPr>
            <a:r>
              <a:rPr sz="1100" b="0" i="0">
                <a:solidFill>
                  <a:srgbClr val="6B6B6B"/>
                </a:solidFill>
                <a:latin typeface="DM Sans 14pt SemiBold"/>
              </a:rPr>
              <a:t>TARGET</a:t>
            </a:r>
          </a:p>
        </p:txBody>
      </p:sp>
      <p:sp>
        <p:nvSpPr>
          <p:cNvPr id="33" name="TextBox 32"/>
          <p:cNvSpPr txBox="1"/>
          <p:nvPr/>
        </p:nvSpPr>
        <p:spPr>
          <a:xfrm>
            <a:off x="4636007" y="3566160"/>
            <a:ext cx="3108960" cy="777240"/>
          </a:xfrm>
          <a:prstGeom prst="rect">
            <a:avLst/>
          </a:prstGeom>
          <a:noFill/>
        </p:spPr>
        <p:txBody>
          <a:bodyPr wrap="square" lIns="0" rIns="0" tIns="0" bIns="0" anchor="t"/>
          <a:lstStyle/>
          <a:p>
            <a:pPr algn="l">
              <a:spcAft>
                <a:spcPts val="0"/>
              </a:spcAft>
            </a:pPr>
            <a:r>
              <a:rPr sz="4800" b="0" i="0">
                <a:solidFill>
                  <a:srgbClr val="122A4E"/>
                </a:solidFill>
                <a:latin typeface="DM Sans 14pt ExtraLight"/>
              </a:rPr>
              <a:t>~20%</a:t>
            </a:r>
          </a:p>
        </p:txBody>
      </p:sp>
      <p:sp>
        <p:nvSpPr>
          <p:cNvPr id="34" name="TextBox 33"/>
          <p:cNvSpPr txBox="1"/>
          <p:nvPr/>
        </p:nvSpPr>
        <p:spPr>
          <a:xfrm>
            <a:off x="4636007" y="4297680"/>
            <a:ext cx="310896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of Net Revenue</a:t>
            </a:r>
          </a:p>
        </p:txBody>
      </p:sp>
      <p:sp>
        <p:nvSpPr>
          <p:cNvPr id="35" name="TextBox 34"/>
          <p:cNvSpPr txBox="1"/>
          <p:nvPr/>
        </p:nvSpPr>
        <p:spPr>
          <a:xfrm>
            <a:off x="8247888" y="2148840"/>
            <a:ext cx="3465576" cy="320040"/>
          </a:xfrm>
          <a:prstGeom prst="rect">
            <a:avLst/>
          </a:prstGeom>
          <a:noFill/>
        </p:spPr>
        <p:txBody>
          <a:bodyPr wrap="square" lIns="0" rIns="0" tIns="0" bIns="0" anchor="t"/>
          <a:lstStyle/>
          <a:p>
            <a:pPr algn="l">
              <a:spcAft>
                <a:spcPts val="0"/>
              </a:spcAft>
            </a:pPr>
            <a:r>
              <a:rPr sz="1200" b="0" i="0">
                <a:solidFill>
                  <a:srgbClr val="6B6B6B"/>
                </a:solidFill>
                <a:latin typeface="DM Sans 14pt SemiBold"/>
              </a:rPr>
              <a:t>EXAMPLE: $100K OF NET REVENUE</a:t>
            </a:r>
          </a:p>
        </p:txBody>
      </p:sp>
      <p:sp>
        <p:nvSpPr>
          <p:cNvPr id="36" name="Rectangle 35"/>
          <p:cNvSpPr/>
          <p:nvPr/>
        </p:nvSpPr>
        <p:spPr>
          <a:xfrm>
            <a:off x="8247888" y="2606040"/>
            <a:ext cx="1455541" cy="68580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703429" y="2606040"/>
            <a:ext cx="2010034" cy="685800"/>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247888" y="3429000"/>
            <a:ext cx="1463040" cy="640080"/>
          </a:xfrm>
          <a:prstGeom prst="rect">
            <a:avLst/>
          </a:prstGeom>
          <a:noFill/>
        </p:spPr>
        <p:txBody>
          <a:bodyPr wrap="square" lIns="0" rIns="0" tIns="0" bIns="0" anchor="t"/>
          <a:lstStyle/>
          <a:p>
            <a:pPr algn="l">
              <a:lnSpc>
                <a:spcPct val="105000"/>
              </a:lnSpc>
              <a:spcAft>
                <a:spcPts val="0"/>
              </a:spcAft>
            </a:pPr>
            <a:r>
              <a:rPr sz="1600" b="0" i="0">
                <a:solidFill>
                  <a:srgbClr val="122A4E"/>
                </a:solidFill>
                <a:latin typeface="DM Sans 14pt SemiBold"/>
              </a:rPr>
              <a:t>$38–45K</a:t>
            </a:r>
          </a:p>
          <a:p>
            <a:pPr algn="l">
              <a:lnSpc>
                <a:spcPct val="105000"/>
              </a:lnSpc>
              <a:spcAft>
                <a:spcPts val="0"/>
              </a:spcAft>
            </a:pPr>
            <a:r>
              <a:rPr sz="1300" b="0" i="0">
                <a:solidFill>
                  <a:srgbClr val="333333"/>
                </a:solidFill>
                <a:latin typeface="DM Sans 14pt"/>
              </a:rPr>
              <a:t>Direct costs</a:t>
            </a:r>
          </a:p>
        </p:txBody>
      </p:sp>
      <p:sp>
        <p:nvSpPr>
          <p:cNvPr id="39" name="TextBox 38"/>
          <p:cNvSpPr txBox="1"/>
          <p:nvPr/>
        </p:nvSpPr>
        <p:spPr>
          <a:xfrm>
            <a:off x="9848088" y="3429000"/>
            <a:ext cx="1828800" cy="640080"/>
          </a:xfrm>
          <a:prstGeom prst="rect">
            <a:avLst/>
          </a:prstGeom>
          <a:noFill/>
        </p:spPr>
        <p:txBody>
          <a:bodyPr wrap="square" lIns="0" rIns="0" tIns="0" bIns="0" anchor="t"/>
          <a:lstStyle/>
          <a:p>
            <a:pPr algn="l">
              <a:lnSpc>
                <a:spcPct val="105000"/>
              </a:lnSpc>
              <a:spcAft>
                <a:spcPts val="0"/>
              </a:spcAft>
            </a:pPr>
            <a:r>
              <a:rPr sz="1600" b="0" i="0">
                <a:solidFill>
                  <a:srgbClr val="FF3333"/>
                </a:solidFill>
                <a:latin typeface="DM Sans 14pt SemiBold"/>
              </a:rPr>
              <a:t>$55–62K</a:t>
            </a:r>
          </a:p>
          <a:p>
            <a:pPr algn="l">
              <a:lnSpc>
                <a:spcPct val="105000"/>
              </a:lnSpc>
              <a:spcAft>
                <a:spcPts val="0"/>
              </a:spcAft>
            </a:pPr>
            <a:r>
              <a:rPr sz="1300" b="0" i="0">
                <a:solidFill>
                  <a:srgbClr val="333333"/>
                </a:solidFill>
                <a:latin typeface="DM Sans 14pt"/>
              </a:rPr>
              <a:t>Direct Margin</a:t>
            </a:r>
          </a:p>
        </p:txBody>
      </p:sp>
      <p:sp>
        <p:nvSpPr>
          <p:cNvPr id="40" name="TextBox 39"/>
          <p:cNvSpPr txBox="1"/>
          <p:nvPr/>
        </p:nvSpPr>
        <p:spPr>
          <a:xfrm>
            <a:off x="8247888" y="4206240"/>
            <a:ext cx="3465576" cy="548640"/>
          </a:xfrm>
          <a:prstGeom prst="rect">
            <a:avLst/>
          </a:prstGeom>
          <a:noFill/>
        </p:spPr>
        <p:txBody>
          <a:bodyPr wrap="square" lIns="0" rIns="0" tIns="0" bIns="0" anchor="t"/>
          <a:lstStyle/>
          <a:p>
            <a:pPr algn="l">
              <a:lnSpc>
                <a:spcPct val="110000"/>
              </a:lnSpc>
              <a:spcAft>
                <a:spcPts val="0"/>
              </a:spcAft>
            </a:pPr>
            <a:r>
              <a:rPr sz="1300" b="0" i="0">
                <a:solidFill>
                  <a:srgbClr val="333333"/>
                </a:solidFill>
                <a:latin typeface="DM Sans 14pt"/>
              </a:rPr>
              <a:t>Direct Margin covers agency overhead and creates profit</a:t>
            </a:r>
          </a:p>
        </p:txBody>
      </p:sp>
      <p:sp>
        <p:nvSpPr>
          <p:cNvPr id="41" name="TextBox 40"/>
          <p:cNvSpPr txBox="1"/>
          <p:nvPr/>
        </p:nvSpPr>
        <p:spPr>
          <a:xfrm>
            <a:off x="475488" y="4892040"/>
            <a:ext cx="11237976" cy="274320"/>
          </a:xfrm>
          <a:prstGeom prst="rect">
            <a:avLst/>
          </a:prstGeom>
          <a:noFill/>
        </p:spPr>
        <p:txBody>
          <a:bodyPr wrap="square" lIns="0" rIns="0" tIns="0" bIns="0" anchor="t"/>
          <a:lstStyle/>
          <a:p>
            <a:pPr algn="l">
              <a:spcAft>
                <a:spcPts val="0"/>
              </a:spcAft>
            </a:pPr>
            <a:r>
              <a:rPr sz="1200" b="0" i="0">
                <a:solidFill>
                  <a:srgbClr val="6B6B6B"/>
                </a:solidFill>
                <a:latin typeface="DM Sans 14pt SemiBold"/>
              </a:rPr>
              <a:t>WHY PROFIT MATTERS  ·  IT PAYS FOR</a:t>
            </a:r>
          </a:p>
        </p:txBody>
      </p:sp>
      <p:sp>
        <p:nvSpPr>
          <p:cNvPr id="42" name="Rectangle 41"/>
          <p:cNvSpPr/>
          <p:nvPr/>
        </p:nvSpPr>
        <p:spPr>
          <a:xfrm>
            <a:off x="475488" y="5212080"/>
            <a:ext cx="2101291" cy="50292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400" b="0" i="0">
                <a:solidFill>
                  <a:srgbClr val="FFFFFF"/>
                </a:solidFill>
                <a:latin typeface="DM Sans 14pt SemiBold"/>
              </a:rPr>
              <a:t>Raises</a:t>
            </a:r>
          </a:p>
        </p:txBody>
      </p:sp>
      <p:sp>
        <p:nvSpPr>
          <p:cNvPr id="43" name="Rectangle 42"/>
          <p:cNvSpPr/>
          <p:nvPr/>
        </p:nvSpPr>
        <p:spPr>
          <a:xfrm>
            <a:off x="2759659" y="5212080"/>
            <a:ext cx="2101291" cy="50292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400" b="0" i="0">
                <a:solidFill>
                  <a:srgbClr val="FFFFFF"/>
                </a:solidFill>
                <a:latin typeface="DM Sans 14pt SemiBold"/>
              </a:rPr>
              <a:t>Bonuses</a:t>
            </a:r>
          </a:p>
        </p:txBody>
      </p:sp>
      <p:sp>
        <p:nvSpPr>
          <p:cNvPr id="44" name="Rectangle 43"/>
          <p:cNvSpPr/>
          <p:nvPr/>
        </p:nvSpPr>
        <p:spPr>
          <a:xfrm>
            <a:off x="5043830" y="5212080"/>
            <a:ext cx="2101291" cy="50292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400" b="0" i="0">
                <a:solidFill>
                  <a:srgbClr val="FFFFFF"/>
                </a:solidFill>
                <a:latin typeface="DM Sans 14pt SemiBold"/>
              </a:rPr>
              <a:t>New technology</a:t>
            </a:r>
          </a:p>
        </p:txBody>
      </p:sp>
      <p:sp>
        <p:nvSpPr>
          <p:cNvPr id="45" name="Rectangle 44"/>
          <p:cNvSpPr/>
          <p:nvPr/>
        </p:nvSpPr>
        <p:spPr>
          <a:xfrm>
            <a:off x="7328001" y="5212080"/>
            <a:ext cx="2101291" cy="50292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400" b="0" i="0">
                <a:solidFill>
                  <a:srgbClr val="FFFFFF"/>
                </a:solidFill>
                <a:latin typeface="DM Sans 14pt SemiBold"/>
              </a:rPr>
              <a:t>Training</a:t>
            </a:r>
          </a:p>
        </p:txBody>
      </p:sp>
      <p:sp>
        <p:nvSpPr>
          <p:cNvPr id="46" name="Rectangle 45"/>
          <p:cNvSpPr/>
          <p:nvPr/>
        </p:nvSpPr>
        <p:spPr>
          <a:xfrm>
            <a:off x="9612172" y="5212080"/>
            <a:ext cx="2101291" cy="50292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400" b="0" i="0">
                <a:solidFill>
                  <a:srgbClr val="FFFFFF"/>
                </a:solidFill>
                <a:latin typeface="DM Sans 14pt SemiBold"/>
              </a:rPr>
              <a:t>Team perks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Quick example: revenue vs. profitability</a:t>
            </a:r>
          </a:p>
        </p:txBody>
      </p:sp>
      <p:sp>
        <p:nvSpPr>
          <p:cNvPr id="3" name="Text Placeholder 2"/>
          <p:cNvSpPr>
            <a:spLocks noGrp="1"/>
          </p:cNvSpPr>
          <p:nvPr>
            <p:ph type="body" idx="36" sz="quarter"/>
          </p:nvPr>
        </p:nvSpPr>
        <p:spPr/>
        <p:txBody>
          <a:bodyPr/>
          <a:lstStyle/>
          <a:p>
            <a:r>
              <a:t>FINANCE 101</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48840"/>
            <a:ext cx="5486400" cy="45720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9808" y="2148840"/>
            <a:ext cx="4937760" cy="457200"/>
          </a:xfrm>
          <a:prstGeom prst="rect">
            <a:avLst/>
          </a:prstGeom>
          <a:noFill/>
        </p:spPr>
        <p:txBody>
          <a:bodyPr wrap="square" lIns="0" rIns="0" tIns="0" bIns="0" anchor="ctr"/>
          <a:lstStyle/>
          <a:p>
            <a:pPr algn="l">
              <a:spcAft>
                <a:spcPts val="0"/>
              </a:spcAft>
            </a:pPr>
            <a:r>
              <a:rPr sz="1400" b="0" i="0">
                <a:solidFill>
                  <a:srgbClr val="FFFFFF"/>
                </a:solidFill>
                <a:latin typeface="DM Sans 14pt SemiBold"/>
              </a:rPr>
              <a:t>COMPANY ALPHA</a:t>
            </a:r>
          </a:p>
        </p:txBody>
      </p:sp>
      <p:sp>
        <p:nvSpPr>
          <p:cNvPr id="23" name="Rectangle 22"/>
          <p:cNvSpPr/>
          <p:nvPr/>
        </p:nvSpPr>
        <p:spPr>
          <a:xfrm>
            <a:off x="475488" y="2606040"/>
            <a:ext cx="5486400" cy="23774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2788920"/>
            <a:ext cx="114300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Revenue</a:t>
            </a:r>
          </a:p>
        </p:txBody>
      </p:sp>
      <p:sp>
        <p:nvSpPr>
          <p:cNvPr id="25" name="TextBox 24"/>
          <p:cNvSpPr txBox="1"/>
          <p:nvPr/>
        </p:nvSpPr>
        <p:spPr>
          <a:xfrm>
            <a:off x="749808" y="3044952"/>
            <a:ext cx="114300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$2.0M</a:t>
            </a:r>
          </a:p>
        </p:txBody>
      </p:sp>
      <p:sp>
        <p:nvSpPr>
          <p:cNvPr id="26" name="TextBox 25"/>
          <p:cNvSpPr txBox="1"/>
          <p:nvPr/>
        </p:nvSpPr>
        <p:spPr>
          <a:xfrm>
            <a:off x="1938528" y="2788920"/>
            <a:ext cx="114300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Direct labor</a:t>
            </a:r>
          </a:p>
        </p:txBody>
      </p:sp>
      <p:sp>
        <p:nvSpPr>
          <p:cNvPr id="27" name="TextBox 26"/>
          <p:cNvSpPr txBox="1"/>
          <p:nvPr/>
        </p:nvSpPr>
        <p:spPr>
          <a:xfrm>
            <a:off x="1938528" y="3044952"/>
            <a:ext cx="114300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$1.0M</a:t>
            </a:r>
          </a:p>
        </p:txBody>
      </p:sp>
      <p:sp>
        <p:nvSpPr>
          <p:cNvPr id="28" name="TextBox 27"/>
          <p:cNvSpPr txBox="1"/>
          <p:nvPr/>
        </p:nvSpPr>
        <p:spPr>
          <a:xfrm>
            <a:off x="3127248" y="2788920"/>
            <a:ext cx="114300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Profit</a:t>
            </a:r>
          </a:p>
        </p:txBody>
      </p:sp>
      <p:sp>
        <p:nvSpPr>
          <p:cNvPr id="29" name="TextBox 28"/>
          <p:cNvSpPr txBox="1"/>
          <p:nvPr/>
        </p:nvSpPr>
        <p:spPr>
          <a:xfrm>
            <a:off x="3127248" y="3044952"/>
            <a:ext cx="114300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$288K</a:t>
            </a:r>
          </a:p>
        </p:txBody>
      </p:sp>
      <p:sp>
        <p:nvSpPr>
          <p:cNvPr id="30" name="TextBox 29"/>
          <p:cNvSpPr txBox="1"/>
          <p:nvPr/>
        </p:nvSpPr>
        <p:spPr>
          <a:xfrm>
            <a:off x="4315968" y="2788920"/>
            <a:ext cx="146304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Profit margin</a:t>
            </a:r>
          </a:p>
        </p:txBody>
      </p:sp>
      <p:sp>
        <p:nvSpPr>
          <p:cNvPr id="31" name="TextBox 30"/>
          <p:cNvSpPr txBox="1"/>
          <p:nvPr/>
        </p:nvSpPr>
        <p:spPr>
          <a:xfrm>
            <a:off x="4315968" y="2971800"/>
            <a:ext cx="1463040" cy="822960"/>
          </a:xfrm>
          <a:prstGeom prst="rect">
            <a:avLst/>
          </a:prstGeom>
          <a:noFill/>
        </p:spPr>
        <p:txBody>
          <a:bodyPr wrap="square" lIns="0" rIns="0" tIns="0" bIns="0" anchor="t"/>
          <a:lstStyle/>
          <a:p>
            <a:pPr algn="l">
              <a:spcAft>
                <a:spcPts val="0"/>
              </a:spcAft>
            </a:pPr>
            <a:r>
              <a:rPr sz="4800" b="0" i="0">
                <a:solidFill>
                  <a:srgbClr val="122A4E"/>
                </a:solidFill>
                <a:latin typeface="DM Sans 14pt ExtraLight"/>
              </a:rPr>
              <a:t>14%</a:t>
            </a:r>
          </a:p>
        </p:txBody>
      </p:sp>
      <p:cxnSp>
        <p:nvCxnSpPr>
          <p:cNvPr id="32" name="Connector 31"/>
          <p:cNvCxnSpPr/>
          <p:nvPr/>
        </p:nvCxnSpPr>
        <p:spPr>
          <a:xfrm>
            <a:off x="749808" y="3931920"/>
            <a:ext cx="4937760"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49808" y="4069080"/>
            <a:ext cx="4937760" cy="731520"/>
          </a:xfrm>
          <a:prstGeom prst="rect">
            <a:avLst/>
          </a:prstGeom>
          <a:noFill/>
        </p:spPr>
        <p:txBody>
          <a:bodyPr wrap="square" lIns="0" rIns="0" tIns="0" bIns="0" anchor="t"/>
          <a:lstStyle/>
          <a:p>
            <a:pPr algn="l">
              <a:lnSpc>
                <a:spcPct val="110000"/>
              </a:lnSpc>
              <a:spcAft>
                <a:spcPts val="0"/>
              </a:spcAft>
            </a:pPr>
            <a:r>
              <a:rPr sz="1400" b="0" i="0">
                <a:solidFill>
                  <a:srgbClr val="333333"/>
                </a:solidFill>
                <a:latin typeface="DM Sans 14pt"/>
              </a:rPr>
              <a:t>More total dollars, lower margin</a:t>
            </a:r>
          </a:p>
        </p:txBody>
      </p:sp>
      <p:sp>
        <p:nvSpPr>
          <p:cNvPr id="34" name="Rectangle 33"/>
          <p:cNvSpPr/>
          <p:nvPr/>
        </p:nvSpPr>
        <p:spPr>
          <a:xfrm>
            <a:off x="6227064" y="2148840"/>
            <a:ext cx="5486400" cy="457200"/>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501384" y="2148840"/>
            <a:ext cx="4937760" cy="457200"/>
          </a:xfrm>
          <a:prstGeom prst="rect">
            <a:avLst/>
          </a:prstGeom>
          <a:noFill/>
        </p:spPr>
        <p:txBody>
          <a:bodyPr wrap="square" lIns="0" rIns="0" tIns="0" bIns="0" anchor="ctr"/>
          <a:lstStyle/>
          <a:p>
            <a:pPr algn="l">
              <a:spcAft>
                <a:spcPts val="0"/>
              </a:spcAft>
            </a:pPr>
            <a:r>
              <a:rPr sz="1400" b="0" i="0">
                <a:solidFill>
                  <a:srgbClr val="FFFFFF"/>
                </a:solidFill>
                <a:latin typeface="DM Sans 14pt SemiBold"/>
              </a:rPr>
              <a:t>COMPANY BETA</a:t>
            </a:r>
          </a:p>
        </p:txBody>
      </p:sp>
      <p:sp>
        <p:nvSpPr>
          <p:cNvPr id="36" name="Rectangle 35"/>
          <p:cNvSpPr/>
          <p:nvPr/>
        </p:nvSpPr>
        <p:spPr>
          <a:xfrm>
            <a:off x="6227064" y="2606040"/>
            <a:ext cx="5486400" cy="23774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01384" y="2788920"/>
            <a:ext cx="114300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Revenue</a:t>
            </a:r>
          </a:p>
        </p:txBody>
      </p:sp>
      <p:sp>
        <p:nvSpPr>
          <p:cNvPr id="38" name="TextBox 37"/>
          <p:cNvSpPr txBox="1"/>
          <p:nvPr/>
        </p:nvSpPr>
        <p:spPr>
          <a:xfrm>
            <a:off x="6501384" y="3044952"/>
            <a:ext cx="114300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$250K</a:t>
            </a:r>
          </a:p>
        </p:txBody>
      </p:sp>
      <p:sp>
        <p:nvSpPr>
          <p:cNvPr id="39" name="TextBox 38"/>
          <p:cNvSpPr txBox="1"/>
          <p:nvPr/>
        </p:nvSpPr>
        <p:spPr>
          <a:xfrm>
            <a:off x="7690104" y="2788920"/>
            <a:ext cx="114300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Direct labor</a:t>
            </a:r>
          </a:p>
        </p:txBody>
      </p:sp>
      <p:sp>
        <p:nvSpPr>
          <p:cNvPr id="40" name="TextBox 39"/>
          <p:cNvSpPr txBox="1"/>
          <p:nvPr/>
        </p:nvSpPr>
        <p:spPr>
          <a:xfrm>
            <a:off x="7690104" y="3044952"/>
            <a:ext cx="114300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$100K</a:t>
            </a:r>
          </a:p>
        </p:txBody>
      </p:sp>
      <p:sp>
        <p:nvSpPr>
          <p:cNvPr id="41" name="TextBox 40"/>
          <p:cNvSpPr txBox="1"/>
          <p:nvPr/>
        </p:nvSpPr>
        <p:spPr>
          <a:xfrm>
            <a:off x="8878824" y="2788920"/>
            <a:ext cx="114300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Profit</a:t>
            </a:r>
          </a:p>
        </p:txBody>
      </p:sp>
      <p:sp>
        <p:nvSpPr>
          <p:cNvPr id="42" name="TextBox 41"/>
          <p:cNvSpPr txBox="1"/>
          <p:nvPr/>
        </p:nvSpPr>
        <p:spPr>
          <a:xfrm>
            <a:off x="8878824" y="3044952"/>
            <a:ext cx="114300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$61K</a:t>
            </a:r>
          </a:p>
        </p:txBody>
      </p:sp>
      <p:sp>
        <p:nvSpPr>
          <p:cNvPr id="43" name="TextBox 42"/>
          <p:cNvSpPr txBox="1"/>
          <p:nvPr/>
        </p:nvSpPr>
        <p:spPr>
          <a:xfrm>
            <a:off x="10067544" y="2788920"/>
            <a:ext cx="1463040" cy="274320"/>
          </a:xfrm>
          <a:prstGeom prst="rect">
            <a:avLst/>
          </a:prstGeom>
          <a:noFill/>
        </p:spPr>
        <p:txBody>
          <a:bodyPr wrap="square" lIns="0" rIns="0" tIns="0" bIns="0" anchor="t"/>
          <a:lstStyle/>
          <a:p>
            <a:pPr algn="l">
              <a:spcAft>
                <a:spcPts val="0"/>
              </a:spcAft>
            </a:pPr>
            <a:r>
              <a:rPr sz="1200" b="0" i="0">
                <a:solidFill>
                  <a:srgbClr val="6B6B6B"/>
                </a:solidFill>
                <a:latin typeface="DM Sans 14pt"/>
              </a:rPr>
              <a:t>Profit margin</a:t>
            </a:r>
          </a:p>
        </p:txBody>
      </p:sp>
      <p:sp>
        <p:nvSpPr>
          <p:cNvPr id="44" name="TextBox 43"/>
          <p:cNvSpPr txBox="1"/>
          <p:nvPr/>
        </p:nvSpPr>
        <p:spPr>
          <a:xfrm>
            <a:off x="10067544" y="2971800"/>
            <a:ext cx="1463040" cy="822960"/>
          </a:xfrm>
          <a:prstGeom prst="rect">
            <a:avLst/>
          </a:prstGeom>
          <a:noFill/>
        </p:spPr>
        <p:txBody>
          <a:bodyPr wrap="square" lIns="0" rIns="0" tIns="0" bIns="0" anchor="t"/>
          <a:lstStyle/>
          <a:p>
            <a:pPr algn="l">
              <a:spcAft>
                <a:spcPts val="0"/>
              </a:spcAft>
            </a:pPr>
            <a:r>
              <a:rPr sz="4800" b="0" i="0">
                <a:solidFill>
                  <a:srgbClr val="FF3333"/>
                </a:solidFill>
                <a:latin typeface="DM Sans 14pt ExtraLight"/>
              </a:rPr>
              <a:t>24%</a:t>
            </a:r>
          </a:p>
        </p:txBody>
      </p:sp>
      <p:cxnSp>
        <p:nvCxnSpPr>
          <p:cNvPr id="45" name="Connector 44"/>
          <p:cNvCxnSpPr/>
          <p:nvPr/>
        </p:nvCxnSpPr>
        <p:spPr>
          <a:xfrm>
            <a:off x="6501384" y="3931920"/>
            <a:ext cx="4937760"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501384" y="4069080"/>
            <a:ext cx="4937760" cy="731520"/>
          </a:xfrm>
          <a:prstGeom prst="rect">
            <a:avLst/>
          </a:prstGeom>
          <a:noFill/>
        </p:spPr>
        <p:txBody>
          <a:bodyPr wrap="square" lIns="0" rIns="0" tIns="0" bIns="0" anchor="t"/>
          <a:lstStyle/>
          <a:p>
            <a:pPr algn="l">
              <a:lnSpc>
                <a:spcPct val="110000"/>
              </a:lnSpc>
              <a:spcAft>
                <a:spcPts val="0"/>
              </a:spcAft>
            </a:pPr>
            <a:r>
              <a:rPr sz="1400" b="0" i="0">
                <a:solidFill>
                  <a:srgbClr val="333333"/>
                </a:solidFill>
                <a:latin typeface="DM Sans 14pt"/>
              </a:rPr>
              <a:t>Fewer dollars, healthier margin: scope and staffing managed well</a:t>
            </a:r>
          </a:p>
        </p:txBody>
      </p:sp>
      <p:sp>
        <p:nvSpPr>
          <p:cNvPr id="47" name="Rectangle 46"/>
          <p:cNvSpPr/>
          <p:nvPr/>
        </p:nvSpPr>
        <p:spPr>
          <a:xfrm>
            <a:off x="475488" y="4983480"/>
            <a:ext cx="11237976" cy="73152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77240" y="4983480"/>
            <a:ext cx="10698480" cy="731520"/>
          </a:xfrm>
          <a:prstGeom prst="rect">
            <a:avLst/>
          </a:prstGeom>
          <a:noFill/>
        </p:spPr>
        <p:txBody>
          <a:bodyPr wrap="square" lIns="0" rIns="0" tIns="0" bIns="0" anchor="ctr"/>
          <a:lstStyle/>
          <a:p>
            <a:pPr algn="l">
              <a:spcAft>
                <a:spcPts val="0"/>
              </a:spcAft>
            </a:pPr>
            <a:r>
              <a:rPr sz="2000" b="0" i="0">
                <a:solidFill>
                  <a:srgbClr val="FFFFFF"/>
                </a:solidFill>
                <a:latin typeface="DM Sans 14pt SemiBold"/>
              </a:rPr>
              <a:t>Profit margin is our true measure of health,  </a:t>
            </a:r>
            <a:r>
              <a:rPr sz="2000" b="0" i="0">
                <a:solidFill>
                  <a:srgbClr val="FFFFFF"/>
                </a:solidFill>
                <a:latin typeface="DM Sans 14pt ExtraLight"/>
              </a:rPr>
              <a:t>not total revenue.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9768" y="2240280"/>
            <a:ext cx="10515600" cy="1188720"/>
          </a:xfrm>
        </p:spPr>
        <p:txBody>
          <a:bodyPr anchor="b" wrap="none"/>
          <a:lstStyle/>
          <a:p>
            <a:r>
              <a:rPr sz="5400" b="0" i="0">
                <a:solidFill>
                  <a:srgbClr val="FFFFFF"/>
                </a:solidFill>
                <a:latin typeface="DM Sans 14pt ExtraLight"/>
              </a:rPr>
              <a:t>WTA in Action</a:t>
            </a:r>
          </a:p>
        </p:txBody>
      </p:sp>
      <p:sp>
        <p:nvSpPr>
          <p:cNvPr id="3" name="Text Placeholder 2"/>
          <p:cNvSpPr>
            <a:spLocks noGrp="1"/>
          </p:cNvSpPr>
          <p:nvPr>
            <p:ph type="body" idx="36" sz="quarter"/>
          </p:nvPr>
        </p:nvSpPr>
        <p:spPr/>
        <p:txBody>
          <a:bodyPr/>
          <a:lstStyle/>
          <a:p>
            <a:r>
              <a:t>PART 2  ·  15:00 – 35:00</a:t>
            </a:r>
          </a:p>
        </p:txBody>
      </p:sp>
      <p:sp>
        <p:nvSpPr>
          <p:cNvPr id="4" name="Footer Placeholder 3">
            <a:extLst>
              <a:ext uri="{FF2B5EF4-FFF2-40B4-BE49-F238E27FC236}">
                <a16:creationId xmlns:a16="http://schemas.microsoft.com/office/drawing/2014/main" id="{459CA1FC-9541-41A8-4087-DBC5C87DB3B5}"/>
              </a:ext>
            </a:extLst>
          </p:cNvPr>
          <p:cNvSpPr>
            <a:spLocks noGrp="1"/>
          </p:cNvSpPr>
          <p:nvPr>
            <p:ph type="ftr" sz="quarter" idx="11"/>
          </p:nvPr>
        </p:nvSpPr>
        <p:spPr>
          <a:xfrm>
            <a:off x="1102149" y="6363845"/>
            <a:ext cx="7315200" cy="200055"/>
          </a:xfrm>
        </p:spPr>
        <p:txBody>
          <a:bodyPr>
            <a:spAutoFit/>
          </a:bodyPr>
          <a:lstStyle>
            <a:lvl1pPr>
              <a:defRPr sz="1000">
                <a:solidFill>
                  <a:schemeClr val="bg2"/>
                </a:solidFill>
              </a:defRPr>
            </a:lvl1pPr>
          </a:lstStyle>
          <a:p>
            <a:r>
              <a:rPr lang="en-US" dirty="0"/>
              <a:t>Mastering Agency Commercials  |  WTA  |  Maple Ranch</a:t>
            </a:r>
          </a:p>
        </p:txBody>
      </p:sp>
      <p:sp>
        <p:nvSpPr>
          <p:cNvPr id="5" name="Slide Number Placeholder 4">
            <a:extLst>
              <a:ext uri="{FF2B5EF4-FFF2-40B4-BE49-F238E27FC236}">
                <a16:creationId xmlns:a16="http://schemas.microsoft.com/office/drawing/2014/main" id="{6164CD1E-3C24-D94A-9F15-738FBD12F5F4}"/>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sp>
        <p:nvSpPr>
          <p:cNvPr id="6" name="TextBox 5"/>
          <p:cNvSpPr txBox="1"/>
          <p:nvPr/>
        </p:nvSpPr>
        <p:spPr>
          <a:xfrm>
            <a:off x="448056" y="3657600"/>
            <a:ext cx="9144000" cy="548640"/>
          </a:xfrm>
          <a:prstGeom prst="rect">
            <a:avLst/>
          </a:prstGeom>
          <a:noFill/>
        </p:spPr>
        <p:txBody>
          <a:bodyPr wrap="square" lIns="0" rIns="0" tIns="0" bIns="0" anchor="t"/>
          <a:lstStyle/>
          <a:p>
            <a:pPr algn="l">
              <a:spcAft>
                <a:spcPts val="0"/>
              </a:spcAft>
            </a:pPr>
            <a:r>
              <a:rPr sz="2200" b="0" i="0">
                <a:solidFill>
                  <a:srgbClr val="FFFFFF"/>
                </a:solidFill>
                <a:latin typeface="DM Sans 14pt"/>
              </a:rPr>
              <a:t>Managing growth and margin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Who owns financial health at WTA?</a:t>
            </a:r>
          </a:p>
        </p:txBody>
      </p:sp>
      <p:sp>
        <p:nvSpPr>
          <p:cNvPr id="3" name="Text Placeholder 2"/>
          <p:cNvSpPr>
            <a:spLocks noGrp="1"/>
          </p:cNvSpPr>
          <p:nvPr>
            <p:ph type="body" idx="36" sz="quarter"/>
          </p:nvPr>
        </p:nvSpPr>
        <p:spPr/>
        <p:txBody>
          <a:bodyPr/>
          <a:lstStyle/>
          <a:p>
            <a:r>
              <a:t>WTA IN ACTION</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48840"/>
            <a:ext cx="11237976" cy="109728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7240" y="2148840"/>
            <a:ext cx="10698480" cy="1097280"/>
          </a:xfrm>
          <a:prstGeom prst="rect">
            <a:avLst/>
          </a:prstGeom>
          <a:noFill/>
        </p:spPr>
        <p:txBody>
          <a:bodyPr wrap="square" lIns="0" rIns="0" tIns="0" bIns="0" anchor="ctr"/>
          <a:lstStyle/>
          <a:p>
            <a:pPr algn="l">
              <a:spcAft>
                <a:spcPts val="0"/>
              </a:spcAft>
            </a:pPr>
            <a:r>
              <a:rPr sz="2400" b="0" i="0">
                <a:solidFill>
                  <a:srgbClr val="FFFFFF"/>
                </a:solidFill>
                <a:latin typeface="DM Sans 14pt SemiBold"/>
              </a:rPr>
              <a:t>The account lead </a:t>
            </a:r>
            <a:r>
              <a:rPr sz="2400" b="0" i="0">
                <a:solidFill>
                  <a:srgbClr val="FFFFFF"/>
                </a:solidFill>
                <a:latin typeface="DM Sans 14pt ExtraLight"/>
              </a:rPr>
              <a:t>is the commercial owner of their client engagement.</a:t>
            </a:r>
          </a:p>
        </p:txBody>
      </p:sp>
      <p:sp>
        <p:nvSpPr>
          <p:cNvPr id="23" name="Rectangle 22"/>
          <p:cNvSpPr/>
          <p:nvPr/>
        </p:nvSpPr>
        <p:spPr>
          <a:xfrm>
            <a:off x="475488" y="3474720"/>
            <a:ext cx="3657600" cy="224028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3657600"/>
            <a:ext cx="3108960" cy="320040"/>
          </a:xfrm>
          <a:prstGeom prst="rect">
            <a:avLst/>
          </a:prstGeom>
          <a:noFill/>
        </p:spPr>
        <p:txBody>
          <a:bodyPr wrap="square" lIns="0" rIns="0" tIns="0" bIns="0" anchor="t"/>
          <a:lstStyle/>
          <a:p>
            <a:pPr algn="l">
              <a:spcAft>
                <a:spcPts val="0"/>
              </a:spcAft>
            </a:pPr>
            <a:r>
              <a:rPr sz="1400" b="0" i="0">
                <a:solidFill>
                  <a:srgbClr val="FF3333"/>
                </a:solidFill>
                <a:latin typeface="DM Sans 14pt SemiBold"/>
              </a:rPr>
              <a:t>ACCOUNT LEADS MANAGE</a:t>
            </a:r>
          </a:p>
        </p:txBody>
      </p:sp>
      <p:sp>
        <p:nvSpPr>
          <p:cNvPr id="25" name="TextBox 24"/>
          <p:cNvSpPr txBox="1"/>
          <p:nvPr/>
        </p:nvSpPr>
        <p:spPr>
          <a:xfrm>
            <a:off x="749808" y="4069080"/>
            <a:ext cx="3108960" cy="1554480"/>
          </a:xfrm>
          <a:prstGeom prst="rect">
            <a:avLst/>
          </a:prstGeom>
          <a:noFill/>
        </p:spPr>
        <p:txBody>
          <a:bodyPr wrap="square" lIns="0" rIns="0" tIns="0" bIns="0" anchor="t"/>
          <a:lstStyle/>
          <a:p>
            <a:pPr algn="l" marL="201168" indent="-201168">
              <a:spcAft>
                <a:spcPts val="600"/>
              </a:spcAft>
              <a:buClr>
                <a:srgbClr val="FF3333"/>
              </a:buClr>
              <a:buFont typeface="Arial"/>
              <a:buChar char="•"/>
            </a:pPr>
            <a:r>
              <a:rPr sz="1600" b="0" i="0">
                <a:solidFill>
                  <a:srgbClr val="122A4E"/>
                </a:solidFill>
                <a:latin typeface="DM Sans 14pt"/>
              </a:rPr>
              <a:t>Day-to-day scope</a:t>
            </a:r>
          </a:p>
          <a:p>
            <a:pPr algn="l" marL="201168" indent="-201168">
              <a:spcAft>
                <a:spcPts val="600"/>
              </a:spcAft>
              <a:buClr>
                <a:srgbClr val="FF3333"/>
              </a:buClr>
              <a:buFont typeface="Arial"/>
              <a:buChar char="•"/>
            </a:pPr>
            <a:r>
              <a:rPr sz="1600" b="0" i="0">
                <a:solidFill>
                  <a:srgbClr val="122A4E"/>
                </a:solidFill>
                <a:latin typeface="DM Sans 14pt"/>
              </a:rPr>
              <a:t>Team mix</a:t>
            </a:r>
          </a:p>
          <a:p>
            <a:pPr algn="l" marL="201168" indent="-201168">
              <a:spcAft>
                <a:spcPts val="600"/>
              </a:spcAft>
              <a:buClr>
                <a:srgbClr val="FF3333"/>
              </a:buClr>
              <a:buFont typeface="Arial"/>
              <a:buChar char="•"/>
            </a:pPr>
            <a:r>
              <a:rPr sz="1600" b="0" i="0">
                <a:solidFill>
                  <a:srgbClr val="122A4E"/>
                </a:solidFill>
                <a:latin typeface="DM Sans 14pt"/>
              </a:rPr>
              <a:t>Client relationships</a:t>
            </a:r>
          </a:p>
        </p:txBody>
      </p:sp>
      <p:sp>
        <p:nvSpPr>
          <p:cNvPr id="26" name="Rectangle 25"/>
          <p:cNvSpPr/>
          <p:nvPr/>
        </p:nvSpPr>
        <p:spPr>
          <a:xfrm>
            <a:off x="4361688" y="3474720"/>
            <a:ext cx="3657600" cy="224028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636007" y="3657600"/>
            <a:ext cx="3108960" cy="320040"/>
          </a:xfrm>
          <a:prstGeom prst="rect">
            <a:avLst/>
          </a:prstGeom>
          <a:noFill/>
        </p:spPr>
        <p:txBody>
          <a:bodyPr wrap="square" lIns="0" rIns="0" tIns="0" bIns="0" anchor="t"/>
          <a:lstStyle/>
          <a:p>
            <a:pPr algn="l">
              <a:spcAft>
                <a:spcPts val="0"/>
              </a:spcAft>
            </a:pPr>
            <a:r>
              <a:rPr sz="1400" b="0" i="0">
                <a:solidFill>
                  <a:srgbClr val="00509A"/>
                </a:solidFill>
                <a:latin typeface="DM Sans 14pt SemiBold"/>
              </a:rPr>
              <a:t>FINANCE PROVIDES</a:t>
            </a:r>
          </a:p>
        </p:txBody>
      </p:sp>
      <p:sp>
        <p:nvSpPr>
          <p:cNvPr id="28" name="TextBox 27"/>
          <p:cNvSpPr txBox="1"/>
          <p:nvPr/>
        </p:nvSpPr>
        <p:spPr>
          <a:xfrm>
            <a:off x="4636007" y="4069080"/>
            <a:ext cx="3108960" cy="1554480"/>
          </a:xfrm>
          <a:prstGeom prst="rect">
            <a:avLst/>
          </a:prstGeom>
          <a:noFill/>
        </p:spPr>
        <p:txBody>
          <a:bodyPr wrap="square" lIns="0" rIns="0" tIns="0" bIns="0" anchor="t"/>
          <a:lstStyle/>
          <a:p>
            <a:pPr algn="l" marL="201168" indent="-201168">
              <a:spcAft>
                <a:spcPts val="600"/>
              </a:spcAft>
              <a:buClr>
                <a:srgbClr val="00509A"/>
              </a:buClr>
              <a:buFont typeface="Arial"/>
              <a:buChar char="•"/>
            </a:pPr>
            <a:r>
              <a:rPr sz="1600" b="0" i="0">
                <a:solidFill>
                  <a:srgbClr val="122A4E"/>
                </a:solidFill>
                <a:latin typeface="DM Sans 14pt"/>
              </a:rPr>
              <a:t>Co-pilot and advisor</a:t>
            </a:r>
          </a:p>
          <a:p>
            <a:pPr algn="l" marL="201168" indent="-201168">
              <a:spcAft>
                <a:spcPts val="600"/>
              </a:spcAft>
              <a:buClr>
                <a:srgbClr val="00509A"/>
              </a:buClr>
              <a:buFont typeface="Arial"/>
              <a:buChar char="•"/>
            </a:pPr>
            <a:r>
              <a:rPr sz="1600" b="0" i="0">
                <a:solidFill>
                  <a:srgbClr val="122A4E"/>
                </a:solidFill>
                <a:latin typeface="DM Sans 14pt"/>
              </a:rPr>
              <a:t>Reporting and analysis</a:t>
            </a:r>
          </a:p>
          <a:p>
            <a:pPr algn="l" marL="201168" indent="-201168">
              <a:spcAft>
                <a:spcPts val="600"/>
              </a:spcAft>
              <a:buClr>
                <a:srgbClr val="00509A"/>
              </a:buClr>
              <a:buFont typeface="Arial"/>
              <a:buChar char="•"/>
            </a:pPr>
            <a:r>
              <a:rPr sz="1600" b="0" i="0">
                <a:solidFill>
                  <a:srgbClr val="122A4E"/>
                </a:solidFill>
                <a:latin typeface="DM Sans 14pt"/>
              </a:rPr>
              <a:t>Pricing and forecasting support</a:t>
            </a:r>
          </a:p>
        </p:txBody>
      </p:sp>
      <p:sp>
        <p:nvSpPr>
          <p:cNvPr id="29" name="Rectangle 28"/>
          <p:cNvSpPr/>
          <p:nvPr/>
        </p:nvSpPr>
        <p:spPr>
          <a:xfrm>
            <a:off x="8247888" y="3474720"/>
            <a:ext cx="3465576" cy="2240280"/>
          </a:xfrm>
          <a:prstGeom prst="rect">
            <a:avLst/>
          </a:prstGeom>
          <a:noFill/>
          <a:ln w="15875">
            <a:solidFill>
              <a:srgbClr val="122A4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503920" y="3474720"/>
            <a:ext cx="2971800" cy="2240280"/>
          </a:xfrm>
          <a:prstGeom prst="rect">
            <a:avLst/>
          </a:prstGeom>
          <a:noFill/>
        </p:spPr>
        <p:txBody>
          <a:bodyPr wrap="square" lIns="0" rIns="0" tIns="0" bIns="0" anchor="ctr"/>
          <a:lstStyle/>
          <a:p>
            <a:pPr algn="l">
              <a:lnSpc>
                <a:spcPct val="115000"/>
              </a:lnSpc>
              <a:spcAft>
                <a:spcPts val="800"/>
              </a:spcAft>
            </a:pPr>
            <a:r>
              <a:rPr sz="1400" b="0" i="0">
                <a:solidFill>
                  <a:srgbClr val="FF3333"/>
                </a:solidFill>
                <a:latin typeface="DM Sans 14pt SemiBold"/>
              </a:rPr>
              <a:t>WHY IT MATTERS</a:t>
            </a:r>
          </a:p>
          <a:p>
            <a:pPr algn="l">
              <a:lnSpc>
                <a:spcPct val="115000"/>
              </a:lnSpc>
              <a:spcAft>
                <a:spcPts val="0"/>
              </a:spcAft>
            </a:pPr>
            <a:r>
              <a:rPr sz="1600" b="0" i="0">
                <a:solidFill>
                  <a:srgbClr val="122A4E"/>
                </a:solidFill>
                <a:latin typeface="DM Sans 14pt"/>
              </a:rPr>
              <a:t>Protect your team from overburn, and make sure WTA is fairly paid for its 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Seven levers account leads control</a:t>
            </a:r>
          </a:p>
        </p:txBody>
      </p:sp>
      <p:sp>
        <p:nvSpPr>
          <p:cNvPr id="3" name="Text Placeholder 2"/>
          <p:cNvSpPr>
            <a:spLocks noGrp="1"/>
          </p:cNvSpPr>
          <p:nvPr>
            <p:ph type="body" idx="36" sz="quarter"/>
          </p:nvPr>
        </p:nvSpPr>
        <p:spPr/>
        <p:txBody>
          <a:bodyPr/>
          <a:lstStyle/>
          <a:p>
            <a:r>
              <a:t>WTA IN ACTION</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TextBox 20"/>
          <p:cNvSpPr txBox="1"/>
          <p:nvPr/>
        </p:nvSpPr>
        <p:spPr>
          <a:xfrm>
            <a:off x="475488" y="1600200"/>
            <a:ext cx="11237976" cy="320040"/>
          </a:xfrm>
          <a:prstGeom prst="rect">
            <a:avLst/>
          </a:prstGeom>
          <a:noFill/>
        </p:spPr>
        <p:txBody>
          <a:bodyPr wrap="square" lIns="0" rIns="0" tIns="0" bIns="0" anchor="t"/>
          <a:lstStyle/>
          <a:p>
            <a:pPr algn="l">
              <a:spcAft>
                <a:spcPts val="0"/>
              </a:spcAft>
            </a:pPr>
            <a:r>
              <a:rPr sz="1600" b="0" i="0">
                <a:solidFill>
                  <a:srgbClr val="6B6B6B"/>
                </a:solidFill>
                <a:latin typeface="DM Sans 14pt"/>
              </a:rPr>
              <a:t>Practical ways to protect Direct Margin, every day</a:t>
            </a:r>
          </a:p>
        </p:txBody>
      </p:sp>
      <p:sp>
        <p:nvSpPr>
          <p:cNvPr id="22" name="Rectangle 21"/>
          <p:cNvSpPr/>
          <p:nvPr/>
        </p:nvSpPr>
        <p:spPr>
          <a:xfrm>
            <a:off x="475488" y="2148840"/>
            <a:ext cx="5486400" cy="804672"/>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76656" y="2322576"/>
            <a:ext cx="457200" cy="457200"/>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1</a:t>
            </a:r>
          </a:p>
        </p:txBody>
      </p:sp>
      <p:sp>
        <p:nvSpPr>
          <p:cNvPr id="24" name="TextBox 23"/>
          <p:cNvSpPr txBox="1"/>
          <p:nvPr/>
        </p:nvSpPr>
        <p:spPr>
          <a:xfrm>
            <a:off x="1344168" y="2240280"/>
            <a:ext cx="4434840" cy="621792"/>
          </a:xfrm>
          <a:prstGeom prst="rect">
            <a:avLst/>
          </a:prstGeom>
          <a:noFill/>
        </p:spPr>
        <p:txBody>
          <a:bodyPr wrap="square" lIns="0" rIns="0" tIns="0" bIns="0" anchor="ctr"/>
          <a:lstStyle/>
          <a:p>
            <a:pPr algn="l">
              <a:lnSpc>
                <a:spcPct val="105000"/>
              </a:lnSpc>
              <a:spcAft>
                <a:spcPts val="100"/>
              </a:spcAft>
            </a:pPr>
            <a:r>
              <a:rPr sz="1500" b="0" i="0">
                <a:solidFill>
                  <a:srgbClr val="122A4E"/>
                </a:solidFill>
                <a:latin typeface="DM Sans 14pt SemiBold"/>
              </a:rPr>
              <a:t>Proper scoping &amp; SOW detail</a:t>
            </a:r>
          </a:p>
          <a:p>
            <a:pPr algn="l">
              <a:lnSpc>
                <a:spcPct val="105000"/>
              </a:lnSpc>
              <a:spcAft>
                <a:spcPts val="0"/>
              </a:spcAft>
            </a:pPr>
            <a:r>
              <a:rPr sz="1300" b="0" i="0">
                <a:solidFill>
                  <a:srgbClr val="333333"/>
                </a:solidFill>
                <a:latin typeface="DM Sans 14pt"/>
              </a:rPr>
              <a:t>Define deliverables, revision rounds and client assumptions clearly</a:t>
            </a:r>
          </a:p>
        </p:txBody>
      </p:sp>
      <p:sp>
        <p:nvSpPr>
          <p:cNvPr id="25" name="Rectangle 24"/>
          <p:cNvSpPr/>
          <p:nvPr/>
        </p:nvSpPr>
        <p:spPr>
          <a:xfrm>
            <a:off x="475488" y="3063240"/>
            <a:ext cx="5486400" cy="804672"/>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76656" y="3236976"/>
            <a:ext cx="457200" cy="45720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2</a:t>
            </a:r>
          </a:p>
        </p:txBody>
      </p:sp>
      <p:sp>
        <p:nvSpPr>
          <p:cNvPr id="27" name="TextBox 26"/>
          <p:cNvSpPr txBox="1"/>
          <p:nvPr/>
        </p:nvSpPr>
        <p:spPr>
          <a:xfrm>
            <a:off x="1344168" y="3154680"/>
            <a:ext cx="4434840" cy="621792"/>
          </a:xfrm>
          <a:prstGeom prst="rect">
            <a:avLst/>
          </a:prstGeom>
          <a:noFill/>
        </p:spPr>
        <p:txBody>
          <a:bodyPr wrap="square" lIns="0" rIns="0" tIns="0" bIns="0" anchor="ctr"/>
          <a:lstStyle/>
          <a:p>
            <a:pPr algn="l">
              <a:lnSpc>
                <a:spcPct val="105000"/>
              </a:lnSpc>
              <a:spcAft>
                <a:spcPts val="100"/>
              </a:spcAft>
            </a:pPr>
            <a:r>
              <a:rPr sz="1500" b="0" i="0">
                <a:solidFill>
                  <a:srgbClr val="122A4E"/>
                </a:solidFill>
                <a:latin typeface="DM Sans 14pt SemiBold"/>
              </a:rPr>
              <a:t>Never discount fee without scope</a:t>
            </a:r>
          </a:p>
          <a:p>
            <a:pPr algn="l">
              <a:lnSpc>
                <a:spcPct val="105000"/>
              </a:lnSpc>
              <a:spcAft>
                <a:spcPts val="0"/>
              </a:spcAft>
            </a:pPr>
            <a:r>
              <a:rPr sz="1300" b="0" i="0">
                <a:solidFill>
                  <a:srgbClr val="333333"/>
                </a:solidFill>
                <a:latin typeface="DM Sans 14pt"/>
              </a:rPr>
              <a:t>If budget drops, reduce deliverables, never the fee alone</a:t>
            </a:r>
          </a:p>
        </p:txBody>
      </p:sp>
      <p:sp>
        <p:nvSpPr>
          <p:cNvPr id="28" name="Rectangle 27"/>
          <p:cNvSpPr/>
          <p:nvPr/>
        </p:nvSpPr>
        <p:spPr>
          <a:xfrm>
            <a:off x="475488" y="3977639"/>
            <a:ext cx="5486400" cy="804672"/>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76656" y="4151376"/>
            <a:ext cx="457200" cy="457200"/>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3</a:t>
            </a:r>
          </a:p>
        </p:txBody>
      </p:sp>
      <p:sp>
        <p:nvSpPr>
          <p:cNvPr id="30" name="TextBox 29"/>
          <p:cNvSpPr txBox="1"/>
          <p:nvPr/>
        </p:nvSpPr>
        <p:spPr>
          <a:xfrm>
            <a:off x="1344168" y="4069079"/>
            <a:ext cx="4434840" cy="621792"/>
          </a:xfrm>
          <a:prstGeom prst="rect">
            <a:avLst/>
          </a:prstGeom>
          <a:noFill/>
        </p:spPr>
        <p:txBody>
          <a:bodyPr wrap="square" lIns="0" rIns="0" tIns="0" bIns="0" anchor="ctr"/>
          <a:lstStyle/>
          <a:p>
            <a:pPr algn="l">
              <a:lnSpc>
                <a:spcPct val="105000"/>
              </a:lnSpc>
              <a:spcAft>
                <a:spcPts val="100"/>
              </a:spcAft>
            </a:pPr>
            <a:r>
              <a:rPr sz="1500" b="0" i="0">
                <a:solidFill>
                  <a:srgbClr val="122A4E"/>
                </a:solidFill>
                <a:latin typeface="DM Sans 14pt SemiBold"/>
              </a:rPr>
              <a:t>Staff mix alignment</a:t>
            </a:r>
          </a:p>
          <a:p>
            <a:pPr algn="l">
              <a:lnSpc>
                <a:spcPct val="105000"/>
              </a:lnSpc>
              <a:spcAft>
                <a:spcPts val="0"/>
              </a:spcAft>
            </a:pPr>
            <a:r>
              <a:rPr sz="1300" b="0" i="0">
                <a:solidFill>
                  <a:srgbClr val="333333"/>
                </a:solidFill>
                <a:latin typeface="DM Sans 14pt"/>
              </a:rPr>
              <a:t>Right seniority for the task; senior hours on senior work</a:t>
            </a:r>
          </a:p>
        </p:txBody>
      </p:sp>
      <p:sp>
        <p:nvSpPr>
          <p:cNvPr id="31" name="Rectangle 30"/>
          <p:cNvSpPr/>
          <p:nvPr/>
        </p:nvSpPr>
        <p:spPr>
          <a:xfrm>
            <a:off x="475488" y="4892040"/>
            <a:ext cx="5486400" cy="804672"/>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76656" y="5065776"/>
            <a:ext cx="457200" cy="45720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4</a:t>
            </a:r>
          </a:p>
        </p:txBody>
      </p:sp>
      <p:sp>
        <p:nvSpPr>
          <p:cNvPr id="33" name="TextBox 32"/>
          <p:cNvSpPr txBox="1"/>
          <p:nvPr/>
        </p:nvSpPr>
        <p:spPr>
          <a:xfrm>
            <a:off x="1344168" y="4983479"/>
            <a:ext cx="4434840" cy="621792"/>
          </a:xfrm>
          <a:prstGeom prst="rect">
            <a:avLst/>
          </a:prstGeom>
          <a:noFill/>
        </p:spPr>
        <p:txBody>
          <a:bodyPr wrap="square" lIns="0" rIns="0" tIns="0" bIns="0" anchor="ctr"/>
          <a:lstStyle/>
          <a:p>
            <a:pPr algn="l">
              <a:lnSpc>
                <a:spcPct val="105000"/>
              </a:lnSpc>
              <a:spcAft>
                <a:spcPts val="100"/>
              </a:spcAft>
            </a:pPr>
            <a:r>
              <a:rPr sz="1500" b="0" i="0">
                <a:solidFill>
                  <a:srgbClr val="122A4E"/>
                </a:solidFill>
                <a:latin typeface="DM Sans 14pt SemiBold"/>
              </a:rPr>
              <a:t>Active scope-creep management</a:t>
            </a:r>
          </a:p>
          <a:p>
            <a:pPr algn="l">
              <a:lnSpc>
                <a:spcPct val="105000"/>
              </a:lnSpc>
              <a:spcAft>
                <a:spcPts val="0"/>
              </a:spcAft>
            </a:pPr>
            <a:r>
              <a:rPr sz="1300" b="0" i="0">
                <a:solidFill>
                  <a:srgbClr val="333333"/>
                </a:solidFill>
                <a:latin typeface="DM Sans 14pt"/>
              </a:rPr>
              <a:t>Flag out-of-scope requests; change order or swap deliverables</a:t>
            </a:r>
          </a:p>
        </p:txBody>
      </p:sp>
      <p:sp>
        <p:nvSpPr>
          <p:cNvPr id="34" name="Rectangle 33"/>
          <p:cNvSpPr/>
          <p:nvPr/>
        </p:nvSpPr>
        <p:spPr>
          <a:xfrm>
            <a:off x="6227064" y="2148840"/>
            <a:ext cx="5486400" cy="804672"/>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28232" y="2322576"/>
            <a:ext cx="457200" cy="457200"/>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5</a:t>
            </a:r>
          </a:p>
        </p:txBody>
      </p:sp>
      <p:sp>
        <p:nvSpPr>
          <p:cNvPr id="36" name="TextBox 35"/>
          <p:cNvSpPr txBox="1"/>
          <p:nvPr/>
        </p:nvSpPr>
        <p:spPr>
          <a:xfrm>
            <a:off x="7095744" y="2240280"/>
            <a:ext cx="4434840" cy="621792"/>
          </a:xfrm>
          <a:prstGeom prst="rect">
            <a:avLst/>
          </a:prstGeom>
          <a:noFill/>
        </p:spPr>
        <p:txBody>
          <a:bodyPr wrap="square" lIns="0" rIns="0" tIns="0" bIns="0" anchor="ctr"/>
          <a:lstStyle/>
          <a:p>
            <a:pPr algn="l">
              <a:lnSpc>
                <a:spcPct val="105000"/>
              </a:lnSpc>
              <a:spcAft>
                <a:spcPts val="100"/>
              </a:spcAft>
            </a:pPr>
            <a:r>
              <a:rPr sz="1500" b="0" i="0">
                <a:solidFill>
                  <a:srgbClr val="122A4E"/>
                </a:solidFill>
                <a:latin typeface="DM Sans 14pt SemiBold"/>
              </a:rPr>
              <a:t>Resource planning</a:t>
            </a:r>
          </a:p>
          <a:p>
            <a:pPr algn="l">
              <a:lnSpc>
                <a:spcPct val="105000"/>
              </a:lnSpc>
              <a:spcAft>
                <a:spcPts val="0"/>
              </a:spcAft>
            </a:pPr>
            <a:r>
              <a:rPr sz="1300" b="0" i="0">
                <a:solidFill>
                  <a:srgbClr val="333333"/>
                </a:solidFill>
                <a:latin typeface="DM Sans 14pt"/>
              </a:rPr>
              <a:t>Track actuals against staff plans monthly with project managers</a:t>
            </a:r>
          </a:p>
        </p:txBody>
      </p:sp>
      <p:sp>
        <p:nvSpPr>
          <p:cNvPr id="37" name="Rectangle 36"/>
          <p:cNvSpPr/>
          <p:nvPr/>
        </p:nvSpPr>
        <p:spPr>
          <a:xfrm>
            <a:off x="6227064" y="3063240"/>
            <a:ext cx="5486400" cy="804672"/>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28232" y="3236976"/>
            <a:ext cx="457200" cy="45720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6</a:t>
            </a:r>
          </a:p>
        </p:txBody>
      </p:sp>
      <p:sp>
        <p:nvSpPr>
          <p:cNvPr id="39" name="TextBox 38"/>
          <p:cNvSpPr txBox="1"/>
          <p:nvPr/>
        </p:nvSpPr>
        <p:spPr>
          <a:xfrm>
            <a:off x="7095744" y="3154680"/>
            <a:ext cx="4434840" cy="621792"/>
          </a:xfrm>
          <a:prstGeom prst="rect">
            <a:avLst/>
          </a:prstGeom>
          <a:noFill/>
        </p:spPr>
        <p:txBody>
          <a:bodyPr wrap="square" lIns="0" rIns="0" tIns="0" bIns="0" anchor="ctr"/>
          <a:lstStyle/>
          <a:p>
            <a:pPr algn="l">
              <a:lnSpc>
                <a:spcPct val="105000"/>
              </a:lnSpc>
              <a:spcAft>
                <a:spcPts val="100"/>
              </a:spcAft>
            </a:pPr>
            <a:r>
              <a:rPr sz="1500" b="0" i="0">
                <a:solidFill>
                  <a:srgbClr val="122A4E"/>
                </a:solidFill>
                <a:latin typeface="DM Sans 14pt SemiBold"/>
              </a:rPr>
              <a:t>Controlling non-billables</a:t>
            </a:r>
          </a:p>
          <a:p>
            <a:pPr algn="l">
              <a:lnSpc>
                <a:spcPct val="105000"/>
              </a:lnSpc>
              <a:spcAft>
                <a:spcPts val="0"/>
              </a:spcAft>
            </a:pPr>
            <a:r>
              <a:rPr sz="1300" b="0" i="0">
                <a:solidFill>
                  <a:srgbClr val="333333"/>
                </a:solidFill>
                <a:latin typeface="DM Sans 14pt"/>
              </a:rPr>
              <a:t>Keep client travel and unapproved expenses to zero</a:t>
            </a:r>
          </a:p>
        </p:txBody>
      </p:sp>
      <p:sp>
        <p:nvSpPr>
          <p:cNvPr id="40" name="Rectangle 39"/>
          <p:cNvSpPr/>
          <p:nvPr/>
        </p:nvSpPr>
        <p:spPr>
          <a:xfrm>
            <a:off x="6227064" y="3977639"/>
            <a:ext cx="5486400" cy="804672"/>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428232" y="4151376"/>
            <a:ext cx="457200" cy="457200"/>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7</a:t>
            </a:r>
          </a:p>
        </p:txBody>
      </p:sp>
      <p:sp>
        <p:nvSpPr>
          <p:cNvPr id="42" name="TextBox 41"/>
          <p:cNvSpPr txBox="1"/>
          <p:nvPr/>
        </p:nvSpPr>
        <p:spPr>
          <a:xfrm>
            <a:off x="7095744" y="4069079"/>
            <a:ext cx="4434840" cy="621792"/>
          </a:xfrm>
          <a:prstGeom prst="rect">
            <a:avLst/>
          </a:prstGeom>
          <a:noFill/>
        </p:spPr>
        <p:txBody>
          <a:bodyPr wrap="square" lIns="0" rIns="0" tIns="0" bIns="0" anchor="ctr"/>
          <a:lstStyle/>
          <a:p>
            <a:pPr algn="l">
              <a:lnSpc>
                <a:spcPct val="105000"/>
              </a:lnSpc>
              <a:spcAft>
                <a:spcPts val="100"/>
              </a:spcAft>
            </a:pPr>
            <a:r>
              <a:rPr sz="1500" b="0" i="0">
                <a:solidFill>
                  <a:srgbClr val="122A4E"/>
                </a:solidFill>
                <a:latin typeface="DM Sans 14pt SemiBold"/>
              </a:rPr>
              <a:t>Contract hygiene</a:t>
            </a:r>
          </a:p>
          <a:p>
            <a:pPr algn="l">
              <a:lnSpc>
                <a:spcPct val="105000"/>
              </a:lnSpc>
              <a:spcAft>
                <a:spcPts val="0"/>
              </a:spcAft>
            </a:pPr>
            <a:r>
              <a:rPr sz="1300" b="0" i="0">
                <a:solidFill>
                  <a:srgbClr val="333333"/>
                </a:solidFill>
                <a:latin typeface="DM Sans 14pt"/>
              </a:rPr>
              <a:t>SOWs and POs signed before kickoff: no unbillable WIP or write-offs</a:t>
            </a:r>
          </a:p>
        </p:txBody>
      </p:sp>
      <p:sp>
        <p:nvSpPr>
          <p:cNvPr id="43" name="Rectangle 42"/>
          <p:cNvSpPr/>
          <p:nvPr/>
        </p:nvSpPr>
        <p:spPr>
          <a:xfrm>
            <a:off x="6227064" y="4892040"/>
            <a:ext cx="5486400" cy="804672"/>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501384" y="4892040"/>
            <a:ext cx="4937760" cy="804672"/>
          </a:xfrm>
          <a:prstGeom prst="rect">
            <a:avLst/>
          </a:prstGeom>
          <a:noFill/>
        </p:spPr>
        <p:txBody>
          <a:bodyPr wrap="square" lIns="0" rIns="0" tIns="0" bIns="0" anchor="ctr"/>
          <a:lstStyle/>
          <a:p>
            <a:pPr algn="l">
              <a:lnSpc>
                <a:spcPct val="110000"/>
              </a:lnSpc>
              <a:spcAft>
                <a:spcPts val="0"/>
              </a:spcAft>
            </a:pPr>
            <a:r>
              <a:rPr sz="1400" b="0" i="0">
                <a:solidFill>
                  <a:srgbClr val="66CCCC"/>
                </a:solidFill>
                <a:latin typeface="DM Sans 14pt SemiBold"/>
              </a:rPr>
              <a:t>The common thread  </a:t>
            </a:r>
            <a:r>
              <a:rPr sz="1400" b="0" i="0">
                <a:solidFill>
                  <a:srgbClr val="FFFFFF"/>
                </a:solidFill>
                <a:latin typeface="DM Sans 14pt"/>
              </a:rPr>
              <a:t>clear scope, the right team, and signed paperwork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Revenue forecasting: top-down vs. bottoms-up</a:t>
            </a:r>
          </a:p>
        </p:txBody>
      </p:sp>
      <p:sp>
        <p:nvSpPr>
          <p:cNvPr id="3" name="Text Placeholder 2"/>
          <p:cNvSpPr>
            <a:spLocks noGrp="1"/>
          </p:cNvSpPr>
          <p:nvPr>
            <p:ph type="body" idx="36" sz="quarter"/>
          </p:nvPr>
        </p:nvSpPr>
        <p:spPr/>
        <p:txBody>
          <a:bodyPr/>
          <a:lstStyle/>
          <a:p>
            <a:r>
              <a:t>WTA IN ACTION</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48840"/>
            <a:ext cx="5486400" cy="228600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95528" y="2331720"/>
            <a:ext cx="4846320" cy="320040"/>
          </a:xfrm>
          <a:prstGeom prst="rect">
            <a:avLst/>
          </a:prstGeom>
          <a:noFill/>
        </p:spPr>
        <p:txBody>
          <a:bodyPr wrap="square" lIns="0" rIns="0" tIns="0" bIns="0" anchor="t"/>
          <a:lstStyle/>
          <a:p>
            <a:pPr algn="l">
              <a:spcAft>
                <a:spcPts val="0"/>
              </a:spcAft>
            </a:pPr>
            <a:r>
              <a:rPr sz="1400" b="0" i="0">
                <a:solidFill>
                  <a:srgbClr val="66CCCC"/>
                </a:solidFill>
                <a:latin typeface="DM Sans 14pt SemiBold"/>
              </a:rPr>
              <a:t>TOP-DOWN</a:t>
            </a:r>
          </a:p>
        </p:txBody>
      </p:sp>
      <p:sp>
        <p:nvSpPr>
          <p:cNvPr id="23" name="TextBox 22"/>
          <p:cNvSpPr txBox="1"/>
          <p:nvPr/>
        </p:nvSpPr>
        <p:spPr>
          <a:xfrm>
            <a:off x="795528" y="2697480"/>
            <a:ext cx="4846320" cy="411480"/>
          </a:xfrm>
          <a:prstGeom prst="rect">
            <a:avLst/>
          </a:prstGeom>
          <a:noFill/>
        </p:spPr>
        <p:txBody>
          <a:bodyPr wrap="square" lIns="0" rIns="0" tIns="0" bIns="0" anchor="t"/>
          <a:lstStyle/>
          <a:p>
            <a:pPr algn="l">
              <a:spcAft>
                <a:spcPts val="0"/>
              </a:spcAft>
            </a:pPr>
            <a:r>
              <a:rPr sz="2200" b="0" i="0">
                <a:solidFill>
                  <a:srgbClr val="FFFFFF"/>
                </a:solidFill>
                <a:latin typeface="DM Sans 14pt"/>
              </a:rPr>
              <a:t>Set by leadership</a:t>
            </a:r>
          </a:p>
        </p:txBody>
      </p:sp>
      <p:sp>
        <p:nvSpPr>
          <p:cNvPr id="24" name="TextBox 23"/>
          <p:cNvSpPr txBox="1"/>
          <p:nvPr/>
        </p:nvSpPr>
        <p:spPr>
          <a:xfrm>
            <a:off x="795528" y="3246120"/>
            <a:ext cx="4846320" cy="1097280"/>
          </a:xfrm>
          <a:prstGeom prst="rect">
            <a:avLst/>
          </a:prstGeom>
          <a:noFill/>
        </p:spPr>
        <p:txBody>
          <a:bodyPr wrap="square" lIns="0" rIns="0" tIns="0" bIns="0" anchor="t"/>
          <a:lstStyle/>
          <a:p>
            <a:pPr algn="l">
              <a:lnSpc>
                <a:spcPct val="115000"/>
              </a:lnSpc>
              <a:spcAft>
                <a:spcPts val="0"/>
              </a:spcAft>
            </a:pPr>
            <a:r>
              <a:rPr sz="1600" b="0" i="0">
                <a:solidFill>
                  <a:srgbClr val="FFFFFF"/>
                </a:solidFill>
                <a:latin typeface="DM Sans 14pt"/>
              </a:rPr>
              <a:t>Executive revenue targets set at the agency level</a:t>
            </a:r>
          </a:p>
        </p:txBody>
      </p:sp>
      <p:sp>
        <p:nvSpPr>
          <p:cNvPr id="25" name="Rectangle 24"/>
          <p:cNvSpPr/>
          <p:nvPr/>
        </p:nvSpPr>
        <p:spPr>
          <a:xfrm>
            <a:off x="6227064" y="2148840"/>
            <a:ext cx="5486400" cy="22860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47104" y="2331720"/>
            <a:ext cx="4846320" cy="320040"/>
          </a:xfrm>
          <a:prstGeom prst="rect">
            <a:avLst/>
          </a:prstGeom>
          <a:noFill/>
        </p:spPr>
        <p:txBody>
          <a:bodyPr wrap="square" lIns="0" rIns="0" tIns="0" bIns="0" anchor="t"/>
          <a:lstStyle/>
          <a:p>
            <a:pPr algn="l">
              <a:spcAft>
                <a:spcPts val="0"/>
              </a:spcAft>
            </a:pPr>
            <a:r>
              <a:rPr sz="1400" b="0" i="0">
                <a:solidFill>
                  <a:srgbClr val="FF3333"/>
                </a:solidFill>
                <a:latin typeface="DM Sans 14pt SemiBold"/>
              </a:rPr>
              <a:t>BOTTOMS-UP</a:t>
            </a:r>
          </a:p>
        </p:txBody>
      </p:sp>
      <p:sp>
        <p:nvSpPr>
          <p:cNvPr id="27" name="TextBox 26"/>
          <p:cNvSpPr txBox="1"/>
          <p:nvPr/>
        </p:nvSpPr>
        <p:spPr>
          <a:xfrm>
            <a:off x="6547104" y="2697480"/>
            <a:ext cx="4846320" cy="411480"/>
          </a:xfrm>
          <a:prstGeom prst="rect">
            <a:avLst/>
          </a:prstGeom>
          <a:noFill/>
        </p:spPr>
        <p:txBody>
          <a:bodyPr wrap="square" lIns="0" rIns="0" tIns="0" bIns="0" anchor="t"/>
          <a:lstStyle/>
          <a:p>
            <a:pPr algn="l">
              <a:spcAft>
                <a:spcPts val="0"/>
              </a:spcAft>
            </a:pPr>
            <a:r>
              <a:rPr sz="2200" b="0" i="0">
                <a:solidFill>
                  <a:srgbClr val="122A4E"/>
                </a:solidFill>
                <a:latin typeface="DM Sans 14pt"/>
              </a:rPr>
              <a:t>Built by account leads</a:t>
            </a:r>
          </a:p>
        </p:txBody>
      </p:sp>
      <p:sp>
        <p:nvSpPr>
          <p:cNvPr id="28" name="TextBox 27"/>
          <p:cNvSpPr txBox="1"/>
          <p:nvPr/>
        </p:nvSpPr>
        <p:spPr>
          <a:xfrm>
            <a:off x="6547104" y="3246120"/>
            <a:ext cx="4846320" cy="1097280"/>
          </a:xfrm>
          <a:prstGeom prst="rect">
            <a:avLst/>
          </a:prstGeom>
          <a:noFill/>
        </p:spPr>
        <p:txBody>
          <a:bodyPr wrap="square" lIns="0" rIns="0" tIns="0" bIns="0" anchor="t"/>
          <a:lstStyle/>
          <a:p>
            <a:pPr algn="l">
              <a:lnSpc>
                <a:spcPct val="115000"/>
              </a:lnSpc>
              <a:spcAft>
                <a:spcPts val="0"/>
              </a:spcAft>
            </a:pPr>
            <a:r>
              <a:rPr sz="1600" b="0" i="0">
                <a:solidFill>
                  <a:srgbClr val="122A4E"/>
                </a:solidFill>
                <a:latin typeface="DM Sans 14pt"/>
              </a:rPr>
              <a:t>Realistic monthly revenue projections based on actual client SOWs, known pipeline and renewal dates</a:t>
            </a:r>
          </a:p>
        </p:txBody>
      </p:sp>
      <p:sp>
        <p:nvSpPr>
          <p:cNvPr id="29" name="TextBox 28"/>
          <p:cNvSpPr txBox="1"/>
          <p:nvPr/>
        </p:nvSpPr>
        <p:spPr>
          <a:xfrm>
            <a:off x="475488" y="4663440"/>
            <a:ext cx="11237976" cy="274320"/>
          </a:xfrm>
          <a:prstGeom prst="rect">
            <a:avLst/>
          </a:prstGeom>
          <a:noFill/>
        </p:spPr>
        <p:txBody>
          <a:bodyPr wrap="square" lIns="0" rIns="0" tIns="0" bIns="0" anchor="t"/>
          <a:lstStyle/>
          <a:p>
            <a:pPr algn="l">
              <a:spcAft>
                <a:spcPts val="0"/>
              </a:spcAft>
            </a:pPr>
            <a:r>
              <a:rPr sz="1200" b="0" i="0">
                <a:solidFill>
                  <a:srgbClr val="6B6B6B"/>
                </a:solidFill>
                <a:latin typeface="DM Sans 14pt SemiBold"/>
              </a:rPr>
              <a:t>WHAT A GOOD BOTTOMS-UP FORECAST MAKES POSSIBLE</a:t>
            </a:r>
          </a:p>
        </p:txBody>
      </p:sp>
      <p:sp>
        <p:nvSpPr>
          <p:cNvPr id="30" name="Rectangle 29"/>
          <p:cNvSpPr/>
          <p:nvPr/>
        </p:nvSpPr>
        <p:spPr>
          <a:xfrm>
            <a:off x="475488" y="4983480"/>
            <a:ext cx="3593591" cy="731520"/>
          </a:xfrm>
          <a:prstGeom prst="rect">
            <a:avLst/>
          </a:prstGeom>
          <a:noFill/>
          <a:ln w="15875">
            <a:solidFill>
              <a:srgbClr val="122A4E"/>
            </a:solidFill>
          </a:ln>
          <a:effectLst/>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600" b="0" i="0">
                <a:solidFill>
                  <a:srgbClr val="122A4E"/>
                </a:solidFill>
                <a:latin typeface="DM Sans 14pt SemiBold"/>
              </a:rPr>
              <a:t>Smart hiring decisions</a:t>
            </a:r>
          </a:p>
        </p:txBody>
      </p:sp>
      <p:sp>
        <p:nvSpPr>
          <p:cNvPr id="31" name="Rectangle 30"/>
          <p:cNvSpPr/>
          <p:nvPr/>
        </p:nvSpPr>
        <p:spPr>
          <a:xfrm>
            <a:off x="4297679" y="4983480"/>
            <a:ext cx="3593591" cy="731520"/>
          </a:xfrm>
          <a:prstGeom prst="rect">
            <a:avLst/>
          </a:prstGeom>
          <a:noFill/>
          <a:ln w="15875">
            <a:solidFill>
              <a:srgbClr val="122A4E"/>
            </a:solidFill>
          </a:ln>
          <a:effectLst/>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600" b="0" i="0">
                <a:solidFill>
                  <a:srgbClr val="122A4E"/>
                </a:solidFill>
                <a:latin typeface="DM Sans 14pt SemiBold"/>
              </a:rPr>
              <a:t>Managed freelance costs</a:t>
            </a:r>
          </a:p>
        </p:txBody>
      </p:sp>
      <p:sp>
        <p:nvSpPr>
          <p:cNvPr id="32" name="Rectangle 31"/>
          <p:cNvSpPr/>
          <p:nvPr/>
        </p:nvSpPr>
        <p:spPr>
          <a:xfrm>
            <a:off x="8119871" y="4983480"/>
            <a:ext cx="3593591" cy="731520"/>
          </a:xfrm>
          <a:prstGeom prst="rect">
            <a:avLst/>
          </a:prstGeom>
          <a:noFill/>
          <a:ln w="15875">
            <a:solidFill>
              <a:srgbClr val="122A4E"/>
            </a:solidFill>
          </a:ln>
          <a:effectLst/>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600" b="0" i="0">
                <a:solidFill>
                  <a:srgbClr val="122A4E"/>
                </a:solidFill>
                <a:latin typeface="DM Sans 14pt SemiBold"/>
              </a:rPr>
              <a:t>Effective talent allocation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Managing FY2027 portfolio targets</a:t>
            </a:r>
          </a:p>
        </p:txBody>
      </p:sp>
      <p:sp>
        <p:nvSpPr>
          <p:cNvPr id="3" name="Text Placeholder 2"/>
          <p:cNvSpPr>
            <a:spLocks noGrp="1"/>
          </p:cNvSpPr>
          <p:nvPr>
            <p:ph type="body" idx="36" sz="quarter"/>
          </p:nvPr>
        </p:nvSpPr>
        <p:spPr/>
        <p:txBody>
          <a:bodyPr/>
          <a:lstStyle/>
          <a:p>
            <a:r>
              <a:t>WTA IN ACTION</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TextBox 20"/>
          <p:cNvSpPr txBox="1"/>
          <p:nvPr/>
        </p:nvSpPr>
        <p:spPr>
          <a:xfrm>
            <a:off x="475488" y="1600200"/>
            <a:ext cx="11237976" cy="320040"/>
          </a:xfrm>
          <a:prstGeom prst="rect">
            <a:avLst/>
          </a:prstGeom>
          <a:noFill/>
        </p:spPr>
        <p:txBody>
          <a:bodyPr wrap="square" lIns="0" rIns="0" tIns="0" bIns="0" anchor="t"/>
          <a:lstStyle/>
          <a:p>
            <a:pPr algn="l">
              <a:spcAft>
                <a:spcPts val="0"/>
              </a:spcAft>
            </a:pPr>
            <a:r>
              <a:rPr sz="1600" b="0" i="0">
                <a:solidFill>
                  <a:srgbClr val="6B6B6B"/>
                </a:solidFill>
                <a:latin typeface="DM Sans 14pt"/>
              </a:rPr>
              <a:t>Every account has a category, and every category has a focus</a:t>
            </a:r>
          </a:p>
        </p:txBody>
      </p:sp>
      <p:sp>
        <p:nvSpPr>
          <p:cNvPr id="22" name="Rectangle 21"/>
          <p:cNvSpPr/>
          <p:nvPr/>
        </p:nvSpPr>
        <p:spPr>
          <a:xfrm>
            <a:off x="475488" y="2148840"/>
            <a:ext cx="5486400" cy="16916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95528" y="2423160"/>
            <a:ext cx="548640" cy="548640"/>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01</a:t>
            </a:r>
          </a:p>
        </p:txBody>
      </p:sp>
      <p:sp>
        <p:nvSpPr>
          <p:cNvPr id="24" name="TextBox 23"/>
          <p:cNvSpPr txBox="1"/>
          <p:nvPr/>
        </p:nvSpPr>
        <p:spPr>
          <a:xfrm>
            <a:off x="1572768" y="2423160"/>
            <a:ext cx="4114800" cy="548640"/>
          </a:xfrm>
          <a:prstGeom prst="rect">
            <a:avLst/>
          </a:prstGeom>
          <a:noFill/>
        </p:spPr>
        <p:txBody>
          <a:bodyPr wrap="square" lIns="0" rIns="0" tIns="0" bIns="0" anchor="ctr"/>
          <a:lstStyle/>
          <a:p>
            <a:pPr algn="l">
              <a:spcAft>
                <a:spcPts val="0"/>
              </a:spcAft>
            </a:pPr>
            <a:r>
              <a:rPr sz="2200" b="0" i="0">
                <a:solidFill>
                  <a:srgbClr val="122A4E"/>
                </a:solidFill>
                <a:latin typeface="DM Sans 14pt"/>
              </a:rPr>
              <a:t>Growth</a:t>
            </a:r>
          </a:p>
        </p:txBody>
      </p:sp>
      <p:sp>
        <p:nvSpPr>
          <p:cNvPr id="25" name="TextBox 24"/>
          <p:cNvSpPr txBox="1"/>
          <p:nvPr/>
        </p:nvSpPr>
        <p:spPr>
          <a:xfrm>
            <a:off x="1572768" y="3017520"/>
            <a:ext cx="4114800" cy="73152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Identify organic upsell opportunities and introduce new capabilities</a:t>
            </a:r>
          </a:p>
        </p:txBody>
      </p:sp>
      <p:sp>
        <p:nvSpPr>
          <p:cNvPr id="26" name="Rectangle 25"/>
          <p:cNvSpPr/>
          <p:nvPr/>
        </p:nvSpPr>
        <p:spPr>
          <a:xfrm>
            <a:off x="6227064" y="2148840"/>
            <a:ext cx="5486400" cy="16916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547104" y="2423160"/>
            <a:ext cx="548640" cy="54864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02</a:t>
            </a:r>
          </a:p>
        </p:txBody>
      </p:sp>
      <p:sp>
        <p:nvSpPr>
          <p:cNvPr id="28" name="TextBox 27"/>
          <p:cNvSpPr txBox="1"/>
          <p:nvPr/>
        </p:nvSpPr>
        <p:spPr>
          <a:xfrm>
            <a:off x="7324344" y="2423160"/>
            <a:ext cx="4114800" cy="548640"/>
          </a:xfrm>
          <a:prstGeom prst="rect">
            <a:avLst/>
          </a:prstGeom>
          <a:noFill/>
        </p:spPr>
        <p:txBody>
          <a:bodyPr wrap="square" lIns="0" rIns="0" tIns="0" bIns="0" anchor="ctr"/>
          <a:lstStyle/>
          <a:p>
            <a:pPr algn="l">
              <a:spcAft>
                <a:spcPts val="0"/>
              </a:spcAft>
            </a:pPr>
            <a:r>
              <a:rPr sz="2200" b="0" i="0">
                <a:solidFill>
                  <a:srgbClr val="122A4E"/>
                </a:solidFill>
                <a:latin typeface="DM Sans 14pt"/>
              </a:rPr>
              <a:t>Maintenance</a:t>
            </a:r>
          </a:p>
        </p:txBody>
      </p:sp>
      <p:sp>
        <p:nvSpPr>
          <p:cNvPr id="29" name="TextBox 28"/>
          <p:cNvSpPr txBox="1"/>
          <p:nvPr/>
        </p:nvSpPr>
        <p:spPr>
          <a:xfrm>
            <a:off x="7324344" y="3017520"/>
            <a:ext cx="4114800" cy="73152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Standardize delivery, protect baseline margins and streamline workflow</a:t>
            </a:r>
          </a:p>
        </p:txBody>
      </p:sp>
      <p:sp>
        <p:nvSpPr>
          <p:cNvPr id="30" name="Rectangle 29"/>
          <p:cNvSpPr/>
          <p:nvPr/>
        </p:nvSpPr>
        <p:spPr>
          <a:xfrm>
            <a:off x="475488" y="4023360"/>
            <a:ext cx="5486400" cy="16916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795528" y="4297680"/>
            <a:ext cx="548640" cy="548640"/>
          </a:xfrm>
          <a:prstGeom prst="ellipse">
            <a:avLst/>
          </a:prstGeom>
          <a:solidFill>
            <a:srgbClr val="00509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03</a:t>
            </a:r>
          </a:p>
        </p:txBody>
      </p:sp>
      <p:sp>
        <p:nvSpPr>
          <p:cNvPr id="32" name="TextBox 31"/>
          <p:cNvSpPr txBox="1"/>
          <p:nvPr/>
        </p:nvSpPr>
        <p:spPr>
          <a:xfrm>
            <a:off x="1572768" y="4297680"/>
            <a:ext cx="4114800" cy="548640"/>
          </a:xfrm>
          <a:prstGeom prst="rect">
            <a:avLst/>
          </a:prstGeom>
          <a:noFill/>
        </p:spPr>
        <p:txBody>
          <a:bodyPr wrap="square" lIns="0" rIns="0" tIns="0" bIns="0" anchor="ctr"/>
          <a:lstStyle/>
          <a:p>
            <a:pPr algn="l">
              <a:spcAft>
                <a:spcPts val="0"/>
              </a:spcAft>
            </a:pPr>
            <a:r>
              <a:rPr sz="2200" b="0" i="0">
                <a:solidFill>
                  <a:srgbClr val="122A4E"/>
                </a:solidFill>
                <a:latin typeface="DM Sans 14pt"/>
              </a:rPr>
              <a:t>Declining / attrition</a:t>
            </a:r>
          </a:p>
        </p:txBody>
      </p:sp>
      <p:sp>
        <p:nvSpPr>
          <p:cNvPr id="33" name="TextBox 32"/>
          <p:cNvSpPr txBox="1"/>
          <p:nvPr/>
        </p:nvSpPr>
        <p:spPr>
          <a:xfrm>
            <a:off x="1572768" y="4892040"/>
            <a:ext cx="4114800" cy="73152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Manage resource roll-offs so labor costs don’t outpace falling revenue</a:t>
            </a:r>
          </a:p>
        </p:txBody>
      </p:sp>
      <p:sp>
        <p:nvSpPr>
          <p:cNvPr id="34" name="Rectangle 33"/>
          <p:cNvSpPr/>
          <p:nvPr/>
        </p:nvSpPr>
        <p:spPr>
          <a:xfrm>
            <a:off x="6227064" y="4023360"/>
            <a:ext cx="5486400" cy="169164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547104" y="4297680"/>
            <a:ext cx="548640" cy="548640"/>
          </a:xfrm>
          <a:prstGeom prst="ellipse">
            <a:avLst/>
          </a:prstGeom>
          <a:solidFill>
            <a:srgbClr val="FF66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04</a:t>
            </a:r>
          </a:p>
        </p:txBody>
      </p:sp>
      <p:sp>
        <p:nvSpPr>
          <p:cNvPr id="36" name="TextBox 35"/>
          <p:cNvSpPr txBox="1"/>
          <p:nvPr/>
        </p:nvSpPr>
        <p:spPr>
          <a:xfrm>
            <a:off x="7324344" y="4297680"/>
            <a:ext cx="4114800" cy="548640"/>
          </a:xfrm>
          <a:prstGeom prst="rect">
            <a:avLst/>
          </a:prstGeom>
          <a:noFill/>
        </p:spPr>
        <p:txBody>
          <a:bodyPr wrap="square" lIns="0" rIns="0" tIns="0" bIns="0" anchor="ctr"/>
          <a:lstStyle/>
          <a:p>
            <a:pPr algn="l">
              <a:spcAft>
                <a:spcPts val="0"/>
              </a:spcAft>
            </a:pPr>
            <a:r>
              <a:rPr sz="2200" b="0" i="0">
                <a:solidFill>
                  <a:srgbClr val="122A4E"/>
                </a:solidFill>
                <a:latin typeface="DM Sans 14pt"/>
              </a:rPr>
              <a:t>New business</a:t>
            </a:r>
          </a:p>
        </p:txBody>
      </p:sp>
      <p:sp>
        <p:nvSpPr>
          <p:cNvPr id="37" name="TextBox 36"/>
          <p:cNvSpPr txBox="1"/>
          <p:nvPr/>
        </p:nvSpPr>
        <p:spPr>
          <a:xfrm>
            <a:off x="7324344" y="4892040"/>
            <a:ext cx="4114800" cy="73152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Set up the commercial terms correctly from day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9768" y="2240280"/>
            <a:ext cx="10515600" cy="1188720"/>
          </a:xfrm>
        </p:spPr>
        <p:txBody>
          <a:bodyPr anchor="b" wrap="none"/>
          <a:lstStyle/>
          <a:p>
            <a:r>
              <a:rPr sz="5400" b="0" i="0">
                <a:solidFill>
                  <a:srgbClr val="FFFFFF"/>
                </a:solidFill>
                <a:latin typeface="DM Sans 14pt ExtraLight"/>
              </a:rPr>
              <a:t>Commercial Model Intro</a:t>
            </a:r>
          </a:p>
        </p:txBody>
      </p:sp>
      <p:sp>
        <p:nvSpPr>
          <p:cNvPr id="3" name="Text Placeholder 2"/>
          <p:cNvSpPr>
            <a:spLocks noGrp="1"/>
          </p:cNvSpPr>
          <p:nvPr>
            <p:ph type="body" idx="36" sz="quarter"/>
          </p:nvPr>
        </p:nvSpPr>
        <p:spPr/>
        <p:txBody>
          <a:bodyPr/>
          <a:lstStyle/>
          <a:p>
            <a:r>
              <a:t>PART 3  ·  35:00 – 55:00</a:t>
            </a:r>
          </a:p>
        </p:txBody>
      </p:sp>
      <p:sp>
        <p:nvSpPr>
          <p:cNvPr id="4" name="Footer Placeholder 3">
            <a:extLst>
              <a:ext uri="{FF2B5EF4-FFF2-40B4-BE49-F238E27FC236}">
                <a16:creationId xmlns:a16="http://schemas.microsoft.com/office/drawing/2014/main" id="{459CA1FC-9541-41A8-4087-DBC5C87DB3B5}"/>
              </a:ext>
            </a:extLst>
          </p:cNvPr>
          <p:cNvSpPr>
            <a:spLocks noGrp="1"/>
          </p:cNvSpPr>
          <p:nvPr>
            <p:ph type="ftr" sz="quarter" idx="11"/>
          </p:nvPr>
        </p:nvSpPr>
        <p:spPr>
          <a:xfrm>
            <a:off x="1102149" y="6363845"/>
            <a:ext cx="7315200" cy="200055"/>
          </a:xfrm>
        </p:spPr>
        <p:txBody>
          <a:bodyPr>
            <a:spAutoFit/>
          </a:bodyPr>
          <a:lstStyle>
            <a:lvl1pPr>
              <a:defRPr sz="1000">
                <a:solidFill>
                  <a:schemeClr val="bg2"/>
                </a:solidFill>
              </a:defRPr>
            </a:lvl1pPr>
          </a:lstStyle>
          <a:p>
            <a:r>
              <a:rPr lang="en-US" dirty="0"/>
              <a:t>Mastering Agency Commercials  |  WTA  |  Maple Ranch</a:t>
            </a:r>
          </a:p>
        </p:txBody>
      </p:sp>
      <p:sp>
        <p:nvSpPr>
          <p:cNvPr id="5" name="Slide Number Placeholder 4">
            <a:extLst>
              <a:ext uri="{FF2B5EF4-FFF2-40B4-BE49-F238E27FC236}">
                <a16:creationId xmlns:a16="http://schemas.microsoft.com/office/drawing/2014/main" id="{6164CD1E-3C24-D94A-9F15-738FBD12F5F4}"/>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sz="1000" dirty="0"/>
          </a:p>
        </p:txBody>
      </p:sp>
      <p:sp>
        <p:nvSpPr>
          <p:cNvPr id="6" name="TextBox 5"/>
          <p:cNvSpPr txBox="1"/>
          <p:nvPr/>
        </p:nvSpPr>
        <p:spPr>
          <a:xfrm>
            <a:off x="448056" y="3657600"/>
            <a:ext cx="9144000" cy="548640"/>
          </a:xfrm>
          <a:prstGeom prst="rect">
            <a:avLst/>
          </a:prstGeom>
          <a:noFill/>
        </p:spPr>
        <p:txBody>
          <a:bodyPr wrap="square" lIns="0" rIns="0" tIns="0" bIns="0" anchor="t"/>
          <a:lstStyle/>
          <a:p>
            <a:pPr algn="l">
              <a:spcAft>
                <a:spcPts val="0"/>
              </a:spcAft>
            </a:pPr>
            <a:r>
              <a:rPr sz="2200" b="0" i="0">
                <a:solidFill>
                  <a:srgbClr val="FFFFFF"/>
                </a:solidFill>
                <a:latin typeface="DM Sans 14pt"/>
              </a:rPr>
              <a:t>Evolving beyond the hour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Where the industry is going</a:t>
            </a:r>
          </a:p>
        </p:txBody>
      </p:sp>
      <p:sp>
        <p:nvSpPr>
          <p:cNvPr id="3" name="Text Placeholder 2"/>
          <p:cNvSpPr>
            <a:spLocks noGrp="1"/>
          </p:cNvSpPr>
          <p:nvPr>
            <p:ph type="body" idx="36" sz="quarter"/>
          </p:nvPr>
        </p:nvSpPr>
        <p:spPr/>
        <p:txBody>
          <a:bodyPr/>
          <a:lstStyle/>
          <a:p>
            <a:r>
              <a:t>COMMERCIAL MODEL</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48840"/>
            <a:ext cx="3429000" cy="35661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9808" y="2377440"/>
            <a:ext cx="2880360" cy="320040"/>
          </a:xfrm>
          <a:prstGeom prst="rect">
            <a:avLst/>
          </a:prstGeom>
          <a:noFill/>
        </p:spPr>
        <p:txBody>
          <a:bodyPr wrap="square" lIns="0" rIns="0" tIns="0" bIns="0" anchor="t"/>
          <a:lstStyle/>
          <a:p>
            <a:pPr algn="l">
              <a:spcAft>
                <a:spcPts val="0"/>
              </a:spcAft>
            </a:pPr>
            <a:r>
              <a:rPr sz="1400" b="0" i="0">
                <a:solidFill>
                  <a:srgbClr val="6B6B6B"/>
                </a:solidFill>
                <a:latin typeface="DM Sans 14pt SemiBold"/>
              </a:rPr>
              <a:t>THE CURRENT STATE</a:t>
            </a:r>
          </a:p>
        </p:txBody>
      </p:sp>
      <p:sp>
        <p:nvSpPr>
          <p:cNvPr id="23" name="TextBox 22"/>
          <p:cNvSpPr txBox="1"/>
          <p:nvPr/>
        </p:nvSpPr>
        <p:spPr>
          <a:xfrm>
            <a:off x="749808" y="2834640"/>
            <a:ext cx="2880360" cy="2743200"/>
          </a:xfrm>
          <a:prstGeom prst="rect">
            <a:avLst/>
          </a:prstGeom>
          <a:noFill/>
        </p:spPr>
        <p:txBody>
          <a:bodyPr wrap="square" lIns="0" rIns="0" tIns="0" bIns="0" anchor="t"/>
          <a:lstStyle/>
          <a:p>
            <a:pPr algn="l">
              <a:lnSpc>
                <a:spcPct val="115000"/>
              </a:lnSpc>
              <a:spcAft>
                <a:spcPts val="0"/>
              </a:spcAft>
            </a:pPr>
            <a:r>
              <a:rPr sz="1800" b="0" i="0">
                <a:solidFill>
                  <a:srgbClr val="122A4E"/>
                </a:solidFill>
                <a:latin typeface="DM Sans 14pt"/>
              </a:rPr>
              <a:t>Time &amp; materials and hourly-derived retainers</a:t>
            </a:r>
          </a:p>
        </p:txBody>
      </p:sp>
      <p:sp>
        <p:nvSpPr>
          <p:cNvPr id="24" name="Right Arrow 23"/>
          <p:cNvSpPr/>
          <p:nvPr/>
        </p:nvSpPr>
        <p:spPr>
          <a:xfrm>
            <a:off x="3977639" y="3703320"/>
            <a:ext cx="329184" cy="384048"/>
          </a:xfrm>
          <a:prstGeom prst="rightArrow">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379975" y="2148840"/>
            <a:ext cx="3429000" cy="35661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654295" y="2377440"/>
            <a:ext cx="2880360" cy="320040"/>
          </a:xfrm>
          <a:prstGeom prst="rect">
            <a:avLst/>
          </a:prstGeom>
          <a:noFill/>
        </p:spPr>
        <p:txBody>
          <a:bodyPr wrap="square" lIns="0" rIns="0" tIns="0" bIns="0" anchor="t"/>
          <a:lstStyle/>
          <a:p>
            <a:pPr algn="l">
              <a:spcAft>
                <a:spcPts val="0"/>
              </a:spcAft>
            </a:pPr>
            <a:r>
              <a:rPr sz="1400" b="0" i="0">
                <a:solidFill>
                  <a:srgbClr val="FF3333"/>
                </a:solidFill>
                <a:latin typeface="DM Sans 14pt SemiBold"/>
              </a:rPr>
              <a:t>THE PROBLEM</a:t>
            </a:r>
          </a:p>
        </p:txBody>
      </p:sp>
      <p:sp>
        <p:nvSpPr>
          <p:cNvPr id="27" name="TextBox 26"/>
          <p:cNvSpPr txBox="1"/>
          <p:nvPr/>
        </p:nvSpPr>
        <p:spPr>
          <a:xfrm>
            <a:off x="4654295" y="2834640"/>
            <a:ext cx="2880360" cy="2743200"/>
          </a:xfrm>
          <a:prstGeom prst="rect">
            <a:avLst/>
          </a:prstGeom>
          <a:noFill/>
        </p:spPr>
        <p:txBody>
          <a:bodyPr wrap="square" lIns="0" rIns="0" tIns="0" bIns="0" anchor="t"/>
          <a:lstStyle/>
          <a:p>
            <a:pPr algn="l">
              <a:lnSpc>
                <a:spcPct val="115000"/>
              </a:lnSpc>
              <a:spcAft>
                <a:spcPts val="0"/>
              </a:spcAft>
            </a:pPr>
            <a:r>
              <a:rPr sz="1600" b="0" i="0">
                <a:solidFill>
                  <a:srgbClr val="122A4E"/>
                </a:solidFill>
                <a:latin typeface="DM Sans 14pt"/>
              </a:rPr>
              <a:t>T&amp;M penalizes efficiency: when we get faster and smarter, we bill fewer hours. Clients scrutinize rates instead of valuing the outcome.</a:t>
            </a:r>
          </a:p>
        </p:txBody>
      </p:sp>
      <p:sp>
        <p:nvSpPr>
          <p:cNvPr id="28" name="Right Arrow 27"/>
          <p:cNvSpPr/>
          <p:nvPr/>
        </p:nvSpPr>
        <p:spPr>
          <a:xfrm>
            <a:off x="7882127" y="3703320"/>
            <a:ext cx="329184" cy="384048"/>
          </a:xfrm>
          <a:prstGeom prst="rightArrow">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84463" y="2148840"/>
            <a:ext cx="3429000" cy="356616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558784" y="2377440"/>
            <a:ext cx="2880360" cy="320040"/>
          </a:xfrm>
          <a:prstGeom prst="rect">
            <a:avLst/>
          </a:prstGeom>
          <a:noFill/>
        </p:spPr>
        <p:txBody>
          <a:bodyPr wrap="square" lIns="0" rIns="0" tIns="0" bIns="0" anchor="t"/>
          <a:lstStyle/>
          <a:p>
            <a:pPr algn="l">
              <a:spcAft>
                <a:spcPts val="0"/>
              </a:spcAft>
            </a:pPr>
            <a:r>
              <a:rPr sz="1400" b="0" i="0">
                <a:solidFill>
                  <a:srgbClr val="66CCCC"/>
                </a:solidFill>
                <a:latin typeface="DM Sans 14pt SemiBold"/>
              </a:rPr>
              <a:t>THE EVOLVED MODEL</a:t>
            </a:r>
          </a:p>
        </p:txBody>
      </p:sp>
      <p:sp>
        <p:nvSpPr>
          <p:cNvPr id="31" name="TextBox 30"/>
          <p:cNvSpPr txBox="1"/>
          <p:nvPr/>
        </p:nvSpPr>
        <p:spPr>
          <a:xfrm>
            <a:off x="8558784" y="2834640"/>
            <a:ext cx="2880360" cy="2743200"/>
          </a:xfrm>
          <a:prstGeom prst="rect">
            <a:avLst/>
          </a:prstGeom>
          <a:noFill/>
        </p:spPr>
        <p:txBody>
          <a:bodyPr wrap="square" lIns="0" rIns="0" tIns="0" bIns="0" anchor="t"/>
          <a:lstStyle/>
          <a:p>
            <a:pPr algn="l">
              <a:lnSpc>
                <a:spcPct val="115000"/>
              </a:lnSpc>
              <a:spcAft>
                <a:spcPts val="0"/>
              </a:spcAft>
            </a:pPr>
            <a:r>
              <a:rPr sz="1800" b="0" i="0">
                <a:solidFill>
                  <a:srgbClr val="FFFFFF"/>
                </a:solidFill>
                <a:latin typeface="DM Sans 14pt"/>
              </a:rPr>
              <a:t>Standardized, value-based Solution Sets: defined deliverables with clear pricing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What this model is, and what it is not</a:t>
            </a:r>
          </a:p>
        </p:txBody>
      </p:sp>
      <p:sp>
        <p:nvSpPr>
          <p:cNvPr id="3" name="Text Placeholder 2"/>
          <p:cNvSpPr>
            <a:spLocks noGrp="1"/>
          </p:cNvSpPr>
          <p:nvPr>
            <p:ph type="body" idx="36" sz="quarter"/>
          </p:nvPr>
        </p:nvSpPr>
        <p:spPr/>
        <p:txBody>
          <a:bodyPr/>
          <a:lstStyle/>
          <a:p>
            <a:r>
              <a:t>COMMERCIAL MODEL</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48840"/>
            <a:ext cx="5486400" cy="356616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777240" y="2423160"/>
            <a:ext cx="548640" cy="548640"/>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800" b="0" i="0">
                <a:solidFill>
                  <a:srgbClr val="FFFFFF"/>
                </a:solidFill>
                <a:latin typeface="DM Sans 14pt SemiBold"/>
              </a:rPr>
              <a:t>✓</a:t>
            </a:r>
          </a:p>
        </p:txBody>
      </p:sp>
      <p:sp>
        <p:nvSpPr>
          <p:cNvPr id="23" name="TextBox 22"/>
          <p:cNvSpPr txBox="1"/>
          <p:nvPr/>
        </p:nvSpPr>
        <p:spPr>
          <a:xfrm>
            <a:off x="1508760" y="2423160"/>
            <a:ext cx="4206240" cy="548640"/>
          </a:xfrm>
          <a:prstGeom prst="rect">
            <a:avLst/>
          </a:prstGeom>
          <a:noFill/>
        </p:spPr>
        <p:txBody>
          <a:bodyPr wrap="square" lIns="0" rIns="0" tIns="0" bIns="0" anchor="ctr"/>
          <a:lstStyle/>
          <a:p>
            <a:pPr algn="l">
              <a:spcAft>
                <a:spcPts val="0"/>
              </a:spcAft>
            </a:pPr>
            <a:r>
              <a:rPr sz="2400" b="0" i="0">
                <a:solidFill>
                  <a:srgbClr val="FFFFFF"/>
                </a:solidFill>
                <a:latin typeface="DM Sans 14pt SemiBold"/>
              </a:rPr>
              <a:t>It IS</a:t>
            </a:r>
          </a:p>
        </p:txBody>
      </p:sp>
      <p:sp>
        <p:nvSpPr>
          <p:cNvPr id="24" name="TextBox 23"/>
          <p:cNvSpPr txBox="1"/>
          <p:nvPr/>
        </p:nvSpPr>
        <p:spPr>
          <a:xfrm>
            <a:off x="777240" y="3246120"/>
            <a:ext cx="4846320" cy="2286000"/>
          </a:xfrm>
          <a:prstGeom prst="rect">
            <a:avLst/>
          </a:prstGeom>
          <a:noFill/>
        </p:spPr>
        <p:txBody>
          <a:bodyPr wrap="square" lIns="0" rIns="0" tIns="0" bIns="0" anchor="t"/>
          <a:lstStyle/>
          <a:p>
            <a:pPr algn="l" marL="201168" indent="-201168">
              <a:spcAft>
                <a:spcPts val="800"/>
              </a:spcAft>
              <a:buClr>
                <a:srgbClr val="66CCCC"/>
              </a:buClr>
              <a:buFont typeface="Arial"/>
              <a:buChar char="•"/>
            </a:pPr>
            <a:r>
              <a:rPr sz="1800" b="0" i="0">
                <a:solidFill>
                  <a:srgbClr val="FFFFFF"/>
                </a:solidFill>
                <a:latin typeface="DM Sans 14pt"/>
              </a:rPr>
              <a:t>Pre-packaged, modular scopes of work</a:t>
            </a:r>
          </a:p>
          <a:p>
            <a:pPr algn="l" marL="201168" indent="-201168">
              <a:spcAft>
                <a:spcPts val="800"/>
              </a:spcAft>
              <a:buClr>
                <a:srgbClr val="66CCCC"/>
              </a:buClr>
              <a:buFont typeface="Arial"/>
              <a:buChar char="•"/>
            </a:pPr>
            <a:r>
              <a:rPr sz="1800" b="0" i="0">
                <a:solidFill>
                  <a:srgbClr val="FFFFFF"/>
                </a:solidFill>
                <a:latin typeface="DM Sans 14pt"/>
              </a:rPr>
              <a:t>Fixed pricing</a:t>
            </a:r>
          </a:p>
          <a:p>
            <a:pPr algn="l" marL="201168" indent="-201168">
              <a:spcAft>
                <a:spcPts val="800"/>
              </a:spcAft>
              <a:buClr>
                <a:srgbClr val="66CCCC"/>
              </a:buClr>
              <a:buFont typeface="Arial"/>
              <a:buChar char="•"/>
            </a:pPr>
            <a:r>
              <a:rPr sz="1800" b="0" i="0">
                <a:solidFill>
                  <a:srgbClr val="FFFFFF"/>
                </a:solidFill>
                <a:latin typeface="DM Sans 14pt"/>
              </a:rPr>
              <a:t>Clear deliverables</a:t>
            </a:r>
          </a:p>
          <a:p>
            <a:pPr algn="l" marL="201168" indent="-201168">
              <a:spcAft>
                <a:spcPts val="800"/>
              </a:spcAft>
              <a:buClr>
                <a:srgbClr val="66CCCC"/>
              </a:buClr>
              <a:buFont typeface="Arial"/>
              <a:buChar char="•"/>
            </a:pPr>
            <a:r>
              <a:rPr sz="1800" b="0" i="0">
                <a:solidFill>
                  <a:srgbClr val="FFFFFF"/>
                </a:solidFill>
                <a:latin typeface="DM Sans 14pt"/>
              </a:rPr>
              <a:t>Standardized terms</a:t>
            </a:r>
          </a:p>
        </p:txBody>
      </p:sp>
      <p:sp>
        <p:nvSpPr>
          <p:cNvPr id="25" name="Rectangle 24"/>
          <p:cNvSpPr/>
          <p:nvPr/>
        </p:nvSpPr>
        <p:spPr>
          <a:xfrm>
            <a:off x="6227064" y="2148840"/>
            <a:ext cx="5486400" cy="17373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501384" y="2423160"/>
            <a:ext cx="457200" cy="45720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a:t>
            </a:r>
          </a:p>
        </p:txBody>
      </p:sp>
      <p:sp>
        <p:nvSpPr>
          <p:cNvPr id="27" name="TextBox 26"/>
          <p:cNvSpPr txBox="1"/>
          <p:nvPr/>
        </p:nvSpPr>
        <p:spPr>
          <a:xfrm>
            <a:off x="7132320" y="2350008"/>
            <a:ext cx="4389120" cy="594360"/>
          </a:xfrm>
          <a:prstGeom prst="rect">
            <a:avLst/>
          </a:prstGeom>
          <a:noFill/>
        </p:spPr>
        <p:txBody>
          <a:bodyPr wrap="square" lIns="0" rIns="0" tIns="0" bIns="0" anchor="t"/>
          <a:lstStyle/>
          <a:p>
            <a:pPr algn="l">
              <a:lnSpc>
                <a:spcPct val="100000"/>
              </a:lnSpc>
              <a:spcAft>
                <a:spcPts val="0"/>
              </a:spcAft>
            </a:pPr>
            <a:r>
              <a:rPr sz="1300" b="0" i="0">
                <a:solidFill>
                  <a:srgbClr val="6B6B6B"/>
                </a:solidFill>
                <a:latin typeface="DM Sans 14pt SemiBold"/>
              </a:rPr>
              <a:t>It is NOT</a:t>
            </a:r>
          </a:p>
          <a:p>
            <a:pPr algn="l">
              <a:lnSpc>
                <a:spcPct val="100000"/>
              </a:lnSpc>
              <a:spcAft>
                <a:spcPts val="0"/>
              </a:spcAft>
            </a:pPr>
            <a:r>
              <a:rPr sz="1800" b="0" i="0">
                <a:solidFill>
                  <a:srgbClr val="122A4E"/>
                </a:solidFill>
                <a:latin typeface="DM Sans 14pt SemiBold"/>
              </a:rPr>
              <a:t>Pay-for-performance</a:t>
            </a:r>
          </a:p>
        </p:txBody>
      </p:sp>
      <p:sp>
        <p:nvSpPr>
          <p:cNvPr id="28" name="TextBox 27"/>
          <p:cNvSpPr txBox="1"/>
          <p:nvPr/>
        </p:nvSpPr>
        <p:spPr>
          <a:xfrm>
            <a:off x="7132320" y="3017520"/>
            <a:ext cx="4389120" cy="82296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We are not tying agency compensation to client sales or contingency risk</a:t>
            </a:r>
          </a:p>
        </p:txBody>
      </p:sp>
      <p:sp>
        <p:nvSpPr>
          <p:cNvPr id="29" name="Rectangle 28"/>
          <p:cNvSpPr/>
          <p:nvPr/>
        </p:nvSpPr>
        <p:spPr>
          <a:xfrm>
            <a:off x="6227064" y="3977639"/>
            <a:ext cx="5486400" cy="17373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501384" y="4251959"/>
            <a:ext cx="457200" cy="45720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400" b="0" i="0">
                <a:solidFill>
                  <a:srgbClr val="FFFFFF"/>
                </a:solidFill>
                <a:latin typeface="DM Sans 14pt SemiBold"/>
              </a:rPr>
              <a:t>✕</a:t>
            </a:r>
          </a:p>
        </p:txBody>
      </p:sp>
      <p:sp>
        <p:nvSpPr>
          <p:cNvPr id="31" name="TextBox 30"/>
          <p:cNvSpPr txBox="1"/>
          <p:nvPr/>
        </p:nvSpPr>
        <p:spPr>
          <a:xfrm>
            <a:off x="7132320" y="4178807"/>
            <a:ext cx="4389120" cy="594360"/>
          </a:xfrm>
          <a:prstGeom prst="rect">
            <a:avLst/>
          </a:prstGeom>
          <a:noFill/>
        </p:spPr>
        <p:txBody>
          <a:bodyPr wrap="square" lIns="0" rIns="0" tIns="0" bIns="0" anchor="t"/>
          <a:lstStyle/>
          <a:p>
            <a:pPr algn="l">
              <a:lnSpc>
                <a:spcPct val="100000"/>
              </a:lnSpc>
              <a:spcAft>
                <a:spcPts val="0"/>
              </a:spcAft>
            </a:pPr>
            <a:r>
              <a:rPr sz="1300" b="0" i="0">
                <a:solidFill>
                  <a:srgbClr val="6B6B6B"/>
                </a:solidFill>
                <a:latin typeface="DM Sans 14pt SemiBold"/>
              </a:rPr>
              <a:t>It is NOT</a:t>
            </a:r>
          </a:p>
          <a:p>
            <a:pPr algn="l">
              <a:lnSpc>
                <a:spcPct val="100000"/>
              </a:lnSpc>
              <a:spcAft>
                <a:spcPts val="0"/>
              </a:spcAft>
            </a:pPr>
            <a:r>
              <a:rPr sz="1800" b="0" i="0">
                <a:solidFill>
                  <a:srgbClr val="122A4E"/>
                </a:solidFill>
                <a:latin typeface="DM Sans 14pt SemiBold"/>
              </a:rPr>
              <a:t>An à la carte discount menu</a:t>
            </a:r>
          </a:p>
        </p:txBody>
      </p:sp>
      <p:sp>
        <p:nvSpPr>
          <p:cNvPr id="32" name="TextBox 31"/>
          <p:cNvSpPr txBox="1"/>
          <p:nvPr/>
        </p:nvSpPr>
        <p:spPr>
          <a:xfrm>
            <a:off x="7132320" y="4846320"/>
            <a:ext cx="4389120" cy="822960"/>
          </a:xfrm>
          <a:prstGeom prst="rect">
            <a:avLst/>
          </a:prstGeom>
          <a:noFill/>
        </p:spPr>
        <p:txBody>
          <a:bodyPr wrap="square" lIns="0" rIns="0" tIns="0" bIns="0" anchor="t"/>
          <a:lstStyle/>
          <a:p>
            <a:pPr algn="l">
              <a:lnSpc>
                <a:spcPct val="115000"/>
              </a:lnSpc>
              <a:spcAft>
                <a:spcPts val="0"/>
              </a:spcAft>
            </a:pPr>
            <a:r>
              <a:rPr sz="1400" b="0" i="0">
                <a:solidFill>
                  <a:srgbClr val="333333"/>
                </a:solidFill>
                <a:latin typeface="DM Sans 14pt"/>
              </a:rPr>
              <a:t>Clients purchase complete, integrated Solution Sets, not individual micro-tasks at a discount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How we turn services into Solution Sets</a:t>
            </a:r>
          </a:p>
        </p:txBody>
      </p:sp>
      <p:sp>
        <p:nvSpPr>
          <p:cNvPr id="3" name="Text Placeholder 2"/>
          <p:cNvSpPr>
            <a:spLocks noGrp="1"/>
          </p:cNvSpPr>
          <p:nvPr>
            <p:ph type="body" idx="36" sz="quarter"/>
          </p:nvPr>
        </p:nvSpPr>
        <p:spPr/>
        <p:txBody>
          <a:bodyPr/>
          <a:lstStyle/>
          <a:p>
            <a:r>
              <a:t>COMMERCIAL MODEL</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TextBox 20"/>
          <p:cNvSpPr txBox="1"/>
          <p:nvPr/>
        </p:nvSpPr>
        <p:spPr>
          <a:xfrm>
            <a:off x="475488" y="1600200"/>
            <a:ext cx="11237976" cy="320040"/>
          </a:xfrm>
          <a:prstGeom prst="rect">
            <a:avLst/>
          </a:prstGeom>
          <a:noFill/>
        </p:spPr>
        <p:txBody>
          <a:bodyPr wrap="square" lIns="0" rIns="0" tIns="0" bIns="0" anchor="t"/>
          <a:lstStyle/>
          <a:p>
            <a:pPr algn="l">
              <a:spcAft>
                <a:spcPts val="0"/>
              </a:spcAft>
            </a:pPr>
            <a:r>
              <a:rPr sz="1600" b="0" i="0">
                <a:solidFill>
                  <a:srgbClr val="6B6B6B"/>
                </a:solidFill>
                <a:latin typeface="DM Sans 14pt"/>
              </a:rPr>
              <a:t>A four-step framework</a:t>
            </a:r>
          </a:p>
        </p:txBody>
      </p:sp>
      <p:cxnSp>
        <p:nvCxnSpPr>
          <p:cNvPr id="22" name="Connector 21"/>
          <p:cNvCxnSpPr/>
          <p:nvPr/>
        </p:nvCxnSpPr>
        <p:spPr>
          <a:xfrm>
            <a:off x="841248" y="2514600"/>
            <a:ext cx="8586216" cy="0"/>
          </a:xfrm>
          <a:prstGeom prst="line">
            <a:avLst/>
          </a:prstGeom>
          <a:ln w="1905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75488" y="2148840"/>
            <a:ext cx="731520" cy="73152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800" b="0" i="0">
                <a:solidFill>
                  <a:srgbClr val="FFFFFF"/>
                </a:solidFill>
                <a:latin typeface="DM Sans 14pt SemiBold"/>
              </a:rPr>
              <a:t>01</a:t>
            </a:r>
          </a:p>
        </p:txBody>
      </p:sp>
      <p:sp>
        <p:nvSpPr>
          <p:cNvPr id="24" name="TextBox 23"/>
          <p:cNvSpPr txBox="1"/>
          <p:nvPr/>
        </p:nvSpPr>
        <p:spPr>
          <a:xfrm>
            <a:off x="475488" y="3108960"/>
            <a:ext cx="265176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Define the unit</a:t>
            </a:r>
          </a:p>
        </p:txBody>
      </p:sp>
      <p:sp>
        <p:nvSpPr>
          <p:cNvPr id="25" name="TextBox 24"/>
          <p:cNvSpPr txBox="1"/>
          <p:nvPr/>
        </p:nvSpPr>
        <p:spPr>
          <a:xfrm>
            <a:off x="475488" y="3566160"/>
            <a:ext cx="2514600" cy="137160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What is the client actually buying? A campaign, a platform, an activation, ongoing stewardship</a:t>
            </a:r>
          </a:p>
        </p:txBody>
      </p:sp>
      <p:sp>
        <p:nvSpPr>
          <p:cNvPr id="26" name="Oval 25"/>
          <p:cNvSpPr/>
          <p:nvPr/>
        </p:nvSpPr>
        <p:spPr>
          <a:xfrm>
            <a:off x="3337560" y="2148840"/>
            <a:ext cx="731520" cy="73152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800" b="0" i="0">
                <a:solidFill>
                  <a:srgbClr val="FFFFFF"/>
                </a:solidFill>
                <a:latin typeface="DM Sans 14pt SemiBold"/>
              </a:rPr>
              <a:t>02</a:t>
            </a:r>
          </a:p>
        </p:txBody>
      </p:sp>
      <p:sp>
        <p:nvSpPr>
          <p:cNvPr id="27" name="TextBox 26"/>
          <p:cNvSpPr txBox="1"/>
          <p:nvPr/>
        </p:nvSpPr>
        <p:spPr>
          <a:xfrm>
            <a:off x="3337560" y="3108960"/>
            <a:ext cx="265176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Define the scope</a:t>
            </a:r>
          </a:p>
        </p:txBody>
      </p:sp>
      <p:sp>
        <p:nvSpPr>
          <p:cNvPr id="28" name="TextBox 27"/>
          <p:cNvSpPr txBox="1"/>
          <p:nvPr/>
        </p:nvSpPr>
        <p:spPr>
          <a:xfrm>
            <a:off x="3337560" y="3566160"/>
            <a:ext cx="2514600" cy="137160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List what is included and what is out of scope</a:t>
            </a:r>
          </a:p>
        </p:txBody>
      </p:sp>
      <p:sp>
        <p:nvSpPr>
          <p:cNvPr id="29" name="Oval 28"/>
          <p:cNvSpPr/>
          <p:nvPr/>
        </p:nvSpPr>
        <p:spPr>
          <a:xfrm>
            <a:off x="6199631" y="2148840"/>
            <a:ext cx="731520" cy="73152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800" b="0" i="0">
                <a:solidFill>
                  <a:srgbClr val="FFFFFF"/>
                </a:solidFill>
                <a:latin typeface="DM Sans 14pt SemiBold"/>
              </a:rPr>
              <a:t>03</a:t>
            </a:r>
          </a:p>
        </p:txBody>
      </p:sp>
      <p:sp>
        <p:nvSpPr>
          <p:cNvPr id="30" name="TextBox 29"/>
          <p:cNvSpPr txBox="1"/>
          <p:nvPr/>
        </p:nvSpPr>
        <p:spPr>
          <a:xfrm>
            <a:off x="6199631" y="3108960"/>
            <a:ext cx="265176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Price for value</a:t>
            </a:r>
          </a:p>
        </p:txBody>
      </p:sp>
      <p:sp>
        <p:nvSpPr>
          <p:cNvPr id="31" name="TextBox 30"/>
          <p:cNvSpPr txBox="1"/>
          <p:nvPr/>
        </p:nvSpPr>
        <p:spPr>
          <a:xfrm>
            <a:off x="6199631" y="3566160"/>
            <a:ext cx="2514600" cy="137160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Historical effort benchmarks cost; deliverable value sets price</a:t>
            </a:r>
          </a:p>
        </p:txBody>
      </p:sp>
      <p:sp>
        <p:nvSpPr>
          <p:cNvPr id="32" name="Oval 31"/>
          <p:cNvSpPr/>
          <p:nvPr/>
        </p:nvSpPr>
        <p:spPr>
          <a:xfrm>
            <a:off x="9061704" y="2148840"/>
            <a:ext cx="731520" cy="731520"/>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800" b="0" i="0">
                <a:solidFill>
                  <a:srgbClr val="FFFFFF"/>
                </a:solidFill>
                <a:latin typeface="DM Sans 14pt SemiBold"/>
              </a:rPr>
              <a:t>04</a:t>
            </a:r>
          </a:p>
        </p:txBody>
      </p:sp>
      <p:sp>
        <p:nvSpPr>
          <p:cNvPr id="33" name="TextBox 32"/>
          <p:cNvSpPr txBox="1"/>
          <p:nvPr/>
        </p:nvSpPr>
        <p:spPr>
          <a:xfrm>
            <a:off x="9061704" y="3108960"/>
            <a:ext cx="2651760" cy="411480"/>
          </a:xfrm>
          <a:prstGeom prst="rect">
            <a:avLst/>
          </a:prstGeom>
          <a:noFill/>
        </p:spPr>
        <p:txBody>
          <a:bodyPr wrap="square" lIns="0" rIns="0" tIns="0" bIns="0" anchor="t"/>
          <a:lstStyle/>
          <a:p>
            <a:pPr algn="l">
              <a:spcAft>
                <a:spcPts val="0"/>
              </a:spcAft>
            </a:pPr>
            <a:r>
              <a:rPr sz="2000" b="0" i="0">
                <a:solidFill>
                  <a:srgbClr val="122A4E"/>
                </a:solidFill>
                <a:latin typeface="DM Sans 14pt SemiBold"/>
              </a:rPr>
              <a:t>Build the offering</a:t>
            </a:r>
          </a:p>
        </p:txBody>
      </p:sp>
      <p:sp>
        <p:nvSpPr>
          <p:cNvPr id="34" name="TextBox 33"/>
          <p:cNvSpPr txBox="1"/>
          <p:nvPr/>
        </p:nvSpPr>
        <p:spPr>
          <a:xfrm>
            <a:off x="9061704" y="3566160"/>
            <a:ext cx="2514600" cy="137160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Clean, menu-style proposals instead of complex staffing grids</a:t>
            </a:r>
          </a:p>
        </p:txBody>
      </p:sp>
      <p:sp>
        <p:nvSpPr>
          <p:cNvPr id="35" name="Rectangle 34"/>
          <p:cNvSpPr/>
          <p:nvPr/>
        </p:nvSpPr>
        <p:spPr>
          <a:xfrm>
            <a:off x="475488" y="5120640"/>
            <a:ext cx="11237976" cy="621792"/>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5120640"/>
            <a:ext cx="10698480" cy="621792"/>
          </a:xfrm>
          <a:prstGeom prst="rect">
            <a:avLst/>
          </a:prstGeom>
          <a:noFill/>
        </p:spPr>
        <p:txBody>
          <a:bodyPr wrap="square" lIns="0" rIns="0" tIns="0" bIns="0" anchor="ctr"/>
          <a:lstStyle/>
          <a:p>
            <a:pPr algn="l">
              <a:spcAft>
                <a:spcPts val="0"/>
              </a:spcAft>
            </a:pPr>
            <a:r>
              <a:rPr sz="1800" b="0" i="0">
                <a:solidFill>
                  <a:srgbClr val="FF3333"/>
                </a:solidFill>
                <a:latin typeface="DM Sans 14pt SemiBold"/>
              </a:rPr>
              <a:t>Ambiguity is where margin disappears.  </a:t>
            </a:r>
            <a:r>
              <a:rPr sz="1800" b="0" i="0">
                <a:solidFill>
                  <a:srgbClr val="122A4E"/>
                </a:solidFill>
                <a:latin typeface="DM Sans 14pt"/>
              </a:rPr>
              <a:t>Every undefined element is a future scope disagreement.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Case study: a retail pitch win</a:t>
            </a:r>
          </a:p>
        </p:txBody>
      </p:sp>
      <p:sp>
        <p:nvSpPr>
          <p:cNvPr id="3" name="Text Placeholder 2"/>
          <p:cNvSpPr>
            <a:spLocks noGrp="1"/>
          </p:cNvSpPr>
          <p:nvPr>
            <p:ph type="body" idx="36" sz="quarter"/>
          </p:nvPr>
        </p:nvSpPr>
        <p:spPr/>
        <p:txBody>
          <a:bodyPr/>
          <a:lstStyle/>
          <a:p>
            <a:r>
              <a:t>CASE STUDY</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48840"/>
            <a:ext cx="4206240" cy="35661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7240" y="2377440"/>
            <a:ext cx="3657600" cy="320040"/>
          </a:xfrm>
          <a:prstGeom prst="rect">
            <a:avLst/>
          </a:prstGeom>
          <a:noFill/>
        </p:spPr>
        <p:txBody>
          <a:bodyPr wrap="square" lIns="0" rIns="0" tIns="0" bIns="0" anchor="t"/>
          <a:lstStyle/>
          <a:p>
            <a:pPr algn="l">
              <a:spcAft>
                <a:spcPts val="0"/>
              </a:spcAft>
            </a:pPr>
            <a:r>
              <a:rPr sz="1400" b="0" i="0">
                <a:solidFill>
                  <a:srgbClr val="6B6B6B"/>
                </a:solidFill>
                <a:latin typeface="DM Sans 14pt SemiBold"/>
              </a:rPr>
              <a:t>BEFORE  ·  LEGACY APPROACH</a:t>
            </a:r>
          </a:p>
        </p:txBody>
      </p:sp>
      <p:sp>
        <p:nvSpPr>
          <p:cNvPr id="23" name="TextBox 22"/>
          <p:cNvSpPr txBox="1"/>
          <p:nvPr/>
        </p:nvSpPr>
        <p:spPr>
          <a:xfrm>
            <a:off x="777240" y="2834640"/>
            <a:ext cx="3657600" cy="731520"/>
          </a:xfrm>
          <a:prstGeom prst="rect">
            <a:avLst/>
          </a:prstGeom>
          <a:noFill/>
        </p:spPr>
        <p:txBody>
          <a:bodyPr wrap="square" lIns="0" rIns="0" tIns="0" bIns="0" anchor="t"/>
          <a:lstStyle/>
          <a:p>
            <a:pPr algn="l">
              <a:spcAft>
                <a:spcPts val="0"/>
              </a:spcAft>
            </a:pPr>
            <a:r>
              <a:rPr sz="4000" b="0" i="0">
                <a:solidFill>
                  <a:srgbClr val="122A4E"/>
                </a:solidFill>
                <a:latin typeface="DM Sans 14pt ExtraLight"/>
              </a:rPr>
              <a:t>$7.4M–$10.1M</a:t>
            </a:r>
          </a:p>
        </p:txBody>
      </p:sp>
      <p:sp>
        <p:nvSpPr>
          <p:cNvPr id="24" name="TextBox 23"/>
          <p:cNvSpPr txBox="1"/>
          <p:nvPr/>
        </p:nvSpPr>
        <p:spPr>
          <a:xfrm>
            <a:off x="777240" y="3611880"/>
            <a:ext cx="3657600" cy="2011680"/>
          </a:xfrm>
          <a:prstGeom prst="rect">
            <a:avLst/>
          </a:prstGeom>
          <a:noFill/>
        </p:spPr>
        <p:txBody>
          <a:bodyPr wrap="square" lIns="0" rIns="0" tIns="0" bIns="0" anchor="t"/>
          <a:lstStyle/>
          <a:p>
            <a:pPr algn="l">
              <a:lnSpc>
                <a:spcPct val="115000"/>
              </a:lnSpc>
              <a:spcAft>
                <a:spcPts val="1000"/>
              </a:spcAft>
            </a:pPr>
            <a:r>
              <a:rPr sz="1500" b="0" i="0">
                <a:solidFill>
                  <a:srgbClr val="122A4E"/>
                </a:solidFill>
                <a:latin typeface="DM Sans 14pt SemiBold"/>
              </a:rPr>
              <a:t>17–26 FTEs across 5 departments</a:t>
            </a:r>
          </a:p>
          <a:p>
            <a:pPr algn="l">
              <a:lnSpc>
                <a:spcPct val="115000"/>
              </a:lnSpc>
              <a:spcAft>
                <a:spcPts val="0"/>
              </a:spcAft>
            </a:pPr>
            <a:r>
              <a:rPr sz="1500" b="0" i="0">
                <a:solidFill>
                  <a:srgbClr val="333333"/>
                </a:solidFill>
                <a:latin typeface="DM Sans 14pt"/>
              </a:rPr>
              <a:t>A multi-year RFP answered with complex staffing options. The client got bogged down auditing hours and rates.</a:t>
            </a:r>
          </a:p>
        </p:txBody>
      </p:sp>
      <p:sp>
        <p:nvSpPr>
          <p:cNvPr id="25" name="Right Arrow 24"/>
          <p:cNvSpPr/>
          <p:nvPr/>
        </p:nvSpPr>
        <p:spPr>
          <a:xfrm>
            <a:off x="4864608" y="3721608"/>
            <a:ext cx="329184" cy="384048"/>
          </a:xfrm>
          <a:prstGeom prst="rightArrow">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376672" y="2148840"/>
            <a:ext cx="6336792" cy="320040"/>
          </a:xfrm>
          <a:prstGeom prst="rect">
            <a:avLst/>
          </a:prstGeom>
          <a:noFill/>
        </p:spPr>
        <p:txBody>
          <a:bodyPr wrap="square" lIns="0" rIns="0" tIns="0" bIns="0" anchor="t"/>
          <a:lstStyle/>
          <a:p>
            <a:pPr algn="l">
              <a:spcAft>
                <a:spcPts val="0"/>
              </a:spcAft>
            </a:pPr>
            <a:r>
              <a:rPr sz="1400" b="0" i="0">
                <a:solidFill>
                  <a:srgbClr val="FF3333"/>
                </a:solidFill>
                <a:latin typeface="DM Sans 14pt SemiBold"/>
              </a:rPr>
              <a:t>AFTER  ·  SOLUTION SET APPROACH</a:t>
            </a:r>
          </a:p>
        </p:txBody>
      </p:sp>
      <p:sp>
        <p:nvSpPr>
          <p:cNvPr id="27" name="Rectangle 26"/>
          <p:cNvSpPr/>
          <p:nvPr/>
        </p:nvSpPr>
        <p:spPr>
          <a:xfrm>
            <a:off x="5376672" y="2560320"/>
            <a:ext cx="6336792" cy="96012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623560" y="2560320"/>
            <a:ext cx="2103120" cy="960120"/>
          </a:xfrm>
          <a:prstGeom prst="rect">
            <a:avLst/>
          </a:prstGeom>
          <a:noFill/>
        </p:spPr>
        <p:txBody>
          <a:bodyPr wrap="square" lIns="0" rIns="0" tIns="0" bIns="0" anchor="ctr"/>
          <a:lstStyle/>
          <a:p>
            <a:pPr algn="l">
              <a:lnSpc>
                <a:spcPct val="95000"/>
              </a:lnSpc>
              <a:spcAft>
                <a:spcPts val="0"/>
              </a:spcAft>
            </a:pPr>
            <a:r>
              <a:rPr sz="3000" b="0" i="0">
                <a:solidFill>
                  <a:srgbClr val="FFFFFF"/>
                </a:solidFill>
                <a:latin typeface="DM Sans 14pt ExtraLight"/>
              </a:rPr>
              <a:t>$75K</a:t>
            </a:r>
          </a:p>
          <a:p>
            <a:pPr algn="l">
              <a:lnSpc>
                <a:spcPct val="95000"/>
              </a:lnSpc>
              <a:spcAft>
                <a:spcPts val="0"/>
              </a:spcAft>
            </a:pPr>
            <a:r>
              <a:rPr sz="1200" b="0" i="0">
                <a:solidFill>
                  <a:srgbClr val="FFFFFF"/>
                </a:solidFill>
                <a:latin typeface="DM Sans 14pt"/>
              </a:rPr>
              <a:t>per campaign</a:t>
            </a:r>
          </a:p>
        </p:txBody>
      </p:sp>
      <p:sp>
        <p:nvSpPr>
          <p:cNvPr id="29" name="TextBox 28"/>
          <p:cNvSpPr txBox="1"/>
          <p:nvPr/>
        </p:nvSpPr>
        <p:spPr>
          <a:xfrm>
            <a:off x="7726679" y="2560320"/>
            <a:ext cx="3840480" cy="960120"/>
          </a:xfrm>
          <a:prstGeom prst="rect">
            <a:avLst/>
          </a:prstGeom>
          <a:noFill/>
        </p:spPr>
        <p:txBody>
          <a:bodyPr wrap="square" lIns="0" rIns="0" tIns="0" bIns="0" anchor="ctr"/>
          <a:lstStyle/>
          <a:p>
            <a:pPr algn="l">
              <a:lnSpc>
                <a:spcPct val="105000"/>
              </a:lnSpc>
              <a:spcAft>
                <a:spcPts val="100"/>
              </a:spcAft>
            </a:pPr>
            <a:r>
              <a:rPr sz="1600" b="0" i="0">
                <a:solidFill>
                  <a:srgbClr val="FFFFFF"/>
                </a:solidFill>
                <a:latin typeface="DM Sans 14pt SemiBold"/>
              </a:rPr>
              <a:t>Pulse Campaigns</a:t>
            </a:r>
          </a:p>
          <a:p>
            <a:pPr algn="l">
              <a:lnSpc>
                <a:spcPct val="105000"/>
              </a:lnSpc>
              <a:spcAft>
                <a:spcPts val="0"/>
              </a:spcAft>
            </a:pPr>
            <a:r>
              <a:rPr sz="1300" b="0" i="0">
                <a:solidFill>
                  <a:srgbClr val="FFFFFF"/>
                </a:solidFill>
                <a:latin typeface="DM Sans 14pt"/>
              </a:rPr>
              <a:t>Targeted multi-platform activations; client adjusts volume with zero rate negotiations</a:t>
            </a:r>
          </a:p>
        </p:txBody>
      </p:sp>
      <p:sp>
        <p:nvSpPr>
          <p:cNvPr id="30" name="Rectangle 29"/>
          <p:cNvSpPr/>
          <p:nvPr/>
        </p:nvSpPr>
        <p:spPr>
          <a:xfrm>
            <a:off x="5376672" y="3630168"/>
            <a:ext cx="6336792" cy="960120"/>
          </a:xfrm>
          <a:prstGeom prst="rect">
            <a:avLst/>
          </a:prstGeom>
          <a:solidFill>
            <a:srgbClr val="0050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623560" y="3630168"/>
            <a:ext cx="2103120" cy="960120"/>
          </a:xfrm>
          <a:prstGeom prst="rect">
            <a:avLst/>
          </a:prstGeom>
          <a:noFill/>
        </p:spPr>
        <p:txBody>
          <a:bodyPr wrap="square" lIns="0" rIns="0" tIns="0" bIns="0" anchor="ctr"/>
          <a:lstStyle/>
          <a:p>
            <a:pPr algn="l">
              <a:lnSpc>
                <a:spcPct val="95000"/>
              </a:lnSpc>
              <a:spcAft>
                <a:spcPts val="0"/>
              </a:spcAft>
            </a:pPr>
            <a:r>
              <a:rPr sz="3000" b="0" i="0">
                <a:solidFill>
                  <a:srgbClr val="FFFFFF"/>
                </a:solidFill>
                <a:latin typeface="DM Sans 14pt ExtraLight"/>
              </a:rPr>
              <a:t>$500K</a:t>
            </a:r>
          </a:p>
          <a:p>
            <a:pPr algn="l">
              <a:lnSpc>
                <a:spcPct val="95000"/>
              </a:lnSpc>
              <a:spcAft>
                <a:spcPts val="0"/>
              </a:spcAft>
            </a:pPr>
            <a:r>
              <a:rPr sz="1200" b="0" i="0">
                <a:solidFill>
                  <a:srgbClr val="FFFFFF"/>
                </a:solidFill>
                <a:latin typeface="DM Sans 14pt"/>
              </a:rPr>
              <a:t>per activation</a:t>
            </a:r>
          </a:p>
        </p:txBody>
      </p:sp>
      <p:sp>
        <p:nvSpPr>
          <p:cNvPr id="32" name="TextBox 31"/>
          <p:cNvSpPr txBox="1"/>
          <p:nvPr/>
        </p:nvSpPr>
        <p:spPr>
          <a:xfrm>
            <a:off x="7726679" y="3630168"/>
            <a:ext cx="3840480" cy="960120"/>
          </a:xfrm>
          <a:prstGeom prst="rect">
            <a:avLst/>
          </a:prstGeom>
          <a:noFill/>
        </p:spPr>
        <p:txBody>
          <a:bodyPr wrap="square" lIns="0" rIns="0" tIns="0" bIns="0" anchor="ctr"/>
          <a:lstStyle/>
          <a:p>
            <a:pPr algn="l">
              <a:lnSpc>
                <a:spcPct val="105000"/>
              </a:lnSpc>
              <a:spcAft>
                <a:spcPts val="100"/>
              </a:spcAft>
            </a:pPr>
            <a:r>
              <a:rPr sz="1600" b="0" i="0">
                <a:solidFill>
                  <a:srgbClr val="FFFFFF"/>
                </a:solidFill>
                <a:latin typeface="DM Sans 14pt SemiBold"/>
              </a:rPr>
              <a:t>Milestone Activations</a:t>
            </a:r>
          </a:p>
          <a:p>
            <a:pPr algn="l">
              <a:lnSpc>
                <a:spcPct val="105000"/>
              </a:lnSpc>
              <a:spcAft>
                <a:spcPts val="0"/>
              </a:spcAft>
            </a:pPr>
            <a:r>
              <a:rPr sz="1300" b="0" i="0">
                <a:solidFill>
                  <a:srgbClr val="FFFFFF"/>
                </a:solidFill>
                <a:latin typeface="DM Sans 14pt"/>
              </a:rPr>
              <a:t>Full multi-channel brand moments</a:t>
            </a:r>
          </a:p>
        </p:txBody>
      </p:sp>
      <p:sp>
        <p:nvSpPr>
          <p:cNvPr id="33" name="Rectangle 32"/>
          <p:cNvSpPr/>
          <p:nvPr/>
        </p:nvSpPr>
        <p:spPr>
          <a:xfrm>
            <a:off x="5376672" y="4700016"/>
            <a:ext cx="6336792" cy="960120"/>
          </a:xfrm>
          <a:prstGeom prst="rect">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623560" y="4700016"/>
            <a:ext cx="2103120" cy="960120"/>
          </a:xfrm>
          <a:prstGeom prst="rect">
            <a:avLst/>
          </a:prstGeom>
          <a:noFill/>
        </p:spPr>
        <p:txBody>
          <a:bodyPr wrap="square" lIns="0" rIns="0" tIns="0" bIns="0" anchor="ctr"/>
          <a:lstStyle/>
          <a:p>
            <a:pPr algn="l">
              <a:lnSpc>
                <a:spcPct val="95000"/>
              </a:lnSpc>
              <a:spcAft>
                <a:spcPts val="0"/>
              </a:spcAft>
            </a:pPr>
            <a:r>
              <a:rPr sz="3000" b="0" i="0">
                <a:solidFill>
                  <a:srgbClr val="FFFFFF"/>
                </a:solidFill>
                <a:latin typeface="DM Sans 14pt ExtraLight"/>
              </a:rPr>
              <a:t>$25K</a:t>
            </a:r>
          </a:p>
          <a:p>
            <a:pPr algn="l">
              <a:lnSpc>
                <a:spcPct val="95000"/>
              </a:lnSpc>
              <a:spcAft>
                <a:spcPts val="0"/>
              </a:spcAft>
            </a:pPr>
            <a:r>
              <a:rPr sz="1200" b="0" i="0">
                <a:solidFill>
                  <a:srgbClr val="FFFFFF"/>
                </a:solidFill>
                <a:latin typeface="DM Sans 14pt"/>
              </a:rPr>
              <a:t>per month</a:t>
            </a:r>
          </a:p>
        </p:txBody>
      </p:sp>
      <p:sp>
        <p:nvSpPr>
          <p:cNvPr id="35" name="TextBox 34"/>
          <p:cNvSpPr txBox="1"/>
          <p:nvPr/>
        </p:nvSpPr>
        <p:spPr>
          <a:xfrm>
            <a:off x="7726679" y="4700016"/>
            <a:ext cx="3840480" cy="960120"/>
          </a:xfrm>
          <a:prstGeom prst="rect">
            <a:avLst/>
          </a:prstGeom>
          <a:noFill/>
        </p:spPr>
        <p:txBody>
          <a:bodyPr wrap="square" lIns="0" rIns="0" tIns="0" bIns="0" anchor="ctr"/>
          <a:lstStyle/>
          <a:p>
            <a:pPr algn="l">
              <a:lnSpc>
                <a:spcPct val="105000"/>
              </a:lnSpc>
              <a:spcAft>
                <a:spcPts val="100"/>
              </a:spcAft>
            </a:pPr>
            <a:r>
              <a:rPr sz="1600" b="0" i="0">
                <a:solidFill>
                  <a:srgbClr val="FFFFFF"/>
                </a:solidFill>
                <a:latin typeface="DM Sans 14pt SemiBold"/>
              </a:rPr>
              <a:t>Monthly Stewardship</a:t>
            </a:r>
          </a:p>
          <a:p>
            <a:pPr algn="l">
              <a:lnSpc>
                <a:spcPct val="105000"/>
              </a:lnSpc>
              <a:spcAft>
                <a:spcPts val="0"/>
              </a:spcAft>
            </a:pPr>
            <a:r>
              <a:rPr sz="1300" b="0" i="0">
                <a:solidFill>
                  <a:srgbClr val="FFFFFF"/>
                </a:solidFill>
                <a:latin typeface="DM Sans 14pt"/>
              </a:rPr>
              <a:t>Ongoing strategic continuity and reporting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Benefits for clients and for WTA</a:t>
            </a:r>
          </a:p>
        </p:txBody>
      </p:sp>
      <p:sp>
        <p:nvSpPr>
          <p:cNvPr id="3" name="Text Placeholder 2"/>
          <p:cNvSpPr>
            <a:spLocks noGrp="1"/>
          </p:cNvSpPr>
          <p:nvPr>
            <p:ph type="body" idx="36" sz="quarter"/>
          </p:nvPr>
        </p:nvSpPr>
        <p:spPr/>
        <p:txBody>
          <a:bodyPr/>
          <a:lstStyle/>
          <a:p>
            <a:r>
              <a:t>COMMERCIAL MODEL</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Rectangle 20"/>
          <p:cNvSpPr/>
          <p:nvPr/>
        </p:nvSpPr>
        <p:spPr>
          <a:xfrm>
            <a:off x="475488" y="2148840"/>
            <a:ext cx="5486400" cy="35661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8" y="2423160"/>
            <a:ext cx="4754880" cy="320040"/>
          </a:xfrm>
          <a:prstGeom prst="rect">
            <a:avLst/>
          </a:prstGeom>
          <a:noFill/>
        </p:spPr>
        <p:txBody>
          <a:bodyPr wrap="square" lIns="0" rIns="0" tIns="0" bIns="0" anchor="t"/>
          <a:lstStyle/>
          <a:p>
            <a:pPr algn="l">
              <a:spcAft>
                <a:spcPts val="0"/>
              </a:spcAft>
            </a:pPr>
            <a:r>
              <a:rPr sz="1400" b="0" i="0">
                <a:solidFill>
                  <a:srgbClr val="FF3333"/>
                </a:solidFill>
                <a:latin typeface="DM Sans 14pt SemiBold"/>
              </a:rPr>
              <a:t>FOR OUR CLIENTS</a:t>
            </a:r>
          </a:p>
        </p:txBody>
      </p:sp>
      <p:sp>
        <p:nvSpPr>
          <p:cNvPr id="23" name="Oval 22"/>
          <p:cNvSpPr/>
          <p:nvPr/>
        </p:nvSpPr>
        <p:spPr>
          <a:xfrm>
            <a:off x="841248" y="3044952"/>
            <a:ext cx="384048" cy="384048"/>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200" b="0" i="0">
                <a:solidFill>
                  <a:srgbClr val="FFFFFF"/>
                </a:solidFill>
                <a:latin typeface="DM Sans 14pt SemiBold"/>
              </a:rPr>
              <a:t>✓</a:t>
            </a:r>
          </a:p>
        </p:txBody>
      </p:sp>
      <p:sp>
        <p:nvSpPr>
          <p:cNvPr id="24" name="TextBox 23"/>
          <p:cNvSpPr txBox="1"/>
          <p:nvPr/>
        </p:nvSpPr>
        <p:spPr>
          <a:xfrm>
            <a:off x="1435608" y="2971800"/>
            <a:ext cx="4389120" cy="548640"/>
          </a:xfrm>
          <a:prstGeom prst="rect">
            <a:avLst/>
          </a:prstGeom>
          <a:noFill/>
        </p:spPr>
        <p:txBody>
          <a:bodyPr wrap="square" lIns="0" rIns="0" tIns="0" bIns="0" anchor="ctr"/>
          <a:lstStyle/>
          <a:p>
            <a:pPr algn="l">
              <a:spcAft>
                <a:spcPts val="0"/>
              </a:spcAft>
            </a:pPr>
            <a:r>
              <a:rPr sz="1800" b="0" i="0">
                <a:solidFill>
                  <a:srgbClr val="122A4E"/>
                </a:solidFill>
                <a:latin typeface="DM Sans 14pt"/>
              </a:rPr>
              <a:t>Total price transparency</a:t>
            </a:r>
          </a:p>
        </p:txBody>
      </p:sp>
      <p:sp>
        <p:nvSpPr>
          <p:cNvPr id="25" name="Oval 24"/>
          <p:cNvSpPr/>
          <p:nvPr/>
        </p:nvSpPr>
        <p:spPr>
          <a:xfrm>
            <a:off x="841248" y="3703320"/>
            <a:ext cx="384048" cy="384048"/>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200" b="0" i="0">
                <a:solidFill>
                  <a:srgbClr val="FFFFFF"/>
                </a:solidFill>
                <a:latin typeface="DM Sans 14pt SemiBold"/>
              </a:rPr>
              <a:t>✓</a:t>
            </a:r>
          </a:p>
        </p:txBody>
      </p:sp>
      <p:sp>
        <p:nvSpPr>
          <p:cNvPr id="26" name="TextBox 25"/>
          <p:cNvSpPr txBox="1"/>
          <p:nvPr/>
        </p:nvSpPr>
        <p:spPr>
          <a:xfrm>
            <a:off x="1435608" y="3630168"/>
            <a:ext cx="4389120" cy="548640"/>
          </a:xfrm>
          <a:prstGeom prst="rect">
            <a:avLst/>
          </a:prstGeom>
          <a:noFill/>
        </p:spPr>
        <p:txBody>
          <a:bodyPr wrap="square" lIns="0" rIns="0" tIns="0" bIns="0" anchor="ctr"/>
          <a:lstStyle/>
          <a:p>
            <a:pPr algn="l">
              <a:spcAft>
                <a:spcPts val="0"/>
              </a:spcAft>
            </a:pPr>
            <a:r>
              <a:rPr sz="1800" b="0" i="0">
                <a:solidFill>
                  <a:srgbClr val="122A4E"/>
                </a:solidFill>
                <a:latin typeface="DM Sans 14pt"/>
              </a:rPr>
              <a:t>Predictable outcomes</a:t>
            </a:r>
          </a:p>
        </p:txBody>
      </p:sp>
      <p:sp>
        <p:nvSpPr>
          <p:cNvPr id="27" name="Oval 26"/>
          <p:cNvSpPr/>
          <p:nvPr/>
        </p:nvSpPr>
        <p:spPr>
          <a:xfrm>
            <a:off x="841248" y="4361688"/>
            <a:ext cx="384048" cy="384048"/>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200" b="0" i="0">
                <a:solidFill>
                  <a:srgbClr val="FFFFFF"/>
                </a:solidFill>
                <a:latin typeface="DM Sans 14pt SemiBold"/>
              </a:rPr>
              <a:t>✓</a:t>
            </a:r>
          </a:p>
        </p:txBody>
      </p:sp>
      <p:sp>
        <p:nvSpPr>
          <p:cNvPr id="28" name="TextBox 27"/>
          <p:cNvSpPr txBox="1"/>
          <p:nvPr/>
        </p:nvSpPr>
        <p:spPr>
          <a:xfrm>
            <a:off x="1435608" y="4288536"/>
            <a:ext cx="4389120" cy="548640"/>
          </a:xfrm>
          <a:prstGeom prst="rect">
            <a:avLst/>
          </a:prstGeom>
          <a:noFill/>
        </p:spPr>
        <p:txBody>
          <a:bodyPr wrap="square" lIns="0" rIns="0" tIns="0" bIns="0" anchor="ctr"/>
          <a:lstStyle/>
          <a:p>
            <a:pPr algn="l">
              <a:spcAft>
                <a:spcPts val="0"/>
              </a:spcAft>
            </a:pPr>
            <a:r>
              <a:rPr sz="1800" b="0" i="0">
                <a:solidFill>
                  <a:srgbClr val="122A4E"/>
                </a:solidFill>
                <a:latin typeface="DM Sans 14pt"/>
              </a:rPr>
              <a:t>Faster turnaround</a:t>
            </a:r>
          </a:p>
        </p:txBody>
      </p:sp>
      <p:sp>
        <p:nvSpPr>
          <p:cNvPr id="29" name="Oval 28"/>
          <p:cNvSpPr/>
          <p:nvPr/>
        </p:nvSpPr>
        <p:spPr>
          <a:xfrm>
            <a:off x="841248" y="5020056"/>
            <a:ext cx="384048" cy="384048"/>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200" b="0" i="0">
                <a:solidFill>
                  <a:srgbClr val="FFFFFF"/>
                </a:solidFill>
                <a:latin typeface="DM Sans 14pt SemiBold"/>
              </a:rPr>
              <a:t>✓</a:t>
            </a:r>
          </a:p>
        </p:txBody>
      </p:sp>
      <p:sp>
        <p:nvSpPr>
          <p:cNvPr id="30" name="TextBox 29"/>
          <p:cNvSpPr txBox="1"/>
          <p:nvPr/>
        </p:nvSpPr>
        <p:spPr>
          <a:xfrm>
            <a:off x="1435608" y="4946904"/>
            <a:ext cx="4389120" cy="548640"/>
          </a:xfrm>
          <a:prstGeom prst="rect">
            <a:avLst/>
          </a:prstGeom>
          <a:noFill/>
        </p:spPr>
        <p:txBody>
          <a:bodyPr wrap="square" lIns="0" rIns="0" tIns="0" bIns="0" anchor="ctr"/>
          <a:lstStyle/>
          <a:p>
            <a:pPr algn="l">
              <a:spcAft>
                <a:spcPts val="0"/>
              </a:spcAft>
            </a:pPr>
            <a:r>
              <a:rPr sz="1800" b="0" i="0">
                <a:solidFill>
                  <a:srgbClr val="122A4E"/>
                </a:solidFill>
                <a:latin typeface="DM Sans 14pt"/>
              </a:rPr>
              <a:t>Flexibility without re-contracting</a:t>
            </a:r>
          </a:p>
        </p:txBody>
      </p:sp>
      <p:sp>
        <p:nvSpPr>
          <p:cNvPr id="31" name="Rectangle 30"/>
          <p:cNvSpPr/>
          <p:nvPr/>
        </p:nvSpPr>
        <p:spPr>
          <a:xfrm>
            <a:off x="6227064" y="2148840"/>
            <a:ext cx="5486400" cy="3566160"/>
          </a:xfrm>
          <a:prstGeom prst="rect">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92824" y="2423160"/>
            <a:ext cx="4754880" cy="320040"/>
          </a:xfrm>
          <a:prstGeom prst="rect">
            <a:avLst/>
          </a:prstGeom>
          <a:noFill/>
        </p:spPr>
        <p:txBody>
          <a:bodyPr wrap="square" lIns="0" rIns="0" tIns="0" bIns="0" anchor="t"/>
          <a:lstStyle/>
          <a:p>
            <a:pPr algn="l">
              <a:spcAft>
                <a:spcPts val="0"/>
              </a:spcAft>
            </a:pPr>
            <a:r>
              <a:rPr sz="1400" b="0" i="0">
                <a:solidFill>
                  <a:srgbClr val="66CCCC"/>
                </a:solidFill>
                <a:latin typeface="DM Sans 14pt SemiBold"/>
              </a:rPr>
              <a:t>FOR ACCOUNT TEAMS</a:t>
            </a:r>
          </a:p>
        </p:txBody>
      </p:sp>
      <p:sp>
        <p:nvSpPr>
          <p:cNvPr id="33" name="Oval 32"/>
          <p:cNvSpPr/>
          <p:nvPr/>
        </p:nvSpPr>
        <p:spPr>
          <a:xfrm>
            <a:off x="6592824" y="3044952"/>
            <a:ext cx="384048" cy="384048"/>
          </a:xfrm>
          <a:prstGeom prst="ellipse">
            <a:avLst/>
          </a:prstGeom>
          <a:solidFill>
            <a:srgbClr val="66CCC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200" b="0" i="0">
                <a:solidFill>
                  <a:srgbClr val="122A4E"/>
                </a:solidFill>
                <a:latin typeface="DM Sans 14pt SemiBold"/>
              </a:rPr>
              <a:t>✓</a:t>
            </a:r>
          </a:p>
        </p:txBody>
      </p:sp>
      <p:sp>
        <p:nvSpPr>
          <p:cNvPr id="34" name="TextBox 33"/>
          <p:cNvSpPr txBox="1"/>
          <p:nvPr/>
        </p:nvSpPr>
        <p:spPr>
          <a:xfrm>
            <a:off x="7187184" y="2971800"/>
            <a:ext cx="4389120" cy="548640"/>
          </a:xfrm>
          <a:prstGeom prst="rect">
            <a:avLst/>
          </a:prstGeom>
          <a:noFill/>
        </p:spPr>
        <p:txBody>
          <a:bodyPr wrap="square" lIns="0" rIns="0" tIns="0" bIns="0" anchor="ctr"/>
          <a:lstStyle/>
          <a:p>
            <a:pPr algn="l">
              <a:spcAft>
                <a:spcPts val="0"/>
              </a:spcAft>
            </a:pPr>
            <a:r>
              <a:rPr sz="1800" b="0" i="0">
                <a:solidFill>
                  <a:srgbClr val="FFFFFF"/>
                </a:solidFill>
                <a:latin typeface="DM Sans 14pt"/>
              </a:rPr>
              <a:t>Faster proposals</a:t>
            </a:r>
          </a:p>
        </p:txBody>
      </p:sp>
      <p:sp>
        <p:nvSpPr>
          <p:cNvPr id="35" name="Oval 34"/>
          <p:cNvSpPr/>
          <p:nvPr/>
        </p:nvSpPr>
        <p:spPr>
          <a:xfrm>
            <a:off x="6592824" y="3703320"/>
            <a:ext cx="384048" cy="384048"/>
          </a:xfrm>
          <a:prstGeom prst="ellipse">
            <a:avLst/>
          </a:prstGeom>
          <a:solidFill>
            <a:srgbClr val="66CCC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200" b="0" i="0">
                <a:solidFill>
                  <a:srgbClr val="122A4E"/>
                </a:solidFill>
                <a:latin typeface="DM Sans 14pt SemiBold"/>
              </a:rPr>
              <a:t>✓</a:t>
            </a:r>
          </a:p>
        </p:txBody>
      </p:sp>
      <p:sp>
        <p:nvSpPr>
          <p:cNvPr id="36" name="TextBox 35"/>
          <p:cNvSpPr txBox="1"/>
          <p:nvPr/>
        </p:nvSpPr>
        <p:spPr>
          <a:xfrm>
            <a:off x="7187184" y="3630168"/>
            <a:ext cx="4389120" cy="548640"/>
          </a:xfrm>
          <a:prstGeom prst="rect">
            <a:avLst/>
          </a:prstGeom>
          <a:noFill/>
        </p:spPr>
        <p:txBody>
          <a:bodyPr wrap="square" lIns="0" rIns="0" tIns="0" bIns="0" anchor="ctr"/>
          <a:lstStyle/>
          <a:p>
            <a:pPr algn="l">
              <a:spcAft>
                <a:spcPts val="0"/>
              </a:spcAft>
            </a:pPr>
            <a:r>
              <a:rPr sz="1800" b="0" i="0">
                <a:solidFill>
                  <a:srgbClr val="FFFFFF"/>
                </a:solidFill>
                <a:latin typeface="DM Sans 14pt"/>
              </a:rPr>
              <a:t>No debates over timesheets or headcount</a:t>
            </a:r>
          </a:p>
        </p:txBody>
      </p:sp>
      <p:sp>
        <p:nvSpPr>
          <p:cNvPr id="37" name="Oval 36"/>
          <p:cNvSpPr/>
          <p:nvPr/>
        </p:nvSpPr>
        <p:spPr>
          <a:xfrm>
            <a:off x="6592824" y="4361688"/>
            <a:ext cx="384048" cy="384048"/>
          </a:xfrm>
          <a:prstGeom prst="ellipse">
            <a:avLst/>
          </a:prstGeom>
          <a:solidFill>
            <a:srgbClr val="66CCC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200" b="0" i="0">
                <a:solidFill>
                  <a:srgbClr val="122A4E"/>
                </a:solidFill>
                <a:latin typeface="DM Sans 14pt SemiBold"/>
              </a:rPr>
              <a:t>✓</a:t>
            </a:r>
          </a:p>
        </p:txBody>
      </p:sp>
      <p:sp>
        <p:nvSpPr>
          <p:cNvPr id="38" name="TextBox 37"/>
          <p:cNvSpPr txBox="1"/>
          <p:nvPr/>
        </p:nvSpPr>
        <p:spPr>
          <a:xfrm>
            <a:off x="7187184" y="4288536"/>
            <a:ext cx="4389120" cy="548640"/>
          </a:xfrm>
          <a:prstGeom prst="rect">
            <a:avLst/>
          </a:prstGeom>
          <a:noFill/>
        </p:spPr>
        <p:txBody>
          <a:bodyPr wrap="square" lIns="0" rIns="0" tIns="0" bIns="0" anchor="ctr"/>
          <a:lstStyle/>
          <a:p>
            <a:pPr algn="l">
              <a:spcAft>
                <a:spcPts val="0"/>
              </a:spcAft>
            </a:pPr>
            <a:r>
              <a:rPr sz="1800" b="0" i="0">
                <a:solidFill>
                  <a:srgbClr val="FFFFFF"/>
                </a:solidFill>
                <a:latin typeface="DM Sans 14pt"/>
              </a:rPr>
              <a:t>Simpler change orders</a:t>
            </a:r>
          </a:p>
        </p:txBody>
      </p:sp>
      <p:sp>
        <p:nvSpPr>
          <p:cNvPr id="39" name="Oval 38"/>
          <p:cNvSpPr/>
          <p:nvPr/>
        </p:nvSpPr>
        <p:spPr>
          <a:xfrm>
            <a:off x="6592824" y="5020056"/>
            <a:ext cx="384048" cy="384048"/>
          </a:xfrm>
          <a:prstGeom prst="ellipse">
            <a:avLst/>
          </a:prstGeom>
          <a:solidFill>
            <a:srgbClr val="66CCC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200" b="0" i="0">
                <a:solidFill>
                  <a:srgbClr val="122A4E"/>
                </a:solidFill>
                <a:latin typeface="DM Sans 14pt SemiBold"/>
              </a:rPr>
              <a:t>✓</a:t>
            </a:r>
          </a:p>
        </p:txBody>
      </p:sp>
      <p:sp>
        <p:nvSpPr>
          <p:cNvPr id="40" name="TextBox 39"/>
          <p:cNvSpPr txBox="1"/>
          <p:nvPr/>
        </p:nvSpPr>
        <p:spPr>
          <a:xfrm>
            <a:off x="7187184" y="4946904"/>
            <a:ext cx="4389120" cy="548640"/>
          </a:xfrm>
          <a:prstGeom prst="rect">
            <a:avLst/>
          </a:prstGeom>
          <a:noFill/>
        </p:spPr>
        <p:txBody>
          <a:bodyPr wrap="square" lIns="0" rIns="0" tIns="0" bIns="0" anchor="ctr"/>
          <a:lstStyle/>
          <a:p>
            <a:pPr algn="l">
              <a:spcAft>
                <a:spcPts val="0"/>
              </a:spcAft>
            </a:pPr>
            <a:r>
              <a:rPr sz="1800" b="0" i="0">
                <a:solidFill>
                  <a:srgbClr val="FFFFFF"/>
                </a:solidFill>
                <a:latin typeface="DM Sans 14pt"/>
              </a:rPr>
              <a:t>Proven services, delivered repeatedly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How WTA is rolling this out</a:t>
            </a:r>
          </a:p>
        </p:txBody>
      </p:sp>
      <p:sp>
        <p:nvSpPr>
          <p:cNvPr id="3" name="Text Placeholder 2"/>
          <p:cNvSpPr>
            <a:spLocks noGrp="1"/>
          </p:cNvSpPr>
          <p:nvPr>
            <p:ph type="body" idx="36" sz="quarter"/>
          </p:nvPr>
        </p:nvSpPr>
        <p:spPr/>
        <p:txBody>
          <a:bodyPr/>
          <a:lstStyle/>
          <a:p>
            <a:r>
              <a:t>COMMERCIAL MODEL</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sp>
        <p:nvSpPr>
          <p:cNvPr id="21" name="TextBox 20"/>
          <p:cNvSpPr txBox="1"/>
          <p:nvPr/>
        </p:nvSpPr>
        <p:spPr>
          <a:xfrm>
            <a:off x="475488" y="1600200"/>
            <a:ext cx="11237976" cy="320040"/>
          </a:xfrm>
          <a:prstGeom prst="rect">
            <a:avLst/>
          </a:prstGeom>
          <a:noFill/>
        </p:spPr>
        <p:txBody>
          <a:bodyPr wrap="square" lIns="0" rIns="0" tIns="0" bIns="0" anchor="t"/>
          <a:lstStyle/>
          <a:p>
            <a:pPr algn="l">
              <a:spcAft>
                <a:spcPts val="0"/>
              </a:spcAft>
            </a:pPr>
            <a:r>
              <a:rPr sz="1600" b="0" i="0">
                <a:solidFill>
                  <a:srgbClr val="6B6B6B"/>
                </a:solidFill>
                <a:latin typeface="DM Sans 14pt"/>
              </a:rPr>
              <a:t>A practical, phased roadmap</a:t>
            </a:r>
          </a:p>
        </p:txBody>
      </p:sp>
      <p:sp>
        <p:nvSpPr>
          <p:cNvPr id="22" name="Rectangle 21"/>
          <p:cNvSpPr/>
          <p:nvPr/>
        </p:nvSpPr>
        <p:spPr>
          <a:xfrm>
            <a:off x="475488" y="2148840"/>
            <a:ext cx="3593592" cy="35661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49808" y="2423160"/>
            <a:ext cx="640080" cy="640080"/>
          </a:xfrm>
          <a:prstGeom prst="ellipse">
            <a:avLst/>
          </a:prstGeom>
          <a:solidFill>
            <a:srgbClr val="122A4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600" b="0" i="0">
                <a:solidFill>
                  <a:srgbClr val="FFFFFF"/>
                </a:solidFill>
                <a:latin typeface="DM Sans 14pt SemiBold"/>
              </a:rPr>
              <a:t>01</a:t>
            </a:r>
          </a:p>
        </p:txBody>
      </p:sp>
      <p:sp>
        <p:nvSpPr>
          <p:cNvPr id="24" name="TextBox 23"/>
          <p:cNvSpPr txBox="1"/>
          <p:nvPr/>
        </p:nvSpPr>
        <p:spPr>
          <a:xfrm>
            <a:off x="749808" y="3291840"/>
            <a:ext cx="3044952" cy="731520"/>
          </a:xfrm>
          <a:prstGeom prst="rect">
            <a:avLst/>
          </a:prstGeom>
          <a:noFill/>
        </p:spPr>
        <p:txBody>
          <a:bodyPr wrap="square" lIns="0" rIns="0" tIns="0" bIns="0" anchor="t"/>
          <a:lstStyle/>
          <a:p>
            <a:pPr algn="l">
              <a:lnSpc>
                <a:spcPct val="105000"/>
              </a:lnSpc>
              <a:spcAft>
                <a:spcPts val="0"/>
              </a:spcAft>
            </a:pPr>
            <a:r>
              <a:rPr sz="2000" b="0" i="0">
                <a:solidFill>
                  <a:srgbClr val="122A4E"/>
                </a:solidFill>
                <a:latin typeface="DM Sans 14pt SemiBold"/>
              </a:rPr>
              <a:t>Start with new business</a:t>
            </a:r>
          </a:p>
        </p:txBody>
      </p:sp>
      <p:sp>
        <p:nvSpPr>
          <p:cNvPr id="25" name="TextBox 24"/>
          <p:cNvSpPr txBox="1"/>
          <p:nvPr/>
        </p:nvSpPr>
        <p:spPr>
          <a:xfrm>
            <a:off x="749808" y="4206240"/>
            <a:ext cx="3044952" cy="141732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Packaged Solution Sets in new pitches and inbound RFPs, where we have a clean slate</a:t>
            </a:r>
          </a:p>
        </p:txBody>
      </p:sp>
      <p:sp>
        <p:nvSpPr>
          <p:cNvPr id="26" name="Rectangle 25"/>
          <p:cNvSpPr/>
          <p:nvPr/>
        </p:nvSpPr>
        <p:spPr>
          <a:xfrm>
            <a:off x="4297679" y="2148840"/>
            <a:ext cx="3593592" cy="35661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4571999" y="2423160"/>
            <a:ext cx="640080" cy="640080"/>
          </a:xfrm>
          <a:prstGeom prst="ellipse">
            <a:avLst/>
          </a:prstGeom>
          <a:solidFill>
            <a:srgbClr val="00509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600" b="0" i="0">
                <a:solidFill>
                  <a:srgbClr val="FFFFFF"/>
                </a:solidFill>
                <a:latin typeface="DM Sans 14pt SemiBold"/>
              </a:rPr>
              <a:t>02</a:t>
            </a:r>
          </a:p>
        </p:txBody>
      </p:sp>
      <p:sp>
        <p:nvSpPr>
          <p:cNvPr id="28" name="TextBox 27"/>
          <p:cNvSpPr txBox="1"/>
          <p:nvPr/>
        </p:nvSpPr>
        <p:spPr>
          <a:xfrm>
            <a:off x="4571999" y="3291840"/>
            <a:ext cx="3044952" cy="731520"/>
          </a:xfrm>
          <a:prstGeom prst="rect">
            <a:avLst/>
          </a:prstGeom>
          <a:noFill/>
        </p:spPr>
        <p:txBody>
          <a:bodyPr wrap="square" lIns="0" rIns="0" tIns="0" bIns="0" anchor="t"/>
          <a:lstStyle/>
          <a:p>
            <a:pPr algn="l">
              <a:lnSpc>
                <a:spcPct val="105000"/>
              </a:lnSpc>
              <a:spcAft>
                <a:spcPts val="0"/>
              </a:spcAft>
            </a:pPr>
            <a:r>
              <a:rPr sz="2000" b="0" i="0">
                <a:solidFill>
                  <a:srgbClr val="122A4E"/>
                </a:solidFill>
                <a:latin typeface="DM Sans 14pt SemiBold"/>
              </a:rPr>
              <a:t>Client-by-client transition</a:t>
            </a:r>
          </a:p>
        </p:txBody>
      </p:sp>
      <p:sp>
        <p:nvSpPr>
          <p:cNvPr id="29" name="TextBox 28"/>
          <p:cNvSpPr txBox="1"/>
          <p:nvPr/>
        </p:nvSpPr>
        <p:spPr>
          <a:xfrm>
            <a:off x="4571999" y="4206240"/>
            <a:ext cx="3044952" cy="141732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Assess existing retainer clients together and transition them at contract renewal or SOW milestone dates</a:t>
            </a:r>
          </a:p>
        </p:txBody>
      </p:sp>
      <p:sp>
        <p:nvSpPr>
          <p:cNvPr id="30" name="Rectangle 29"/>
          <p:cNvSpPr/>
          <p:nvPr/>
        </p:nvSpPr>
        <p:spPr>
          <a:xfrm>
            <a:off x="8119871" y="2148840"/>
            <a:ext cx="3593592" cy="356616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394192" y="2423160"/>
            <a:ext cx="640080" cy="640080"/>
          </a:xfrm>
          <a:prstGeom prst="ellipse">
            <a:avLst/>
          </a:prstGeom>
          <a:solidFill>
            <a:srgbClr val="FF3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0" rIns="0"/>
          <a:lstStyle/>
          <a:p>
            <a:pPr algn="ctr"/>
            <a:r>
              <a:rPr sz="1600" b="0" i="0">
                <a:solidFill>
                  <a:srgbClr val="FFFFFF"/>
                </a:solidFill>
                <a:latin typeface="DM Sans 14pt SemiBold"/>
              </a:rPr>
              <a:t>03</a:t>
            </a:r>
          </a:p>
        </p:txBody>
      </p:sp>
      <p:sp>
        <p:nvSpPr>
          <p:cNvPr id="32" name="TextBox 31"/>
          <p:cNvSpPr txBox="1"/>
          <p:nvPr/>
        </p:nvSpPr>
        <p:spPr>
          <a:xfrm>
            <a:off x="8394192" y="3291840"/>
            <a:ext cx="3044952" cy="731520"/>
          </a:xfrm>
          <a:prstGeom prst="rect">
            <a:avLst/>
          </a:prstGeom>
          <a:noFill/>
        </p:spPr>
        <p:txBody>
          <a:bodyPr wrap="square" lIns="0" rIns="0" tIns="0" bIns="0" anchor="t"/>
          <a:lstStyle/>
          <a:p>
            <a:pPr algn="l">
              <a:lnSpc>
                <a:spcPct val="105000"/>
              </a:lnSpc>
              <a:spcAft>
                <a:spcPts val="0"/>
              </a:spcAft>
            </a:pPr>
            <a:r>
              <a:rPr sz="2000" b="0" i="0">
                <a:solidFill>
                  <a:srgbClr val="122A4E"/>
                </a:solidFill>
                <a:latin typeface="DM Sans 14pt SemiBold"/>
              </a:rPr>
              <a:t>Tools &amp; support</a:t>
            </a:r>
          </a:p>
        </p:txBody>
      </p:sp>
      <p:sp>
        <p:nvSpPr>
          <p:cNvPr id="33" name="TextBox 32"/>
          <p:cNvSpPr txBox="1"/>
          <p:nvPr/>
        </p:nvSpPr>
        <p:spPr>
          <a:xfrm>
            <a:off x="8394192" y="4206240"/>
            <a:ext cx="3044952" cy="1417320"/>
          </a:xfrm>
          <a:prstGeom prst="rect">
            <a:avLst/>
          </a:prstGeom>
          <a:noFill/>
        </p:spPr>
        <p:txBody>
          <a:bodyPr wrap="square" lIns="0" rIns="0" tIns="0" bIns="0" anchor="t"/>
          <a:lstStyle/>
          <a:p>
            <a:pPr algn="l">
              <a:lnSpc>
                <a:spcPct val="115000"/>
              </a:lnSpc>
              <a:spcAft>
                <a:spcPts val="0"/>
              </a:spcAft>
            </a:pPr>
            <a:r>
              <a:rPr sz="1500" b="0" i="0">
                <a:solidFill>
                  <a:srgbClr val="333333"/>
                </a:solidFill>
                <a:latin typeface="DM Sans 14pt"/>
              </a:rPr>
              <a:t>Pre-built scope templates, pricing guidance, and cross-functional support from Finance and Operations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36" sz="quarter"/>
          </p:nvPr>
        </p:nvSpPr>
        <p:spPr/>
        <p:txBody>
          <a:bodyPr/>
          <a:lstStyle/>
          <a:p>
            <a:r>
              <a:t>KEY TAKEAWAYS</a:t>
            </a:r>
          </a:p>
        </p:txBody>
      </p:sp>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7315200" cy="200055"/>
          </a:xfrm>
        </p:spPr>
        <p:txBody>
          <a:bodyPr>
            <a:spAutoFit/>
          </a:bodyPr>
          <a:lstStyle>
            <a:lvl1pPr>
              <a:defRPr sz="1000">
                <a:solidFill>
                  <a:schemeClr val="bg2"/>
                </a:solidFill>
              </a:defRPr>
            </a:lvl1pPr>
          </a:lstStyle>
          <a:p>
            <a:r>
              <a:rPr lang="en-US" dirty="0"/>
              <a:t>Mastering Agency Commercials  |  WTA  |  Maple Ranch</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sp>
        <p:nvSpPr>
          <p:cNvPr id="9" name="TextBox 8"/>
          <p:cNvSpPr txBox="1"/>
          <p:nvPr/>
        </p:nvSpPr>
        <p:spPr>
          <a:xfrm>
            <a:off x="475488" y="1234440"/>
            <a:ext cx="1280160" cy="1097280"/>
          </a:xfrm>
          <a:prstGeom prst="rect">
            <a:avLst/>
          </a:prstGeom>
          <a:noFill/>
        </p:spPr>
        <p:txBody>
          <a:bodyPr wrap="square" lIns="0" rIns="0" tIns="0" bIns="0" anchor="ctr"/>
          <a:lstStyle/>
          <a:p>
            <a:pPr algn="l">
              <a:spcAft>
                <a:spcPts val="0"/>
              </a:spcAft>
            </a:pPr>
            <a:r>
              <a:rPr sz="6000" b="0" i="0">
                <a:solidFill>
                  <a:srgbClr val="FFFFFF"/>
                </a:solidFill>
                <a:latin typeface="DM Sans 14pt ExtraLight"/>
              </a:rPr>
              <a:t>01</a:t>
            </a:r>
          </a:p>
        </p:txBody>
      </p:sp>
      <p:sp>
        <p:nvSpPr>
          <p:cNvPr id="10" name="TextBox 9"/>
          <p:cNvSpPr txBox="1"/>
          <p:nvPr/>
        </p:nvSpPr>
        <p:spPr>
          <a:xfrm>
            <a:off x="1920240" y="1234440"/>
            <a:ext cx="9601200" cy="1097280"/>
          </a:xfrm>
          <a:prstGeom prst="rect">
            <a:avLst/>
          </a:prstGeom>
          <a:noFill/>
        </p:spPr>
        <p:txBody>
          <a:bodyPr wrap="square" lIns="0" rIns="0" tIns="0" bIns="0" anchor="ctr"/>
          <a:lstStyle/>
          <a:p>
            <a:pPr algn="l">
              <a:lnSpc>
                <a:spcPct val="100000"/>
              </a:lnSpc>
              <a:spcAft>
                <a:spcPts val="200"/>
              </a:spcAft>
            </a:pPr>
            <a:r>
              <a:rPr sz="2800" b="0" i="0">
                <a:solidFill>
                  <a:srgbClr val="FFFFFF"/>
                </a:solidFill>
                <a:latin typeface="DM Sans 14pt SemiBold"/>
              </a:rPr>
              <a:t>Direct Margin of 55–62%</a:t>
            </a:r>
          </a:p>
          <a:p>
            <a:pPr algn="l">
              <a:lnSpc>
                <a:spcPct val="100000"/>
              </a:lnSpc>
              <a:spcAft>
                <a:spcPts val="0"/>
              </a:spcAft>
            </a:pPr>
            <a:r>
              <a:rPr sz="2400" b="0" i="0">
                <a:solidFill>
                  <a:srgbClr val="FFFFFF"/>
                </a:solidFill>
                <a:latin typeface="DM Sans 14pt ExtraLight"/>
              </a:rPr>
              <a:t>is our primary measure of account health.</a:t>
            </a:r>
          </a:p>
        </p:txBody>
      </p:sp>
      <p:cxnSp>
        <p:nvCxnSpPr>
          <p:cNvPr id="11" name="Connector 10"/>
          <p:cNvCxnSpPr/>
          <p:nvPr/>
        </p:nvCxnSpPr>
        <p:spPr>
          <a:xfrm>
            <a:off x="1920240" y="2532888"/>
            <a:ext cx="9793224" cy="0"/>
          </a:xfrm>
          <a:prstGeom prst="line">
            <a:avLst/>
          </a:prstGeom>
          <a:ln w="6350">
            <a:solidFill>
              <a:srgbClr val="FFFFF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 y="2743200"/>
            <a:ext cx="1280160" cy="1097280"/>
          </a:xfrm>
          <a:prstGeom prst="rect">
            <a:avLst/>
          </a:prstGeom>
          <a:noFill/>
        </p:spPr>
        <p:txBody>
          <a:bodyPr wrap="square" lIns="0" rIns="0" tIns="0" bIns="0" anchor="ctr"/>
          <a:lstStyle/>
          <a:p>
            <a:pPr algn="l">
              <a:spcAft>
                <a:spcPts val="0"/>
              </a:spcAft>
            </a:pPr>
            <a:r>
              <a:rPr sz="6000" b="0" i="0">
                <a:solidFill>
                  <a:srgbClr val="FFFFFF"/>
                </a:solidFill>
                <a:latin typeface="DM Sans 14pt ExtraLight"/>
              </a:rPr>
              <a:t>02</a:t>
            </a:r>
          </a:p>
        </p:txBody>
      </p:sp>
      <p:sp>
        <p:nvSpPr>
          <p:cNvPr id="13" name="TextBox 12"/>
          <p:cNvSpPr txBox="1"/>
          <p:nvPr/>
        </p:nvSpPr>
        <p:spPr>
          <a:xfrm>
            <a:off x="1920240" y="2743200"/>
            <a:ext cx="9601200" cy="1097280"/>
          </a:xfrm>
          <a:prstGeom prst="rect">
            <a:avLst/>
          </a:prstGeom>
          <a:noFill/>
        </p:spPr>
        <p:txBody>
          <a:bodyPr wrap="square" lIns="0" rIns="0" tIns="0" bIns="0" anchor="ctr"/>
          <a:lstStyle/>
          <a:p>
            <a:pPr algn="l">
              <a:lnSpc>
                <a:spcPct val="100000"/>
              </a:lnSpc>
              <a:spcAft>
                <a:spcPts val="200"/>
              </a:spcAft>
            </a:pPr>
            <a:r>
              <a:rPr sz="2800" b="0" i="0">
                <a:solidFill>
                  <a:srgbClr val="FFFFFF"/>
                </a:solidFill>
                <a:latin typeface="DM Sans 14pt SemiBold"/>
              </a:rPr>
              <a:t>Account leads control the levers:</a:t>
            </a:r>
          </a:p>
          <a:p>
            <a:pPr algn="l">
              <a:lnSpc>
                <a:spcPct val="100000"/>
              </a:lnSpc>
              <a:spcAft>
                <a:spcPts val="0"/>
              </a:spcAft>
            </a:pPr>
            <a:r>
              <a:rPr sz="2400" b="0" i="0">
                <a:solidFill>
                  <a:srgbClr val="FFFFFF"/>
                </a:solidFill>
                <a:latin typeface="DM Sans 14pt ExtraLight"/>
              </a:rPr>
              <a:t>scope clarity, staff mix and change management.</a:t>
            </a:r>
          </a:p>
        </p:txBody>
      </p:sp>
      <p:cxnSp>
        <p:nvCxnSpPr>
          <p:cNvPr id="14" name="Connector 13"/>
          <p:cNvCxnSpPr/>
          <p:nvPr/>
        </p:nvCxnSpPr>
        <p:spPr>
          <a:xfrm>
            <a:off x="1920240" y="4041648"/>
            <a:ext cx="9793224" cy="0"/>
          </a:xfrm>
          <a:prstGeom prst="line">
            <a:avLst/>
          </a:prstGeom>
          <a:ln w="6350">
            <a:solidFill>
              <a:srgbClr val="FFFF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75488" y="4251960"/>
            <a:ext cx="1280160" cy="1097280"/>
          </a:xfrm>
          <a:prstGeom prst="rect">
            <a:avLst/>
          </a:prstGeom>
          <a:noFill/>
        </p:spPr>
        <p:txBody>
          <a:bodyPr wrap="square" lIns="0" rIns="0" tIns="0" bIns="0" anchor="ctr"/>
          <a:lstStyle/>
          <a:p>
            <a:pPr algn="l">
              <a:spcAft>
                <a:spcPts val="0"/>
              </a:spcAft>
            </a:pPr>
            <a:r>
              <a:rPr sz="6000" b="0" i="0">
                <a:solidFill>
                  <a:srgbClr val="FFFFFF"/>
                </a:solidFill>
                <a:latin typeface="DM Sans 14pt ExtraLight"/>
              </a:rPr>
              <a:t>03</a:t>
            </a:r>
          </a:p>
        </p:txBody>
      </p:sp>
      <p:sp>
        <p:nvSpPr>
          <p:cNvPr id="16" name="TextBox 15"/>
          <p:cNvSpPr txBox="1"/>
          <p:nvPr/>
        </p:nvSpPr>
        <p:spPr>
          <a:xfrm>
            <a:off x="1920240" y="4251960"/>
            <a:ext cx="9601200" cy="1097280"/>
          </a:xfrm>
          <a:prstGeom prst="rect">
            <a:avLst/>
          </a:prstGeom>
          <a:noFill/>
        </p:spPr>
        <p:txBody>
          <a:bodyPr wrap="square" lIns="0" rIns="0" tIns="0" bIns="0" anchor="ctr"/>
          <a:lstStyle/>
          <a:p>
            <a:pPr algn="l">
              <a:lnSpc>
                <a:spcPct val="100000"/>
              </a:lnSpc>
              <a:spcAft>
                <a:spcPts val="200"/>
              </a:spcAft>
            </a:pPr>
            <a:r>
              <a:rPr sz="2800" b="0" i="0">
                <a:solidFill>
                  <a:srgbClr val="FFFFFF"/>
                </a:solidFill>
                <a:latin typeface="DM Sans 14pt SemiBold"/>
              </a:rPr>
              <a:t>Solution Sets help us sell clarity and value,</a:t>
            </a:r>
          </a:p>
          <a:p>
            <a:pPr algn="l">
              <a:lnSpc>
                <a:spcPct val="100000"/>
              </a:lnSpc>
              <a:spcAft>
                <a:spcPts val="0"/>
              </a:spcAft>
            </a:pPr>
            <a:r>
              <a:rPr sz="2400" b="0" i="0">
                <a:solidFill>
                  <a:srgbClr val="FFFFFF"/>
                </a:solidFill>
                <a:latin typeface="DM Sans 14pt ExtraLight"/>
              </a:rPr>
              <a:t>instead of just selling hours.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75488" y="2011680"/>
            <a:ext cx="11237976" cy="1097280"/>
          </a:xfrm>
        </p:spPr>
        <p:txBody>
          <a:bodyPr/>
          <a:lstStyle/>
          <a:p>
            <a:r>
              <a:rPr sz="5400"/>
              <a:t>Questions &amp; open floor</a:t>
            </a:r>
          </a:p>
        </p:txBody>
      </p:sp>
      <p:sp>
        <p:nvSpPr>
          <p:cNvPr id="3" name="Text Placeholder 2"/>
          <p:cNvSpPr>
            <a:spLocks noGrp="1"/>
          </p:cNvSpPr>
          <p:nvPr>
            <p:ph type="body" idx="16" sz="quarter"/>
          </p:nvPr>
        </p:nvSpPr>
        <p:spPr/>
        <p:txBody>
          <a:bodyPr/>
          <a:lstStyle/>
          <a:p>
            <a:pPr algn="ctr"/>
            <a:r>
              <a:rPr sz="1800" b="0" i="0">
                <a:solidFill>
                  <a:srgbClr val="FFFFFF"/>
                </a:solidFill>
                <a:latin typeface="DM Sans 14pt"/>
              </a:rPr>
              <a:t>Forecasting  ·  SOW scoping  ·  Upcoming renewals</a:t>
            </a:r>
          </a:p>
          <a:p>
            <a:pPr algn="ctr"/>
            <a:r>
              <a:rPr sz="1600" b="0" i="0">
                <a:solidFill>
                  <a:srgbClr val="FFFFFF"/>
                </a:solidFill>
                <a:latin typeface="DM Sans 14pt ExtraLight"/>
              </a:rPr>
              <a:t>With Eric (CFO) and commercial leads</a:t>
            </a:r>
          </a:p>
        </p:txBody>
      </p:sp>
      <p:sp>
        <p:nvSpPr>
          <p:cNvPr id="7" name="Footer Placeholder 3">
            <a:extLst>
              <a:ext uri="{FF2B5EF4-FFF2-40B4-BE49-F238E27FC236}">
                <a16:creationId xmlns:a16="http://schemas.microsoft.com/office/drawing/2014/main" id="{6167D18E-838B-E59C-B359-E2D1053B567A}"/>
              </a:ext>
            </a:extLst>
          </p:cNvPr>
          <p:cNvSpPr>
            <a:spLocks noGrp="1"/>
          </p:cNvSpPr>
          <p:nvPr>
            <p:ph type="ftr" sz="quarter" idx="11"/>
          </p:nvPr>
        </p:nvSpPr>
        <p:spPr>
          <a:xfrm>
            <a:off x="1102149" y="6363845"/>
            <a:ext cx="7315200" cy="200055"/>
          </a:xfrm>
        </p:spPr>
        <p:txBody>
          <a:bodyPr>
            <a:spAutoFit/>
          </a:bodyPr>
          <a:lstStyle>
            <a:lvl1pPr>
              <a:defRPr sz="1000">
                <a:solidFill>
                  <a:schemeClr val="bg2"/>
                </a:solidFill>
              </a:defRPr>
            </a:lvl1pPr>
          </a:lstStyle>
          <a:p>
            <a:r>
              <a:rPr lang="en-US" dirty="0"/>
              <a:t>Mastering Agency Commercials  |  WTA  |  Maple Ranch</a:t>
            </a:r>
          </a:p>
        </p:txBody>
      </p:sp>
      <p:sp>
        <p:nvSpPr>
          <p:cNvPr id="8" name="Slide Number Placeholder 4">
            <a:extLst>
              <a:ext uri="{FF2B5EF4-FFF2-40B4-BE49-F238E27FC236}">
                <a16:creationId xmlns:a16="http://schemas.microsoft.com/office/drawing/2014/main" id="{E9D77EE1-C3F7-2EF1-FCD0-C4DDD8E05ABF}"/>
              </a:ext>
            </a:extLst>
          </p:cNvPr>
          <p:cNvSpPr>
            <a:spLocks noGrp="1"/>
          </p:cNvSpPr>
          <p:nvPr>
            <p:ph type="sldNum" sz="quarter" idx="12"/>
          </p:nvPr>
        </p:nvSpPr>
        <p:spPr>
          <a:xfrm>
            <a:off x="471955" y="6363845"/>
            <a:ext cx="508686" cy="200055"/>
          </a:xfrm>
        </p:spPr>
        <p:txBody>
          <a:bodyPr>
            <a:spAutoFit/>
          </a:bodyPr>
          <a:lstStyle>
            <a:lvl1pPr>
              <a:defRPr sz="1000">
                <a:solidFill>
                  <a:schemeClr val="bg2"/>
                </a:solidFill>
              </a:defRPr>
            </a:lvl1pPr>
          </a:lstStyle>
          <a:p>
            <a:fld id="{1A187C66-C235-1C41-B065-EF4AE27E6170}" type="slidenum">
              <a:rPr lang="en-US" smtClean="0"/>
              <a:pPr/>
              <a:t>‹#›</a:t>
            </a:fld>
            <a:endParaRPr lang="en-US"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5488" y="804672"/>
            <a:ext cx="11237976" cy="658368"/>
          </a:xfrm>
        </p:spPr>
        <p:txBody>
          <a:bodyPr wrap="square" anchor="t"/>
          <a:lstStyle/>
          <a:p>
            <a:r>
              <a:rPr sz="3600"/>
              <a:t>Cheat sheet of terms</a:t>
            </a:r>
          </a:p>
        </p:txBody>
      </p:sp>
      <p:sp>
        <p:nvSpPr>
          <p:cNvPr id="3" name="Text Placeholder 2"/>
          <p:cNvSpPr>
            <a:spLocks noGrp="1"/>
          </p:cNvSpPr>
          <p:nvPr>
            <p:ph type="body" idx="36" sz="quarter"/>
          </p:nvPr>
        </p:nvSpPr>
        <p:spPr/>
        <p:txBody>
          <a:bodyPr/>
          <a:lstStyle/>
          <a:p>
            <a:r>
              <a:t>APPENDIX</a:t>
            </a:r>
          </a:p>
        </p:txBody>
      </p:sp>
      <p:sp>
        <p:nvSpPr>
          <p:cNvPr id="18" name="Footer Placeholder 3">
            <a:extLst>
              <a:ext uri="{FF2B5EF4-FFF2-40B4-BE49-F238E27FC236}">
                <a16:creationId xmlns:a16="http://schemas.microsoft.com/office/drawing/2014/main" id="{E47347CE-3642-F594-2AF8-95FA88AF0F79}"/>
              </a:ext>
            </a:extLst>
          </p:cNvPr>
          <p:cNvSpPr>
            <a:spLocks noGrp="1"/>
          </p:cNvSpPr>
          <p:nvPr>
            <p:ph type="ftr" sz="quarter" idx="11"/>
          </p:nvPr>
        </p:nvSpPr>
        <p:spPr>
          <a:xfrm>
            <a:off x="1102149" y="6363845"/>
            <a:ext cx="7315200" cy="200055"/>
          </a:xfrm>
        </p:spPr>
        <p:txBody>
          <a:bodyPr>
            <a:spAutoFit/>
          </a:bodyPr>
          <a:lstStyle>
            <a:lvl1pPr>
              <a:defRPr sz="1000">
                <a:solidFill>
                  <a:schemeClr val="tx2"/>
                </a:solidFill>
              </a:defRPr>
            </a:lvl1pPr>
          </a:lstStyle>
          <a:p>
            <a:r>
              <a:rPr lang="en-US" dirty="0"/>
              <a:t>Mastering Agency Commercials  |  WTA  |  Maple Ranch</a:t>
            </a:r>
          </a:p>
        </p:txBody>
      </p:sp>
      <p:sp>
        <p:nvSpPr>
          <p:cNvPr id="20" name="Slide Number Placeholder 4">
            <a:extLst>
              <a:ext uri="{FF2B5EF4-FFF2-40B4-BE49-F238E27FC236}">
                <a16:creationId xmlns:a16="http://schemas.microsoft.com/office/drawing/2014/main" id="{6033979D-A389-C11D-3022-A7BD0754FE8C}"/>
              </a:ext>
            </a:extLst>
          </p:cNvPr>
          <p:cNvSpPr>
            <a:spLocks noGrp="1"/>
          </p:cNvSpPr>
          <p:nvPr>
            <p:ph type="sldNum" sz="quarter" idx="12"/>
          </p:nvPr>
        </p:nvSpPr>
        <p:spPr>
          <a:xfrm>
            <a:off x="471955" y="6363845"/>
            <a:ext cx="508686" cy="200055"/>
          </a:xfrm>
        </p:spPr>
        <p:txBody>
          <a:bodyPr>
            <a:spAutoFit/>
          </a:bodyPr>
          <a:lstStyle>
            <a:lvl1pPr>
              <a:defRPr sz="1000">
                <a:solidFill>
                  <a:schemeClr val="tx2"/>
                </a:solidFill>
              </a:defRPr>
            </a:lvl1pPr>
          </a:lstStyle>
          <a:p>
            <a:fld id="{1A187C66-C235-1C41-B065-EF4AE27E6170}" type="slidenum">
              <a:rPr lang="en-US" smtClean="0"/>
              <a:pPr/>
              <a:t>‹#›</a:t>
            </a:fld>
            <a:endParaRPr lang="en-US" dirty="0"/>
          </a:p>
        </p:txBody>
      </p:sp>
      <p:graphicFrame>
        <p:nvGraphicFramePr>
          <p:cNvPr id="21" name="Table 20"/>
          <p:cNvGraphicFramePr>
            <a:graphicFrameLocks noGrp="1"/>
          </p:cNvGraphicFramePr>
          <p:nvPr/>
        </p:nvGraphicFramePr>
        <p:xfrm>
          <a:off x="475488" y="1920240"/>
          <a:ext cx="11237976" cy="3520440"/>
        </p:xfrm>
        <a:graphic>
          <a:graphicData uri="http://schemas.openxmlformats.org/drawingml/2006/table">
            <a:tbl>
              <a:tblPr firstRow="1" bandRow="1">
                <a:tableStyleId>{5C22544A-7EE6-4342-B048-85BDC9FD1C3A}</a:tableStyleId>
              </a:tblPr>
              <a:tblGrid>
                <a:gridCol w="2651760"/>
                <a:gridCol w="6117336"/>
                <a:gridCol w="2468880"/>
              </a:tblGrid>
              <a:tr h="502920">
                <a:tc>
                  <a:txBody>
                    <a:bodyPr/>
                    <a:lstStyle/>
                    <a:p>
                      <a:r>
                        <a:rPr sz="1300" b="0" i="0">
                          <a:solidFill>
                            <a:srgbClr val="FFFFFF"/>
                          </a:solidFill>
                          <a:latin typeface="DM Sans 14pt SemiBold"/>
                        </a:rPr>
                        <a:t>Metric / term</a:t>
                      </a:r>
                    </a:p>
                  </a:txBody>
                  <a:tcPr marL="137160" marR="137160" anchor="ctr">
                    <a:solidFill>
                      <a:srgbClr val="122A4E"/>
                    </a:solidFill>
                  </a:tcPr>
                </a:tc>
                <a:tc>
                  <a:txBody>
                    <a:bodyPr/>
                    <a:lstStyle/>
                    <a:p>
                      <a:r>
                        <a:rPr sz="1300" b="0" i="0">
                          <a:solidFill>
                            <a:srgbClr val="FFFFFF"/>
                          </a:solidFill>
                          <a:latin typeface="DM Sans 14pt SemiBold"/>
                        </a:rPr>
                        <a:t>Plain-language definition</a:t>
                      </a:r>
                    </a:p>
                  </a:txBody>
                  <a:tcPr marL="137160" marR="137160" anchor="ctr">
                    <a:solidFill>
                      <a:srgbClr val="122A4E"/>
                    </a:solidFill>
                  </a:tcPr>
                </a:tc>
                <a:tc>
                  <a:txBody>
                    <a:bodyPr/>
                    <a:lstStyle/>
                    <a:p>
                      <a:r>
                        <a:rPr sz="1300" b="0" i="0">
                          <a:solidFill>
                            <a:srgbClr val="FFFFFF"/>
                          </a:solidFill>
                          <a:latin typeface="DM Sans 14pt SemiBold"/>
                        </a:rPr>
                        <a:t>WTA target</a:t>
                      </a:r>
                    </a:p>
                  </a:txBody>
                  <a:tcPr marL="137160" marR="137160" anchor="ctr">
                    <a:solidFill>
                      <a:srgbClr val="122A4E"/>
                    </a:solidFill>
                  </a:tcPr>
                </a:tc>
              </a:tr>
              <a:tr h="502920">
                <a:tc>
                  <a:txBody>
                    <a:bodyPr/>
                    <a:lstStyle/>
                    <a:p>
                      <a:r>
                        <a:rPr sz="1300" b="0" i="0">
                          <a:solidFill>
                            <a:srgbClr val="122A4E"/>
                          </a:solidFill>
                          <a:latin typeface="DM Sans 14pt SemiBold"/>
                        </a:rPr>
                        <a:t>Net Revenue (Net Sales)</a:t>
                      </a:r>
                    </a:p>
                  </a:txBody>
                  <a:tcPr marL="137160" marR="137160" anchor="ctr">
                    <a:solidFill>
                      <a:srgbClr val="F1F1F1"/>
                    </a:solidFill>
                  </a:tcPr>
                </a:tc>
                <a:tc>
                  <a:txBody>
                    <a:bodyPr/>
                    <a:lstStyle/>
                    <a:p>
                      <a:r>
                        <a:rPr sz="1300" b="0" i="0">
                          <a:solidFill>
                            <a:srgbClr val="333333"/>
                          </a:solidFill>
                          <a:latin typeface="DM Sans 14pt"/>
                        </a:rPr>
                        <a:t>Total billings minus pass-through expenses (media, external production, research)</a:t>
                      </a:r>
                    </a:p>
                  </a:txBody>
                  <a:tcPr marL="137160" marR="137160" anchor="ctr">
                    <a:solidFill>
                      <a:srgbClr val="F1F1F1"/>
                    </a:solidFill>
                  </a:tcPr>
                </a:tc>
                <a:tc>
                  <a:txBody>
                    <a:bodyPr/>
                    <a:lstStyle/>
                    <a:p>
                      <a:r>
                        <a:rPr sz="1300" b="0" i="0">
                          <a:solidFill>
                            <a:srgbClr val="122A4E"/>
                          </a:solidFill>
                          <a:latin typeface="DM Sans 14pt"/>
                        </a:rPr>
                        <a:t>True agency top line</a:t>
                      </a:r>
                    </a:p>
                  </a:txBody>
                  <a:tcPr marL="137160" marR="137160" anchor="ctr">
                    <a:solidFill>
                      <a:srgbClr val="F1F1F1"/>
                    </a:solidFill>
                  </a:tcPr>
                </a:tc>
              </a:tr>
              <a:tr h="502920">
                <a:tc>
                  <a:txBody>
                    <a:bodyPr/>
                    <a:lstStyle/>
                    <a:p>
                      <a:r>
                        <a:rPr sz="1300" b="0" i="0">
                          <a:solidFill>
                            <a:srgbClr val="122A4E"/>
                          </a:solidFill>
                          <a:latin typeface="DM Sans 14pt SemiBold"/>
                        </a:rPr>
                        <a:t>Direct Labor</a:t>
                      </a:r>
                    </a:p>
                  </a:txBody>
                  <a:tcPr marL="137160" marR="137160" anchor="ctr">
                    <a:solidFill>
                      <a:srgbClr val="FFFFFF"/>
                    </a:solidFill>
                  </a:tcPr>
                </a:tc>
                <a:tc>
                  <a:txBody>
                    <a:bodyPr/>
                    <a:lstStyle/>
                    <a:p>
                      <a:r>
                        <a:rPr sz="1300" b="0" i="0">
                          <a:solidFill>
                            <a:srgbClr val="333333"/>
                          </a:solidFill>
                          <a:latin typeface="DM Sans 14pt"/>
                        </a:rPr>
                        <a:t>Total compensation (salary, taxes, benefits) for billable time spent on an account</a:t>
                      </a:r>
                    </a:p>
                  </a:txBody>
                  <a:tcPr marL="137160" marR="137160" anchor="ctr">
                    <a:solidFill>
                      <a:srgbClr val="FFFFFF"/>
                    </a:solidFill>
                  </a:tcPr>
                </a:tc>
                <a:tc>
                  <a:txBody>
                    <a:bodyPr/>
                    <a:lstStyle/>
                    <a:p>
                      <a:r>
                        <a:rPr sz="1300" b="0" i="0">
                          <a:solidFill>
                            <a:srgbClr val="122A4E"/>
                          </a:solidFill>
                          <a:latin typeface="DM Sans 14pt"/>
                        </a:rPr>
                        <a:t>Max 40% of Net Revenue</a:t>
                      </a:r>
                    </a:p>
                  </a:txBody>
                  <a:tcPr marL="137160" marR="137160" anchor="ctr">
                    <a:solidFill>
                      <a:srgbClr val="FFFFFF"/>
                    </a:solidFill>
                  </a:tcPr>
                </a:tc>
              </a:tr>
              <a:tr h="502920">
                <a:tc>
                  <a:txBody>
                    <a:bodyPr/>
                    <a:lstStyle/>
                    <a:p>
                      <a:r>
                        <a:rPr sz="1300" b="0" i="0">
                          <a:solidFill>
                            <a:srgbClr val="122A4E"/>
                          </a:solidFill>
                          <a:latin typeface="DM Sans 14pt SemiBold"/>
                        </a:rPr>
                        <a:t>Direct Margin</a:t>
                      </a:r>
                    </a:p>
                  </a:txBody>
                  <a:tcPr marL="137160" marR="137160" anchor="ctr">
                    <a:solidFill>
                      <a:srgbClr val="F1F1F1"/>
                    </a:solidFill>
                  </a:tcPr>
                </a:tc>
                <a:tc>
                  <a:txBody>
                    <a:bodyPr/>
                    <a:lstStyle/>
                    <a:p>
                      <a:r>
                        <a:rPr sz="1300" b="0" i="0">
                          <a:solidFill>
                            <a:srgbClr val="333333"/>
                          </a:solidFill>
                          <a:latin typeface="DM Sans 14pt"/>
                        </a:rPr>
                        <a:t>What remains from Net Revenue after subtracting Direct Costs (labor + non-billable OOPs)</a:t>
                      </a:r>
                    </a:p>
                  </a:txBody>
                  <a:tcPr marL="137160" marR="137160" anchor="ctr">
                    <a:solidFill>
                      <a:srgbClr val="F1F1F1"/>
                    </a:solidFill>
                  </a:tcPr>
                </a:tc>
                <a:tc>
                  <a:txBody>
                    <a:bodyPr/>
                    <a:lstStyle/>
                    <a:p>
                      <a:r>
                        <a:rPr sz="1300" b="0" i="0">
                          <a:solidFill>
                            <a:srgbClr val="122A4E"/>
                          </a:solidFill>
                          <a:latin typeface="DM Sans 14pt"/>
                        </a:rPr>
                        <a:t>55% – 62%</a:t>
                      </a:r>
                    </a:p>
                  </a:txBody>
                  <a:tcPr marL="137160" marR="137160" anchor="ctr">
                    <a:solidFill>
                      <a:srgbClr val="F1F1F1"/>
                    </a:solidFill>
                  </a:tcPr>
                </a:tc>
              </a:tr>
              <a:tr h="502920">
                <a:tc>
                  <a:txBody>
                    <a:bodyPr/>
                    <a:lstStyle/>
                    <a:p>
                      <a:r>
                        <a:rPr sz="1300" b="0" i="0">
                          <a:solidFill>
                            <a:srgbClr val="122A4E"/>
                          </a:solidFill>
                          <a:latin typeface="DM Sans 14pt SemiBold"/>
                        </a:rPr>
                        <a:t>Overhead</a:t>
                      </a:r>
                    </a:p>
                  </a:txBody>
                  <a:tcPr marL="137160" marR="137160" anchor="ctr">
                    <a:solidFill>
                      <a:srgbClr val="FFFFFF"/>
                    </a:solidFill>
                  </a:tcPr>
                </a:tc>
                <a:tc>
                  <a:txBody>
                    <a:bodyPr/>
                    <a:lstStyle/>
                    <a:p>
                      <a:r>
                        <a:rPr sz="1300" b="0" i="0">
                          <a:solidFill>
                            <a:srgbClr val="333333"/>
                          </a:solidFill>
                          <a:latin typeface="DM Sans 14pt"/>
                        </a:rPr>
                        <a:t>Fixed agency operating expenses (rent, admin, IT, executive, shared services)</a:t>
                      </a:r>
                    </a:p>
                  </a:txBody>
                  <a:tcPr marL="137160" marR="137160" anchor="ctr">
                    <a:solidFill>
                      <a:srgbClr val="FFFFFF"/>
                    </a:solidFill>
                  </a:tcPr>
                </a:tc>
                <a:tc>
                  <a:txBody>
                    <a:bodyPr/>
                    <a:lstStyle/>
                    <a:p>
                      <a:r>
                        <a:rPr sz="1300" b="0" i="0">
                          <a:solidFill>
                            <a:srgbClr val="122A4E"/>
                          </a:solidFill>
                          <a:latin typeface="DM Sans 14pt"/>
                        </a:rPr>
                        <a:t>~30% of Net Revenue</a:t>
                      </a:r>
                    </a:p>
                  </a:txBody>
                  <a:tcPr marL="137160" marR="137160" anchor="ctr">
                    <a:solidFill>
                      <a:srgbClr val="FFFFFF"/>
                    </a:solidFill>
                  </a:tcPr>
                </a:tc>
              </a:tr>
              <a:tr h="502920">
                <a:tc>
                  <a:txBody>
                    <a:bodyPr/>
                    <a:lstStyle/>
                    <a:p>
                      <a:r>
                        <a:rPr sz="1300" b="0" i="0">
                          <a:solidFill>
                            <a:srgbClr val="122A4E"/>
                          </a:solidFill>
                          <a:latin typeface="DM Sans 14pt SemiBold"/>
                        </a:rPr>
                        <a:t>Operating Profit</a:t>
                      </a:r>
                    </a:p>
                  </a:txBody>
                  <a:tcPr marL="137160" marR="137160" anchor="ctr">
                    <a:solidFill>
                      <a:srgbClr val="F1F1F1"/>
                    </a:solidFill>
                  </a:tcPr>
                </a:tc>
                <a:tc>
                  <a:txBody>
                    <a:bodyPr/>
                    <a:lstStyle/>
                    <a:p>
                      <a:r>
                        <a:rPr sz="1300" b="0" i="0">
                          <a:solidFill>
                            <a:srgbClr val="333333"/>
                          </a:solidFill>
                          <a:latin typeface="DM Sans 14pt"/>
                        </a:rPr>
                        <a:t>What’s left after Direct Costs and Overhead are covered</a:t>
                      </a:r>
                    </a:p>
                  </a:txBody>
                  <a:tcPr marL="137160" marR="137160" anchor="ctr">
                    <a:solidFill>
                      <a:srgbClr val="F1F1F1"/>
                    </a:solidFill>
                  </a:tcPr>
                </a:tc>
                <a:tc>
                  <a:txBody>
                    <a:bodyPr/>
                    <a:lstStyle/>
                    <a:p>
                      <a:r>
                        <a:rPr sz="1300" b="0" i="0">
                          <a:solidFill>
                            <a:srgbClr val="122A4E"/>
                          </a:solidFill>
                          <a:latin typeface="DM Sans 14pt"/>
                        </a:rPr>
                        <a:t>~20%</a:t>
                      </a:r>
                    </a:p>
                  </a:txBody>
                  <a:tcPr marL="137160" marR="137160" anchor="ctr">
                    <a:solidFill>
                      <a:srgbClr val="F1F1F1"/>
                    </a:solidFill>
                  </a:tcPr>
                </a:tc>
              </a:tr>
              <a:tr h="502920">
                <a:tc>
                  <a:txBody>
                    <a:bodyPr/>
                    <a:lstStyle/>
                    <a:p>
                      <a:r>
                        <a:rPr sz="1300" b="0" i="0">
                          <a:solidFill>
                            <a:srgbClr val="122A4E"/>
                          </a:solidFill>
                          <a:latin typeface="DM Sans 14pt SemiBold"/>
                        </a:rPr>
                        <a:t>Solution Set</a:t>
                      </a:r>
                    </a:p>
                  </a:txBody>
                  <a:tcPr marL="137160" marR="137160" anchor="ctr">
                    <a:solidFill>
                      <a:srgbClr val="FFFFFF"/>
                    </a:solidFill>
                  </a:tcPr>
                </a:tc>
                <a:tc>
                  <a:txBody>
                    <a:bodyPr/>
                    <a:lstStyle/>
                    <a:p>
                      <a:r>
                        <a:rPr sz="1300" b="0" i="0">
                          <a:solidFill>
                            <a:srgbClr val="333333"/>
                          </a:solidFill>
                          <a:latin typeface="DM Sans 14pt"/>
                        </a:rPr>
                        <a:t>A standardized, packaged scope of work with defined inclusions, exclusions and fixed pricing</a:t>
                      </a:r>
                    </a:p>
                  </a:txBody>
                  <a:tcPr marL="137160" marR="137160" anchor="ctr">
                    <a:solidFill>
                      <a:srgbClr val="FFFFFF"/>
                    </a:solidFill>
                  </a:tcPr>
                </a:tc>
                <a:tc>
                  <a:txBody>
                    <a:bodyPr/>
                    <a:lstStyle/>
                    <a:p>
                      <a:r>
                        <a:rPr sz="1300" b="0" i="0">
                          <a:solidFill>
                            <a:srgbClr val="122A4E"/>
                          </a:solidFill>
                          <a:latin typeface="DM Sans 14pt"/>
                        </a:rPr>
                        <a:t>Core WTA commercial model</a:t>
                      </a:r>
                    </a:p>
                  </a:txBody>
                  <a:tcPr marL="137160" marR="137160"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WTA Colors">
      <a:dk1>
        <a:srgbClr val="333333"/>
      </a:dk1>
      <a:lt1>
        <a:srgbClr val="F1F1F1"/>
      </a:lt1>
      <a:dk2>
        <a:srgbClr val="122A4E"/>
      </a:dk2>
      <a:lt2>
        <a:srgbClr val="FFFFFF"/>
      </a:lt2>
      <a:accent1>
        <a:srgbClr val="122A4E"/>
      </a:accent1>
      <a:accent2>
        <a:srgbClr val="00509A"/>
      </a:accent2>
      <a:accent3>
        <a:srgbClr val="FF3333"/>
      </a:accent3>
      <a:accent4>
        <a:srgbClr val="FF6633"/>
      </a:accent4>
      <a:accent5>
        <a:srgbClr val="66CCCC"/>
      </a:accent5>
      <a:accent6>
        <a:srgbClr val="FDB924"/>
      </a:accent6>
      <a:hlink>
        <a:srgbClr val="00A3DA"/>
      </a:hlink>
      <a:folHlink>
        <a:srgbClr val="FF333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spcAft>
            <a:spcPts val="600"/>
          </a:spcAft>
          <a:defRPr sz="2000" dirty="0" smtClean="0">
            <a:latin typeface="DM Sans 14pt" pitchFamily="2" charset="77"/>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2782</TotalTime>
  <Words>1360</Words>
  <Application>Microsoft Macintosh PowerPoint</Application>
  <PresentationFormat>Widescreen</PresentationFormat>
  <Paragraphs>256</Paragraphs>
  <Slides>42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DM Sans 14pt SemiBold</vt:lpstr>
      <vt:lpstr>DM Sans 14pt</vt:lpstr>
      <vt:lpstr>Arial</vt:lpstr>
      <vt:lpstr>DM Sans 14pt ExtraLight</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Agency Commercials</dc:title>
  <dc:creator>Erin Jemas, Price It Right</dc:creator>
  <cp:lastModifiedBy>Kelli Oestreich</cp:lastModifiedBy>
  <cp:revision>37</cp:revision>
  <dcterms:created xsi:type="dcterms:W3CDTF">2026-01-01T19:54:48Z</dcterms:created>
  <dcterms:modified xsi:type="dcterms:W3CDTF">2026-03-12T15:55:05Z</dcterms:modified>
  <dc:subject>Maple Ranch account leadership session</dc:subject>
</cp:coreProperties>
</file>
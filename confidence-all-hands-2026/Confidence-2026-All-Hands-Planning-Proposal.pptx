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2" r:id="rId4"/>
    <p:sldMasterId id="2147483719" r:id="rId5"/>
  </p:sldMasterIdLst>
  <p:notesMasterIdLst>
    <p:notesMasterId r:id="rId69"/>
  </p:notesMasterIdLst>
  <p:handoutMasterIdLst>
    <p:handoutMasterId r:id="rId70"/>
  </p:handout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Lst>
  <p:sldSz cx="12192000" cy="6858000"/>
  <p:notesSz cx="6858000" cy="9144000"/>
  <p:defaultTextStyle>
    <a:defPPr>
      <a:defRPr lang="en-US"/>
    </a:defPPr>
    <a:lvl1pPr marL="0" algn="l" defTabSz="228554" rtl="0" eaLnBrk="1" latinLnBrk="0" hangingPunct="1">
      <a:defRPr sz="900" kern="1200">
        <a:solidFill>
          <a:schemeClr val="tx1"/>
        </a:solidFill>
        <a:latin typeface="+mn-lt"/>
        <a:ea typeface="+mn-ea"/>
        <a:cs typeface="+mn-cs"/>
      </a:defRPr>
    </a:lvl1pPr>
    <a:lvl2pPr marL="228554" algn="l" defTabSz="228554" rtl="0" eaLnBrk="1" latinLnBrk="0" hangingPunct="1">
      <a:defRPr sz="900" kern="1200">
        <a:solidFill>
          <a:schemeClr val="tx1"/>
        </a:solidFill>
        <a:latin typeface="+mn-lt"/>
        <a:ea typeface="+mn-ea"/>
        <a:cs typeface="+mn-cs"/>
      </a:defRPr>
    </a:lvl2pPr>
    <a:lvl3pPr marL="457109" algn="l" defTabSz="228554" rtl="0" eaLnBrk="1" latinLnBrk="0" hangingPunct="1">
      <a:defRPr sz="900" kern="1200">
        <a:solidFill>
          <a:schemeClr val="tx1"/>
        </a:solidFill>
        <a:latin typeface="+mn-lt"/>
        <a:ea typeface="+mn-ea"/>
        <a:cs typeface="+mn-cs"/>
      </a:defRPr>
    </a:lvl3pPr>
    <a:lvl4pPr marL="685663" algn="l" defTabSz="228554" rtl="0" eaLnBrk="1" latinLnBrk="0" hangingPunct="1">
      <a:defRPr sz="900" kern="1200">
        <a:solidFill>
          <a:schemeClr val="tx1"/>
        </a:solidFill>
        <a:latin typeface="+mn-lt"/>
        <a:ea typeface="+mn-ea"/>
        <a:cs typeface="+mn-cs"/>
      </a:defRPr>
    </a:lvl4pPr>
    <a:lvl5pPr marL="914217" algn="l" defTabSz="228554" rtl="0" eaLnBrk="1" latinLnBrk="0" hangingPunct="1">
      <a:defRPr sz="900" kern="1200">
        <a:solidFill>
          <a:schemeClr val="tx1"/>
        </a:solidFill>
        <a:latin typeface="+mn-lt"/>
        <a:ea typeface="+mn-ea"/>
        <a:cs typeface="+mn-cs"/>
      </a:defRPr>
    </a:lvl5pPr>
    <a:lvl6pPr marL="1142771" algn="l" defTabSz="228554" rtl="0" eaLnBrk="1" latinLnBrk="0" hangingPunct="1">
      <a:defRPr sz="900" kern="1200">
        <a:solidFill>
          <a:schemeClr val="tx1"/>
        </a:solidFill>
        <a:latin typeface="+mn-lt"/>
        <a:ea typeface="+mn-ea"/>
        <a:cs typeface="+mn-cs"/>
      </a:defRPr>
    </a:lvl6pPr>
    <a:lvl7pPr marL="1371326" algn="l" defTabSz="228554" rtl="0" eaLnBrk="1" latinLnBrk="0" hangingPunct="1">
      <a:defRPr sz="900" kern="1200">
        <a:solidFill>
          <a:schemeClr val="tx1"/>
        </a:solidFill>
        <a:latin typeface="+mn-lt"/>
        <a:ea typeface="+mn-ea"/>
        <a:cs typeface="+mn-cs"/>
      </a:defRPr>
    </a:lvl7pPr>
    <a:lvl8pPr marL="1599880" algn="l" defTabSz="228554" rtl="0" eaLnBrk="1" latinLnBrk="0" hangingPunct="1">
      <a:defRPr sz="900" kern="1200">
        <a:solidFill>
          <a:schemeClr val="tx1"/>
        </a:solidFill>
        <a:latin typeface="+mn-lt"/>
        <a:ea typeface="+mn-ea"/>
        <a:cs typeface="+mn-cs"/>
      </a:defRPr>
    </a:lvl8pPr>
    <a:lvl9pPr marL="1828434" algn="l" defTabSz="228554" rtl="0" eaLnBrk="1" latinLnBrk="0" hangingPunct="1">
      <a:defRPr sz="900" kern="1200">
        <a:solidFill>
          <a:schemeClr val="tx1"/>
        </a:solidFill>
        <a:latin typeface="+mn-lt"/>
        <a:ea typeface="+mn-ea"/>
        <a:cs typeface="+mn-cs"/>
      </a:defRPr>
    </a:lvl9pPr>
  </p:defaultTextStyle>
  <p:extLst>
    <p:ext uri="{521415D9-36F7-43E2-AB2F-B90AF26B5E84}">
      <p14:sectionLst xmlns:p14="http://schemas.microsoft.com/office/powerpoint/2010/main">
        <p14:section name="Proposal" id="{62BC13B0-9550-4CFC-AB54-199B60A0513B}">
          <p14:sldIdLst>
            <p14:sldId id="256"/>
            <p14:sldId id="257"/>
            <p14:sldId id="258"/>
            <p14:sldId id="259"/>
          </p14:sldIdLst>
        </p14:section>
        <p14:section name="The meeting" id="{6DDBE97E-13C7-4FB3-854A-930BDC954EC4}">
          <p14:sldIdLst>
            <p14:sldId id="260"/>
            <p14:sldId id="261"/>
            <p14:sldId id="262"/>
            <p14:sldId id="263"/>
            <p14:sldId id="264"/>
            <p14:sldId id="265"/>
            <p14:sldId id="266"/>
          </p14:sldIdLst>
        </p14:section>
        <p14:section name="Planning" id="{F51B4275-A490-4E87-8F9B-C2151E715230}">
          <p14:sldIdLst>
            <p14:sldId id="267"/>
            <p14:sldId id="268"/>
            <p14:sldId id="269"/>
            <p14:sldId id="270"/>
          </p14:sldIdLst>
        </p14:section>
        <p14:section name="Decisions" id="{C54EBE9E-04BC-4F2A-9F92-1AA2BD95E352}">
          <p14:sldIdLst>
            <p14:sldId id="271"/>
            <p14:sldId id="272"/>
          </p14:sldIdLst>
        </p14:section>
        <p14:section name="Appendix" id="{A2CFC7EB-9601-48A9-80A3-C555628BAC95}">
          <p14:sldIdLst>
            <p14:sldId id="273"/>
            <p14:sldId id="274"/>
            <p14:sldId id="275"/>
            <p14:sldId id="27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D1555E-4F2D-5767-514C-7122D2F56F27}" name="Marianne van Rhijn" initials="MR" userId="S::marianne.vanrhijn@vml.com::7ac4edf9-67e6-4fcc-b5d4-d46bec6377ba" providerId="AD"/>
  <p188:author id="{5C6D0670-ACA2-9CCE-3B79-6D2C7E494726}" name="Emma Tilanus" initials="ET" userId="S::emma.tilanus@vml.com::b83526f4-1e6a-4267-a436-3089cf73dfd0" providerId="AD"/>
  <p188:author id="{687D0982-57E2-8AA6-DBB0-251E0943B9BE}" name="Rachel Negahban" initials="RN" userId="S::rachel.negahban@vml.com::c80982d3-d92a-45fa-b529-b2c703b67b14" providerId="AD"/>
  <p188:author id="{CE924EB1-E577-EC57-86F1-C184C9B3D1A9}" name="Roel Faulhaber" initials="RF" userId="S::roel.faulhaber@vml.com::8df17fb2-45ec-4652-b24e-c662ccbe92c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99A742-59A2-EC4A-8259-3FE5A1660B95}" v="11" dt="2026-02-03T09:11:10.1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39"/>
    <p:restoredTop sz="94700"/>
  </p:normalViewPr>
  <p:slideViewPr>
    <p:cSldViewPr>
      <p:cViewPr>
        <p:scale>
          <a:sx n="142" d="100"/>
          <a:sy n="142" d="100"/>
        </p:scale>
        <p:origin x="824" y="1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69" Type="http://schemas.openxmlformats.org/officeDocument/2006/relationships/notesMaster" Target="notesMasters/notesMaster1.xml"/><Relationship Id="rId70" Type="http://schemas.openxmlformats.org/officeDocument/2006/relationships/handoutMaster" Target="handoutMasters/handout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 Id="rId75" Type="http://schemas.microsoft.com/office/2015/10/relationships/revisionInfo" Target="revisionInfo.xml"/><Relationship Id="rId76"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C3B140-F902-7D62-8EEE-92AF182E8B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Snowflake Sans Book" panose="020B0505040401040103" pitchFamily="34" charset="0"/>
            </a:endParaRPr>
          </a:p>
        </p:txBody>
      </p:sp>
      <p:sp>
        <p:nvSpPr>
          <p:cNvPr id="3" name="Date Placeholder 2">
            <a:extLst>
              <a:ext uri="{FF2B5EF4-FFF2-40B4-BE49-F238E27FC236}">
                <a16:creationId xmlns:a16="http://schemas.microsoft.com/office/drawing/2014/main" id="{F67B88F0-52EF-2123-E297-B8F4529B3B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EECCEEF-1B1D-4141-87EB-8BC1B898DBE5}" type="datetimeFigureOut">
              <a:rPr lang="en-GB" smtClean="0">
                <a:latin typeface="Snowflake Sans Book" panose="020B0505040401040103" pitchFamily="34" charset="0"/>
              </a:rPr>
              <a:t>03/02/2026</a:t>
            </a:fld>
            <a:endParaRPr lang="en-GB">
              <a:latin typeface="Snowflake Sans Book" panose="020B0505040401040103" pitchFamily="34" charset="0"/>
            </a:endParaRPr>
          </a:p>
        </p:txBody>
      </p:sp>
      <p:sp>
        <p:nvSpPr>
          <p:cNvPr id="4" name="Footer Placeholder 3">
            <a:extLst>
              <a:ext uri="{FF2B5EF4-FFF2-40B4-BE49-F238E27FC236}">
                <a16:creationId xmlns:a16="http://schemas.microsoft.com/office/drawing/2014/main" id="{7F8F2B69-8A9B-9B8B-F5AC-E252588558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Snowflake Sans Book" panose="020B0505040401040103" pitchFamily="34" charset="0"/>
            </a:endParaRPr>
          </a:p>
        </p:txBody>
      </p:sp>
      <p:sp>
        <p:nvSpPr>
          <p:cNvPr id="5" name="Slide Number Placeholder 4">
            <a:extLst>
              <a:ext uri="{FF2B5EF4-FFF2-40B4-BE49-F238E27FC236}">
                <a16:creationId xmlns:a16="http://schemas.microsoft.com/office/drawing/2014/main" id="{963306DC-6851-01F9-005D-E7BD1B4D4F2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E9B86F-E562-4A4A-AAD5-8986F46B4F41}" type="slidenum">
              <a:rPr lang="en-GB" smtClean="0">
                <a:latin typeface="Snowflake Sans Book" panose="020B0505040401040103" pitchFamily="34" charset="0"/>
              </a:rPr>
              <a:t>‹#›</a:t>
            </a:fld>
            <a:endParaRPr lang="en-GB">
              <a:latin typeface="Snowflake Sans Book" panose="020B0505040401040103" pitchFamily="34" charset="0"/>
            </a:endParaRPr>
          </a:p>
        </p:txBody>
      </p:sp>
    </p:spTree>
    <p:extLst>
      <p:ext uri="{BB962C8B-B14F-4D97-AF65-F5344CB8AC3E}">
        <p14:creationId xmlns:p14="http://schemas.microsoft.com/office/powerpoint/2010/main" val="3338998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Snowflake Sans Book" panose="020B0505040401040103"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Snowflake Sans Book" panose="020B0505040401040103" pitchFamily="34" charset="0"/>
              </a:defRPr>
            </a:lvl1pPr>
          </a:lstStyle>
          <a:p>
            <a:fld id="{D27763CC-25C3-BC40-9E94-076F38B10C4B}" type="datetimeFigureOut">
              <a:rPr lang="en-US" smtClean="0"/>
              <a:pPr/>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Snowflake Sans Book" panose="020B0505040401040103"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Snowflake Sans Book" panose="020B0505040401040103" pitchFamily="34" charset="0"/>
              </a:defRPr>
            </a:lvl1pPr>
          </a:lstStyle>
          <a:p>
            <a:fld id="{D1606047-7365-B54E-B40A-EE4FD430BF78}" type="slidenum">
              <a:rPr lang="en-US" smtClean="0"/>
              <a:pPr/>
              <a:t>‹#›</a:t>
            </a:fld>
            <a:endParaRPr lang="en-US"/>
          </a:p>
        </p:txBody>
      </p:sp>
    </p:spTree>
    <p:extLst>
      <p:ext uri="{BB962C8B-B14F-4D97-AF65-F5344CB8AC3E}">
        <p14:creationId xmlns:p14="http://schemas.microsoft.com/office/powerpoint/2010/main" val="2446348704"/>
      </p:ext>
    </p:extLst>
  </p:cSld>
  <p:clrMap bg1="lt1" tx1="dk1" bg2="lt2" tx2="dk2" accent1="accent1" accent2="accent2" accent3="accent3" accent4="accent4" accent5="accent5" accent6="accent6" hlink="hlink" folHlink="folHlink"/>
  <p:notesStyle>
    <a:lvl1pPr marL="0" algn="l" defTabSz="457109" rtl="0" eaLnBrk="1" latinLnBrk="0" hangingPunct="1">
      <a:defRPr sz="600" b="0" i="0" kern="1200">
        <a:solidFill>
          <a:schemeClr val="tx1"/>
        </a:solidFill>
        <a:latin typeface="Snowflake Sans Book" panose="020B0505040401040103"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of this session: align Confidence leadership, group leads and pod leads on the concept for our final All Hands of 2026, and make the decisions that let planning start next week.</a:t>
            </a:r>
          </a:p>
          <a:p/>
          <a:p>
            <a:r>
              <a:t>Travis Kubicek is proposed as planning lead (to confirm), with Zack Jemas and the group and pod leads supporting.</a:t>
            </a:r>
          </a:p>
          <a:p/>
          <a:p>
            <a:r>
              <a:t>This is a working draft. The goal today is alignment on the concept, not a detailed content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one-line version: rather than a traditional year-end celebration, our last All Hands of the year becomes a 2026 Impact Report and a 2027 Future Outlook.</a:t>
            </a:r>
          </a:p>
          <a:p/>
          <a:p>
            <a:r>
              <a:t>It is organized around three themes:</a:t>
            </a:r>
          </a:p>
          <a:p>
            <a:r>
              <a:t>• Our Impact: the breadth, scale and value of what Confidence contributed across clients, disciplines and capabilities.</a:t>
            </a:r>
          </a:p>
          <a:p>
            <a:r>
              <a:t>• Our People: the individuals and teams behind that work, including how we grew, collaborated and supported each other through a challenging year.</a:t>
            </a:r>
          </a:p>
          <a:p>
            <a:r>
              <a:t>• Our Future: emerging trends inspired by VML Intelligence's Future 100: 2026, plus an imaginative, cross-practice conversation.</a:t>
            </a:r>
          </a:p>
          <a:p/>
          <a:p>
            <a:r>
              <a:t>About 10 minutes stays reserved for Confidence leadership updates.</a:t>
            </a:r>
          </a:p>
          <a:p/>
          <a:p>
            <a:r>
              <a:t>The intent is an experience that feels true to the year we've had, reinforces the value of our collective work, and gives people room to think beyond their immediate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need to walk every section of the plan today. The full detail is in the deck and appendix for reference.</a:t>
            </a:r>
          </a:p>
          <a:p/>
          <a:p>
            <a:r>
              <a:t>Focus the conversation on three decisions:</a:t>
            </a:r>
          </a:p>
          <a:p>
            <a:r>
              <a:t>1. Does the overall concept feel right? Impact, People, Future, in a 60-minute format, before Thanksgiving.</a:t>
            </a:r>
          </a:p>
          <a:p>
            <a:r>
              <a:t>2. Which stories best represent our practice? We're proposing United Rentals, Sherwin-Williams and Mazda as featured stories, with a broader set of highlights.</a:t>
            </a:r>
          </a:p>
          <a:p>
            <a:r>
              <a:t>3. How ambitious should we be with the collaborative future discussion? A live popcorn conversation fits 60 minutes; breakouts would need about 70.</a:t>
            </a:r>
          </a:p>
          <a:p/>
          <a:p>
            <a:r>
              <a:t>If we get through those, confirm the practical pieces: Travis as planning lead, a small planning group, and an AQ host.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Leadership direction: in planning conversations, Kylie asked us to adjust the traditional celebration format to reflect the current environment. There's plenty to recognize, but an overly celebratory tone may feel disconnected from the challenges, uncertainty and demands people have experienced this year. She also asked us to make room for the reality of people's experiences while still creating something productive and forward-looking.</a:t>
            </a:r>
          </a:p>
          <a:p/>
          <a:p>
            <a:r>
              <a:t>The evidence: a review of the February, April, June, August and October Technology Reports shows five recurring themes (on the right).</a:t>
            </a:r>
          </a:p>
          <a:p/>
          <a:p>
            <a:r>
              <a:t>Together they suggest one story: 2026 was a year of evolving from individual project successes toward reusable capabilities that strengthen delivery across Confidence.</a:t>
            </a:r>
          </a:p>
          <a:p/>
          <a:p>
            <a:r>
              <a:t>That sets up the bridge to the future discussion: if our work, capabilities and roles have already evolved this much, what could Confidence look like in 2027? This framing connects the retrospective and forward-looking halves so they don't feel like unrelated 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bar left to right. The proportions are the point: leadership updates keep a dedicated 10 minutes, while most of the hour goes to impact, recognition and the future discussion.</a:t>
            </a:r>
          </a:p>
          <a:p/>
          <a:p>
            <a:r>
              <a:t>Timing can be adjusted once leadership and presenter needs are confirmed. The one segment we recommend protecting is the 12-minute popcorn conversation (more on that shortly).</a:t>
            </a:r>
          </a:p>
          <a:p/>
          <a:p>
            <a:r>
              <a:t>If the group wants small-group breakouts instead of a live conversation, the meeting would need to extend to about 70 minutes.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segments frame the content.</a:t>
            </a:r>
          </a:p>
          <a:p/>
          <a:p>
            <a:r>
              <a:t>Welcome and opening (5 min): acknowledge the year honestly and explain the intention. This isn't only a celebration; it's a chance to appreciate what we accomplished and look creatively at the future. Introduce the three themes.</a:t>
            </a:r>
          </a:p>
          <a:p/>
          <a:p>
            <a:r>
              <a:t>Leadership updates (10 min): potential topics include organizational and business developments, client portfolio outlook, evolving practice priorities and capabilities, initiatives or changes affecting the team, and expectations heading into 2027. Recommend two or three concise updates rather than several long presentations, and have presenters coordinate topics so nothing repeats and time holds.</a:t>
            </a:r>
          </a:p>
          <a:p/>
          <a:p>
            <a:r>
              <a:t>Closing (5 min): recap the most compelling takeaways, highlight themes from the popcorn conversation and explain how ideas will be captured. Close with appreciation and perspective, not new assignments.</a:t>
            </a:r>
          </a:p>
          <a:p/>
          <a:p>
            <a:r>
              <a:t>Decision needed: who presents leadership updates, and which topics need to be covered?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Organize the impact report around themes rather than by client or reporting group. Suggested timing: 2 minutes on collective impact and key metrics, 9 minutes on three featured stories (about 3 each), and 4 minutes on additional accomplishments.</a:t>
            </a:r>
          </a:p>
          <a:p/>
          <a:p>
            <a:r>
              <a:t>United Rentals: from experimenting with AI to building the foundations of an AI-enabled delivery lifecycle. 90%+ automation coverage for Cart regression by October; 320+ automated tests for Australia and New Zealand readiness; a visual regression capability covering 257 page scenarios across 8 device profiles (about 2,000 screenshots in under 40 minutes); AI-supported acceptance-criteria validation on pull requests with human approval gates; and Churchill AI-DLC expanding to more engineering teams. Why it matters: we're helping clients transform how they deliver software, not just speed up tasks.</a:t>
            </a:r>
          </a:p>
          <a:p/>
          <a:p>
            <a:r>
              <a:t>Sherwin-Williams: turning Confidence standards into the operating model for enterprise transformation. Standardized Agile, Jira, requirements and delivery expectations adopted across six T4 product teams in August; three releases in six weeks (Design+ Dashboard, Pro+ Digital Account Opening, Color Expert Exterior Visualizer); AI-assisted requirements analysis generating executable Playwright automation inside the Definition of Done. Note: reports reference five pods, six product teams and seven workstreams at different points; reconcile before picking a headline metric.</a:t>
            </a:r>
          </a:p>
          <a:p/>
          <a:p>
            <a:r>
              <a:t>Mazda: creating clarity and confidence across an interconnected enterprise program. AEM modernization milestones; 30 Vehicle Landing Pages migrated (October); program-level AQ governance across AEM, CRM, Incentives, BAU and Analytics; the Mazda Open Intelligence Hub and self-service Sidekick Agents; evolving Agent Ops governance. Note: validate the October 20 and 27 milestones before presenting them as complete.</a:t>
            </a:r>
          </a:p>
          <a:p/>
          <a:p>
            <a:r>
              <a:t>Decision needed: are these the right three featured stories?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five impact themes come straight from the Technology Reports. Building the report around them makes it a practice story rather than a stack of team updates.</a:t>
            </a:r>
          </a:p>
          <a:p/>
          <a:p>
            <a:r>
              <a:t>Right: the additional accomplishments make sure the report represents the whole practice, not only the biggest accounts. Not every item needs presentation time; a visual summary or rotating collage can show the breadth in a couple of minutes. GDMS, Conagra and Spire also contributed platform improvements, content initiatives, technical SEO, maintenance and quality work.</a:t>
            </a:r>
          </a:p>
          <a:p/>
          <a:p>
            <a:r>
              <a:t>The working content target is three featured stories plus six to eight additional highlights.</a:t>
            </a:r>
          </a:p>
          <a:p/>
          <a:p>
            <a:r>
              <a:t>Decision needed: are there other client or practice accomplishments that deserve more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recognition and shout-outs that are traditionally part of the year-end All Hands, but connect them more directly to meaningful contributions.</a:t>
            </a:r>
          </a:p>
          <a:p/>
          <a:p>
            <a:r>
              <a:t>Recognition themes could include innovation and problem-solving, leadership through difficult delivery, cross-team collaboration, mentorship and knowledge sharing, improving our craft and ways of working, and helping clients and colleagues succeed.</a:t>
            </a:r>
          </a:p>
          <a:p/>
          <a:p>
            <a:r>
              <a:t>The examples on the right come from the Technology Reports. They are starting points identified through reporting, not finalized nominations or selections.</a:t>
            </a:r>
          </a:p>
          <a:p/>
          <a:p>
            <a:r>
              <a:t>Preparation: ask each group or pod lead to nominate individuals or teams with a short explanation of what they accomplished, why it mattered and who benefited. Avoid a competitive awards format; a series of short spotlights will feel more authentic.</a:t>
            </a:r>
          </a:p>
          <a:p/>
          <a:p>
            <a:r>
              <a:t>Decision needed: how should we collect and select nominations so representation is broad, including less visible contributors?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VML Intelligence's Future 100: 2026 as inspiration for three original predictions about the future of Confidence. The goal isn't to recap the report or claim certainty about 2027; it's to introduce possibilities that challenge how we think about our work.</a:t>
            </a:r>
          </a:p>
          <a:p/>
          <a:p>
            <a:r>
              <a:t>Future 1, AI as a team member. Inspiration: Synthetic Generation (pp. 50–52) and Democratizing creAItivity (pp. 100–101). 2026 connection: Churchill AI-DLC, AI-assisted requirements analysis, quality lifecycle agents, Agent Ops governance. Our roles may evolve toward orchestrating human and AI contributors.</a:t>
            </a:r>
          </a:p>
          <a:p/>
          <a:p>
            <a:r>
              <a:t>Future 2, trust as our deliverable. Inspiration: Truth Literacy (pp. 23–25), Omnisurveillance (pp. 53–55), Coded Empathy (pp. 271–272). 2026 connection: continuous quality engineering, AI-assisted validation, program-level AQ governance, privacy and agent approval processes. Clients may need assurance that autonomous systems are reliable, explainable and well governed.</a:t>
            </a:r>
          </a:p>
          <a:p/>
          <a:p>
            <a:r>
              <a:t>Future 3, beyond the website. Inspiration: The Reality Interface (pp. 61–63), Acommerce (pp. 196–198), Digital Intent (pp. 56–58). 2026 connection: conversational AI, natural-language search, agent-enabled experiences. Conventional web journeys may become one of several ways customers interact with brands.</a:t>
            </a:r>
          </a:p>
          <a:p/>
          <a:p>
            <a:r>
              <a:t>Alternative theme: what if we reinvented Confidence from scratch? This open question may suit the popcorn conversation especially well.</a:t>
            </a:r>
          </a:p>
          <a:p/>
          <a:p>
            <a:r>
              <a:t>Presentation approach: borrow the Future 100's editorial format (a bold prediction, a short trend explanation, one example or data point, a connection to our 2026 work, and one provocative question), with strong visuals rather than dense technical slides.</a:t>
            </a:r>
          </a:p>
          <a:p/>
          <a:p>
            <a:r>
              <a:t>Decision needed: do these three predictions represent the right mix?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informal, imaginative discussion where representatives from across Confidence react to an idea and build on each other's thoughts: closer to spontaneous brainstorming than a panel.</a:t>
            </a:r>
          </a:p>
          <a:p/>
          <a:p>
            <a:r>
              <a:t>Recommended format: four or five people representing different disciplines, pods and delivery experiences. A moderator introduces a provocative scenario and invites people to build on each other. For example, an analyst imagines requirements for an autonomous digital experience; a quality engineer builds on that by describing how it could be validated; a Scrum Master explores how the team would adapt; someone else considers new client opportunities.</a:t>
            </a:r>
          </a:p>
          <a:p/>
          <a:p>
            <a:r>
              <a:t>Facilitation guidelines: keep it exploratory, not evaluative. Encourage "yes, and." Make room for different disciplines. Don't dismiss ideas because of current constraints. No consensus, business case or recommendations required. Capture interesting possibilities without creating obligations.</a:t>
            </a:r>
          </a:p>
          <a:p/>
          <a:p>
            <a:r>
              <a:t>Alternative: two or three cross-practice small groups, each on a different scenario, sharing their most interesting idea back. Broader participation, but it needs more time and facilitation, so extend the meeting to about 70 minutes if we choose it.</a:t>
            </a:r>
          </a:p>
          <a:p/>
          <a:p>
            <a:r>
              <a:t>Strong recommendation: protect this segment from being cut as other presenters ask for time. It's what will make this All Hands feel different, gives new voices a chance to contribute, and brings Kylie's vision to life.</a:t>
            </a:r>
          </a:p>
          <a:p/>
          <a:p>
            <a:r>
              <a:t>Decisions needed: one shared scenario or several questions? Live conversation, breakouts or a combination? How much prep do participants get? Who captures the ideas?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ownership: Travis Kubicek is proposed as planning lead (to confirm), with Zack Jemas supporting on agenda development, content planning and coordination.</a:t>
            </a:r>
          </a:p>
          <a:p/>
          <a:p>
            <a:r>
              <a:t>Important: we should set up a small planning group rather than leaving all of the presentation production to Travis. Group and pod leads are the main source of impact examples, metric validation and nominations.</a:t>
            </a:r>
          </a:p>
          <a:p/>
          <a:p>
            <a:r>
              <a:t>Hosting rotation: Kylie would like to give someone new from AQ the chance to host, rather than relying on Nick Dalton again. Names mentioned so far include Dianna, Christie, Vanessa and Jessica; the final selection is open.</a:t>
            </a:r>
          </a:p>
          <a:p/>
          <a:p>
            <a:r>
              <a:t>Decisions needed: Can Travis serve as planning lead with a small working group? Who should represent AQ as host or co-host? Which team members would be good contributors to the impact and future-focused segments?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timeline left to right. The key dependency is November reporting: Kylie's preference is to hold the meeting shortly after November reporting, ideally before Thanksgiving, and before the end-of-year rush.</a:t>
            </a:r>
          </a:p>
          <a:p/>
          <a:p>
            <a:r>
              <a:t>If Nov 23–24 isn't practical, the preferred fallback is the first week of December. Attendance, leadership availability and contributor preparation will drive the final date.</a:t>
            </a:r>
          </a:p>
          <a:p/>
          <a:p>
            <a:r>
              <a:t>The first two steps are this week and next: leads review and alignment (today), then planning kickoff with the planning team, host, contributors and the content-collection approach.</a:t>
            </a:r>
          </a:p>
          <a:p/>
          <a:p>
            <a:r>
              <a:t>Decision needed: can we confirm a target date before Thanksgiving?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Preparation should lean on the existing Technology Reports and the November reporting cycle wherever possible. The intent is a light, repeatable collection process, not another full reporting exercise.</a:t>
            </a:r>
          </a:p>
          <a:p/>
          <a:p>
            <a:r>
              <a:t>The six inputs on the left are what we'll ask each group and pod lead for during the Nov 2–6 collection window.</a:t>
            </a:r>
          </a:p>
          <a:p/>
          <a:p>
            <a:r>
              <a:t>Rules for metrics: only use measures that can be reasonably validated and explained. The reports span multiple cycles and often reference the same engagements, so recurring accomplishments should be deduplicated rather than added together. Keep completed outcomes separate from planned launches, work in progress and forecasted benefits. Some engagements, including USMC, report in separate sources, so the five Technology Reports are a strong starting point rather than a complete annual inventory.</a:t>
            </a:r>
          </a:p>
          <a:p/>
          <a:p>
            <a:r>
              <a:t>Potential practice-wide measures: number of clients or accounts supported; product releases, launches or major milestones; significant automation coverage and efficiency gains; new or expanded responsibilities in client engagements; reusable frameworks and accelerators; practice development and learning activities.</a:t>
            </a:r>
          </a:p>
          <a:p/>
          <a:p>
            <a:r>
              <a:t>Decisions needed: which practice-wide metrics can we reliably obtain, and how do we validate existing report data against November reporting?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risks most likely to affect how the meeting lands. Two are worth emphasizing.</a:t>
            </a:r>
          </a:p>
          <a:p/>
          <a:p>
            <a:r>
              <a:t>Tone: an overly celebratory meeting could feel disconnected from the year people actually had. Ground recognition in real accomplishments and acknowledge the challenges openly.</a:t>
            </a:r>
          </a:p>
          <a:p/>
          <a:p>
            <a:r>
              <a:t>Time: as presenters ask for more time, the future conversation is usually the first thing cut. Protect it.</a:t>
            </a:r>
          </a:p>
          <a:p/>
          <a:p>
            <a:r>
              <a:t>Other considerations: if small-group breakouts are chosen, logistics could consume the 60 minutes, so use a live conversation for 60 or extend to about 70 minutes. Reporting gaps could distort the story, so verify scope and get supplemental input where major teams or accounts are missing.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objective of this meeting is alignment on the concept, not a detailed content review.</a:t>
            </a:r>
          </a:p>
          <a:p/>
          <a:p>
            <a:r>
              <a:t>The six decisions that let planning start:</a:t>
            </a:r>
          </a:p>
          <a:p>
            <a:r>
              <a:t>1. Approve the overall Impact, People and Future structure.</a:t>
            </a:r>
          </a:p>
          <a:p>
            <a:r>
              <a:t>2. Confirm the target date and meeting duration.</a:t>
            </a:r>
          </a:p>
          <a:p>
            <a:r>
              <a:t>3. Confirm the planning lead and the small supporting team.</a:t>
            </a:r>
          </a:p>
          <a:p>
            <a:r>
              <a:t>4. Identify an AQ host and initial contributors.</a:t>
            </a:r>
          </a:p>
          <a:p>
            <a:r>
              <a:t>5. Agree on how we collect impact data and recognition nominations.</a:t>
            </a:r>
          </a:p>
          <a:p>
            <a:r>
              <a:t>6. Authorize a small cross-practice group to refine the future themes and conversation format.</a:t>
            </a:r>
          </a:p>
          <a:p/>
          <a:p>
            <a:r>
              <a:t>Once aligned, the planning team can begin consolidating impact stories, confirming metrics, collecting nominations and developing the Future Lab content, starting with kickoff the week of Oct 26.</a:t>
            </a:r>
          </a:p>
          <a:p/>
          <a:p>
            <a:r>
              <a:t>The full list of open questions is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intent behind the whole plan.</a:t>
            </a:r>
          </a:p>
          <a:p/>
          <a:p>
            <a:r>
              <a:t>This is a chance to do something more meaningful than a conventional year-end celebration or a review of project accomplishments: to show how much Confidence contributes across our clients, acknowledge the people who make that work possible, and start a broader conversation about the future of our practice.</a:t>
            </a:r>
          </a:p>
          <a:p/>
          <a:p>
            <a:r>
              <a:t>The 2026 Technology Reports give us credible evidence that we're already evolving. AI-assisted delivery, more mature quality engineering, standardized ways of working and expanded client partnerships aren't abstract ambitions; they're coming out of work our teams are doing today. The Future 100 gives us a way to look beyond that and imagine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material for the planning team. Not intended to be presented.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for the planning team: what the meeting should accomplish, the working content target, and how we'll know it worked.</a:t>
            </a:r>
          </a:p>
          <a:p/>
          <a:p>
            <a:r>
              <a:t>The meeting is not intended to set a formal 2027 strategy or create new delivery commitments.</a:t>
            </a:r>
          </a:p>
          <a:p/>
          <a:p>
            <a:r>
              <a:t>The objective is not to maximize the number of metrics, slides, recognitions or ideas. The strength of the meeting will come from the clarity, authenticity and relevance of the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set of open questions from the planning proposal, grouped by topic. Today's meeting should focus on the direction and ownership questions; the rest can be worked by the planning team and the Future Lab working group.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final presentation materials should be validated with the respective contributors and leads before publication.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0 (Light)">
    <p:bg>
      <p:bgPr>
        <a:solidFill>
          <a:schemeClr val="bg1"/>
        </a:solidFill>
        <a:effectLst/>
      </p:bgPr>
    </p:bg>
    <p:spTree>
      <p:nvGrpSpPr>
        <p:cNvPr id="1" name=""/>
        <p:cNvGrpSpPr/>
        <p:nvPr/>
      </p:nvGrpSpPr>
      <p:grpSpPr>
        <a:xfrm>
          <a:off x="0" y="0"/>
          <a:ext cx="0" cy="0"/>
          <a:chOff x="0" y="0"/>
          <a:chExt cx="0" cy="0"/>
        </a:xfrm>
      </p:grpSpPr>
      <p:sp>
        <p:nvSpPr>
          <p:cNvPr id="2" name="Shape">
            <a:extLst>
              <a:ext uri="{FF2B5EF4-FFF2-40B4-BE49-F238E27FC236}">
                <a16:creationId xmlns:a16="http://schemas.microsoft.com/office/drawing/2014/main" id="{B11FD746-8152-B7B9-617B-DC642523D2EB}"/>
              </a:ext>
            </a:extLst>
          </p:cNvPr>
          <p:cNvSpPr/>
          <p:nvPr/>
        </p:nvSpPr>
        <p:spPr>
          <a:xfrm>
            <a:off x="11739592"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solidFill>
                <a:srgbClr val="FF0000"/>
              </a:solidFill>
            </a:endParaRPr>
          </a:p>
        </p:txBody>
      </p:sp>
      <p:cxnSp>
        <p:nvCxnSpPr>
          <p:cNvPr id="22" name="Straight Connector 21">
            <a:extLst>
              <a:ext uri="{FF2B5EF4-FFF2-40B4-BE49-F238E27FC236}">
                <a16:creationId xmlns:a16="http://schemas.microsoft.com/office/drawing/2014/main" id="{5F89B949-B3AE-E06F-5CC9-27B98B0A1951}"/>
              </a:ext>
            </a:extLst>
          </p:cNvPr>
          <p:cNvCxnSpPr>
            <a:cxnSpLocks/>
          </p:cNvCxnSpPr>
          <p:nvPr/>
        </p:nvCxnSpPr>
        <p:spPr>
          <a:xfrm>
            <a:off x="262616" y="505123"/>
            <a:ext cx="1166676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Shape">
            <a:extLst>
              <a:ext uri="{FF2B5EF4-FFF2-40B4-BE49-F238E27FC236}">
                <a16:creationId xmlns:a16="http://schemas.microsoft.com/office/drawing/2014/main" id="{60885F45-ECA4-8396-06F2-29B4E47629B9}"/>
              </a:ext>
            </a:extLst>
          </p:cNvPr>
          <p:cNvSpPr/>
          <p:nvPr userDrawn="1"/>
        </p:nvSpPr>
        <p:spPr>
          <a:xfrm>
            <a:off x="264285" y="195210"/>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4" name="Title 15">
            <a:extLst>
              <a:ext uri="{FF2B5EF4-FFF2-40B4-BE49-F238E27FC236}">
                <a16:creationId xmlns:a16="http://schemas.microsoft.com/office/drawing/2014/main" id="{FF714A49-274C-16ED-2B78-AE96703F48BD}"/>
              </a:ext>
            </a:extLst>
          </p:cNvPr>
          <p:cNvSpPr>
            <a:spLocks noGrp="1"/>
          </p:cNvSpPr>
          <p:nvPr>
            <p:ph type="title" hasCustomPrompt="1"/>
          </p:nvPr>
        </p:nvSpPr>
        <p:spPr>
          <a:xfrm>
            <a:off x="262766" y="754061"/>
            <a:ext cx="8676939" cy="3770263"/>
          </a:xfrm>
        </p:spPr>
        <p:txBody>
          <a:bodyPr>
            <a:noAutofit/>
          </a:bodyPr>
          <a:lstStyle>
            <a:lvl1pPr>
              <a:defRPr sz="9998" spc="-150"/>
            </a:lvl1pPr>
          </a:lstStyle>
          <a:p>
            <a:pPr lvl="0"/>
            <a:r>
              <a:rPr lang="en-US"/>
              <a:t>Title Of Your Presentation Goes Here</a:t>
            </a:r>
          </a:p>
        </p:txBody>
      </p:sp>
      <p:sp>
        <p:nvSpPr>
          <p:cNvPr id="5" name="Text Placeholder 17">
            <a:extLst>
              <a:ext uri="{FF2B5EF4-FFF2-40B4-BE49-F238E27FC236}">
                <a16:creationId xmlns:a16="http://schemas.microsoft.com/office/drawing/2014/main" id="{98C47073-7431-F68B-C580-185E4B1D51E3}"/>
              </a:ext>
            </a:extLst>
          </p:cNvPr>
          <p:cNvSpPr>
            <a:spLocks noGrp="1"/>
          </p:cNvSpPr>
          <p:nvPr>
            <p:ph type="body" sz="quarter" idx="13" hasCustomPrompt="1"/>
          </p:nvPr>
        </p:nvSpPr>
        <p:spPr>
          <a:xfrm>
            <a:off x="244862" y="6450940"/>
            <a:ext cx="2009094" cy="330860"/>
          </a:xfrm>
        </p:spPr>
        <p:txBody>
          <a:bodyPr/>
          <a:lstStyle>
            <a:lvl1pPr marL="347663" indent="-347663">
              <a:tabLst/>
              <a:defRPr>
                <a:solidFill>
                  <a:schemeClr val="tx1"/>
                </a:solidFill>
                <a:latin typeface="+mn-lt"/>
              </a:defRPr>
            </a:lvl1pPr>
          </a:lstStyle>
          <a:p>
            <a:pPr lvl="0"/>
            <a:r>
              <a:rPr lang="en-US"/>
              <a:t>Date</a:t>
            </a:r>
          </a:p>
        </p:txBody>
      </p:sp>
      <p:sp>
        <p:nvSpPr>
          <p:cNvPr id="6" name="Text Placeholder 17">
            <a:extLst>
              <a:ext uri="{FF2B5EF4-FFF2-40B4-BE49-F238E27FC236}">
                <a16:creationId xmlns:a16="http://schemas.microsoft.com/office/drawing/2014/main" id="{3C55B946-128F-C5CB-7ED2-A62949594E10}"/>
              </a:ext>
            </a:extLst>
          </p:cNvPr>
          <p:cNvSpPr>
            <a:spLocks noGrp="1"/>
          </p:cNvSpPr>
          <p:nvPr>
            <p:ph type="body" sz="quarter" idx="14" hasCustomPrompt="1"/>
          </p:nvPr>
        </p:nvSpPr>
        <p:spPr>
          <a:xfrm>
            <a:off x="2405641" y="6450940"/>
            <a:ext cx="2009094" cy="330860"/>
          </a:xfrm>
        </p:spPr>
        <p:txBody>
          <a:bodyPr/>
          <a:lstStyle>
            <a:lvl1pPr marL="347663" indent="-347663">
              <a:tabLst/>
              <a:defRPr>
                <a:solidFill>
                  <a:schemeClr val="tx1"/>
                </a:solidFill>
                <a:latin typeface="+mn-lt"/>
              </a:defRPr>
            </a:lvl1pPr>
          </a:lstStyle>
          <a:p>
            <a:pPr lvl="0"/>
            <a:r>
              <a:rPr lang="en-US"/>
              <a:t>Version</a:t>
            </a:r>
          </a:p>
        </p:txBody>
      </p:sp>
      <p:sp>
        <p:nvSpPr>
          <p:cNvPr id="7" name="Text Placeholder 17">
            <a:extLst>
              <a:ext uri="{FF2B5EF4-FFF2-40B4-BE49-F238E27FC236}">
                <a16:creationId xmlns:a16="http://schemas.microsoft.com/office/drawing/2014/main" id="{DD2E3CB7-D896-D1F9-06DD-0FB8BA6E4EDA}"/>
              </a:ext>
            </a:extLst>
          </p:cNvPr>
          <p:cNvSpPr>
            <a:spLocks noGrp="1"/>
          </p:cNvSpPr>
          <p:nvPr>
            <p:ph type="body" sz="quarter" idx="15" hasCustomPrompt="1"/>
          </p:nvPr>
        </p:nvSpPr>
        <p:spPr>
          <a:xfrm>
            <a:off x="4566421" y="6450940"/>
            <a:ext cx="4377554" cy="330860"/>
          </a:xfrm>
        </p:spPr>
        <p:txBody>
          <a:bodyPr/>
          <a:lstStyle>
            <a:lvl1pPr marL="347663" indent="-347663">
              <a:tabLst/>
              <a:defRPr>
                <a:solidFill>
                  <a:schemeClr val="tx1"/>
                </a:solidFill>
                <a:latin typeface="+mn-lt"/>
              </a:defRPr>
            </a:lvl1pPr>
          </a:lstStyle>
          <a:p>
            <a:pPr lvl="0"/>
            <a:r>
              <a:rPr lang="en-US"/>
              <a:t>Client</a:t>
            </a:r>
          </a:p>
        </p:txBody>
      </p:sp>
      <p:cxnSp>
        <p:nvCxnSpPr>
          <p:cNvPr id="10" name="Straight Connector 9">
            <a:extLst>
              <a:ext uri="{FF2B5EF4-FFF2-40B4-BE49-F238E27FC236}">
                <a16:creationId xmlns:a16="http://schemas.microsoft.com/office/drawing/2014/main" id="{9755A0A5-B9C6-279A-260A-0D6CFAA3D1B1}"/>
              </a:ext>
            </a:extLst>
          </p:cNvPr>
          <p:cNvCxnSpPr>
            <a:cxnSpLocks/>
          </p:cNvCxnSpPr>
          <p:nvPr userDrawn="1"/>
        </p:nvCxnSpPr>
        <p:spPr>
          <a:xfrm>
            <a:off x="266908" y="6351586"/>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8073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1.1 Image (Light)">
    <p:bg>
      <p:bgPr>
        <a:solidFill>
          <a:schemeClr val="bg1"/>
        </a:solidFill>
        <a:effectLst/>
      </p:bgPr>
    </p:bg>
    <p:spTree>
      <p:nvGrpSpPr>
        <p:cNvPr id="1" name=""/>
        <p:cNvGrpSpPr/>
        <p:nvPr/>
      </p:nvGrpSpPr>
      <p:grpSpPr>
        <a:xfrm>
          <a:off x="0" y="0"/>
          <a:ext cx="0" cy="0"/>
          <a:chOff x="0" y="0"/>
          <a:chExt cx="0" cy="0"/>
        </a:xfrm>
      </p:grpSpPr>
      <p:pic>
        <p:nvPicPr>
          <p:cNvPr id="3" name="Picture 2" descr="A grey grid with a shadow&#10;&#10;AI-generated content may be incorrect.">
            <a:extLst>
              <a:ext uri="{FF2B5EF4-FFF2-40B4-BE49-F238E27FC236}">
                <a16:creationId xmlns:a16="http://schemas.microsoft.com/office/drawing/2014/main" id="{27E7B532-B873-5532-8BBA-A7B0B68B75E0}"/>
              </a:ext>
            </a:extLst>
          </p:cNvPr>
          <p:cNvPicPr>
            <a:picLocks noChangeAspect="1"/>
          </p:cNvPicPr>
          <p:nvPr/>
        </p:nvPicPr>
        <p:blipFill>
          <a:blip r:embed="rId2" cstate="screen">
            <a:alphaModFix amt="8000"/>
            <a:extLst>
              <a:ext uri="{28A0092B-C50C-407E-A947-70E740481C1C}">
                <a14:useLocalDpi xmlns:a14="http://schemas.microsoft.com/office/drawing/2010/main"/>
              </a:ext>
            </a:extLst>
          </a:blip>
          <a:srcRect/>
          <a:stretch>
            <a:fillRect/>
          </a:stretch>
        </p:blipFill>
        <p:spPr>
          <a:xfrm>
            <a:off x="0" y="-1589"/>
            <a:ext cx="12192000" cy="6858000"/>
          </a:xfrm>
          <a:prstGeom prst="rect">
            <a:avLst/>
          </a:prstGeom>
        </p:spPr>
      </p:pic>
      <p:pic>
        <p:nvPicPr>
          <p:cNvPr id="4" name="Picture 3" descr="A grey grid with a shadow&#10;&#10;AI-generated content may be incorrect.">
            <a:extLst>
              <a:ext uri="{FF2B5EF4-FFF2-40B4-BE49-F238E27FC236}">
                <a16:creationId xmlns:a16="http://schemas.microsoft.com/office/drawing/2014/main" id="{9C201CD2-4224-6729-8178-703FB6CBDCD6}"/>
              </a:ext>
            </a:extLst>
          </p:cNvPr>
          <p:cNvPicPr>
            <a:picLocks noChangeAspect="1"/>
          </p:cNvPicPr>
          <p:nvPr userDrawn="1"/>
        </p:nvPicPr>
        <p:blipFill>
          <a:blip r:embed="rId2" cstate="screen">
            <a:alphaModFix amt="8000"/>
            <a:extLst>
              <a:ext uri="{28A0092B-C50C-407E-A947-70E740481C1C}">
                <a14:useLocalDpi xmlns:a14="http://schemas.microsoft.com/office/drawing/2010/main"/>
              </a:ext>
            </a:extLst>
          </a:blip>
          <a:srcRect/>
          <a:stretch>
            <a:fillRect/>
          </a:stretch>
        </p:blipFill>
        <p:spPr>
          <a:xfrm>
            <a:off x="0" y="-1589"/>
            <a:ext cx="12192000" cy="6858000"/>
          </a:xfrm>
          <a:prstGeom prst="rect">
            <a:avLst/>
          </a:prstGeom>
        </p:spPr>
      </p:pic>
      <p:cxnSp>
        <p:nvCxnSpPr>
          <p:cNvPr id="21" name="Straight Connector 20">
            <a:extLst>
              <a:ext uri="{FF2B5EF4-FFF2-40B4-BE49-F238E27FC236}">
                <a16:creationId xmlns:a16="http://schemas.microsoft.com/office/drawing/2014/main" id="{43C807C8-7AED-3B43-BE67-3E37543ED050}"/>
              </a:ext>
            </a:extLst>
          </p:cNvPr>
          <p:cNvCxnSpPr>
            <a:cxnSpLocks/>
          </p:cNvCxnSpPr>
          <p:nvPr/>
        </p:nvCxnSpPr>
        <p:spPr>
          <a:xfrm>
            <a:off x="262616" y="4379392"/>
            <a:ext cx="11658184" cy="0"/>
          </a:xfrm>
          <a:prstGeom prst="line">
            <a:avLst/>
          </a:prstGeom>
          <a:ln w="6350">
            <a:solidFill>
              <a:srgbClr val="191919"/>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23715B9-DD03-31E2-C00B-6393211ABDD5}"/>
              </a:ext>
            </a:extLst>
          </p:cNvPr>
          <p:cNvCxnSpPr>
            <a:cxnSpLocks/>
          </p:cNvCxnSpPr>
          <p:nvPr/>
        </p:nvCxnSpPr>
        <p:spPr>
          <a:xfrm>
            <a:off x="262616" y="4379392"/>
            <a:ext cx="11658184"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Shape">
            <a:extLst>
              <a:ext uri="{FF2B5EF4-FFF2-40B4-BE49-F238E27FC236}">
                <a16:creationId xmlns:a16="http://schemas.microsoft.com/office/drawing/2014/main" id="{99CE9DAE-01FC-3EDB-1628-76B6D77DC158}"/>
              </a:ext>
            </a:extLst>
          </p:cNvPr>
          <p:cNvSpPr/>
          <p:nvPr/>
        </p:nvSpPr>
        <p:spPr>
          <a:xfrm>
            <a:off x="11739592"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solidFill>
                <a:srgbClr val="FF0000"/>
              </a:solidFill>
            </a:endParaRPr>
          </a:p>
        </p:txBody>
      </p:sp>
      <p:cxnSp>
        <p:nvCxnSpPr>
          <p:cNvPr id="13" name="Straight Connector 12">
            <a:extLst>
              <a:ext uri="{FF2B5EF4-FFF2-40B4-BE49-F238E27FC236}">
                <a16:creationId xmlns:a16="http://schemas.microsoft.com/office/drawing/2014/main" id="{BFE9C216-96AE-17D9-6C60-B11F3A6629E6}"/>
              </a:ext>
            </a:extLst>
          </p:cNvPr>
          <p:cNvCxnSpPr>
            <a:cxnSpLocks/>
          </p:cNvCxnSpPr>
          <p:nvPr/>
        </p:nvCxnSpPr>
        <p:spPr>
          <a:xfrm>
            <a:off x="262616" y="505123"/>
            <a:ext cx="1166676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Shape">
            <a:extLst>
              <a:ext uri="{FF2B5EF4-FFF2-40B4-BE49-F238E27FC236}">
                <a16:creationId xmlns:a16="http://schemas.microsoft.com/office/drawing/2014/main" id="{5EE38D7B-304F-23B5-96A3-3A00BEB28B82}"/>
              </a:ext>
            </a:extLst>
          </p:cNvPr>
          <p:cNvSpPr/>
          <p:nvPr/>
        </p:nvSpPr>
        <p:spPr>
          <a:xfrm>
            <a:off x="264285" y="195210"/>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7" name="Shape">
            <a:extLst>
              <a:ext uri="{FF2B5EF4-FFF2-40B4-BE49-F238E27FC236}">
                <a16:creationId xmlns:a16="http://schemas.microsoft.com/office/drawing/2014/main" id="{16802667-2AF4-176B-217A-67D3A72F2C1E}"/>
              </a:ext>
            </a:extLst>
          </p:cNvPr>
          <p:cNvSpPr/>
          <p:nvPr userDrawn="1"/>
        </p:nvSpPr>
        <p:spPr>
          <a:xfrm>
            <a:off x="11739592"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solidFill>
                <a:srgbClr val="FF0000"/>
              </a:solidFill>
            </a:endParaRPr>
          </a:p>
        </p:txBody>
      </p:sp>
      <p:cxnSp>
        <p:nvCxnSpPr>
          <p:cNvPr id="15" name="Straight Connector 14">
            <a:extLst>
              <a:ext uri="{FF2B5EF4-FFF2-40B4-BE49-F238E27FC236}">
                <a16:creationId xmlns:a16="http://schemas.microsoft.com/office/drawing/2014/main" id="{B62006C3-A00F-C55B-50F5-95AB8204AED7}"/>
              </a:ext>
            </a:extLst>
          </p:cNvPr>
          <p:cNvCxnSpPr>
            <a:cxnSpLocks/>
          </p:cNvCxnSpPr>
          <p:nvPr userDrawn="1"/>
        </p:nvCxnSpPr>
        <p:spPr>
          <a:xfrm>
            <a:off x="262616" y="505123"/>
            <a:ext cx="1166676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Shape">
            <a:extLst>
              <a:ext uri="{FF2B5EF4-FFF2-40B4-BE49-F238E27FC236}">
                <a16:creationId xmlns:a16="http://schemas.microsoft.com/office/drawing/2014/main" id="{272A7CA0-7A6D-DE0E-A4A9-48195C0ABA33}"/>
              </a:ext>
            </a:extLst>
          </p:cNvPr>
          <p:cNvSpPr/>
          <p:nvPr userDrawn="1"/>
        </p:nvSpPr>
        <p:spPr>
          <a:xfrm>
            <a:off x="264285" y="195210"/>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9" name="Title 15">
            <a:extLst>
              <a:ext uri="{FF2B5EF4-FFF2-40B4-BE49-F238E27FC236}">
                <a16:creationId xmlns:a16="http://schemas.microsoft.com/office/drawing/2014/main" id="{4DD458F6-4298-6E7F-B769-55CDF5B88C57}"/>
              </a:ext>
            </a:extLst>
          </p:cNvPr>
          <p:cNvSpPr>
            <a:spLocks noGrp="1"/>
          </p:cNvSpPr>
          <p:nvPr>
            <p:ph type="title" hasCustomPrompt="1"/>
          </p:nvPr>
        </p:nvSpPr>
        <p:spPr>
          <a:xfrm>
            <a:off x="262766" y="754061"/>
            <a:ext cx="8676939" cy="3770263"/>
          </a:xfrm>
        </p:spPr>
        <p:txBody>
          <a:bodyPr>
            <a:noAutofit/>
          </a:bodyPr>
          <a:lstStyle>
            <a:lvl1pPr>
              <a:defRPr sz="9998" spc="-150"/>
            </a:lvl1pPr>
          </a:lstStyle>
          <a:p>
            <a:pPr lvl="0"/>
            <a:r>
              <a:rPr lang="en-US"/>
              <a:t>Title Of Your Presentation Goes Here</a:t>
            </a:r>
          </a:p>
        </p:txBody>
      </p:sp>
      <p:sp>
        <p:nvSpPr>
          <p:cNvPr id="17" name="Text Placeholder 17">
            <a:extLst>
              <a:ext uri="{FF2B5EF4-FFF2-40B4-BE49-F238E27FC236}">
                <a16:creationId xmlns:a16="http://schemas.microsoft.com/office/drawing/2014/main" id="{2638952E-663F-1CBC-428B-C05760BF7D99}"/>
              </a:ext>
            </a:extLst>
          </p:cNvPr>
          <p:cNvSpPr>
            <a:spLocks noGrp="1"/>
          </p:cNvSpPr>
          <p:nvPr>
            <p:ph type="body" sz="quarter" idx="13" hasCustomPrompt="1"/>
          </p:nvPr>
        </p:nvSpPr>
        <p:spPr>
          <a:xfrm>
            <a:off x="244862" y="6450940"/>
            <a:ext cx="2009094" cy="330860"/>
          </a:xfrm>
        </p:spPr>
        <p:txBody>
          <a:bodyPr/>
          <a:lstStyle>
            <a:lvl1pPr marL="347663" indent="-347663">
              <a:tabLst/>
              <a:defRPr>
                <a:solidFill>
                  <a:schemeClr val="tx1"/>
                </a:solidFill>
                <a:latin typeface="+mn-lt"/>
              </a:defRPr>
            </a:lvl1pPr>
          </a:lstStyle>
          <a:p>
            <a:pPr lvl="0"/>
            <a:r>
              <a:rPr lang="en-US"/>
              <a:t>Date</a:t>
            </a:r>
          </a:p>
        </p:txBody>
      </p:sp>
      <p:sp>
        <p:nvSpPr>
          <p:cNvPr id="18" name="Text Placeholder 17">
            <a:extLst>
              <a:ext uri="{FF2B5EF4-FFF2-40B4-BE49-F238E27FC236}">
                <a16:creationId xmlns:a16="http://schemas.microsoft.com/office/drawing/2014/main" id="{AA17E6B5-CA24-ABB8-F31D-73A4AFF5B2D3}"/>
              </a:ext>
            </a:extLst>
          </p:cNvPr>
          <p:cNvSpPr>
            <a:spLocks noGrp="1"/>
          </p:cNvSpPr>
          <p:nvPr>
            <p:ph type="body" sz="quarter" idx="14" hasCustomPrompt="1"/>
          </p:nvPr>
        </p:nvSpPr>
        <p:spPr>
          <a:xfrm>
            <a:off x="2405641" y="6450940"/>
            <a:ext cx="2009094" cy="330860"/>
          </a:xfrm>
        </p:spPr>
        <p:txBody>
          <a:bodyPr/>
          <a:lstStyle>
            <a:lvl1pPr marL="347663" indent="-347663">
              <a:tabLst/>
              <a:defRPr>
                <a:solidFill>
                  <a:schemeClr val="tx1"/>
                </a:solidFill>
                <a:latin typeface="+mn-lt"/>
              </a:defRPr>
            </a:lvl1pPr>
          </a:lstStyle>
          <a:p>
            <a:pPr lvl="0"/>
            <a:r>
              <a:rPr lang="en-US"/>
              <a:t>Version</a:t>
            </a:r>
          </a:p>
        </p:txBody>
      </p:sp>
      <p:sp>
        <p:nvSpPr>
          <p:cNvPr id="19" name="Text Placeholder 17">
            <a:extLst>
              <a:ext uri="{FF2B5EF4-FFF2-40B4-BE49-F238E27FC236}">
                <a16:creationId xmlns:a16="http://schemas.microsoft.com/office/drawing/2014/main" id="{A85C53F9-0C5D-DB4B-608D-73459277EA37}"/>
              </a:ext>
            </a:extLst>
          </p:cNvPr>
          <p:cNvSpPr>
            <a:spLocks noGrp="1"/>
          </p:cNvSpPr>
          <p:nvPr>
            <p:ph type="body" sz="quarter" idx="15" hasCustomPrompt="1"/>
          </p:nvPr>
        </p:nvSpPr>
        <p:spPr>
          <a:xfrm>
            <a:off x="4566421" y="6450940"/>
            <a:ext cx="4377554" cy="330860"/>
          </a:xfrm>
        </p:spPr>
        <p:txBody>
          <a:bodyPr/>
          <a:lstStyle>
            <a:lvl1pPr marL="347663" indent="-347663">
              <a:tabLst/>
              <a:defRPr>
                <a:solidFill>
                  <a:schemeClr val="tx1"/>
                </a:solidFill>
                <a:latin typeface="+mn-lt"/>
              </a:defRPr>
            </a:lvl1pPr>
          </a:lstStyle>
          <a:p>
            <a:pPr lvl="0"/>
            <a:r>
              <a:rPr lang="en-US"/>
              <a:t>Client</a:t>
            </a:r>
          </a:p>
        </p:txBody>
      </p:sp>
      <p:cxnSp>
        <p:nvCxnSpPr>
          <p:cNvPr id="2" name="Straight Connector 1">
            <a:extLst>
              <a:ext uri="{FF2B5EF4-FFF2-40B4-BE49-F238E27FC236}">
                <a16:creationId xmlns:a16="http://schemas.microsoft.com/office/drawing/2014/main" id="{C1DA5E63-CD37-1B35-389D-915F885CD217}"/>
              </a:ext>
            </a:extLst>
          </p:cNvPr>
          <p:cNvCxnSpPr>
            <a:cxnSpLocks/>
          </p:cNvCxnSpPr>
          <p:nvPr userDrawn="1"/>
        </p:nvCxnSpPr>
        <p:spPr>
          <a:xfrm>
            <a:off x="266908" y="6351586"/>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7761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rgbClr val="191919"/>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8CDEEEEC-CE4D-8588-0D73-6A2097D9E2A8}"/>
              </a:ext>
            </a:extLst>
          </p:cNvPr>
          <p:cNvSpPr>
            <a:spLocks noGrp="1"/>
          </p:cNvSpPr>
          <p:nvPr>
            <p:ph type="sldNum" sz="quarter" idx="38"/>
          </p:nvPr>
        </p:nvSpPr>
        <p:spPr>
          <a:xfrm>
            <a:off x="11471675" y="281148"/>
            <a:ext cx="457708" cy="138500"/>
          </a:xfrm>
        </p:spPr>
        <p:txBody>
          <a:bodyPr/>
          <a:lstStyle/>
          <a:p>
            <a:fld id="{48F63A3B-78C7-47BE-AE5E-E10140E04643}" type="slidenum">
              <a:rPr lang="en-US" smtClean="0"/>
              <a:pPr/>
              <a:t>‹#›</a:t>
            </a:fld>
            <a:endParaRPr lang="en-US"/>
          </a:p>
        </p:txBody>
      </p:sp>
      <p:sp>
        <p:nvSpPr>
          <p:cNvPr id="8" name="Title 6">
            <a:extLst>
              <a:ext uri="{FF2B5EF4-FFF2-40B4-BE49-F238E27FC236}">
                <a16:creationId xmlns:a16="http://schemas.microsoft.com/office/drawing/2014/main" id="{D3B61E3D-FB8B-02C2-D9D4-12C1D4F30CBE}"/>
              </a:ext>
            </a:extLst>
          </p:cNvPr>
          <p:cNvSpPr>
            <a:spLocks noGrp="1"/>
          </p:cNvSpPr>
          <p:nvPr>
            <p:ph type="title" hasCustomPrompt="1"/>
          </p:nvPr>
        </p:nvSpPr>
        <p:spPr>
          <a:xfrm>
            <a:off x="357868" y="2265811"/>
            <a:ext cx="6713600" cy="837152"/>
          </a:xfrm>
        </p:spPr>
        <p:txBody>
          <a:bodyPr/>
          <a:lstStyle>
            <a:lvl1pPr>
              <a:defRPr sz="6400" spc="-150"/>
            </a:lvl1pPr>
          </a:lstStyle>
          <a:p>
            <a:pPr lvl="0"/>
            <a:r>
              <a:rPr lang="en-US"/>
              <a:t>Agenda</a:t>
            </a:r>
          </a:p>
        </p:txBody>
      </p:sp>
      <p:sp>
        <p:nvSpPr>
          <p:cNvPr id="9" name="Text Placeholder 14">
            <a:extLst>
              <a:ext uri="{FF2B5EF4-FFF2-40B4-BE49-F238E27FC236}">
                <a16:creationId xmlns:a16="http://schemas.microsoft.com/office/drawing/2014/main" id="{6926D875-F78A-AFB1-E81F-DC7FE19180DC}"/>
              </a:ext>
            </a:extLst>
          </p:cNvPr>
          <p:cNvSpPr>
            <a:spLocks noGrp="1"/>
          </p:cNvSpPr>
          <p:nvPr>
            <p:ph type="body" sz="quarter" idx="29" hasCustomPrompt="1"/>
          </p:nvPr>
        </p:nvSpPr>
        <p:spPr>
          <a:xfrm>
            <a:off x="3248025" y="3437475"/>
            <a:ext cx="7950200" cy="2915391"/>
          </a:xfrm>
        </p:spPr>
        <p:txBody>
          <a:bodyPr numCol="2" spcCol="457200">
            <a:noAutofit/>
          </a:bodyPr>
          <a:lstStyle>
            <a:lvl1pPr marL="342900" marR="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sz="2800" b="0">
                <a:solidFill>
                  <a:schemeClr val="tx1"/>
                </a:solidFill>
                <a:latin typeface="+mn-lt"/>
              </a:defRPr>
            </a:lvl1pPr>
          </a:lstStyle>
          <a:p>
            <a:pPr lvl="0"/>
            <a:r>
              <a:rPr lang="en-US"/>
              <a:t>01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02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03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04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endParaRPr lang="en-US"/>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05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06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07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08 Section Title</a:t>
            </a:r>
          </a:p>
        </p:txBody>
      </p:sp>
    </p:spTree>
    <p:extLst>
      <p:ext uri="{BB962C8B-B14F-4D97-AF65-F5344CB8AC3E}">
        <p14:creationId xmlns:p14="http://schemas.microsoft.com/office/powerpoint/2010/main" val="2524703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rgbClr val="191919"/>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4" name="Picture Placeholder 12">
            <a:extLst>
              <a:ext uri="{FF2B5EF4-FFF2-40B4-BE49-F238E27FC236}">
                <a16:creationId xmlns:a16="http://schemas.microsoft.com/office/drawing/2014/main" id="{7928A76C-FE78-0D39-37DA-CC6F9E29CA2F}"/>
              </a:ext>
            </a:extLst>
          </p:cNvPr>
          <p:cNvSpPr>
            <a:spLocks noGrp="1"/>
          </p:cNvSpPr>
          <p:nvPr>
            <p:ph type="pic" sz="quarter" idx="13"/>
          </p:nvPr>
        </p:nvSpPr>
        <p:spPr>
          <a:xfrm>
            <a:off x="3974583" y="2982504"/>
            <a:ext cx="1251093" cy="1251638"/>
          </a:xfrm>
          <a:prstGeom prst="rect">
            <a:avLst/>
          </a:prstGeom>
          <a:solidFill>
            <a:srgbClr val="C2C4B8"/>
          </a:solidFill>
        </p:spPr>
        <p:txBody>
          <a:bodyPr anchor="t">
            <a:noAutofit/>
          </a:bodyPr>
          <a:lstStyle>
            <a:lvl1pPr algn="ctr">
              <a:buNone/>
              <a:defRPr sz="900">
                <a:solidFill>
                  <a:schemeClr val="bg1"/>
                </a:solidFill>
              </a:defRPr>
            </a:lvl1pPr>
          </a:lstStyle>
          <a:p>
            <a:r>
              <a:rPr lang="en-US"/>
              <a:t>Click icon to add picture</a:t>
            </a:r>
          </a:p>
        </p:txBody>
      </p:sp>
      <p:sp>
        <p:nvSpPr>
          <p:cNvPr id="15" name="Picture Placeholder 12">
            <a:extLst>
              <a:ext uri="{FF2B5EF4-FFF2-40B4-BE49-F238E27FC236}">
                <a16:creationId xmlns:a16="http://schemas.microsoft.com/office/drawing/2014/main" id="{5653B573-27D3-B79A-1B5B-CA8C98A3F98A}"/>
              </a:ext>
            </a:extLst>
          </p:cNvPr>
          <p:cNvSpPr>
            <a:spLocks noGrp="1"/>
          </p:cNvSpPr>
          <p:nvPr>
            <p:ph type="pic" sz="quarter" idx="14"/>
          </p:nvPr>
        </p:nvSpPr>
        <p:spPr>
          <a:xfrm>
            <a:off x="5971885" y="2982504"/>
            <a:ext cx="1251093" cy="1251639"/>
          </a:xfrm>
          <a:prstGeom prst="rect">
            <a:avLst/>
          </a:prstGeom>
          <a:solidFill>
            <a:srgbClr val="C2C4B8"/>
          </a:solidFill>
        </p:spPr>
        <p:txBody>
          <a:bodyPr anchor="t">
            <a:noAutofit/>
          </a:bodyPr>
          <a:lstStyle>
            <a:lvl1pPr algn="ctr">
              <a:buNone/>
              <a:defRPr sz="900">
                <a:solidFill>
                  <a:schemeClr val="bg1"/>
                </a:solidFill>
              </a:defRPr>
            </a:lvl1pPr>
          </a:lstStyle>
          <a:p>
            <a:r>
              <a:rPr lang="en-US"/>
              <a:t>Click icon to add picture</a:t>
            </a:r>
          </a:p>
        </p:txBody>
      </p:sp>
      <p:sp>
        <p:nvSpPr>
          <p:cNvPr id="16" name="Picture Placeholder 12">
            <a:extLst>
              <a:ext uri="{FF2B5EF4-FFF2-40B4-BE49-F238E27FC236}">
                <a16:creationId xmlns:a16="http://schemas.microsoft.com/office/drawing/2014/main" id="{201DEA4E-B81C-8325-55F5-8BC030544D3E}"/>
              </a:ext>
            </a:extLst>
          </p:cNvPr>
          <p:cNvSpPr>
            <a:spLocks noGrp="1"/>
          </p:cNvSpPr>
          <p:nvPr>
            <p:ph type="pic" sz="quarter" idx="15"/>
          </p:nvPr>
        </p:nvSpPr>
        <p:spPr>
          <a:xfrm>
            <a:off x="7959971" y="2982503"/>
            <a:ext cx="1251093" cy="1251639"/>
          </a:xfrm>
          <a:prstGeom prst="rect">
            <a:avLst/>
          </a:prstGeom>
          <a:solidFill>
            <a:srgbClr val="C2C4B8"/>
          </a:solidFill>
        </p:spPr>
        <p:txBody>
          <a:bodyPr anchor="t">
            <a:noAutofit/>
          </a:bodyPr>
          <a:lstStyle>
            <a:lvl1pPr algn="ctr">
              <a:buNone/>
              <a:defRPr sz="900">
                <a:solidFill>
                  <a:schemeClr val="bg1"/>
                </a:solidFill>
              </a:defRPr>
            </a:lvl1pPr>
          </a:lstStyle>
          <a:p>
            <a:r>
              <a:rPr lang="en-US"/>
              <a:t>Click icon to add picture</a:t>
            </a:r>
          </a:p>
        </p:txBody>
      </p:sp>
      <p:sp>
        <p:nvSpPr>
          <p:cNvPr id="21" name="Picture Placeholder 12">
            <a:extLst>
              <a:ext uri="{FF2B5EF4-FFF2-40B4-BE49-F238E27FC236}">
                <a16:creationId xmlns:a16="http://schemas.microsoft.com/office/drawing/2014/main" id="{9104D87D-AB8C-7BD6-200F-F1D004230C24}"/>
              </a:ext>
            </a:extLst>
          </p:cNvPr>
          <p:cNvSpPr>
            <a:spLocks noGrp="1"/>
          </p:cNvSpPr>
          <p:nvPr>
            <p:ph type="pic" sz="quarter" idx="16"/>
          </p:nvPr>
        </p:nvSpPr>
        <p:spPr>
          <a:xfrm>
            <a:off x="9948565" y="2982503"/>
            <a:ext cx="1248996" cy="1249541"/>
          </a:xfrm>
          <a:prstGeom prst="rect">
            <a:avLst/>
          </a:prstGeom>
          <a:solidFill>
            <a:srgbClr val="C2C4B8"/>
          </a:solidFill>
        </p:spPr>
        <p:txBody>
          <a:bodyPr anchor="t">
            <a:noAutofit/>
          </a:bodyPr>
          <a:lstStyle>
            <a:lvl1pPr algn="ctr">
              <a:buNone/>
              <a:defRPr sz="900">
                <a:solidFill>
                  <a:schemeClr val="bg1"/>
                </a:solidFill>
              </a:defRPr>
            </a:lvl1pPr>
          </a:lstStyle>
          <a:p>
            <a:r>
              <a:rPr lang="en-US"/>
              <a:t>Click icon to add picture</a:t>
            </a:r>
          </a:p>
        </p:txBody>
      </p:sp>
      <p:sp>
        <p:nvSpPr>
          <p:cNvPr id="22" name="Picture Placeholder 12">
            <a:extLst>
              <a:ext uri="{FF2B5EF4-FFF2-40B4-BE49-F238E27FC236}">
                <a16:creationId xmlns:a16="http://schemas.microsoft.com/office/drawing/2014/main" id="{706B5A93-9ACD-9472-6C49-636EAFC29C21}"/>
              </a:ext>
            </a:extLst>
          </p:cNvPr>
          <p:cNvSpPr>
            <a:spLocks noGrp="1"/>
          </p:cNvSpPr>
          <p:nvPr>
            <p:ph type="pic" sz="quarter" idx="17"/>
          </p:nvPr>
        </p:nvSpPr>
        <p:spPr>
          <a:xfrm>
            <a:off x="3974583" y="4827930"/>
            <a:ext cx="1251093" cy="1251638"/>
          </a:xfrm>
          <a:prstGeom prst="rect">
            <a:avLst/>
          </a:prstGeom>
          <a:solidFill>
            <a:srgbClr val="C2C4B8"/>
          </a:solidFill>
        </p:spPr>
        <p:txBody>
          <a:bodyPr anchor="t">
            <a:noAutofit/>
          </a:bodyPr>
          <a:lstStyle>
            <a:lvl1pPr algn="ctr">
              <a:buNone/>
              <a:defRPr sz="900">
                <a:solidFill>
                  <a:schemeClr val="bg1"/>
                </a:solidFill>
              </a:defRPr>
            </a:lvl1pPr>
          </a:lstStyle>
          <a:p>
            <a:r>
              <a:rPr lang="en-US"/>
              <a:t>Click icon to add picture</a:t>
            </a:r>
          </a:p>
        </p:txBody>
      </p:sp>
      <p:sp>
        <p:nvSpPr>
          <p:cNvPr id="23" name="Picture Placeholder 12">
            <a:extLst>
              <a:ext uri="{FF2B5EF4-FFF2-40B4-BE49-F238E27FC236}">
                <a16:creationId xmlns:a16="http://schemas.microsoft.com/office/drawing/2014/main" id="{7BCBD368-5433-1BDA-C587-12E50A7F2817}"/>
              </a:ext>
            </a:extLst>
          </p:cNvPr>
          <p:cNvSpPr>
            <a:spLocks noGrp="1"/>
          </p:cNvSpPr>
          <p:nvPr>
            <p:ph type="pic" sz="quarter" idx="18"/>
          </p:nvPr>
        </p:nvSpPr>
        <p:spPr>
          <a:xfrm>
            <a:off x="5971885" y="4827930"/>
            <a:ext cx="1251093" cy="1251639"/>
          </a:xfrm>
          <a:prstGeom prst="rect">
            <a:avLst/>
          </a:prstGeom>
          <a:solidFill>
            <a:srgbClr val="C2C4B8"/>
          </a:solidFill>
        </p:spPr>
        <p:txBody>
          <a:bodyPr anchor="t">
            <a:noAutofit/>
          </a:bodyPr>
          <a:lstStyle>
            <a:lvl1pPr algn="ctr">
              <a:buNone/>
              <a:defRPr sz="900">
                <a:solidFill>
                  <a:schemeClr val="bg1"/>
                </a:solidFill>
              </a:defRPr>
            </a:lvl1pPr>
          </a:lstStyle>
          <a:p>
            <a:r>
              <a:rPr lang="en-US"/>
              <a:t>Click icon to add picture</a:t>
            </a:r>
          </a:p>
        </p:txBody>
      </p:sp>
      <p:sp>
        <p:nvSpPr>
          <p:cNvPr id="24" name="Picture Placeholder 12">
            <a:extLst>
              <a:ext uri="{FF2B5EF4-FFF2-40B4-BE49-F238E27FC236}">
                <a16:creationId xmlns:a16="http://schemas.microsoft.com/office/drawing/2014/main" id="{8F9E5864-C63E-C9A5-A0D8-4078D0ECBA2F}"/>
              </a:ext>
            </a:extLst>
          </p:cNvPr>
          <p:cNvSpPr>
            <a:spLocks noGrp="1"/>
          </p:cNvSpPr>
          <p:nvPr>
            <p:ph type="pic" sz="quarter" idx="19"/>
          </p:nvPr>
        </p:nvSpPr>
        <p:spPr>
          <a:xfrm>
            <a:off x="7959971" y="4827929"/>
            <a:ext cx="1251093" cy="1251639"/>
          </a:xfrm>
          <a:prstGeom prst="rect">
            <a:avLst/>
          </a:prstGeom>
          <a:solidFill>
            <a:srgbClr val="C2C4B8"/>
          </a:solidFill>
        </p:spPr>
        <p:txBody>
          <a:bodyPr anchor="t">
            <a:noAutofit/>
          </a:bodyPr>
          <a:lstStyle>
            <a:lvl1pPr algn="ctr">
              <a:buNone/>
              <a:defRPr sz="900">
                <a:solidFill>
                  <a:schemeClr val="bg1"/>
                </a:solidFill>
              </a:defRPr>
            </a:lvl1pPr>
          </a:lstStyle>
          <a:p>
            <a:r>
              <a:rPr lang="en-US"/>
              <a:t>Click icon to add picture</a:t>
            </a:r>
          </a:p>
        </p:txBody>
      </p:sp>
      <p:sp>
        <p:nvSpPr>
          <p:cNvPr id="25" name="Picture Placeholder 12">
            <a:extLst>
              <a:ext uri="{FF2B5EF4-FFF2-40B4-BE49-F238E27FC236}">
                <a16:creationId xmlns:a16="http://schemas.microsoft.com/office/drawing/2014/main" id="{A2A31084-D5F3-12E0-15BD-9A6C7C23F829}"/>
              </a:ext>
            </a:extLst>
          </p:cNvPr>
          <p:cNvSpPr>
            <a:spLocks noGrp="1"/>
          </p:cNvSpPr>
          <p:nvPr>
            <p:ph type="pic" sz="quarter" idx="20"/>
          </p:nvPr>
        </p:nvSpPr>
        <p:spPr>
          <a:xfrm>
            <a:off x="9948565" y="4827930"/>
            <a:ext cx="1248996" cy="1249541"/>
          </a:xfrm>
          <a:prstGeom prst="rect">
            <a:avLst/>
          </a:prstGeom>
          <a:solidFill>
            <a:srgbClr val="C2C4B8"/>
          </a:solidFill>
        </p:spPr>
        <p:txBody>
          <a:bodyPr anchor="t">
            <a:noAutofit/>
          </a:bodyPr>
          <a:lstStyle>
            <a:lvl1pPr algn="ctr">
              <a:buNone/>
              <a:defRPr sz="900">
                <a:solidFill>
                  <a:schemeClr val="bg1"/>
                </a:solidFill>
              </a:defRPr>
            </a:lvl1pPr>
          </a:lstStyle>
          <a:p>
            <a:r>
              <a:rPr lang="en-US"/>
              <a:t>Click icon to add picture</a:t>
            </a:r>
          </a:p>
        </p:txBody>
      </p:sp>
      <p:sp>
        <p:nvSpPr>
          <p:cNvPr id="26" name="Text Placeholder 20">
            <a:extLst>
              <a:ext uri="{FF2B5EF4-FFF2-40B4-BE49-F238E27FC236}">
                <a16:creationId xmlns:a16="http://schemas.microsoft.com/office/drawing/2014/main" id="{5EC82204-ADBF-7D9C-3683-A8BF466C3E9A}"/>
              </a:ext>
            </a:extLst>
          </p:cNvPr>
          <p:cNvSpPr>
            <a:spLocks noGrp="1"/>
          </p:cNvSpPr>
          <p:nvPr>
            <p:ph type="body" sz="quarter" idx="27" hasCustomPrompt="1"/>
          </p:nvPr>
        </p:nvSpPr>
        <p:spPr>
          <a:xfrm>
            <a:off x="3974582" y="4294655"/>
            <a:ext cx="1261781" cy="198516"/>
          </a:xfrm>
          <a:prstGeom prst="rect">
            <a:avLst/>
          </a:prstGeom>
        </p:spPr>
        <p:txBody>
          <a:bodyPr lIns="0" tIns="0" rIns="0" bIns="0" anchor="t">
            <a:spAutoFit/>
          </a:bodyPr>
          <a:lstStyle>
            <a:lvl1pPr marL="0" indent="0">
              <a:spcBef>
                <a:spcPts val="0"/>
              </a:spcBef>
              <a:buNone/>
              <a:defRPr sz="1200" b="1" i="0">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1</a:t>
            </a:r>
          </a:p>
        </p:txBody>
      </p:sp>
      <p:sp>
        <p:nvSpPr>
          <p:cNvPr id="27" name="Text Placeholder 20">
            <a:extLst>
              <a:ext uri="{FF2B5EF4-FFF2-40B4-BE49-F238E27FC236}">
                <a16:creationId xmlns:a16="http://schemas.microsoft.com/office/drawing/2014/main" id="{AB7BE618-E9C3-57FE-B009-63B09FDE4679}"/>
              </a:ext>
            </a:extLst>
          </p:cNvPr>
          <p:cNvSpPr>
            <a:spLocks noGrp="1"/>
          </p:cNvSpPr>
          <p:nvPr>
            <p:ph type="body" sz="quarter" idx="28" hasCustomPrompt="1"/>
          </p:nvPr>
        </p:nvSpPr>
        <p:spPr>
          <a:xfrm>
            <a:off x="3974582" y="4504827"/>
            <a:ext cx="1261781" cy="148887"/>
          </a:xfrm>
          <a:prstGeom prst="rect">
            <a:avLst/>
          </a:prstGeom>
        </p:spPr>
        <p:txBody>
          <a:bodyPr wrap="square" lIns="0" tIns="0" rIns="0" bIns="0" anchor="t">
            <a:spAutoFit/>
          </a:bodyPr>
          <a:lstStyle>
            <a:lvl1pPr marL="0" indent="0">
              <a:spcBef>
                <a:spcPts val="0"/>
              </a:spcBef>
              <a:buNone/>
              <a:defRPr sz="900" b="0" i="0">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28" name="Text Placeholder 20">
            <a:extLst>
              <a:ext uri="{FF2B5EF4-FFF2-40B4-BE49-F238E27FC236}">
                <a16:creationId xmlns:a16="http://schemas.microsoft.com/office/drawing/2014/main" id="{2AC722F2-A237-127A-303A-480AC4529C04}"/>
              </a:ext>
            </a:extLst>
          </p:cNvPr>
          <p:cNvSpPr>
            <a:spLocks noGrp="1"/>
          </p:cNvSpPr>
          <p:nvPr>
            <p:ph type="body" sz="quarter" idx="29" hasCustomPrompt="1"/>
          </p:nvPr>
        </p:nvSpPr>
        <p:spPr>
          <a:xfrm>
            <a:off x="5961197" y="4294655"/>
            <a:ext cx="1261781" cy="198516"/>
          </a:xfrm>
          <a:prstGeom prst="rect">
            <a:avLst/>
          </a:prstGeom>
        </p:spPr>
        <p:txBody>
          <a:bodyPr lIns="0" tIns="0" rIns="0" bIns="0" anchor="t">
            <a:spAutoFit/>
          </a:bodyPr>
          <a:lstStyle>
            <a:lvl1pPr marL="0" indent="0">
              <a:spcBef>
                <a:spcPts val="0"/>
              </a:spcBef>
              <a:buNone/>
              <a:defRPr sz="1200" b="1" i="0">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2</a:t>
            </a:r>
          </a:p>
        </p:txBody>
      </p:sp>
      <p:sp>
        <p:nvSpPr>
          <p:cNvPr id="29" name="Text Placeholder 20">
            <a:extLst>
              <a:ext uri="{FF2B5EF4-FFF2-40B4-BE49-F238E27FC236}">
                <a16:creationId xmlns:a16="http://schemas.microsoft.com/office/drawing/2014/main" id="{E902DEA9-1930-2B5B-1176-127E86AA11D6}"/>
              </a:ext>
            </a:extLst>
          </p:cNvPr>
          <p:cNvSpPr>
            <a:spLocks noGrp="1"/>
          </p:cNvSpPr>
          <p:nvPr>
            <p:ph type="body" sz="quarter" idx="30" hasCustomPrompt="1"/>
          </p:nvPr>
        </p:nvSpPr>
        <p:spPr>
          <a:xfrm>
            <a:off x="5961197" y="4504827"/>
            <a:ext cx="1261781" cy="148887"/>
          </a:xfrm>
          <a:prstGeom prst="rect">
            <a:avLst/>
          </a:prstGeom>
        </p:spPr>
        <p:txBody>
          <a:bodyPr wrap="square" lIns="0" tIns="0" rIns="0" bIns="0" anchor="t">
            <a:spAutoFit/>
          </a:bodyPr>
          <a:lstStyle>
            <a:lvl1pPr marL="0" indent="0">
              <a:spcBef>
                <a:spcPts val="0"/>
              </a:spcBef>
              <a:buNone/>
              <a:defRPr sz="900" b="0" i="0">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33" name="Text Placeholder 20">
            <a:extLst>
              <a:ext uri="{FF2B5EF4-FFF2-40B4-BE49-F238E27FC236}">
                <a16:creationId xmlns:a16="http://schemas.microsoft.com/office/drawing/2014/main" id="{65CAAD71-7BBE-6150-E15E-AD65F6940245}"/>
              </a:ext>
            </a:extLst>
          </p:cNvPr>
          <p:cNvSpPr>
            <a:spLocks noGrp="1"/>
          </p:cNvSpPr>
          <p:nvPr>
            <p:ph type="body" sz="quarter" idx="31" hasCustomPrompt="1"/>
          </p:nvPr>
        </p:nvSpPr>
        <p:spPr>
          <a:xfrm>
            <a:off x="7956011" y="4294654"/>
            <a:ext cx="1261781" cy="198516"/>
          </a:xfrm>
          <a:prstGeom prst="rect">
            <a:avLst/>
          </a:prstGeom>
        </p:spPr>
        <p:txBody>
          <a:bodyPr lIns="0" tIns="0" rIns="0" bIns="0" anchor="t">
            <a:spAutoFit/>
          </a:bodyPr>
          <a:lstStyle>
            <a:lvl1pPr marL="0" indent="0">
              <a:spcBef>
                <a:spcPts val="0"/>
              </a:spcBef>
              <a:buNone/>
              <a:defRPr sz="1200" b="1" i="0">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3</a:t>
            </a:r>
          </a:p>
        </p:txBody>
      </p:sp>
      <p:sp>
        <p:nvSpPr>
          <p:cNvPr id="34" name="Text Placeholder 20">
            <a:extLst>
              <a:ext uri="{FF2B5EF4-FFF2-40B4-BE49-F238E27FC236}">
                <a16:creationId xmlns:a16="http://schemas.microsoft.com/office/drawing/2014/main" id="{049487D3-FDF6-95A8-7182-DD547C6D7D0D}"/>
              </a:ext>
            </a:extLst>
          </p:cNvPr>
          <p:cNvSpPr>
            <a:spLocks noGrp="1"/>
          </p:cNvSpPr>
          <p:nvPr>
            <p:ph type="body" sz="quarter" idx="32" hasCustomPrompt="1"/>
          </p:nvPr>
        </p:nvSpPr>
        <p:spPr>
          <a:xfrm>
            <a:off x="7956011" y="4504827"/>
            <a:ext cx="1261781" cy="148887"/>
          </a:xfrm>
          <a:prstGeom prst="rect">
            <a:avLst/>
          </a:prstGeom>
        </p:spPr>
        <p:txBody>
          <a:bodyPr wrap="square" lIns="0" tIns="0" rIns="0" bIns="0" anchor="t">
            <a:spAutoFit/>
          </a:bodyPr>
          <a:lstStyle>
            <a:lvl1pPr marL="0" indent="0">
              <a:spcBef>
                <a:spcPts val="0"/>
              </a:spcBef>
              <a:buNone/>
              <a:defRPr sz="900" b="0" i="0">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35" name="Text Placeholder 20">
            <a:extLst>
              <a:ext uri="{FF2B5EF4-FFF2-40B4-BE49-F238E27FC236}">
                <a16:creationId xmlns:a16="http://schemas.microsoft.com/office/drawing/2014/main" id="{C6C1B317-328A-647A-459B-CB641361AB6D}"/>
              </a:ext>
            </a:extLst>
          </p:cNvPr>
          <p:cNvSpPr>
            <a:spLocks noGrp="1"/>
          </p:cNvSpPr>
          <p:nvPr>
            <p:ph type="body" sz="quarter" idx="33" hasCustomPrompt="1"/>
          </p:nvPr>
        </p:nvSpPr>
        <p:spPr>
          <a:xfrm>
            <a:off x="9942626" y="4294655"/>
            <a:ext cx="1261781" cy="198516"/>
          </a:xfrm>
          <a:prstGeom prst="rect">
            <a:avLst/>
          </a:prstGeom>
        </p:spPr>
        <p:txBody>
          <a:bodyPr lIns="0" tIns="0" rIns="0" bIns="0" anchor="t">
            <a:spAutoFit/>
          </a:bodyPr>
          <a:lstStyle>
            <a:lvl1pPr marL="0" indent="0">
              <a:spcBef>
                <a:spcPts val="0"/>
              </a:spcBef>
              <a:buNone/>
              <a:defRPr sz="1200" b="1" i="0">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4</a:t>
            </a:r>
          </a:p>
        </p:txBody>
      </p:sp>
      <p:sp>
        <p:nvSpPr>
          <p:cNvPr id="36" name="Text Placeholder 20">
            <a:extLst>
              <a:ext uri="{FF2B5EF4-FFF2-40B4-BE49-F238E27FC236}">
                <a16:creationId xmlns:a16="http://schemas.microsoft.com/office/drawing/2014/main" id="{16C5DBEB-AB1E-ED96-FDB1-2E879840B124}"/>
              </a:ext>
            </a:extLst>
          </p:cNvPr>
          <p:cNvSpPr>
            <a:spLocks noGrp="1"/>
          </p:cNvSpPr>
          <p:nvPr>
            <p:ph type="body" sz="quarter" idx="34" hasCustomPrompt="1"/>
          </p:nvPr>
        </p:nvSpPr>
        <p:spPr>
          <a:xfrm>
            <a:off x="9942626" y="4504827"/>
            <a:ext cx="1261781" cy="148887"/>
          </a:xfrm>
          <a:prstGeom prst="rect">
            <a:avLst/>
          </a:prstGeom>
        </p:spPr>
        <p:txBody>
          <a:bodyPr wrap="square" lIns="0" tIns="0" rIns="0" bIns="0" anchor="t">
            <a:spAutoFit/>
          </a:bodyPr>
          <a:lstStyle>
            <a:lvl1pPr marL="0" indent="0">
              <a:spcBef>
                <a:spcPts val="0"/>
              </a:spcBef>
              <a:buNone/>
              <a:defRPr sz="900" b="0" i="0">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37" name="Text Placeholder 20">
            <a:extLst>
              <a:ext uri="{FF2B5EF4-FFF2-40B4-BE49-F238E27FC236}">
                <a16:creationId xmlns:a16="http://schemas.microsoft.com/office/drawing/2014/main" id="{C4BE1477-BD73-D848-BAD5-B66D6367A2B8}"/>
              </a:ext>
            </a:extLst>
          </p:cNvPr>
          <p:cNvSpPr>
            <a:spLocks noGrp="1"/>
          </p:cNvSpPr>
          <p:nvPr>
            <p:ph type="body" sz="quarter" idx="35" hasCustomPrompt="1"/>
          </p:nvPr>
        </p:nvSpPr>
        <p:spPr>
          <a:xfrm>
            <a:off x="3974582" y="6142705"/>
            <a:ext cx="1261781" cy="198516"/>
          </a:xfrm>
          <a:prstGeom prst="rect">
            <a:avLst/>
          </a:prstGeom>
        </p:spPr>
        <p:txBody>
          <a:bodyPr lIns="0" tIns="0" rIns="0" bIns="0" anchor="t">
            <a:spAutoFit/>
          </a:bodyPr>
          <a:lstStyle>
            <a:lvl1pPr marL="0" indent="0">
              <a:spcBef>
                <a:spcPts val="0"/>
              </a:spcBef>
              <a:buNone/>
              <a:defRPr sz="1200" b="1" i="0">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5</a:t>
            </a:r>
          </a:p>
        </p:txBody>
      </p:sp>
      <p:sp>
        <p:nvSpPr>
          <p:cNvPr id="40" name="Text Placeholder 20">
            <a:extLst>
              <a:ext uri="{FF2B5EF4-FFF2-40B4-BE49-F238E27FC236}">
                <a16:creationId xmlns:a16="http://schemas.microsoft.com/office/drawing/2014/main" id="{8233BC37-EEDA-CC3F-CF5E-2FA1C9AF94BD}"/>
              </a:ext>
            </a:extLst>
          </p:cNvPr>
          <p:cNvSpPr>
            <a:spLocks noGrp="1"/>
          </p:cNvSpPr>
          <p:nvPr>
            <p:ph type="body" sz="quarter" idx="36" hasCustomPrompt="1"/>
          </p:nvPr>
        </p:nvSpPr>
        <p:spPr>
          <a:xfrm>
            <a:off x="3974582" y="6352877"/>
            <a:ext cx="1261781" cy="148887"/>
          </a:xfrm>
          <a:prstGeom prst="rect">
            <a:avLst/>
          </a:prstGeom>
        </p:spPr>
        <p:txBody>
          <a:bodyPr wrap="square" lIns="0" tIns="0" rIns="0" bIns="0" anchor="t">
            <a:spAutoFit/>
          </a:bodyPr>
          <a:lstStyle>
            <a:lvl1pPr marL="0" indent="0">
              <a:spcBef>
                <a:spcPts val="0"/>
              </a:spcBef>
              <a:buNone/>
              <a:defRPr sz="900" b="0" i="0">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41" name="Text Placeholder 20">
            <a:extLst>
              <a:ext uri="{FF2B5EF4-FFF2-40B4-BE49-F238E27FC236}">
                <a16:creationId xmlns:a16="http://schemas.microsoft.com/office/drawing/2014/main" id="{3E8B4B5F-2760-A276-4636-F349D2FB4FDF}"/>
              </a:ext>
            </a:extLst>
          </p:cNvPr>
          <p:cNvSpPr>
            <a:spLocks noGrp="1"/>
          </p:cNvSpPr>
          <p:nvPr>
            <p:ph type="body" sz="quarter" idx="37" hasCustomPrompt="1"/>
          </p:nvPr>
        </p:nvSpPr>
        <p:spPr>
          <a:xfrm>
            <a:off x="5961197" y="6142705"/>
            <a:ext cx="1261781" cy="198516"/>
          </a:xfrm>
          <a:prstGeom prst="rect">
            <a:avLst/>
          </a:prstGeom>
        </p:spPr>
        <p:txBody>
          <a:bodyPr lIns="0" tIns="0" rIns="0" bIns="0" anchor="t">
            <a:spAutoFit/>
          </a:bodyPr>
          <a:lstStyle>
            <a:lvl1pPr marL="0" indent="0">
              <a:spcBef>
                <a:spcPts val="0"/>
              </a:spcBef>
              <a:buNone/>
              <a:defRPr sz="1200" b="1" i="0">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6</a:t>
            </a:r>
          </a:p>
        </p:txBody>
      </p:sp>
      <p:sp>
        <p:nvSpPr>
          <p:cNvPr id="42" name="Text Placeholder 20">
            <a:extLst>
              <a:ext uri="{FF2B5EF4-FFF2-40B4-BE49-F238E27FC236}">
                <a16:creationId xmlns:a16="http://schemas.microsoft.com/office/drawing/2014/main" id="{66397E74-10C5-D2AA-1FD8-439713DE5321}"/>
              </a:ext>
            </a:extLst>
          </p:cNvPr>
          <p:cNvSpPr>
            <a:spLocks noGrp="1"/>
          </p:cNvSpPr>
          <p:nvPr>
            <p:ph type="body" sz="quarter" idx="38" hasCustomPrompt="1"/>
          </p:nvPr>
        </p:nvSpPr>
        <p:spPr>
          <a:xfrm>
            <a:off x="5961197" y="6352877"/>
            <a:ext cx="1261781" cy="148887"/>
          </a:xfrm>
          <a:prstGeom prst="rect">
            <a:avLst/>
          </a:prstGeom>
        </p:spPr>
        <p:txBody>
          <a:bodyPr wrap="square" lIns="0" tIns="0" rIns="0" bIns="0" anchor="t">
            <a:spAutoFit/>
          </a:bodyPr>
          <a:lstStyle>
            <a:lvl1pPr marL="0" indent="0">
              <a:spcBef>
                <a:spcPts val="0"/>
              </a:spcBef>
              <a:buNone/>
              <a:defRPr sz="900" b="0" i="0">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43" name="Text Placeholder 20">
            <a:extLst>
              <a:ext uri="{FF2B5EF4-FFF2-40B4-BE49-F238E27FC236}">
                <a16:creationId xmlns:a16="http://schemas.microsoft.com/office/drawing/2014/main" id="{86002FAC-B97E-D308-5EA5-5581D27D1E9E}"/>
              </a:ext>
            </a:extLst>
          </p:cNvPr>
          <p:cNvSpPr>
            <a:spLocks noGrp="1"/>
          </p:cNvSpPr>
          <p:nvPr>
            <p:ph type="body" sz="quarter" idx="39" hasCustomPrompt="1"/>
          </p:nvPr>
        </p:nvSpPr>
        <p:spPr>
          <a:xfrm>
            <a:off x="7956011" y="6142704"/>
            <a:ext cx="1261781" cy="198516"/>
          </a:xfrm>
          <a:prstGeom prst="rect">
            <a:avLst/>
          </a:prstGeom>
        </p:spPr>
        <p:txBody>
          <a:bodyPr lIns="0" tIns="0" rIns="0" bIns="0" anchor="t">
            <a:spAutoFit/>
          </a:bodyPr>
          <a:lstStyle>
            <a:lvl1pPr marL="0" indent="0">
              <a:spcBef>
                <a:spcPts val="0"/>
              </a:spcBef>
              <a:buNone/>
              <a:defRPr sz="1200" b="1" i="0">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7</a:t>
            </a:r>
          </a:p>
        </p:txBody>
      </p:sp>
      <p:sp>
        <p:nvSpPr>
          <p:cNvPr id="44" name="Text Placeholder 20">
            <a:extLst>
              <a:ext uri="{FF2B5EF4-FFF2-40B4-BE49-F238E27FC236}">
                <a16:creationId xmlns:a16="http://schemas.microsoft.com/office/drawing/2014/main" id="{D6834B0D-0111-4971-6C68-3E52683B1BEF}"/>
              </a:ext>
            </a:extLst>
          </p:cNvPr>
          <p:cNvSpPr>
            <a:spLocks noGrp="1"/>
          </p:cNvSpPr>
          <p:nvPr>
            <p:ph type="body" sz="quarter" idx="40" hasCustomPrompt="1"/>
          </p:nvPr>
        </p:nvSpPr>
        <p:spPr>
          <a:xfrm>
            <a:off x="7956011" y="6352877"/>
            <a:ext cx="1261781" cy="148887"/>
          </a:xfrm>
          <a:prstGeom prst="rect">
            <a:avLst/>
          </a:prstGeom>
        </p:spPr>
        <p:txBody>
          <a:bodyPr wrap="square" lIns="0" tIns="0" rIns="0" bIns="0" anchor="t">
            <a:spAutoFit/>
          </a:bodyPr>
          <a:lstStyle>
            <a:lvl1pPr marL="0" indent="0">
              <a:spcBef>
                <a:spcPts val="0"/>
              </a:spcBef>
              <a:buNone/>
              <a:defRPr sz="900" b="0" i="0">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45" name="Text Placeholder 20">
            <a:extLst>
              <a:ext uri="{FF2B5EF4-FFF2-40B4-BE49-F238E27FC236}">
                <a16:creationId xmlns:a16="http://schemas.microsoft.com/office/drawing/2014/main" id="{49F1D2A8-B119-1A6E-F92B-0F60174C5776}"/>
              </a:ext>
            </a:extLst>
          </p:cNvPr>
          <p:cNvSpPr>
            <a:spLocks noGrp="1"/>
          </p:cNvSpPr>
          <p:nvPr>
            <p:ph type="body" sz="quarter" idx="41" hasCustomPrompt="1"/>
          </p:nvPr>
        </p:nvSpPr>
        <p:spPr>
          <a:xfrm>
            <a:off x="9942626" y="6142705"/>
            <a:ext cx="1261781" cy="198516"/>
          </a:xfrm>
          <a:prstGeom prst="rect">
            <a:avLst/>
          </a:prstGeom>
        </p:spPr>
        <p:txBody>
          <a:bodyPr lIns="0" tIns="0" rIns="0" bIns="0" anchor="t">
            <a:spAutoFit/>
          </a:bodyPr>
          <a:lstStyle>
            <a:lvl1pPr marL="0" indent="0">
              <a:spcBef>
                <a:spcPts val="0"/>
              </a:spcBef>
              <a:buNone/>
              <a:defRPr sz="1200" b="1" i="0">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8</a:t>
            </a:r>
          </a:p>
        </p:txBody>
      </p:sp>
      <p:sp>
        <p:nvSpPr>
          <p:cNvPr id="46" name="Text Placeholder 20">
            <a:extLst>
              <a:ext uri="{FF2B5EF4-FFF2-40B4-BE49-F238E27FC236}">
                <a16:creationId xmlns:a16="http://schemas.microsoft.com/office/drawing/2014/main" id="{D4B45652-A158-E351-3F8A-C629D48E5298}"/>
              </a:ext>
            </a:extLst>
          </p:cNvPr>
          <p:cNvSpPr>
            <a:spLocks noGrp="1"/>
          </p:cNvSpPr>
          <p:nvPr>
            <p:ph type="body" sz="quarter" idx="42" hasCustomPrompt="1"/>
          </p:nvPr>
        </p:nvSpPr>
        <p:spPr>
          <a:xfrm>
            <a:off x="9942626" y="6352877"/>
            <a:ext cx="1261781" cy="148887"/>
          </a:xfrm>
          <a:prstGeom prst="rect">
            <a:avLst/>
          </a:prstGeom>
        </p:spPr>
        <p:txBody>
          <a:bodyPr wrap="square" lIns="0" tIns="0" rIns="0" bIns="0" anchor="t">
            <a:spAutoFit/>
          </a:bodyPr>
          <a:lstStyle>
            <a:lvl1pPr marL="0" indent="0">
              <a:spcBef>
                <a:spcPts val="0"/>
              </a:spcBef>
              <a:buNone/>
              <a:defRPr sz="900" b="0" i="0">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7" name="Title 6">
            <a:extLst>
              <a:ext uri="{FF2B5EF4-FFF2-40B4-BE49-F238E27FC236}">
                <a16:creationId xmlns:a16="http://schemas.microsoft.com/office/drawing/2014/main" id="{98E6D941-5780-6A71-9061-1C0FEFB5DA64}"/>
              </a:ext>
            </a:extLst>
          </p:cNvPr>
          <p:cNvSpPr>
            <a:spLocks noGrp="1"/>
          </p:cNvSpPr>
          <p:nvPr>
            <p:ph type="title" hasCustomPrompt="1"/>
          </p:nvPr>
        </p:nvSpPr>
        <p:spPr>
          <a:xfrm>
            <a:off x="357868" y="2265811"/>
            <a:ext cx="6713600" cy="837152"/>
          </a:xfrm>
        </p:spPr>
        <p:txBody>
          <a:bodyPr/>
          <a:lstStyle>
            <a:lvl1pPr>
              <a:defRPr sz="6400" spc="-150"/>
            </a:lvl1pPr>
          </a:lstStyle>
          <a:p>
            <a:pPr lvl="0"/>
            <a:r>
              <a:rPr lang="en-US"/>
              <a:t>Your Team</a:t>
            </a:r>
          </a:p>
        </p:txBody>
      </p:sp>
      <p:sp>
        <p:nvSpPr>
          <p:cNvPr id="4" name="Slide Number Placeholder 5">
            <a:extLst>
              <a:ext uri="{FF2B5EF4-FFF2-40B4-BE49-F238E27FC236}">
                <a16:creationId xmlns:a16="http://schemas.microsoft.com/office/drawing/2014/main" id="{09E9D214-BC4E-CB8A-7836-6951DF8C81A5}"/>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pic>
        <p:nvPicPr>
          <p:cNvPr id="6" name="Image">
            <a:extLst>
              <a:ext uri="{FF2B5EF4-FFF2-40B4-BE49-F238E27FC236}">
                <a16:creationId xmlns:a16="http://schemas.microsoft.com/office/drawing/2014/main" id="{5EC9EF64-2C71-8501-3D74-6596C604059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98557" y="3015837"/>
            <a:ext cx="3742195" cy="528792"/>
          </a:xfrm>
          <a:prstGeom prst="rect">
            <a:avLst/>
          </a:prstGeom>
          <a:ln w="12700">
            <a:miter lim="400000"/>
          </a:ln>
        </p:spPr>
      </p:pic>
    </p:spTree>
    <p:extLst>
      <p:ext uri="{BB962C8B-B14F-4D97-AF65-F5344CB8AC3E}">
        <p14:creationId xmlns:p14="http://schemas.microsoft.com/office/powerpoint/2010/main" val="2186286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Light)">
    <p:bg>
      <p:bgPr>
        <a:solidFill>
          <a:schemeClr val="bg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F7BA329F-5BAF-3936-46A2-3557EEBB5C23}"/>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Title 2">
            <a:extLst>
              <a:ext uri="{FF2B5EF4-FFF2-40B4-BE49-F238E27FC236}">
                <a16:creationId xmlns:a16="http://schemas.microsoft.com/office/drawing/2014/main" id="{07F94E12-3CF0-E0A4-72E9-01B35041C0D5}"/>
              </a:ext>
            </a:extLst>
          </p:cNvPr>
          <p:cNvSpPr>
            <a:spLocks noGrp="1"/>
          </p:cNvSpPr>
          <p:nvPr>
            <p:ph type="title" hasCustomPrompt="1"/>
          </p:nvPr>
        </p:nvSpPr>
        <p:spPr>
          <a:xfrm>
            <a:off x="262766" y="2720868"/>
            <a:ext cx="10668759" cy="1624804"/>
          </a:xfrm>
        </p:spPr>
        <p:txBody>
          <a:bodyPr anchor="ctr"/>
          <a:lstStyle>
            <a:lvl1pPr>
              <a:defRPr sz="6399" spc="-150"/>
            </a:lvl1pPr>
          </a:lstStyle>
          <a:p>
            <a:r>
              <a:rPr lang="en-US"/>
              <a:t>Divider Section Heading Goes Here</a:t>
            </a:r>
          </a:p>
        </p:txBody>
      </p:sp>
      <p:cxnSp>
        <p:nvCxnSpPr>
          <p:cNvPr id="2" name="Straight Connector 1">
            <a:extLst>
              <a:ext uri="{FF2B5EF4-FFF2-40B4-BE49-F238E27FC236}">
                <a16:creationId xmlns:a16="http://schemas.microsoft.com/office/drawing/2014/main" id="{4EC1EBA7-5506-6B68-C231-D00B3CDA6C33}"/>
              </a:ext>
            </a:extLst>
          </p:cNvPr>
          <p:cNvCxnSpPr>
            <a:cxnSpLocks/>
          </p:cNvCxnSpPr>
          <p:nvPr userDrawn="1"/>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1D92E4A7-5DAB-ABE8-5192-1989E7776BE9}"/>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
        <p:nvSpPr>
          <p:cNvPr id="6" name="Shape">
            <a:extLst>
              <a:ext uri="{FF2B5EF4-FFF2-40B4-BE49-F238E27FC236}">
                <a16:creationId xmlns:a16="http://schemas.microsoft.com/office/drawing/2014/main" id="{B165F199-7337-F614-1B12-94C96150A2C0}"/>
              </a:ext>
            </a:extLst>
          </p:cNvPr>
          <p:cNvSpPr/>
          <p:nvPr userDrawn="1"/>
        </p:nvSpPr>
        <p:spPr>
          <a:xfrm>
            <a:off x="262616" y="6401801"/>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2240832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 No line (Light)">
    <p:bg>
      <p:bgPr>
        <a:solidFill>
          <a:schemeClr val="bg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F7BA329F-5BAF-3936-46A2-3557EEBB5C23}"/>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Title 2">
            <a:extLst>
              <a:ext uri="{FF2B5EF4-FFF2-40B4-BE49-F238E27FC236}">
                <a16:creationId xmlns:a16="http://schemas.microsoft.com/office/drawing/2014/main" id="{07F94E12-3CF0-E0A4-72E9-01B35041C0D5}"/>
              </a:ext>
            </a:extLst>
          </p:cNvPr>
          <p:cNvSpPr>
            <a:spLocks noGrp="1"/>
          </p:cNvSpPr>
          <p:nvPr>
            <p:ph type="title" hasCustomPrompt="1"/>
          </p:nvPr>
        </p:nvSpPr>
        <p:spPr>
          <a:xfrm>
            <a:off x="262766" y="2720868"/>
            <a:ext cx="10668759" cy="1624804"/>
          </a:xfrm>
        </p:spPr>
        <p:txBody>
          <a:bodyPr anchor="ctr"/>
          <a:lstStyle>
            <a:lvl1pPr>
              <a:defRPr sz="6399" spc="-150"/>
            </a:lvl1pPr>
          </a:lstStyle>
          <a:p>
            <a:r>
              <a:rPr lang="en-US"/>
              <a:t>Divider Section Heading Goes Here</a:t>
            </a:r>
          </a:p>
        </p:txBody>
      </p:sp>
      <p:sp>
        <p:nvSpPr>
          <p:cNvPr id="4" name="Slide Number Placeholder 5">
            <a:extLst>
              <a:ext uri="{FF2B5EF4-FFF2-40B4-BE49-F238E27FC236}">
                <a16:creationId xmlns:a16="http://schemas.microsoft.com/office/drawing/2014/main" id="{1D92E4A7-5DAB-ABE8-5192-1989E7776BE9}"/>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375140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 Statement (Ligh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4D88EB7-C84C-66B0-46AC-EF32EC315653}"/>
              </a:ext>
            </a:extLst>
          </p:cNvPr>
          <p:cNvSpPr>
            <a:spLocks noGrp="1"/>
          </p:cNvSpPr>
          <p:nvPr>
            <p:ph type="title" hasCustomPrompt="1"/>
          </p:nvPr>
        </p:nvSpPr>
        <p:spPr>
          <a:xfrm>
            <a:off x="262766" y="679720"/>
            <a:ext cx="9674984" cy="1625060"/>
          </a:xfrm>
        </p:spPr>
        <p:txBody>
          <a:bodyPr/>
          <a:lstStyle>
            <a:lvl1pPr>
              <a:defRPr sz="6400" spc="-150">
                <a:solidFill>
                  <a:schemeClr val="tx1"/>
                </a:solidFill>
              </a:defRPr>
            </a:lvl1pPr>
          </a:lstStyle>
          <a:p>
            <a:r>
              <a:rPr lang="en-US"/>
              <a:t>Large Headline </a:t>
            </a:r>
            <a:br>
              <a:rPr lang="en-US"/>
            </a:br>
            <a:r>
              <a:rPr lang="en-US"/>
              <a:t>Goes Here</a:t>
            </a:r>
          </a:p>
        </p:txBody>
      </p: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Text Placeholder 14">
            <a:extLst>
              <a:ext uri="{FF2B5EF4-FFF2-40B4-BE49-F238E27FC236}">
                <a16:creationId xmlns:a16="http://schemas.microsoft.com/office/drawing/2014/main" id="{008C5689-9D83-93AD-551B-C14348136D0C}"/>
              </a:ext>
            </a:extLst>
          </p:cNvPr>
          <p:cNvSpPr>
            <a:spLocks noGrp="1"/>
          </p:cNvSpPr>
          <p:nvPr>
            <p:ph type="body" sz="quarter" idx="30" hasCustomPrompt="1"/>
          </p:nvPr>
        </p:nvSpPr>
        <p:spPr>
          <a:xfrm>
            <a:off x="262767" y="2536677"/>
            <a:ext cx="7687434" cy="1800493"/>
          </a:xfrm>
        </p:spPr>
        <p:txBody>
          <a:bodyPr wrap="square">
            <a:spAutoFit/>
          </a:bodyPr>
          <a:lstStyle>
            <a:lvl1pPr marL="319976" indent="-319976">
              <a:defRPr sz="2000"/>
            </a:lvl1pPr>
          </a:lstStyle>
          <a:p>
            <a:pPr lvl="0"/>
            <a:r>
              <a:rPr lang="en-US"/>
              <a:t>Text supports bold formatting.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cxnSp>
        <p:nvCxnSpPr>
          <p:cNvPr id="4" name="Straight Connector 3">
            <a:extLst>
              <a:ext uri="{FF2B5EF4-FFF2-40B4-BE49-F238E27FC236}">
                <a16:creationId xmlns:a16="http://schemas.microsoft.com/office/drawing/2014/main" id="{CEF7CCA0-CDAB-40F1-EF33-C11EABCC3BB6}"/>
              </a:ext>
            </a:extLst>
          </p:cNvPr>
          <p:cNvCxnSpPr>
            <a:cxnSpLocks/>
          </p:cNvCxnSpPr>
          <p:nvPr userDrawn="1"/>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Slide Number Placeholder 5">
            <a:extLst>
              <a:ext uri="{FF2B5EF4-FFF2-40B4-BE49-F238E27FC236}">
                <a16:creationId xmlns:a16="http://schemas.microsoft.com/office/drawing/2014/main" id="{756E4929-199B-0760-E5AB-D974742415BC}"/>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36120136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nterior 0.1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6" name="Slide Number Placeholder 5">
            <a:extLst>
              <a:ext uri="{FF2B5EF4-FFF2-40B4-BE49-F238E27FC236}">
                <a16:creationId xmlns:a16="http://schemas.microsoft.com/office/drawing/2014/main" id="{B54F4884-4941-FFB4-A040-BE525DE207A1}"/>
              </a:ext>
            </a:extLst>
          </p:cNvPr>
          <p:cNvSpPr>
            <a:spLocks noGrp="1"/>
          </p:cNvSpPr>
          <p:nvPr>
            <p:ph type="sldNum" sz="quarter" idx="10"/>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115096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terior 0.2 (Light)">
    <p:bg>
      <p:bgPr>
        <a:solidFill>
          <a:srgbClr val="F5F5F5"/>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rgbClr val="191919"/>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8D6C9D5C-4C01-B9C9-235D-AB7D0D466B47}"/>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8" name="Title 17">
            <a:extLst>
              <a:ext uri="{FF2B5EF4-FFF2-40B4-BE49-F238E27FC236}">
                <a16:creationId xmlns:a16="http://schemas.microsoft.com/office/drawing/2014/main" id="{2B1D8070-74D5-11A7-1097-2308DA031E77}"/>
              </a:ext>
            </a:extLst>
          </p:cNvPr>
          <p:cNvSpPr>
            <a:spLocks noGrp="1"/>
          </p:cNvSpPr>
          <p:nvPr>
            <p:ph type="title" hasCustomPrompt="1"/>
          </p:nvPr>
        </p:nvSpPr>
        <p:spPr>
          <a:xfrm>
            <a:off x="262766" y="731667"/>
            <a:ext cx="11658669" cy="284694"/>
          </a:xfrm>
        </p:spPr>
        <p:txBody>
          <a:bodyPr anchor="t"/>
          <a:lstStyle>
            <a:lvl1pPr>
              <a:lnSpc>
                <a:spcPct val="90000"/>
              </a:lnSpc>
              <a:defRPr sz="2000" b="0" spc="0">
                <a:solidFill>
                  <a:schemeClr val="tx1"/>
                </a:solidFill>
              </a:defRPr>
            </a:lvl1pPr>
          </a:lstStyle>
          <a:p>
            <a:r>
              <a:rPr lang="en-US"/>
              <a:t>Header</a:t>
            </a:r>
          </a:p>
        </p:txBody>
      </p:sp>
    </p:spTree>
    <p:extLst>
      <p:ext uri="{BB962C8B-B14F-4D97-AF65-F5344CB8AC3E}">
        <p14:creationId xmlns:p14="http://schemas.microsoft.com/office/powerpoint/2010/main" val="325135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erior 0.3 (Light)">
    <p:bg>
      <p:bgPr>
        <a:solidFill>
          <a:schemeClr val="bg1"/>
        </a:solidFill>
        <a:effectLst/>
      </p:bgPr>
    </p:bg>
    <p:spTree>
      <p:nvGrpSpPr>
        <p:cNvPr id="1" name=""/>
        <p:cNvGrpSpPr/>
        <p:nvPr/>
      </p:nvGrpSpPr>
      <p:grpSpPr>
        <a:xfrm>
          <a:off x="0" y="0"/>
          <a:ext cx="0" cy="0"/>
          <a:chOff x="0" y="0"/>
          <a:chExt cx="0" cy="0"/>
        </a:xfrm>
      </p:grpSpPr>
      <p:sp>
        <p:nvSpPr>
          <p:cNvPr id="14" name="Text Placeholder 14">
            <a:extLst>
              <a:ext uri="{FF2B5EF4-FFF2-40B4-BE49-F238E27FC236}">
                <a16:creationId xmlns:a16="http://schemas.microsoft.com/office/drawing/2014/main" id="{D6ACA18F-DDFD-E1F9-A80B-9525EE2501D9}"/>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15" name="Straight Connector 14">
            <a:extLst>
              <a:ext uri="{FF2B5EF4-FFF2-40B4-BE49-F238E27FC236}">
                <a16:creationId xmlns:a16="http://schemas.microsoft.com/office/drawing/2014/main" id="{7A3F7496-825B-13AC-0ACF-92C0AF0645E5}"/>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165B5AB-099D-93EC-8A8B-CAEA6A1D4C0D}"/>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5507EBA3-147C-07BE-D68B-6879DB7E278F}"/>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itle 17">
            <a:extLst>
              <a:ext uri="{FF2B5EF4-FFF2-40B4-BE49-F238E27FC236}">
                <a16:creationId xmlns:a16="http://schemas.microsoft.com/office/drawing/2014/main" id="{92B752CD-BC10-5180-4FC6-AE9671867FA0}"/>
              </a:ext>
            </a:extLst>
          </p:cNvPr>
          <p:cNvSpPr>
            <a:spLocks noGrp="1"/>
          </p:cNvSpPr>
          <p:nvPr>
            <p:ph type="title" hasCustomPrompt="1"/>
          </p:nvPr>
        </p:nvSpPr>
        <p:spPr>
          <a:xfrm>
            <a:off x="262766" y="731667"/>
            <a:ext cx="3707917" cy="284694"/>
          </a:xfrm>
        </p:spPr>
        <p:txBody>
          <a:bodyPr anchor="t"/>
          <a:lstStyle>
            <a:lvl1pPr>
              <a:lnSpc>
                <a:spcPct val="90000"/>
              </a:lnSpc>
              <a:defRPr sz="2000" spc="0">
                <a:solidFill>
                  <a:schemeClr val="tx1"/>
                </a:solidFill>
              </a:defRPr>
            </a:lvl1pPr>
          </a:lstStyle>
          <a:p>
            <a:r>
              <a:rPr lang="en-US"/>
              <a:t>Header</a:t>
            </a:r>
          </a:p>
        </p:txBody>
      </p:sp>
    </p:spTree>
    <p:extLst>
      <p:ext uri="{BB962C8B-B14F-4D97-AF65-F5344CB8AC3E}">
        <p14:creationId xmlns:p14="http://schemas.microsoft.com/office/powerpoint/2010/main" val="2483194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terior 1.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3" name="Text Placeholder 14">
            <a:extLst>
              <a:ext uri="{FF2B5EF4-FFF2-40B4-BE49-F238E27FC236}">
                <a16:creationId xmlns:a16="http://schemas.microsoft.com/office/drawing/2014/main" id="{8AE9B958-7B6B-50CA-91F3-C4EEAFC62E25}"/>
              </a:ext>
            </a:extLst>
          </p:cNvPr>
          <p:cNvSpPr>
            <a:spLocks noGrp="1"/>
          </p:cNvSpPr>
          <p:nvPr>
            <p:ph type="body" sz="quarter" idx="30" hasCustomPrompt="1"/>
          </p:nvPr>
        </p:nvSpPr>
        <p:spPr>
          <a:xfrm>
            <a:off x="262766" y="1725613"/>
            <a:ext cx="7691873" cy="3141886"/>
          </a:xfrm>
        </p:spPr>
        <p:txBody>
          <a:bodyPr wrap="square">
            <a:spAutoFit/>
          </a:bodyPr>
          <a:lstStyle>
            <a:lvl1pPr marL="319976" indent="-319976">
              <a:defRPr sz="2000"/>
            </a:lvl1pPr>
          </a:lstStyle>
          <a:p>
            <a:pPr lvl="0"/>
            <a:r>
              <a:rPr lang="en-US"/>
              <a:t>Text supports bold formatting and can be resized to 16.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cxnSp>
        <p:nvCxnSpPr>
          <p:cNvPr id="14" name="Straight Connector 13">
            <a:extLst>
              <a:ext uri="{FF2B5EF4-FFF2-40B4-BE49-F238E27FC236}">
                <a16:creationId xmlns:a16="http://schemas.microsoft.com/office/drawing/2014/main" id="{93C7CF26-68F7-97A5-A212-2D02971BD5CE}"/>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itle 17">
            <a:extLst>
              <a:ext uri="{FF2B5EF4-FFF2-40B4-BE49-F238E27FC236}">
                <a16:creationId xmlns:a16="http://schemas.microsoft.com/office/drawing/2014/main" id="{40D5982D-02F2-6A45-CB8E-0BC5A69BFEF4}"/>
              </a:ext>
            </a:extLst>
          </p:cNvPr>
          <p:cNvSpPr>
            <a:spLocks noGrp="1"/>
          </p:cNvSpPr>
          <p:nvPr>
            <p:ph type="title" hasCustomPrompt="1"/>
          </p:nvPr>
        </p:nvSpPr>
        <p:spPr>
          <a:xfrm>
            <a:off x="262766" y="731667"/>
            <a:ext cx="11666617" cy="284694"/>
          </a:xfrm>
        </p:spPr>
        <p:txBody>
          <a:bodyPr anchor="t"/>
          <a:lstStyle>
            <a:lvl1pPr>
              <a:lnSpc>
                <a:spcPct val="90000"/>
              </a:lnSpc>
              <a:defRPr sz="2000" spc="0">
                <a:solidFill>
                  <a:schemeClr val="tx1"/>
                </a:solidFill>
              </a:defRPr>
            </a:lvl1pPr>
          </a:lstStyle>
          <a:p>
            <a:r>
              <a:rPr lang="en-US"/>
              <a:t>Header</a:t>
            </a:r>
          </a:p>
        </p:txBody>
      </p:sp>
    </p:spTree>
    <p:extLst>
      <p:ext uri="{BB962C8B-B14F-4D97-AF65-F5344CB8AC3E}">
        <p14:creationId xmlns:p14="http://schemas.microsoft.com/office/powerpoint/2010/main" val="2660306181"/>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erior 2.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3C7CF26-68F7-97A5-A212-2D02971BD5CE}"/>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6" name="Slide Number Placeholder 5">
            <a:extLst>
              <a:ext uri="{FF2B5EF4-FFF2-40B4-BE49-F238E27FC236}">
                <a16:creationId xmlns:a16="http://schemas.microsoft.com/office/drawing/2014/main" id="{58ED3BDA-E198-0198-BFCB-D434627ED1A6}"/>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7" name="Title 17">
            <a:extLst>
              <a:ext uri="{FF2B5EF4-FFF2-40B4-BE49-F238E27FC236}">
                <a16:creationId xmlns:a16="http://schemas.microsoft.com/office/drawing/2014/main" id="{D3827E2A-1E9E-F174-E9D9-7E77D6F90FB2}"/>
              </a:ext>
            </a:extLst>
          </p:cNvPr>
          <p:cNvSpPr>
            <a:spLocks noGrp="1"/>
          </p:cNvSpPr>
          <p:nvPr>
            <p:ph type="title" hasCustomPrompt="1"/>
          </p:nvPr>
        </p:nvSpPr>
        <p:spPr>
          <a:xfrm>
            <a:off x="262766" y="731667"/>
            <a:ext cx="11666617" cy="284694"/>
          </a:xfrm>
        </p:spPr>
        <p:txBody>
          <a:bodyPr anchor="t"/>
          <a:lstStyle>
            <a:lvl1pPr>
              <a:lnSpc>
                <a:spcPct val="90000"/>
              </a:lnSpc>
              <a:defRPr sz="2000" spc="0">
                <a:solidFill>
                  <a:schemeClr val="tx1"/>
                </a:solidFill>
              </a:defRPr>
            </a:lvl1pPr>
          </a:lstStyle>
          <a:p>
            <a:r>
              <a:rPr lang="en-US"/>
              <a:t>Header</a:t>
            </a:r>
          </a:p>
        </p:txBody>
      </p:sp>
      <p:sp>
        <p:nvSpPr>
          <p:cNvPr id="5" name="Text Placeholder 14">
            <a:extLst>
              <a:ext uri="{FF2B5EF4-FFF2-40B4-BE49-F238E27FC236}">
                <a16:creationId xmlns:a16="http://schemas.microsoft.com/office/drawing/2014/main" id="{AE84CEB8-6C95-7E2A-A406-F1063E3E2D36}"/>
              </a:ext>
            </a:extLst>
          </p:cNvPr>
          <p:cNvSpPr>
            <a:spLocks noGrp="1"/>
          </p:cNvSpPr>
          <p:nvPr>
            <p:ph type="body" sz="quarter" idx="31" hasCustomPrompt="1"/>
          </p:nvPr>
        </p:nvSpPr>
        <p:spPr>
          <a:xfrm>
            <a:off x="6229332" y="1725613"/>
            <a:ext cx="5704582" cy="4865687"/>
          </a:xfrm>
        </p:spPr>
        <p:txBody>
          <a:bodyPr wrap="square" rIns="720000" numCol="1">
            <a:noAutofit/>
          </a:bodyPr>
          <a:lstStyle>
            <a:lvl1pPr marL="319976" indent="-319976">
              <a:defRPr sz="2000"/>
            </a:lvl1pPr>
          </a:lstStyle>
          <a:p>
            <a:pPr lvl="0"/>
            <a:r>
              <a:rPr lang="en-US"/>
              <a:t>Text boxes with or without bullets. Text supports bold formatting and can also be resized to 16.</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3" name="Text Placeholder 14">
            <a:extLst>
              <a:ext uri="{FF2B5EF4-FFF2-40B4-BE49-F238E27FC236}">
                <a16:creationId xmlns:a16="http://schemas.microsoft.com/office/drawing/2014/main" id="{8AE9B958-7B6B-50CA-91F3-C4EEAFC62E25}"/>
              </a:ext>
            </a:extLst>
          </p:cNvPr>
          <p:cNvSpPr>
            <a:spLocks noGrp="1"/>
          </p:cNvSpPr>
          <p:nvPr>
            <p:ph type="body" sz="quarter" idx="30" hasCustomPrompt="1"/>
          </p:nvPr>
        </p:nvSpPr>
        <p:spPr>
          <a:xfrm>
            <a:off x="262766" y="1725613"/>
            <a:ext cx="5704582" cy="4865687"/>
          </a:xfrm>
        </p:spPr>
        <p:txBody>
          <a:bodyPr wrap="square" rIns="720000" numCol="1">
            <a:noAutofit/>
          </a:bodyPr>
          <a:lstStyle>
            <a:lvl1pPr marL="319976" indent="-319976">
              <a:defRPr sz="2000"/>
            </a:lvl1pPr>
          </a:lstStyle>
          <a:p>
            <a:pPr lvl="0"/>
            <a:r>
              <a:rPr lang="en-US"/>
              <a:t>Text boxes with or without bullets. Text supports bold formatting and can also be resized to 16.</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Tree>
    <p:extLst>
      <p:ext uri="{BB962C8B-B14F-4D97-AF65-F5344CB8AC3E}">
        <p14:creationId xmlns:p14="http://schemas.microsoft.com/office/powerpoint/2010/main" val="174995535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erior 2.1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30619011-95DF-BC15-9877-C3E249BD1B79}"/>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6" name="Slide Number Placeholder 5">
            <a:extLst>
              <a:ext uri="{FF2B5EF4-FFF2-40B4-BE49-F238E27FC236}">
                <a16:creationId xmlns:a16="http://schemas.microsoft.com/office/drawing/2014/main" id="{58ED3BDA-E198-0198-BFCB-D434627ED1A6}"/>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10" name="Title 17">
            <a:extLst>
              <a:ext uri="{FF2B5EF4-FFF2-40B4-BE49-F238E27FC236}">
                <a16:creationId xmlns:a16="http://schemas.microsoft.com/office/drawing/2014/main" id="{344097BF-C0DD-2680-0B7B-63668654E2D8}"/>
              </a:ext>
            </a:extLst>
          </p:cNvPr>
          <p:cNvSpPr>
            <a:spLocks noGrp="1"/>
          </p:cNvSpPr>
          <p:nvPr>
            <p:ph type="title" hasCustomPrompt="1"/>
          </p:nvPr>
        </p:nvSpPr>
        <p:spPr>
          <a:xfrm>
            <a:off x="262767" y="731667"/>
            <a:ext cx="5699902" cy="284694"/>
          </a:xfrm>
        </p:spPr>
        <p:txBody>
          <a:bodyPr anchor="t"/>
          <a:lstStyle>
            <a:lvl1pPr>
              <a:lnSpc>
                <a:spcPct val="90000"/>
              </a:lnSpc>
              <a:defRPr sz="2000" spc="0">
                <a:solidFill>
                  <a:schemeClr val="tx1"/>
                </a:solidFill>
              </a:defRPr>
            </a:lvl1pPr>
          </a:lstStyle>
          <a:p>
            <a:r>
              <a:rPr lang="en-US"/>
              <a:t>Header</a:t>
            </a:r>
          </a:p>
        </p:txBody>
      </p:sp>
      <p:sp>
        <p:nvSpPr>
          <p:cNvPr id="11" name="Text Placeholder 14">
            <a:extLst>
              <a:ext uri="{FF2B5EF4-FFF2-40B4-BE49-F238E27FC236}">
                <a16:creationId xmlns:a16="http://schemas.microsoft.com/office/drawing/2014/main" id="{5A73C061-B0D2-BEEC-05D3-5D79042E3E0A}"/>
              </a:ext>
            </a:extLst>
          </p:cNvPr>
          <p:cNvSpPr>
            <a:spLocks noGrp="1"/>
          </p:cNvSpPr>
          <p:nvPr>
            <p:ph type="body" sz="quarter" idx="29" hasCustomPrompt="1"/>
          </p:nvPr>
        </p:nvSpPr>
        <p:spPr>
          <a:xfrm>
            <a:off x="6229333" y="731667"/>
            <a:ext cx="4702357" cy="605935"/>
          </a:xfrm>
        </p:spPr>
        <p:txBody>
          <a:bodyPr wrap="square">
            <a:sp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9" name="Text Placeholder 14">
            <a:extLst>
              <a:ext uri="{FF2B5EF4-FFF2-40B4-BE49-F238E27FC236}">
                <a16:creationId xmlns:a16="http://schemas.microsoft.com/office/drawing/2014/main" id="{C583E2E4-6AC2-884E-898F-1DDBFF8870D1}"/>
              </a:ext>
            </a:extLst>
          </p:cNvPr>
          <p:cNvSpPr>
            <a:spLocks noGrp="1"/>
          </p:cNvSpPr>
          <p:nvPr>
            <p:ph type="body" sz="quarter" idx="31" hasCustomPrompt="1"/>
          </p:nvPr>
        </p:nvSpPr>
        <p:spPr>
          <a:xfrm>
            <a:off x="6229332" y="1725613"/>
            <a:ext cx="5704582" cy="4865687"/>
          </a:xfrm>
        </p:spPr>
        <p:txBody>
          <a:bodyPr wrap="square" rIns="720000" numCol="1">
            <a:noAutofit/>
          </a:bodyPr>
          <a:lstStyle>
            <a:lvl1pPr marL="319976" indent="-319976">
              <a:defRPr sz="1200">
                <a:solidFill>
                  <a:schemeClr val="tx1"/>
                </a:solidFill>
              </a:defRPr>
            </a:lvl1pPr>
          </a:lstStyle>
          <a:p>
            <a:pPr lvl="0"/>
            <a:r>
              <a:rPr lang="en-US"/>
              <a:t>Text boxes with or without bullets. Text supports bold formatting.</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a:t>
            </a:r>
          </a:p>
        </p:txBody>
      </p:sp>
      <p:sp>
        <p:nvSpPr>
          <p:cNvPr id="8" name="Text Placeholder 14">
            <a:extLst>
              <a:ext uri="{FF2B5EF4-FFF2-40B4-BE49-F238E27FC236}">
                <a16:creationId xmlns:a16="http://schemas.microsoft.com/office/drawing/2014/main" id="{C0BF4823-D05E-A5DB-D2A8-F7CA0EBC68AC}"/>
              </a:ext>
            </a:extLst>
          </p:cNvPr>
          <p:cNvSpPr>
            <a:spLocks noGrp="1"/>
          </p:cNvSpPr>
          <p:nvPr>
            <p:ph type="body" sz="quarter" idx="30" hasCustomPrompt="1"/>
          </p:nvPr>
        </p:nvSpPr>
        <p:spPr>
          <a:xfrm>
            <a:off x="262766" y="1725613"/>
            <a:ext cx="5704582" cy="4865687"/>
          </a:xfrm>
        </p:spPr>
        <p:txBody>
          <a:bodyPr wrap="square" rIns="720000" numCol="1">
            <a:noAutofit/>
          </a:bodyPr>
          <a:lstStyle>
            <a:lvl1pPr marL="319976" indent="-319976">
              <a:defRPr sz="1200">
                <a:solidFill>
                  <a:schemeClr val="tx1"/>
                </a:solidFill>
              </a:defRPr>
            </a:lvl1pPr>
          </a:lstStyle>
          <a:p>
            <a:pPr lvl="0"/>
            <a:r>
              <a:rPr lang="en-US"/>
              <a:t>Text boxes with or without bullets. Text supports bold formatting.</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a:t>
            </a:r>
          </a:p>
        </p:txBody>
      </p:sp>
    </p:spTree>
    <p:extLst>
      <p:ext uri="{BB962C8B-B14F-4D97-AF65-F5344CB8AC3E}">
        <p14:creationId xmlns:p14="http://schemas.microsoft.com/office/powerpoint/2010/main" val="323996045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erior 3.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3" name="Text Placeholder 14">
            <a:extLst>
              <a:ext uri="{FF2B5EF4-FFF2-40B4-BE49-F238E27FC236}">
                <a16:creationId xmlns:a16="http://schemas.microsoft.com/office/drawing/2014/main" id="{8AE9B958-7B6B-50CA-91F3-C4EEAFC62E25}"/>
              </a:ext>
            </a:extLst>
          </p:cNvPr>
          <p:cNvSpPr>
            <a:spLocks noGrp="1"/>
          </p:cNvSpPr>
          <p:nvPr>
            <p:ph type="body" sz="quarter" idx="30" hasCustomPrompt="1"/>
          </p:nvPr>
        </p:nvSpPr>
        <p:spPr>
          <a:xfrm>
            <a:off x="262766" y="1725613"/>
            <a:ext cx="3712670" cy="4865687"/>
          </a:xfrm>
        </p:spPr>
        <p:txBody>
          <a:bodyPr wrap="square" rIns="360000" numCol="1">
            <a:noAutofit/>
          </a:bodyPr>
          <a:lstStyle>
            <a:lvl1pPr marL="319976" indent="-319976">
              <a:defRPr sz="1600"/>
            </a:lvl1pPr>
          </a:lstStyle>
          <a:p>
            <a:pPr lvl="0"/>
            <a:r>
              <a:rPr lang="en-US"/>
              <a:t>Text boxes with or without bullets. Text supports bold formatting and can also be resized to 14 or 12.</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a:t>
            </a:r>
          </a:p>
        </p:txBody>
      </p:sp>
      <p:cxnSp>
        <p:nvCxnSpPr>
          <p:cNvPr id="14" name="Straight Connector 13">
            <a:extLst>
              <a:ext uri="{FF2B5EF4-FFF2-40B4-BE49-F238E27FC236}">
                <a16:creationId xmlns:a16="http://schemas.microsoft.com/office/drawing/2014/main" id="{93C7CF26-68F7-97A5-A212-2D02971BD5CE}"/>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Text Placeholder 14">
            <a:extLst>
              <a:ext uri="{FF2B5EF4-FFF2-40B4-BE49-F238E27FC236}">
                <a16:creationId xmlns:a16="http://schemas.microsoft.com/office/drawing/2014/main" id="{AE84CEB8-6C95-7E2A-A406-F1063E3E2D36}"/>
              </a:ext>
            </a:extLst>
          </p:cNvPr>
          <p:cNvSpPr>
            <a:spLocks noGrp="1"/>
          </p:cNvSpPr>
          <p:nvPr>
            <p:ph type="body" sz="quarter" idx="31" hasCustomPrompt="1"/>
          </p:nvPr>
        </p:nvSpPr>
        <p:spPr>
          <a:xfrm>
            <a:off x="4242042" y="1725613"/>
            <a:ext cx="3704099" cy="4865687"/>
          </a:xfrm>
        </p:spPr>
        <p:txBody>
          <a:bodyPr wrap="square" rIns="360000" numCol="1">
            <a:noAutofit/>
          </a:bodyPr>
          <a:lstStyle>
            <a:lvl1pPr marL="319976" indent="-319976">
              <a:defRPr sz="16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6" name="Text Placeholder 14">
            <a:extLst>
              <a:ext uri="{FF2B5EF4-FFF2-40B4-BE49-F238E27FC236}">
                <a16:creationId xmlns:a16="http://schemas.microsoft.com/office/drawing/2014/main" id="{B0CB8DD6-A549-B5F6-C607-6B7C54712371}"/>
              </a:ext>
            </a:extLst>
          </p:cNvPr>
          <p:cNvSpPr>
            <a:spLocks noGrp="1"/>
          </p:cNvSpPr>
          <p:nvPr>
            <p:ph type="body" sz="quarter" idx="32" hasCustomPrompt="1"/>
          </p:nvPr>
        </p:nvSpPr>
        <p:spPr>
          <a:xfrm>
            <a:off x="8225998" y="1725613"/>
            <a:ext cx="3704099" cy="4865687"/>
          </a:xfrm>
        </p:spPr>
        <p:txBody>
          <a:bodyPr wrap="square" rIns="360000" numCol="1">
            <a:noAutofit/>
          </a:bodyPr>
          <a:lstStyle>
            <a:lvl1pPr marL="319976" indent="-319976">
              <a:defRPr sz="16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7" name="Slide Number Placeholder 5">
            <a:extLst>
              <a:ext uri="{FF2B5EF4-FFF2-40B4-BE49-F238E27FC236}">
                <a16:creationId xmlns:a16="http://schemas.microsoft.com/office/drawing/2014/main" id="{D3540473-B034-9EB2-494B-4C26002F3E75}"/>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8" name="Title 17">
            <a:extLst>
              <a:ext uri="{FF2B5EF4-FFF2-40B4-BE49-F238E27FC236}">
                <a16:creationId xmlns:a16="http://schemas.microsoft.com/office/drawing/2014/main" id="{13A68956-E942-A573-1B71-B2FB74824E82}"/>
              </a:ext>
            </a:extLst>
          </p:cNvPr>
          <p:cNvSpPr>
            <a:spLocks noGrp="1"/>
          </p:cNvSpPr>
          <p:nvPr>
            <p:ph type="title" hasCustomPrompt="1"/>
          </p:nvPr>
        </p:nvSpPr>
        <p:spPr>
          <a:xfrm>
            <a:off x="262767" y="731667"/>
            <a:ext cx="5699884" cy="284694"/>
          </a:xfrm>
        </p:spPr>
        <p:txBody>
          <a:bodyPr anchor="t"/>
          <a:lstStyle>
            <a:lvl1pPr>
              <a:lnSpc>
                <a:spcPct val="90000"/>
              </a:lnSpc>
              <a:defRPr sz="2000" spc="0">
                <a:solidFill>
                  <a:schemeClr val="tx1"/>
                </a:solidFill>
              </a:defRPr>
            </a:lvl1pPr>
          </a:lstStyle>
          <a:p>
            <a:r>
              <a:rPr lang="en-US"/>
              <a:t>Header</a:t>
            </a:r>
          </a:p>
        </p:txBody>
      </p:sp>
      <p:sp>
        <p:nvSpPr>
          <p:cNvPr id="4" name="Text Placeholder 14">
            <a:extLst>
              <a:ext uri="{FF2B5EF4-FFF2-40B4-BE49-F238E27FC236}">
                <a16:creationId xmlns:a16="http://schemas.microsoft.com/office/drawing/2014/main" id="{C315452E-8A64-EBA6-C22F-3150C3979F35}"/>
              </a:ext>
            </a:extLst>
          </p:cNvPr>
          <p:cNvSpPr>
            <a:spLocks noGrp="1"/>
          </p:cNvSpPr>
          <p:nvPr>
            <p:ph type="body" sz="quarter" idx="29" hasCustomPrompt="1"/>
          </p:nvPr>
        </p:nvSpPr>
        <p:spPr>
          <a:xfrm>
            <a:off x="6229333" y="731667"/>
            <a:ext cx="4702357" cy="605935"/>
          </a:xfrm>
        </p:spPr>
        <p:txBody>
          <a:bodyPr wrap="square">
            <a:sp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Tree>
    <p:extLst>
      <p:ext uri="{BB962C8B-B14F-4D97-AF65-F5344CB8AC3E}">
        <p14:creationId xmlns:p14="http://schemas.microsoft.com/office/powerpoint/2010/main" val="466130123"/>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terior 4.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14" name="Straight Connector 13">
            <a:extLst>
              <a:ext uri="{FF2B5EF4-FFF2-40B4-BE49-F238E27FC236}">
                <a16:creationId xmlns:a16="http://schemas.microsoft.com/office/drawing/2014/main" id="{93C7CF26-68F7-97A5-A212-2D02971BD5CE}"/>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7" name="Slide Number Placeholder 5">
            <a:extLst>
              <a:ext uri="{FF2B5EF4-FFF2-40B4-BE49-F238E27FC236}">
                <a16:creationId xmlns:a16="http://schemas.microsoft.com/office/drawing/2014/main" id="{D3540473-B034-9EB2-494B-4C26002F3E75}"/>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8" name="Title 17">
            <a:extLst>
              <a:ext uri="{FF2B5EF4-FFF2-40B4-BE49-F238E27FC236}">
                <a16:creationId xmlns:a16="http://schemas.microsoft.com/office/drawing/2014/main" id="{13A68956-E942-A573-1B71-B2FB74824E82}"/>
              </a:ext>
            </a:extLst>
          </p:cNvPr>
          <p:cNvSpPr>
            <a:spLocks noGrp="1"/>
          </p:cNvSpPr>
          <p:nvPr>
            <p:ph type="title" hasCustomPrompt="1"/>
          </p:nvPr>
        </p:nvSpPr>
        <p:spPr>
          <a:xfrm>
            <a:off x="262766" y="731667"/>
            <a:ext cx="5710681" cy="284694"/>
          </a:xfrm>
        </p:spPr>
        <p:txBody>
          <a:bodyPr anchor="t"/>
          <a:lstStyle>
            <a:lvl1pPr>
              <a:lnSpc>
                <a:spcPct val="90000"/>
              </a:lnSpc>
              <a:defRPr sz="2000" spc="0">
                <a:solidFill>
                  <a:schemeClr val="tx1"/>
                </a:solidFill>
              </a:defRPr>
            </a:lvl1pPr>
          </a:lstStyle>
          <a:p>
            <a:r>
              <a:rPr lang="en-US"/>
              <a:t>Header</a:t>
            </a:r>
          </a:p>
        </p:txBody>
      </p:sp>
      <p:sp>
        <p:nvSpPr>
          <p:cNvPr id="4" name="Text Placeholder 14">
            <a:extLst>
              <a:ext uri="{FF2B5EF4-FFF2-40B4-BE49-F238E27FC236}">
                <a16:creationId xmlns:a16="http://schemas.microsoft.com/office/drawing/2014/main" id="{21D2B006-F749-8F43-65FE-4CF321D29890}"/>
              </a:ext>
            </a:extLst>
          </p:cNvPr>
          <p:cNvSpPr>
            <a:spLocks noGrp="1"/>
          </p:cNvSpPr>
          <p:nvPr>
            <p:ph type="body" sz="quarter" idx="30" hasCustomPrompt="1"/>
          </p:nvPr>
        </p:nvSpPr>
        <p:spPr>
          <a:xfrm>
            <a:off x="262766" y="1725613"/>
            <a:ext cx="2742843" cy="4865687"/>
          </a:xfrm>
        </p:spPr>
        <p:txBody>
          <a:bodyPr wrap="square" rIns="182880" numCol="1">
            <a:noAutofit/>
          </a:bodyPr>
          <a:lstStyle>
            <a:lvl1pPr marL="319976" indent="-319976">
              <a:defRPr sz="1600">
                <a:solidFill>
                  <a:schemeClr val="tx1"/>
                </a:solidFill>
              </a:defRPr>
            </a:lvl1pPr>
          </a:lstStyle>
          <a:p>
            <a:pPr lvl="0"/>
            <a:r>
              <a:rPr lang="en-US"/>
              <a:t>Text boxes with or without bullets. Text supports bold formatting and can also be resized to 14 or 12.</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9" name="Text Placeholder 14">
            <a:extLst>
              <a:ext uri="{FF2B5EF4-FFF2-40B4-BE49-F238E27FC236}">
                <a16:creationId xmlns:a16="http://schemas.microsoft.com/office/drawing/2014/main" id="{29C39448-E79C-C658-7E18-C89357FF137E}"/>
              </a:ext>
            </a:extLst>
          </p:cNvPr>
          <p:cNvSpPr>
            <a:spLocks noGrp="1"/>
          </p:cNvSpPr>
          <p:nvPr>
            <p:ph type="body" sz="quarter" idx="31" hasCustomPrompt="1"/>
          </p:nvPr>
        </p:nvSpPr>
        <p:spPr>
          <a:xfrm>
            <a:off x="3230604" y="1725613"/>
            <a:ext cx="2742843" cy="4865687"/>
          </a:xfrm>
        </p:spPr>
        <p:txBody>
          <a:bodyPr wrap="square" rIns="182880" numCol="1">
            <a:noAutofit/>
          </a:bodyPr>
          <a:lstStyle>
            <a:lvl1pPr marL="319976" indent="-319976">
              <a:defRPr sz="16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0" name="Text Placeholder 14">
            <a:extLst>
              <a:ext uri="{FF2B5EF4-FFF2-40B4-BE49-F238E27FC236}">
                <a16:creationId xmlns:a16="http://schemas.microsoft.com/office/drawing/2014/main" id="{C2F8997B-5962-DDDC-E4AB-2E46CC37E570}"/>
              </a:ext>
            </a:extLst>
          </p:cNvPr>
          <p:cNvSpPr>
            <a:spLocks noGrp="1"/>
          </p:cNvSpPr>
          <p:nvPr>
            <p:ph type="body" sz="quarter" idx="32" hasCustomPrompt="1"/>
          </p:nvPr>
        </p:nvSpPr>
        <p:spPr>
          <a:xfrm>
            <a:off x="6198442" y="1725613"/>
            <a:ext cx="2742843" cy="4865687"/>
          </a:xfrm>
        </p:spPr>
        <p:txBody>
          <a:bodyPr wrap="square" rIns="182880" numCol="1">
            <a:noAutofit/>
          </a:bodyPr>
          <a:lstStyle>
            <a:lvl1pPr marL="319976" indent="-319976">
              <a:defRPr sz="16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1" name="Text Placeholder 14">
            <a:extLst>
              <a:ext uri="{FF2B5EF4-FFF2-40B4-BE49-F238E27FC236}">
                <a16:creationId xmlns:a16="http://schemas.microsoft.com/office/drawing/2014/main" id="{B8819A23-7264-7663-70E0-59DA8AB76B86}"/>
              </a:ext>
            </a:extLst>
          </p:cNvPr>
          <p:cNvSpPr>
            <a:spLocks noGrp="1"/>
          </p:cNvSpPr>
          <p:nvPr>
            <p:ph type="body" sz="quarter" idx="33" hasCustomPrompt="1"/>
          </p:nvPr>
        </p:nvSpPr>
        <p:spPr>
          <a:xfrm>
            <a:off x="9166279" y="1725613"/>
            <a:ext cx="2742843" cy="4865687"/>
          </a:xfrm>
        </p:spPr>
        <p:txBody>
          <a:bodyPr wrap="square" rIns="182880" numCol="1">
            <a:noAutofit/>
          </a:bodyPr>
          <a:lstStyle>
            <a:lvl1pPr marL="319976" indent="-319976">
              <a:defRPr sz="16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5" name="Text Placeholder 14">
            <a:extLst>
              <a:ext uri="{FF2B5EF4-FFF2-40B4-BE49-F238E27FC236}">
                <a16:creationId xmlns:a16="http://schemas.microsoft.com/office/drawing/2014/main" id="{2B39116E-F76F-5677-5F0B-045161D75A2F}"/>
              </a:ext>
            </a:extLst>
          </p:cNvPr>
          <p:cNvSpPr>
            <a:spLocks noGrp="1"/>
          </p:cNvSpPr>
          <p:nvPr>
            <p:ph type="body" sz="quarter" idx="29" hasCustomPrompt="1"/>
          </p:nvPr>
        </p:nvSpPr>
        <p:spPr>
          <a:xfrm>
            <a:off x="6229333" y="731667"/>
            <a:ext cx="4702357" cy="605935"/>
          </a:xfrm>
        </p:spPr>
        <p:txBody>
          <a:bodyPr wrap="square">
            <a:sp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Tree>
    <p:extLst>
      <p:ext uri="{BB962C8B-B14F-4D97-AF65-F5344CB8AC3E}">
        <p14:creationId xmlns:p14="http://schemas.microsoft.com/office/powerpoint/2010/main" val="3969215576"/>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terior 5.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3" name="Text Placeholder 14">
            <a:extLst>
              <a:ext uri="{FF2B5EF4-FFF2-40B4-BE49-F238E27FC236}">
                <a16:creationId xmlns:a16="http://schemas.microsoft.com/office/drawing/2014/main" id="{8AE9B958-7B6B-50CA-91F3-C4EEAFC62E25}"/>
              </a:ext>
            </a:extLst>
          </p:cNvPr>
          <p:cNvSpPr>
            <a:spLocks noGrp="1"/>
          </p:cNvSpPr>
          <p:nvPr>
            <p:ph type="body" sz="quarter" idx="30" hasCustomPrompt="1"/>
          </p:nvPr>
        </p:nvSpPr>
        <p:spPr>
          <a:xfrm>
            <a:off x="262766" y="1725613"/>
            <a:ext cx="6698228" cy="4311437"/>
          </a:xfrm>
        </p:spPr>
        <p:txBody>
          <a:bodyPr wrap="square">
            <a:spAutoFit/>
          </a:bodyPr>
          <a:lstStyle>
            <a:lvl1pPr marL="319976" marR="0" indent="-319976" algn="l" defTabSz="323935" rtl="0" eaLnBrk="1" fontAlgn="auto" latinLnBrk="0" hangingPunct="1">
              <a:lnSpc>
                <a:spcPct val="110000"/>
              </a:lnSpc>
              <a:spcBef>
                <a:spcPts val="0"/>
              </a:spcBef>
              <a:spcAft>
                <a:spcPts val="1000"/>
              </a:spcAft>
              <a:buClrTx/>
              <a:buSzPct val="150000"/>
              <a:buFont typeface="System Font Regular"/>
              <a:buChar char="■"/>
              <a:tabLst/>
              <a:defRPr sz="2000"/>
            </a:lvl1pPr>
          </a:lstStyle>
          <a:p>
            <a:pPr marL="319976" marR="0" lvl="0" indent="-319976" algn="l" defTabSz="323935" rtl="0" eaLnBrk="1" fontAlgn="auto" latinLnBrk="0" hangingPunct="1">
              <a:lnSpc>
                <a:spcPct val="110000"/>
              </a:lnSpc>
              <a:spcBef>
                <a:spcPts val="0"/>
              </a:spcBef>
              <a:spcAft>
                <a:spcPts val="1000"/>
              </a:spcAft>
              <a:buClrTx/>
              <a:buSzPct val="150000"/>
              <a:buFont typeface="System Font Regular"/>
              <a:buChar char="■"/>
              <a:tabLst/>
              <a:defRPr/>
            </a:pPr>
            <a:r>
              <a:rPr lang="en-US"/>
              <a:t>Text boxes with or without bullets. Text supports bold formatting and can also be resized to 16.</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cxnSp>
        <p:nvCxnSpPr>
          <p:cNvPr id="14" name="Straight Connector 13">
            <a:extLst>
              <a:ext uri="{FF2B5EF4-FFF2-40B4-BE49-F238E27FC236}">
                <a16:creationId xmlns:a16="http://schemas.microsoft.com/office/drawing/2014/main" id="{93C7CF26-68F7-97A5-A212-2D02971BD5CE}"/>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Picture Placeholder 9">
            <a:extLst>
              <a:ext uri="{FF2B5EF4-FFF2-40B4-BE49-F238E27FC236}">
                <a16:creationId xmlns:a16="http://schemas.microsoft.com/office/drawing/2014/main" id="{B3B65328-55C0-54EE-EFBC-E4320545CE14}"/>
              </a:ext>
            </a:extLst>
          </p:cNvPr>
          <p:cNvSpPr>
            <a:spLocks noGrp="1"/>
          </p:cNvSpPr>
          <p:nvPr>
            <p:ph type="pic" sz="quarter" idx="31"/>
          </p:nvPr>
        </p:nvSpPr>
        <p:spPr>
          <a:xfrm>
            <a:off x="7222979" y="1725613"/>
            <a:ext cx="4697560" cy="4865684"/>
          </a:xfrm>
          <a:prstGeom prst="rect">
            <a:avLst/>
          </a:prstGeom>
          <a:solidFill>
            <a:srgbClr val="C2C4B8"/>
          </a:solidFill>
        </p:spPr>
        <p:txBody>
          <a:bodyPr anchor="ctr">
            <a:noAutofit/>
          </a:bodyPr>
          <a:lstStyle>
            <a:lvl1pPr algn="ctr">
              <a:buNone/>
              <a:defRPr sz="1600">
                <a:solidFill>
                  <a:schemeClr val="bg1"/>
                </a:solidFill>
              </a:defRPr>
            </a:lvl1pPr>
          </a:lstStyle>
          <a:p>
            <a:r>
              <a:rPr lang="en-US"/>
              <a:t>Click icon to add picture</a:t>
            </a:r>
          </a:p>
        </p:txBody>
      </p:sp>
      <p:sp>
        <p:nvSpPr>
          <p:cNvPr id="6" name="Slide Number Placeholder 5">
            <a:extLst>
              <a:ext uri="{FF2B5EF4-FFF2-40B4-BE49-F238E27FC236}">
                <a16:creationId xmlns:a16="http://schemas.microsoft.com/office/drawing/2014/main" id="{C1883DFC-6AA7-11BC-1861-9456BAA7D085}"/>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7" name="Title 17">
            <a:extLst>
              <a:ext uri="{FF2B5EF4-FFF2-40B4-BE49-F238E27FC236}">
                <a16:creationId xmlns:a16="http://schemas.microsoft.com/office/drawing/2014/main" id="{A403E14E-4407-9879-BC85-FB4C90A0BEC8}"/>
              </a:ext>
            </a:extLst>
          </p:cNvPr>
          <p:cNvSpPr>
            <a:spLocks noGrp="1"/>
          </p:cNvSpPr>
          <p:nvPr>
            <p:ph type="title" hasCustomPrompt="1"/>
          </p:nvPr>
        </p:nvSpPr>
        <p:spPr>
          <a:xfrm>
            <a:off x="262766" y="731667"/>
            <a:ext cx="11666617" cy="284694"/>
          </a:xfrm>
        </p:spPr>
        <p:txBody>
          <a:bodyPr anchor="t"/>
          <a:lstStyle>
            <a:lvl1pPr>
              <a:lnSpc>
                <a:spcPct val="90000"/>
              </a:lnSpc>
              <a:defRPr sz="2000" spc="0">
                <a:solidFill>
                  <a:schemeClr val="tx1"/>
                </a:solidFill>
              </a:defRPr>
            </a:lvl1pPr>
          </a:lstStyle>
          <a:p>
            <a:r>
              <a:rPr lang="en-US"/>
              <a:t>Header</a:t>
            </a:r>
          </a:p>
        </p:txBody>
      </p:sp>
    </p:spTree>
    <p:extLst>
      <p:ext uri="{BB962C8B-B14F-4D97-AF65-F5344CB8AC3E}">
        <p14:creationId xmlns:p14="http://schemas.microsoft.com/office/powerpoint/2010/main" val="4283827224"/>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terior 6.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0" name="Picture Placeholder 9">
            <a:extLst>
              <a:ext uri="{FF2B5EF4-FFF2-40B4-BE49-F238E27FC236}">
                <a16:creationId xmlns:a16="http://schemas.microsoft.com/office/drawing/2014/main" id="{4770B266-5446-768A-82D4-69E5C5EF5163}"/>
              </a:ext>
            </a:extLst>
          </p:cNvPr>
          <p:cNvSpPr>
            <a:spLocks noGrp="1"/>
          </p:cNvSpPr>
          <p:nvPr>
            <p:ph type="pic" sz="quarter" idx="12"/>
          </p:nvPr>
        </p:nvSpPr>
        <p:spPr>
          <a:xfrm>
            <a:off x="7222979" y="1725613"/>
            <a:ext cx="4697560" cy="4865684"/>
          </a:xfrm>
          <a:prstGeom prst="rect">
            <a:avLst/>
          </a:prstGeom>
          <a:solidFill>
            <a:srgbClr val="C2C4B8"/>
          </a:solidFill>
        </p:spPr>
        <p:txBody>
          <a:bodyPr anchor="ctr">
            <a:noAutofit/>
          </a:bodyPr>
          <a:lstStyle>
            <a:lvl1pPr algn="ctr">
              <a:buNone/>
              <a:defRPr sz="1600">
                <a:solidFill>
                  <a:schemeClr val="bg1"/>
                </a:solidFill>
              </a:defRPr>
            </a:lvl1pPr>
          </a:lstStyle>
          <a:p>
            <a:r>
              <a:rPr lang="en-US"/>
              <a:t>Click icon to add picture</a:t>
            </a:r>
          </a:p>
        </p:txBody>
      </p:sp>
      <p:sp>
        <p:nvSpPr>
          <p:cNvPr id="11" name="Picture Placeholder 9">
            <a:extLst>
              <a:ext uri="{FF2B5EF4-FFF2-40B4-BE49-F238E27FC236}">
                <a16:creationId xmlns:a16="http://schemas.microsoft.com/office/drawing/2014/main" id="{40770483-108A-B69C-6103-1E6EE04E2ED7}"/>
              </a:ext>
            </a:extLst>
          </p:cNvPr>
          <p:cNvSpPr>
            <a:spLocks noGrp="1"/>
          </p:cNvSpPr>
          <p:nvPr>
            <p:ph type="pic" sz="quarter" idx="13"/>
          </p:nvPr>
        </p:nvSpPr>
        <p:spPr>
          <a:xfrm>
            <a:off x="262766" y="1725613"/>
            <a:ext cx="6695203" cy="4865687"/>
          </a:xfrm>
          <a:prstGeom prst="rect">
            <a:avLst/>
          </a:prstGeom>
          <a:solidFill>
            <a:srgbClr val="C2C4B8"/>
          </a:solidFill>
        </p:spPr>
        <p:txBody>
          <a:bodyPr anchor="ctr">
            <a:noAutofit/>
          </a:bodyPr>
          <a:lstStyle>
            <a:lvl1pPr algn="ctr">
              <a:buNone/>
              <a:defRPr sz="1600">
                <a:solidFill>
                  <a:schemeClr val="bg1"/>
                </a:solidFill>
              </a:defRPr>
            </a:lvl1pPr>
          </a:lstStyle>
          <a:p>
            <a:r>
              <a:rPr lang="en-US"/>
              <a:t>Click icon to add picture</a:t>
            </a:r>
          </a:p>
        </p:txBody>
      </p:sp>
      <p:cxnSp>
        <p:nvCxnSpPr>
          <p:cNvPr id="18" name="Straight Connector 17">
            <a:extLst>
              <a:ext uri="{FF2B5EF4-FFF2-40B4-BE49-F238E27FC236}">
                <a16:creationId xmlns:a16="http://schemas.microsoft.com/office/drawing/2014/main" id="{B3EC02C0-8D54-6533-F1B0-12840906CFED}"/>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56BA9835-50D3-5A66-6A02-239514B22687}"/>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 Placeholder 14">
            <a:extLst>
              <a:ext uri="{FF2B5EF4-FFF2-40B4-BE49-F238E27FC236}">
                <a16:creationId xmlns:a16="http://schemas.microsoft.com/office/drawing/2014/main" id="{75BB8B46-AFFA-5E2C-16C5-6A66FEA3913C}"/>
              </a:ext>
            </a:extLst>
          </p:cNvPr>
          <p:cNvSpPr>
            <a:spLocks noGrp="1"/>
          </p:cNvSpPr>
          <p:nvPr>
            <p:ph type="body" sz="quarter" idx="29" hasCustomPrompt="1"/>
          </p:nvPr>
        </p:nvSpPr>
        <p:spPr>
          <a:xfrm>
            <a:off x="7227027" y="731667"/>
            <a:ext cx="4702357" cy="605935"/>
          </a:xfrm>
        </p:spPr>
        <p:txBody>
          <a:bodyPr wrap="square">
            <a:sp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7" name="Title 17">
            <a:extLst>
              <a:ext uri="{FF2B5EF4-FFF2-40B4-BE49-F238E27FC236}">
                <a16:creationId xmlns:a16="http://schemas.microsoft.com/office/drawing/2014/main" id="{7D179E22-B500-E387-709F-E50EC737B420}"/>
              </a:ext>
            </a:extLst>
          </p:cNvPr>
          <p:cNvSpPr>
            <a:spLocks noGrp="1"/>
          </p:cNvSpPr>
          <p:nvPr>
            <p:ph type="title" hasCustomPrompt="1"/>
          </p:nvPr>
        </p:nvSpPr>
        <p:spPr>
          <a:xfrm>
            <a:off x="262766" y="731667"/>
            <a:ext cx="6686075" cy="284694"/>
          </a:xfrm>
        </p:spPr>
        <p:txBody>
          <a:bodyPr anchor="t"/>
          <a:lstStyle>
            <a:lvl1pPr>
              <a:lnSpc>
                <a:spcPct val="90000"/>
              </a:lnSpc>
              <a:defRPr sz="2000" spc="0">
                <a:solidFill>
                  <a:schemeClr val="tx1"/>
                </a:solidFill>
              </a:defRPr>
            </a:lvl1pPr>
          </a:lstStyle>
          <a:p>
            <a:r>
              <a:rPr lang="en-US"/>
              <a:t>Header</a:t>
            </a:r>
          </a:p>
        </p:txBody>
      </p:sp>
    </p:spTree>
    <p:extLst>
      <p:ext uri="{BB962C8B-B14F-4D97-AF65-F5344CB8AC3E}">
        <p14:creationId xmlns:p14="http://schemas.microsoft.com/office/powerpoint/2010/main" val="2016406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terior 7.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4" name="Picture Placeholder 9">
            <a:extLst>
              <a:ext uri="{FF2B5EF4-FFF2-40B4-BE49-F238E27FC236}">
                <a16:creationId xmlns:a16="http://schemas.microsoft.com/office/drawing/2014/main" id="{D0469808-88FD-ACEF-2F72-0BE6F0097FEF}"/>
              </a:ext>
            </a:extLst>
          </p:cNvPr>
          <p:cNvSpPr>
            <a:spLocks noGrp="1"/>
          </p:cNvSpPr>
          <p:nvPr>
            <p:ph type="pic" sz="quarter" idx="12"/>
          </p:nvPr>
        </p:nvSpPr>
        <p:spPr>
          <a:xfrm>
            <a:off x="8205250" y="2873188"/>
            <a:ext cx="3715550" cy="3715218"/>
          </a:xfrm>
          <a:prstGeom prst="rect">
            <a:avLst/>
          </a:prstGeom>
          <a:solidFill>
            <a:srgbClr val="C2C4B8"/>
          </a:solidFill>
        </p:spPr>
        <p:txBody>
          <a:bodyPr anchor="ctr">
            <a:noAutofit/>
          </a:bodyPr>
          <a:lstStyle>
            <a:lvl1pPr algn="ctr">
              <a:buNone/>
              <a:defRPr sz="1600">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6F949642-FA3F-1419-ADF6-2AD5A69F52A3}"/>
              </a:ext>
            </a:extLst>
          </p:cNvPr>
          <p:cNvSpPr>
            <a:spLocks noGrp="1"/>
          </p:cNvSpPr>
          <p:nvPr>
            <p:ph type="pic" sz="quarter" idx="13"/>
          </p:nvPr>
        </p:nvSpPr>
        <p:spPr>
          <a:xfrm>
            <a:off x="4234008" y="2873188"/>
            <a:ext cx="3715550" cy="3715218"/>
          </a:xfrm>
          <a:prstGeom prst="rect">
            <a:avLst/>
          </a:prstGeom>
          <a:solidFill>
            <a:srgbClr val="C2C4B8"/>
          </a:solidFill>
        </p:spPr>
        <p:txBody>
          <a:bodyPr anchor="ctr">
            <a:noAutofit/>
          </a:bodyPr>
          <a:lstStyle>
            <a:lvl1pPr algn="ctr">
              <a:buNone/>
              <a:defRPr sz="1600">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303B3202-D2D8-FA21-2C67-6C6FCA7E73E4}"/>
              </a:ext>
            </a:extLst>
          </p:cNvPr>
          <p:cNvSpPr>
            <a:spLocks noGrp="1"/>
          </p:cNvSpPr>
          <p:nvPr>
            <p:ph type="pic" sz="quarter" idx="14"/>
          </p:nvPr>
        </p:nvSpPr>
        <p:spPr>
          <a:xfrm>
            <a:off x="262766" y="2877670"/>
            <a:ext cx="3715550" cy="3715218"/>
          </a:xfrm>
          <a:prstGeom prst="rect">
            <a:avLst/>
          </a:prstGeom>
          <a:solidFill>
            <a:srgbClr val="C2C4B8"/>
          </a:solidFill>
        </p:spPr>
        <p:txBody>
          <a:bodyPr anchor="ctr">
            <a:noAutofit/>
          </a:bodyPr>
          <a:lstStyle>
            <a:lvl1pPr algn="ctr">
              <a:buNone/>
              <a:defRPr sz="1600">
                <a:solidFill>
                  <a:schemeClr val="bg1"/>
                </a:solidFill>
              </a:defRPr>
            </a:lvl1pPr>
          </a:lstStyle>
          <a:p>
            <a:r>
              <a:rPr lang="en-US"/>
              <a:t>Click icon to add picture</a:t>
            </a:r>
          </a:p>
        </p:txBody>
      </p:sp>
      <p:cxnSp>
        <p:nvCxnSpPr>
          <p:cNvPr id="16" name="Straight Connector 15">
            <a:extLst>
              <a:ext uri="{FF2B5EF4-FFF2-40B4-BE49-F238E27FC236}">
                <a16:creationId xmlns:a16="http://schemas.microsoft.com/office/drawing/2014/main" id="{D3522959-3D58-6A3C-F7EB-15C62682FE4C}"/>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Text Placeholder 14">
            <a:extLst>
              <a:ext uri="{FF2B5EF4-FFF2-40B4-BE49-F238E27FC236}">
                <a16:creationId xmlns:a16="http://schemas.microsoft.com/office/drawing/2014/main" id="{723C309C-8C63-B444-3D0D-51A050F542BF}"/>
              </a:ext>
            </a:extLst>
          </p:cNvPr>
          <p:cNvSpPr>
            <a:spLocks noGrp="1"/>
          </p:cNvSpPr>
          <p:nvPr>
            <p:ph type="body" sz="quarter" idx="30" hasCustomPrompt="1"/>
          </p:nvPr>
        </p:nvSpPr>
        <p:spPr>
          <a:xfrm>
            <a:off x="262766" y="1639902"/>
            <a:ext cx="7691873" cy="1024465"/>
          </a:xfrm>
        </p:spPr>
        <p:txBody>
          <a:bodyPr wrap="square">
            <a:noAutofit/>
          </a:bodyPr>
          <a:lstStyle>
            <a:lvl1pPr marL="319976" indent="-319976">
              <a:defRPr sz="20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p:txBody>
      </p:sp>
      <p:sp>
        <p:nvSpPr>
          <p:cNvPr id="6" name="Slide Number Placeholder 5">
            <a:extLst>
              <a:ext uri="{FF2B5EF4-FFF2-40B4-BE49-F238E27FC236}">
                <a16:creationId xmlns:a16="http://schemas.microsoft.com/office/drawing/2014/main" id="{96E1109E-AA7A-25CA-A789-70C04273A162}"/>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7" name="Title 17">
            <a:extLst>
              <a:ext uri="{FF2B5EF4-FFF2-40B4-BE49-F238E27FC236}">
                <a16:creationId xmlns:a16="http://schemas.microsoft.com/office/drawing/2014/main" id="{15049F56-995E-94DF-D02C-5287BF5C2538}"/>
              </a:ext>
            </a:extLst>
          </p:cNvPr>
          <p:cNvSpPr>
            <a:spLocks noGrp="1"/>
          </p:cNvSpPr>
          <p:nvPr>
            <p:ph type="title" hasCustomPrompt="1"/>
          </p:nvPr>
        </p:nvSpPr>
        <p:spPr>
          <a:xfrm>
            <a:off x="262766" y="731667"/>
            <a:ext cx="11666617" cy="284694"/>
          </a:xfrm>
        </p:spPr>
        <p:txBody>
          <a:bodyPr anchor="t"/>
          <a:lstStyle>
            <a:lvl1pPr>
              <a:lnSpc>
                <a:spcPct val="90000"/>
              </a:lnSpc>
              <a:defRPr sz="2000" spc="0">
                <a:solidFill>
                  <a:schemeClr val="tx1"/>
                </a:solidFill>
              </a:defRPr>
            </a:lvl1pPr>
          </a:lstStyle>
          <a:p>
            <a:r>
              <a:rPr lang="en-US"/>
              <a:t>Header</a:t>
            </a:r>
          </a:p>
        </p:txBody>
      </p:sp>
    </p:spTree>
    <p:extLst>
      <p:ext uri="{BB962C8B-B14F-4D97-AF65-F5344CB8AC3E}">
        <p14:creationId xmlns:p14="http://schemas.microsoft.com/office/powerpoint/2010/main" val="2075972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terior 8.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Picture Placeholder 9">
            <a:extLst>
              <a:ext uri="{FF2B5EF4-FFF2-40B4-BE49-F238E27FC236}">
                <a16:creationId xmlns:a16="http://schemas.microsoft.com/office/drawing/2014/main" id="{D918FA23-A2B1-2DE4-628F-B700CCD9BAB7}"/>
              </a:ext>
            </a:extLst>
          </p:cNvPr>
          <p:cNvSpPr>
            <a:spLocks noGrp="1"/>
          </p:cNvSpPr>
          <p:nvPr>
            <p:ph type="pic" sz="quarter" idx="13"/>
          </p:nvPr>
        </p:nvSpPr>
        <p:spPr>
          <a:xfrm>
            <a:off x="262766" y="3734121"/>
            <a:ext cx="2858767" cy="2857179"/>
          </a:xfrm>
          <a:prstGeom prst="rect">
            <a:avLst/>
          </a:prstGeom>
          <a:solidFill>
            <a:srgbClr val="C2C4B8"/>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B0A2F4B5-F97D-5BD8-3FEC-886BE9359488}"/>
              </a:ext>
            </a:extLst>
          </p:cNvPr>
          <p:cNvSpPr>
            <a:spLocks noGrp="1"/>
          </p:cNvSpPr>
          <p:nvPr>
            <p:ph type="pic" sz="quarter" idx="14"/>
          </p:nvPr>
        </p:nvSpPr>
        <p:spPr>
          <a:xfrm>
            <a:off x="3195855" y="3734121"/>
            <a:ext cx="2858767" cy="2857179"/>
          </a:xfrm>
          <a:prstGeom prst="rect">
            <a:avLst/>
          </a:prstGeom>
          <a:solidFill>
            <a:srgbClr val="C2C4B8"/>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136CF6E1-70C8-5571-26E2-DF4E936FF2C6}"/>
              </a:ext>
            </a:extLst>
          </p:cNvPr>
          <p:cNvSpPr>
            <a:spLocks noGrp="1"/>
          </p:cNvSpPr>
          <p:nvPr>
            <p:ph type="pic" sz="quarter" idx="15"/>
          </p:nvPr>
        </p:nvSpPr>
        <p:spPr>
          <a:xfrm>
            <a:off x="6128944" y="3734121"/>
            <a:ext cx="2858767" cy="2857179"/>
          </a:xfrm>
          <a:prstGeom prst="rect">
            <a:avLst/>
          </a:prstGeom>
          <a:solidFill>
            <a:srgbClr val="C2C4B8"/>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
        <p:nvSpPr>
          <p:cNvPr id="11" name="Picture Placeholder 9">
            <a:extLst>
              <a:ext uri="{FF2B5EF4-FFF2-40B4-BE49-F238E27FC236}">
                <a16:creationId xmlns:a16="http://schemas.microsoft.com/office/drawing/2014/main" id="{F082EC09-A908-1368-5540-7151D817A4ED}"/>
              </a:ext>
            </a:extLst>
          </p:cNvPr>
          <p:cNvSpPr>
            <a:spLocks noGrp="1"/>
          </p:cNvSpPr>
          <p:nvPr>
            <p:ph type="pic" sz="quarter" idx="16"/>
          </p:nvPr>
        </p:nvSpPr>
        <p:spPr>
          <a:xfrm>
            <a:off x="9062033" y="3734121"/>
            <a:ext cx="2858767" cy="2857179"/>
          </a:xfrm>
          <a:prstGeom prst="rect">
            <a:avLst/>
          </a:prstGeom>
          <a:solidFill>
            <a:srgbClr val="C2C4B8"/>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cxnSp>
        <p:nvCxnSpPr>
          <p:cNvPr id="18" name="Straight Connector 17">
            <a:extLst>
              <a:ext uri="{FF2B5EF4-FFF2-40B4-BE49-F238E27FC236}">
                <a16:creationId xmlns:a16="http://schemas.microsoft.com/office/drawing/2014/main" id="{5D5D9ACD-5E58-70FE-2D91-456F5D8594AE}"/>
              </a:ext>
            </a:extLst>
          </p:cNvPr>
          <p:cNvCxnSpPr>
            <a:cxnSpLocks/>
          </p:cNvCxnSpPr>
          <p:nvPr userDrawn="1"/>
        </p:nvCxnSpPr>
        <p:spPr>
          <a:xfrm flipH="1">
            <a:off x="262616" y="1469045"/>
            <a:ext cx="1166748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 Placeholder 14">
            <a:extLst>
              <a:ext uri="{FF2B5EF4-FFF2-40B4-BE49-F238E27FC236}">
                <a16:creationId xmlns:a16="http://schemas.microsoft.com/office/drawing/2014/main" id="{C92B12EA-3292-844F-2545-A5DFDA3C18D9}"/>
              </a:ext>
            </a:extLst>
          </p:cNvPr>
          <p:cNvSpPr>
            <a:spLocks noGrp="1"/>
          </p:cNvSpPr>
          <p:nvPr>
            <p:ph type="body" sz="quarter" idx="30" hasCustomPrompt="1"/>
          </p:nvPr>
        </p:nvSpPr>
        <p:spPr>
          <a:xfrm>
            <a:off x="262766" y="1639903"/>
            <a:ext cx="7691873" cy="1789097"/>
          </a:xfrm>
        </p:spPr>
        <p:txBody>
          <a:bodyPr wrap="square">
            <a:noAutofit/>
          </a:bodyPr>
          <a:lstStyle>
            <a:lvl1pPr marL="319976" indent="-319976">
              <a:defRPr sz="20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a:t>
            </a:r>
          </a:p>
        </p:txBody>
      </p:sp>
      <p:sp>
        <p:nvSpPr>
          <p:cNvPr id="6" name="Slide Number Placeholder 5">
            <a:extLst>
              <a:ext uri="{FF2B5EF4-FFF2-40B4-BE49-F238E27FC236}">
                <a16:creationId xmlns:a16="http://schemas.microsoft.com/office/drawing/2014/main" id="{0B88F685-1DEC-4941-CA43-AA890CBAD242}"/>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7" name="Title 17">
            <a:extLst>
              <a:ext uri="{FF2B5EF4-FFF2-40B4-BE49-F238E27FC236}">
                <a16:creationId xmlns:a16="http://schemas.microsoft.com/office/drawing/2014/main" id="{45284362-85EF-0F31-08A4-C83F56757F38}"/>
              </a:ext>
            </a:extLst>
          </p:cNvPr>
          <p:cNvSpPr>
            <a:spLocks noGrp="1"/>
          </p:cNvSpPr>
          <p:nvPr>
            <p:ph type="title" hasCustomPrompt="1"/>
          </p:nvPr>
        </p:nvSpPr>
        <p:spPr>
          <a:xfrm>
            <a:off x="262766" y="731667"/>
            <a:ext cx="11658034" cy="284694"/>
          </a:xfrm>
        </p:spPr>
        <p:txBody>
          <a:bodyPr anchor="t"/>
          <a:lstStyle>
            <a:lvl1pPr>
              <a:lnSpc>
                <a:spcPct val="90000"/>
              </a:lnSpc>
              <a:defRPr sz="2000" spc="0">
                <a:solidFill>
                  <a:schemeClr val="tx1"/>
                </a:solidFill>
              </a:defRPr>
            </a:lvl1pPr>
          </a:lstStyle>
          <a:p>
            <a:r>
              <a:rPr lang="en-US"/>
              <a:t>Header</a:t>
            </a:r>
          </a:p>
        </p:txBody>
      </p:sp>
    </p:spTree>
    <p:extLst>
      <p:ext uri="{BB962C8B-B14F-4D97-AF65-F5344CB8AC3E}">
        <p14:creationId xmlns:p14="http://schemas.microsoft.com/office/powerpoint/2010/main" val="18771805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terior Process 3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4" name="Slide Number Placeholder 5">
            <a:extLst>
              <a:ext uri="{FF2B5EF4-FFF2-40B4-BE49-F238E27FC236}">
                <a16:creationId xmlns:a16="http://schemas.microsoft.com/office/drawing/2014/main" id="{0082FFCD-E722-4410-0585-EC68380575D6}"/>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5" name="Text Placeholder 14">
            <a:extLst>
              <a:ext uri="{FF2B5EF4-FFF2-40B4-BE49-F238E27FC236}">
                <a16:creationId xmlns:a16="http://schemas.microsoft.com/office/drawing/2014/main" id="{78DC13F1-691D-8907-98A7-F1409C69DCB5}"/>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7" name="Title 17">
            <a:extLst>
              <a:ext uri="{FF2B5EF4-FFF2-40B4-BE49-F238E27FC236}">
                <a16:creationId xmlns:a16="http://schemas.microsoft.com/office/drawing/2014/main" id="{F63CB761-1316-DE32-E9EB-47AFA52DF2BC}"/>
              </a:ext>
            </a:extLst>
          </p:cNvPr>
          <p:cNvSpPr>
            <a:spLocks noGrp="1"/>
          </p:cNvSpPr>
          <p:nvPr>
            <p:ph type="title" hasCustomPrompt="1"/>
          </p:nvPr>
        </p:nvSpPr>
        <p:spPr>
          <a:xfrm>
            <a:off x="262766" y="731667"/>
            <a:ext cx="3715550" cy="284694"/>
          </a:xfrm>
        </p:spPr>
        <p:txBody>
          <a:bodyPr anchor="t"/>
          <a:lstStyle>
            <a:lvl1pPr>
              <a:lnSpc>
                <a:spcPct val="90000"/>
              </a:lnSpc>
              <a:defRPr sz="2000" spc="0">
                <a:solidFill>
                  <a:schemeClr val="tx1"/>
                </a:solidFill>
              </a:defRPr>
            </a:lvl1pPr>
          </a:lstStyle>
          <a:p>
            <a:r>
              <a:rPr lang="en-US"/>
              <a:t>Header</a:t>
            </a:r>
          </a:p>
        </p:txBody>
      </p:sp>
      <p:sp>
        <p:nvSpPr>
          <p:cNvPr id="19" name="Picture Placeholder 9">
            <a:extLst>
              <a:ext uri="{FF2B5EF4-FFF2-40B4-BE49-F238E27FC236}">
                <a16:creationId xmlns:a16="http://schemas.microsoft.com/office/drawing/2014/main" id="{C89E90DE-517E-569B-3DF5-C8C28C61B8AA}"/>
              </a:ext>
            </a:extLst>
          </p:cNvPr>
          <p:cNvSpPr>
            <a:spLocks noGrp="1"/>
          </p:cNvSpPr>
          <p:nvPr>
            <p:ph type="pic" sz="quarter" idx="13"/>
          </p:nvPr>
        </p:nvSpPr>
        <p:spPr>
          <a:xfrm>
            <a:off x="262765" y="1735200"/>
            <a:ext cx="3715550" cy="3717218"/>
          </a:xfrm>
          <a:prstGeom prst="rect">
            <a:avLst/>
          </a:prstGeom>
          <a:solidFill>
            <a:srgbClr val="353731"/>
          </a:solidFill>
        </p:spPr>
        <p:txBody>
          <a:bodyPr lIns="360000" tIns="180000" rIns="360000" bIns="18000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endParaRPr lang="en-US"/>
          </a:p>
        </p:txBody>
      </p:sp>
      <p:sp>
        <p:nvSpPr>
          <p:cNvPr id="20" name="Picture Placeholder 9">
            <a:extLst>
              <a:ext uri="{FF2B5EF4-FFF2-40B4-BE49-F238E27FC236}">
                <a16:creationId xmlns:a16="http://schemas.microsoft.com/office/drawing/2014/main" id="{EAC04FF3-128E-CB36-88DF-56B71BE9BFED}"/>
              </a:ext>
            </a:extLst>
          </p:cNvPr>
          <p:cNvSpPr>
            <a:spLocks noGrp="1"/>
          </p:cNvSpPr>
          <p:nvPr>
            <p:ph type="pic" sz="quarter" idx="14"/>
          </p:nvPr>
        </p:nvSpPr>
        <p:spPr>
          <a:xfrm>
            <a:off x="4233542" y="1735200"/>
            <a:ext cx="3716016" cy="3717218"/>
          </a:xfrm>
          <a:prstGeom prst="rect">
            <a:avLst/>
          </a:prstGeom>
          <a:solidFill>
            <a:srgbClr val="53544A"/>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21" name="Picture Placeholder 9">
            <a:extLst>
              <a:ext uri="{FF2B5EF4-FFF2-40B4-BE49-F238E27FC236}">
                <a16:creationId xmlns:a16="http://schemas.microsoft.com/office/drawing/2014/main" id="{CE15A452-5BCA-A372-4C53-91E56F5584D1}"/>
              </a:ext>
            </a:extLst>
          </p:cNvPr>
          <p:cNvSpPr>
            <a:spLocks noGrp="1"/>
          </p:cNvSpPr>
          <p:nvPr>
            <p:ph type="pic" sz="quarter" idx="15"/>
          </p:nvPr>
        </p:nvSpPr>
        <p:spPr>
          <a:xfrm>
            <a:off x="8200362" y="1735200"/>
            <a:ext cx="3717635" cy="3717218"/>
          </a:xfrm>
          <a:prstGeom prst="rect">
            <a:avLst/>
          </a:prstGeom>
          <a:solidFill>
            <a:srgbClr val="8B8C81"/>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a:solidFill>
                  <a:schemeClr val="bg1"/>
                </a:solidFill>
                <a:latin typeface="+mj-lt"/>
                <a:ea typeface="+mn-ea"/>
                <a:cs typeface="+mn-cs"/>
              </a:defRPr>
            </a:lvl1pPr>
          </a:lstStyle>
          <a:p>
            <a:pPr lvl="0">
              <a:buFont typeface="Arial" panose="020B0604020202020204" pitchFamily="34" charset="0"/>
              <a:buNone/>
            </a:pPr>
            <a:endParaRPr lang="en-US"/>
          </a:p>
        </p:txBody>
      </p:sp>
      <p:sp>
        <p:nvSpPr>
          <p:cNvPr id="22" name="Picture Placeholder 9">
            <a:extLst>
              <a:ext uri="{FF2B5EF4-FFF2-40B4-BE49-F238E27FC236}">
                <a16:creationId xmlns:a16="http://schemas.microsoft.com/office/drawing/2014/main" id="{8516C959-7B52-5E43-7A6D-62AE3E8CC04F}"/>
              </a:ext>
            </a:extLst>
          </p:cNvPr>
          <p:cNvSpPr>
            <a:spLocks noGrp="1"/>
          </p:cNvSpPr>
          <p:nvPr>
            <p:ph type="pic" sz="quarter" idx="16"/>
          </p:nvPr>
        </p:nvSpPr>
        <p:spPr>
          <a:xfrm>
            <a:off x="12420584" y="2039768"/>
            <a:ext cx="610995" cy="892217"/>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23" name="Text Placeholder 14">
            <a:extLst>
              <a:ext uri="{FF2B5EF4-FFF2-40B4-BE49-F238E27FC236}">
                <a16:creationId xmlns:a16="http://schemas.microsoft.com/office/drawing/2014/main" id="{140F1745-64A6-043C-2083-2706C6452542}"/>
              </a:ext>
            </a:extLst>
          </p:cNvPr>
          <p:cNvSpPr>
            <a:spLocks noGrp="1"/>
          </p:cNvSpPr>
          <p:nvPr>
            <p:ph type="body" sz="quarter" idx="31" hasCustomPrompt="1"/>
          </p:nvPr>
        </p:nvSpPr>
        <p:spPr>
          <a:xfrm>
            <a:off x="262765" y="5959121"/>
            <a:ext cx="3715550" cy="632179"/>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4" name="Text Placeholder 14">
            <a:extLst>
              <a:ext uri="{FF2B5EF4-FFF2-40B4-BE49-F238E27FC236}">
                <a16:creationId xmlns:a16="http://schemas.microsoft.com/office/drawing/2014/main" id="{2D3431A4-475D-F1F5-AED8-5297E0801356}"/>
              </a:ext>
            </a:extLst>
          </p:cNvPr>
          <p:cNvSpPr>
            <a:spLocks noGrp="1"/>
          </p:cNvSpPr>
          <p:nvPr>
            <p:ph type="body" sz="quarter" idx="32" hasCustomPrompt="1"/>
          </p:nvPr>
        </p:nvSpPr>
        <p:spPr>
          <a:xfrm>
            <a:off x="262765" y="5600700"/>
            <a:ext cx="3723244" cy="264688"/>
          </a:xfrm>
        </p:spPr>
        <p:txBody>
          <a:bodyPr wrap="square">
            <a:spAutoFit/>
          </a:bodyPr>
          <a:lstStyle>
            <a:lvl1pPr marL="319976" indent="-319976">
              <a:buNone/>
              <a:defRPr sz="1600">
                <a:solidFill>
                  <a:schemeClr val="tx1"/>
                </a:solidFill>
                <a:latin typeface="+mj-lt"/>
              </a:defRPr>
            </a:lvl1pPr>
          </a:lstStyle>
          <a:p>
            <a:pPr lvl="0"/>
            <a:r>
              <a:rPr lang="en-US"/>
              <a:t>Subhead 1</a:t>
            </a:r>
          </a:p>
        </p:txBody>
      </p:sp>
      <p:sp>
        <p:nvSpPr>
          <p:cNvPr id="25" name="Text Placeholder 14">
            <a:extLst>
              <a:ext uri="{FF2B5EF4-FFF2-40B4-BE49-F238E27FC236}">
                <a16:creationId xmlns:a16="http://schemas.microsoft.com/office/drawing/2014/main" id="{276C5DBE-4476-EEC1-C7C4-D755312864E1}"/>
              </a:ext>
            </a:extLst>
          </p:cNvPr>
          <p:cNvSpPr>
            <a:spLocks noGrp="1"/>
          </p:cNvSpPr>
          <p:nvPr>
            <p:ph type="body" sz="quarter" idx="33" hasCustomPrompt="1"/>
          </p:nvPr>
        </p:nvSpPr>
        <p:spPr>
          <a:xfrm>
            <a:off x="4236707" y="5959121"/>
            <a:ext cx="3713316" cy="632179"/>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6" name="Text Placeholder 14">
            <a:extLst>
              <a:ext uri="{FF2B5EF4-FFF2-40B4-BE49-F238E27FC236}">
                <a16:creationId xmlns:a16="http://schemas.microsoft.com/office/drawing/2014/main" id="{202A4D59-183B-08BF-2C80-DBD1BA4A8F90}"/>
              </a:ext>
            </a:extLst>
          </p:cNvPr>
          <p:cNvSpPr>
            <a:spLocks noGrp="1"/>
          </p:cNvSpPr>
          <p:nvPr>
            <p:ph type="body" sz="quarter" idx="34" hasCustomPrompt="1"/>
          </p:nvPr>
        </p:nvSpPr>
        <p:spPr>
          <a:xfrm>
            <a:off x="4236707" y="5600700"/>
            <a:ext cx="3721007" cy="264688"/>
          </a:xfrm>
        </p:spPr>
        <p:txBody>
          <a:bodyPr wrap="square">
            <a:spAutoFit/>
          </a:bodyPr>
          <a:lstStyle>
            <a:lvl1pPr marL="319976" indent="-319976">
              <a:buNone/>
              <a:defRPr sz="1600">
                <a:solidFill>
                  <a:schemeClr val="tx1"/>
                </a:solidFill>
                <a:latin typeface="+mj-lt"/>
              </a:defRPr>
            </a:lvl1pPr>
          </a:lstStyle>
          <a:p>
            <a:pPr lvl="0"/>
            <a:r>
              <a:rPr lang="en-US"/>
              <a:t>Subhead 2</a:t>
            </a:r>
          </a:p>
        </p:txBody>
      </p:sp>
      <p:sp>
        <p:nvSpPr>
          <p:cNvPr id="27" name="Text Placeholder 14">
            <a:extLst>
              <a:ext uri="{FF2B5EF4-FFF2-40B4-BE49-F238E27FC236}">
                <a16:creationId xmlns:a16="http://schemas.microsoft.com/office/drawing/2014/main" id="{7F064CFB-1DAE-3224-399B-2E89BEAB113B}"/>
              </a:ext>
            </a:extLst>
          </p:cNvPr>
          <p:cNvSpPr>
            <a:spLocks noGrp="1"/>
          </p:cNvSpPr>
          <p:nvPr>
            <p:ph type="body" sz="quarter" idx="35" hasCustomPrompt="1"/>
          </p:nvPr>
        </p:nvSpPr>
        <p:spPr>
          <a:xfrm>
            <a:off x="8204681" y="5959121"/>
            <a:ext cx="3713316" cy="632179"/>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8" name="Text Placeholder 14">
            <a:extLst>
              <a:ext uri="{FF2B5EF4-FFF2-40B4-BE49-F238E27FC236}">
                <a16:creationId xmlns:a16="http://schemas.microsoft.com/office/drawing/2014/main" id="{F699313E-8FED-E430-C061-22C9EDD6C7F6}"/>
              </a:ext>
            </a:extLst>
          </p:cNvPr>
          <p:cNvSpPr>
            <a:spLocks noGrp="1"/>
          </p:cNvSpPr>
          <p:nvPr>
            <p:ph type="body" sz="quarter" idx="36" hasCustomPrompt="1"/>
          </p:nvPr>
        </p:nvSpPr>
        <p:spPr>
          <a:xfrm>
            <a:off x="8204681" y="5600700"/>
            <a:ext cx="3721007" cy="264688"/>
          </a:xfrm>
        </p:spPr>
        <p:txBody>
          <a:bodyPr wrap="square">
            <a:spAutoFit/>
          </a:bodyPr>
          <a:lstStyle>
            <a:lvl1pPr marL="319976" indent="-319976">
              <a:buNone/>
              <a:defRPr sz="1600">
                <a:solidFill>
                  <a:schemeClr val="tx1"/>
                </a:solidFill>
                <a:latin typeface="+mj-lt"/>
              </a:defRPr>
            </a:lvl1pPr>
          </a:lstStyle>
          <a:p>
            <a:pPr lvl="0"/>
            <a:r>
              <a:rPr lang="en-US"/>
              <a:t>Subhead 3</a:t>
            </a:r>
          </a:p>
        </p:txBody>
      </p:sp>
      <p:sp>
        <p:nvSpPr>
          <p:cNvPr id="29" name="Text Placeholder 14">
            <a:extLst>
              <a:ext uri="{FF2B5EF4-FFF2-40B4-BE49-F238E27FC236}">
                <a16:creationId xmlns:a16="http://schemas.microsoft.com/office/drawing/2014/main" id="{D6EF467B-A616-D40F-6E03-85E793500FCB}"/>
              </a:ext>
            </a:extLst>
          </p:cNvPr>
          <p:cNvSpPr>
            <a:spLocks noGrp="1"/>
          </p:cNvSpPr>
          <p:nvPr>
            <p:ph type="body" sz="quarter" idx="37" hasCustomPrompt="1"/>
          </p:nvPr>
        </p:nvSpPr>
        <p:spPr>
          <a:xfrm>
            <a:off x="12409070" y="3419164"/>
            <a:ext cx="615764" cy="264688"/>
          </a:xfrm>
        </p:spPr>
        <p:txBody>
          <a:bodyPr wrap="square">
            <a:noAutofit/>
          </a:bodyPr>
          <a:lstStyle>
            <a:lvl1pPr marL="182843" indent="-182843">
              <a:defRPr sz="900">
                <a:solidFill>
                  <a:schemeClr val="tx1"/>
                </a:solidFill>
              </a:defRPr>
            </a:lvl1pPr>
          </a:lstStyle>
          <a:p>
            <a:pPr lvl="0"/>
            <a:r>
              <a:rPr lang="en-US"/>
              <a:t>C4</a:t>
            </a:r>
          </a:p>
        </p:txBody>
      </p:sp>
      <p:sp>
        <p:nvSpPr>
          <p:cNvPr id="30" name="Text Placeholder 14">
            <a:extLst>
              <a:ext uri="{FF2B5EF4-FFF2-40B4-BE49-F238E27FC236}">
                <a16:creationId xmlns:a16="http://schemas.microsoft.com/office/drawing/2014/main" id="{D8C96ED4-92B0-B68C-9F88-F62D7E0151AB}"/>
              </a:ext>
            </a:extLst>
          </p:cNvPr>
          <p:cNvSpPr>
            <a:spLocks noGrp="1"/>
          </p:cNvSpPr>
          <p:nvPr>
            <p:ph type="body" sz="quarter" idx="38" hasCustomPrompt="1"/>
          </p:nvPr>
        </p:nvSpPr>
        <p:spPr>
          <a:xfrm>
            <a:off x="12409071" y="3060743"/>
            <a:ext cx="617040" cy="264688"/>
          </a:xfrm>
        </p:spPr>
        <p:txBody>
          <a:bodyPr wrap="square">
            <a:spAutoFit/>
          </a:bodyPr>
          <a:lstStyle>
            <a:lvl1pPr marL="319976" indent="-319976">
              <a:buNone/>
              <a:defRPr sz="1600">
                <a:solidFill>
                  <a:schemeClr val="tx1"/>
                </a:solidFill>
                <a:latin typeface="+mj-lt"/>
              </a:defRPr>
            </a:lvl1pPr>
          </a:lstStyle>
          <a:p>
            <a:pPr lvl="0"/>
            <a:r>
              <a:rPr lang="en-US"/>
              <a:t>T4</a:t>
            </a:r>
          </a:p>
        </p:txBody>
      </p:sp>
      <p:sp>
        <p:nvSpPr>
          <p:cNvPr id="31" name="Picture Placeholder 9">
            <a:extLst>
              <a:ext uri="{FF2B5EF4-FFF2-40B4-BE49-F238E27FC236}">
                <a16:creationId xmlns:a16="http://schemas.microsoft.com/office/drawing/2014/main" id="{8766843A-CB06-94BE-C89F-A13A7C04DD8D}"/>
              </a:ext>
            </a:extLst>
          </p:cNvPr>
          <p:cNvSpPr>
            <a:spLocks noGrp="1"/>
          </p:cNvSpPr>
          <p:nvPr>
            <p:ph type="pic" sz="quarter" idx="39"/>
          </p:nvPr>
        </p:nvSpPr>
        <p:spPr>
          <a:xfrm>
            <a:off x="12419777" y="3924300"/>
            <a:ext cx="610995" cy="892217"/>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32" name="Text Placeholder 14">
            <a:extLst>
              <a:ext uri="{FF2B5EF4-FFF2-40B4-BE49-F238E27FC236}">
                <a16:creationId xmlns:a16="http://schemas.microsoft.com/office/drawing/2014/main" id="{3016FF4C-E0EE-4266-56CB-903B099DD482}"/>
              </a:ext>
            </a:extLst>
          </p:cNvPr>
          <p:cNvSpPr>
            <a:spLocks noGrp="1"/>
          </p:cNvSpPr>
          <p:nvPr>
            <p:ph type="body" sz="quarter" idx="40" hasCustomPrompt="1"/>
          </p:nvPr>
        </p:nvSpPr>
        <p:spPr>
          <a:xfrm>
            <a:off x="12418302" y="5313429"/>
            <a:ext cx="610995" cy="264688"/>
          </a:xfrm>
        </p:spPr>
        <p:txBody>
          <a:bodyPr wrap="square">
            <a:noAutofit/>
          </a:bodyPr>
          <a:lstStyle>
            <a:lvl1pPr marL="182843" indent="-182843">
              <a:defRPr sz="900">
                <a:solidFill>
                  <a:schemeClr val="tx1"/>
                </a:solidFill>
              </a:defRPr>
            </a:lvl1pPr>
          </a:lstStyle>
          <a:p>
            <a:pPr lvl="0"/>
            <a:r>
              <a:rPr lang="en-US"/>
              <a:t>C5</a:t>
            </a:r>
          </a:p>
        </p:txBody>
      </p:sp>
      <p:sp>
        <p:nvSpPr>
          <p:cNvPr id="33" name="Text Placeholder 14">
            <a:extLst>
              <a:ext uri="{FF2B5EF4-FFF2-40B4-BE49-F238E27FC236}">
                <a16:creationId xmlns:a16="http://schemas.microsoft.com/office/drawing/2014/main" id="{CC44309B-7E56-0F3E-73BB-67C395C27AE6}"/>
              </a:ext>
            </a:extLst>
          </p:cNvPr>
          <p:cNvSpPr>
            <a:spLocks noGrp="1"/>
          </p:cNvSpPr>
          <p:nvPr>
            <p:ph type="body" sz="quarter" idx="41" hasCustomPrompt="1"/>
          </p:nvPr>
        </p:nvSpPr>
        <p:spPr>
          <a:xfrm>
            <a:off x="12418302" y="4955008"/>
            <a:ext cx="612261" cy="264688"/>
          </a:xfrm>
        </p:spPr>
        <p:txBody>
          <a:bodyPr wrap="square">
            <a:spAutoFit/>
          </a:bodyPr>
          <a:lstStyle>
            <a:lvl1pPr marL="319976" indent="-319976">
              <a:buNone/>
              <a:defRPr sz="1600">
                <a:solidFill>
                  <a:schemeClr val="tx1"/>
                </a:solidFill>
                <a:latin typeface="+mj-lt"/>
              </a:defRPr>
            </a:lvl1pPr>
          </a:lstStyle>
          <a:p>
            <a:pPr lvl="0"/>
            <a:r>
              <a:rPr lang="en-US"/>
              <a:t>T4</a:t>
            </a:r>
          </a:p>
        </p:txBody>
      </p:sp>
      <p:sp>
        <p:nvSpPr>
          <p:cNvPr id="34" name="Text Placeholder 7">
            <a:extLst>
              <a:ext uri="{FF2B5EF4-FFF2-40B4-BE49-F238E27FC236}">
                <a16:creationId xmlns:a16="http://schemas.microsoft.com/office/drawing/2014/main" id="{D6C6894D-62AF-EB1C-D07F-98CDB469304C}"/>
              </a:ext>
            </a:extLst>
          </p:cNvPr>
          <p:cNvSpPr>
            <a:spLocks noGrp="1"/>
          </p:cNvSpPr>
          <p:nvPr>
            <p:ph type="body" sz="quarter" idx="42" hasCustomPrompt="1"/>
          </p:nvPr>
        </p:nvSpPr>
        <p:spPr>
          <a:xfrm>
            <a:off x="259032" y="1736684"/>
            <a:ext cx="3716016" cy="1195301"/>
          </a:xfrm>
        </p:spPr>
        <p:txBody>
          <a:bodyPr wrap="none" lIns="180000">
            <a:noAutofit/>
          </a:bodyPr>
          <a:lstStyle>
            <a:lvl1pPr>
              <a:buNone/>
              <a:defRPr lang="en-US" sz="69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01</a:t>
            </a:r>
          </a:p>
        </p:txBody>
      </p:sp>
      <p:sp>
        <p:nvSpPr>
          <p:cNvPr id="35" name="Text Placeholder 7">
            <a:extLst>
              <a:ext uri="{FF2B5EF4-FFF2-40B4-BE49-F238E27FC236}">
                <a16:creationId xmlns:a16="http://schemas.microsoft.com/office/drawing/2014/main" id="{AE878222-0CFD-9B0B-6744-27BB667D36CC}"/>
              </a:ext>
            </a:extLst>
          </p:cNvPr>
          <p:cNvSpPr>
            <a:spLocks noGrp="1"/>
          </p:cNvSpPr>
          <p:nvPr>
            <p:ph type="body" sz="quarter" idx="43" hasCustomPrompt="1"/>
          </p:nvPr>
        </p:nvSpPr>
        <p:spPr>
          <a:xfrm>
            <a:off x="4230740" y="1736684"/>
            <a:ext cx="3716016" cy="1195301"/>
          </a:xfrm>
        </p:spPr>
        <p:txBody>
          <a:bodyPr wrap="none" lIns="180000">
            <a:noAutofit/>
          </a:bodyPr>
          <a:lstStyle>
            <a:lvl1pPr>
              <a:buNone/>
              <a:defRPr lang="en-US" sz="69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02</a:t>
            </a:r>
          </a:p>
        </p:txBody>
      </p:sp>
      <p:sp>
        <p:nvSpPr>
          <p:cNvPr id="36" name="Text Placeholder 7">
            <a:extLst>
              <a:ext uri="{FF2B5EF4-FFF2-40B4-BE49-F238E27FC236}">
                <a16:creationId xmlns:a16="http://schemas.microsoft.com/office/drawing/2014/main" id="{A9172FDB-E920-9BD5-60C0-B34B5A951227}"/>
              </a:ext>
            </a:extLst>
          </p:cNvPr>
          <p:cNvSpPr>
            <a:spLocks noGrp="1"/>
          </p:cNvSpPr>
          <p:nvPr>
            <p:ph type="body" sz="quarter" idx="44" hasCustomPrompt="1"/>
          </p:nvPr>
        </p:nvSpPr>
        <p:spPr>
          <a:xfrm>
            <a:off x="8198714" y="1736684"/>
            <a:ext cx="3716016" cy="1195301"/>
          </a:xfrm>
        </p:spPr>
        <p:txBody>
          <a:bodyPr wrap="none" lIns="180000">
            <a:noAutofit/>
          </a:bodyPr>
          <a:lstStyle>
            <a:lvl1pPr>
              <a:buNone/>
              <a:defRPr lang="en-US" sz="69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03</a:t>
            </a:r>
          </a:p>
        </p:txBody>
      </p:sp>
      <p:sp>
        <p:nvSpPr>
          <p:cNvPr id="37" name="Text Placeholder 7">
            <a:extLst>
              <a:ext uri="{FF2B5EF4-FFF2-40B4-BE49-F238E27FC236}">
                <a16:creationId xmlns:a16="http://schemas.microsoft.com/office/drawing/2014/main" id="{043FF3A7-5565-E04F-FE81-8DEDEB930A11}"/>
              </a:ext>
            </a:extLst>
          </p:cNvPr>
          <p:cNvSpPr>
            <a:spLocks noGrp="1"/>
          </p:cNvSpPr>
          <p:nvPr>
            <p:ph type="body" sz="quarter" idx="45" hasCustomPrompt="1"/>
          </p:nvPr>
        </p:nvSpPr>
        <p:spPr>
          <a:xfrm>
            <a:off x="12420584" y="2041252"/>
            <a:ext cx="610995" cy="892217"/>
          </a:xfrm>
        </p:spPr>
        <p:txBody>
          <a:bodyPr wrap="none" lIns="180000">
            <a:noAutofit/>
          </a:bodyPr>
          <a:lstStyle>
            <a:lvl1pPr>
              <a:buNone/>
              <a:defRPr lang="en-US" sz="900"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04</a:t>
            </a:r>
          </a:p>
        </p:txBody>
      </p:sp>
      <p:sp>
        <p:nvSpPr>
          <p:cNvPr id="38" name="Text Placeholder 7">
            <a:extLst>
              <a:ext uri="{FF2B5EF4-FFF2-40B4-BE49-F238E27FC236}">
                <a16:creationId xmlns:a16="http://schemas.microsoft.com/office/drawing/2014/main" id="{E3AE59C4-E1A6-009D-99B6-39194F9DFE66}"/>
              </a:ext>
            </a:extLst>
          </p:cNvPr>
          <p:cNvSpPr>
            <a:spLocks noGrp="1"/>
          </p:cNvSpPr>
          <p:nvPr>
            <p:ph type="body" sz="quarter" idx="46" hasCustomPrompt="1"/>
          </p:nvPr>
        </p:nvSpPr>
        <p:spPr>
          <a:xfrm>
            <a:off x="12419300" y="3925784"/>
            <a:ext cx="611994" cy="892217"/>
          </a:xfrm>
        </p:spPr>
        <p:txBody>
          <a:bodyPr wrap="none" lIns="180000">
            <a:noAutofit/>
          </a:bodyPr>
          <a:lstStyle>
            <a:lvl1pPr>
              <a:buNone/>
              <a:defRPr lang="en-US" sz="900"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05</a:t>
            </a:r>
          </a:p>
        </p:txBody>
      </p:sp>
    </p:spTree>
    <p:extLst>
      <p:ext uri="{BB962C8B-B14F-4D97-AF65-F5344CB8AC3E}">
        <p14:creationId xmlns:p14="http://schemas.microsoft.com/office/powerpoint/2010/main" val="47497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ior Process 4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D608C63A-3F26-D834-37DB-753DEA39A3BB}"/>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 Placeholder 14">
            <a:extLst>
              <a:ext uri="{FF2B5EF4-FFF2-40B4-BE49-F238E27FC236}">
                <a16:creationId xmlns:a16="http://schemas.microsoft.com/office/drawing/2014/main" id="{94BBC751-C879-FB3B-85EE-110E43E33C78}"/>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7" name="Title 17">
            <a:extLst>
              <a:ext uri="{FF2B5EF4-FFF2-40B4-BE49-F238E27FC236}">
                <a16:creationId xmlns:a16="http://schemas.microsoft.com/office/drawing/2014/main" id="{C31E4050-544A-E5CD-69EE-23EAE4604F4C}"/>
              </a:ext>
            </a:extLst>
          </p:cNvPr>
          <p:cNvSpPr>
            <a:spLocks noGrp="1"/>
          </p:cNvSpPr>
          <p:nvPr>
            <p:ph type="title" hasCustomPrompt="1"/>
          </p:nvPr>
        </p:nvSpPr>
        <p:spPr>
          <a:xfrm>
            <a:off x="262766" y="731667"/>
            <a:ext cx="3715550" cy="284694"/>
          </a:xfrm>
        </p:spPr>
        <p:txBody>
          <a:bodyPr anchor="t"/>
          <a:lstStyle>
            <a:lvl1pPr>
              <a:lnSpc>
                <a:spcPct val="90000"/>
              </a:lnSpc>
              <a:defRPr sz="2000" spc="0">
                <a:solidFill>
                  <a:schemeClr val="tx1"/>
                </a:solidFill>
              </a:defRPr>
            </a:lvl1pPr>
          </a:lstStyle>
          <a:p>
            <a:r>
              <a:rPr lang="en-US"/>
              <a:t>Header</a:t>
            </a:r>
          </a:p>
        </p:txBody>
      </p:sp>
      <p:sp>
        <p:nvSpPr>
          <p:cNvPr id="23" name="Picture Placeholder 9">
            <a:extLst>
              <a:ext uri="{FF2B5EF4-FFF2-40B4-BE49-F238E27FC236}">
                <a16:creationId xmlns:a16="http://schemas.microsoft.com/office/drawing/2014/main" id="{8EF81045-8355-78E5-6F02-E9388160552E}"/>
              </a:ext>
            </a:extLst>
          </p:cNvPr>
          <p:cNvSpPr>
            <a:spLocks noGrp="1"/>
          </p:cNvSpPr>
          <p:nvPr>
            <p:ph type="pic" sz="quarter" idx="13"/>
          </p:nvPr>
        </p:nvSpPr>
        <p:spPr>
          <a:xfrm>
            <a:off x="262766" y="1735200"/>
            <a:ext cx="2742843" cy="2743200"/>
          </a:xfrm>
          <a:prstGeom prst="rect">
            <a:avLst/>
          </a:prstGeom>
          <a:solidFill>
            <a:srgbClr val="353731"/>
          </a:solidFill>
        </p:spPr>
        <p:txBody>
          <a:bodyPr lIns="360000" tIns="180000" rIns="360000" bIns="18000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endParaRPr lang="en-US"/>
          </a:p>
        </p:txBody>
      </p:sp>
      <p:sp>
        <p:nvSpPr>
          <p:cNvPr id="24" name="Picture Placeholder 9">
            <a:extLst>
              <a:ext uri="{FF2B5EF4-FFF2-40B4-BE49-F238E27FC236}">
                <a16:creationId xmlns:a16="http://schemas.microsoft.com/office/drawing/2014/main" id="{24BBF19B-57E7-D926-75E3-10BC1082AE74}"/>
              </a:ext>
            </a:extLst>
          </p:cNvPr>
          <p:cNvSpPr>
            <a:spLocks noGrp="1"/>
          </p:cNvSpPr>
          <p:nvPr>
            <p:ph type="pic" sz="quarter" idx="14"/>
          </p:nvPr>
        </p:nvSpPr>
        <p:spPr>
          <a:xfrm>
            <a:off x="3231126" y="1735200"/>
            <a:ext cx="2742843" cy="2743200"/>
          </a:xfrm>
          <a:prstGeom prst="rect">
            <a:avLst/>
          </a:prstGeom>
          <a:solidFill>
            <a:srgbClr val="53544A"/>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25" name="Picture Placeholder 9">
            <a:extLst>
              <a:ext uri="{FF2B5EF4-FFF2-40B4-BE49-F238E27FC236}">
                <a16:creationId xmlns:a16="http://schemas.microsoft.com/office/drawing/2014/main" id="{B845E690-084D-F08C-299C-015E806F755C}"/>
              </a:ext>
            </a:extLst>
          </p:cNvPr>
          <p:cNvSpPr>
            <a:spLocks noGrp="1"/>
          </p:cNvSpPr>
          <p:nvPr>
            <p:ph type="pic" sz="quarter" idx="15"/>
          </p:nvPr>
        </p:nvSpPr>
        <p:spPr>
          <a:xfrm>
            <a:off x="6199486" y="1735200"/>
            <a:ext cx="2742843" cy="2743200"/>
          </a:xfrm>
          <a:prstGeom prst="rect">
            <a:avLst/>
          </a:prstGeom>
          <a:solidFill>
            <a:srgbClr val="8B8C81"/>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a:solidFill>
                  <a:schemeClr val="bg1"/>
                </a:solidFill>
                <a:latin typeface="+mj-lt"/>
                <a:ea typeface="+mn-ea"/>
                <a:cs typeface="+mn-cs"/>
              </a:defRPr>
            </a:lvl1pPr>
          </a:lstStyle>
          <a:p>
            <a:pPr lvl="0">
              <a:buFont typeface="Arial" panose="020B0604020202020204" pitchFamily="34" charset="0"/>
              <a:buNone/>
            </a:pPr>
            <a:endParaRPr lang="en-US"/>
          </a:p>
        </p:txBody>
      </p:sp>
      <p:sp>
        <p:nvSpPr>
          <p:cNvPr id="26" name="Picture Placeholder 9">
            <a:extLst>
              <a:ext uri="{FF2B5EF4-FFF2-40B4-BE49-F238E27FC236}">
                <a16:creationId xmlns:a16="http://schemas.microsoft.com/office/drawing/2014/main" id="{1D95D7DC-8DD5-349E-8778-32BAF180E2CD}"/>
              </a:ext>
            </a:extLst>
          </p:cNvPr>
          <p:cNvSpPr>
            <a:spLocks noGrp="1"/>
          </p:cNvSpPr>
          <p:nvPr>
            <p:ph type="pic" sz="quarter" idx="16"/>
          </p:nvPr>
        </p:nvSpPr>
        <p:spPr>
          <a:xfrm>
            <a:off x="9167846" y="1735200"/>
            <a:ext cx="2742843" cy="2743200"/>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27" name="Text Placeholder 14">
            <a:extLst>
              <a:ext uri="{FF2B5EF4-FFF2-40B4-BE49-F238E27FC236}">
                <a16:creationId xmlns:a16="http://schemas.microsoft.com/office/drawing/2014/main" id="{F40A1335-D272-418E-6248-26244CADB8DE}"/>
              </a:ext>
            </a:extLst>
          </p:cNvPr>
          <p:cNvSpPr>
            <a:spLocks noGrp="1"/>
          </p:cNvSpPr>
          <p:nvPr>
            <p:ph type="body" sz="quarter" idx="31" hasCustomPrompt="1"/>
          </p:nvPr>
        </p:nvSpPr>
        <p:spPr>
          <a:xfrm>
            <a:off x="262766" y="5081525"/>
            <a:ext cx="2742843" cy="1509775"/>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8" name="Text Placeholder 14">
            <a:extLst>
              <a:ext uri="{FF2B5EF4-FFF2-40B4-BE49-F238E27FC236}">
                <a16:creationId xmlns:a16="http://schemas.microsoft.com/office/drawing/2014/main" id="{4756E434-CB22-F4F7-92AE-F6FAC5C405F7}"/>
              </a:ext>
            </a:extLst>
          </p:cNvPr>
          <p:cNvSpPr>
            <a:spLocks noGrp="1"/>
          </p:cNvSpPr>
          <p:nvPr>
            <p:ph type="body" sz="quarter" idx="32" hasCustomPrompt="1"/>
          </p:nvPr>
        </p:nvSpPr>
        <p:spPr>
          <a:xfrm>
            <a:off x="262766" y="4723104"/>
            <a:ext cx="2742843" cy="264688"/>
          </a:xfrm>
        </p:spPr>
        <p:txBody>
          <a:bodyPr wrap="square">
            <a:spAutoFit/>
          </a:bodyPr>
          <a:lstStyle>
            <a:lvl1pPr marL="319976" indent="-319976">
              <a:buNone/>
              <a:defRPr sz="1600">
                <a:solidFill>
                  <a:schemeClr val="tx1"/>
                </a:solidFill>
                <a:latin typeface="+mj-lt"/>
              </a:defRPr>
            </a:lvl1pPr>
          </a:lstStyle>
          <a:p>
            <a:pPr lvl="0"/>
            <a:r>
              <a:rPr lang="en-US"/>
              <a:t>Subhead 1</a:t>
            </a:r>
          </a:p>
        </p:txBody>
      </p:sp>
      <p:sp>
        <p:nvSpPr>
          <p:cNvPr id="29" name="Text Placeholder 14">
            <a:extLst>
              <a:ext uri="{FF2B5EF4-FFF2-40B4-BE49-F238E27FC236}">
                <a16:creationId xmlns:a16="http://schemas.microsoft.com/office/drawing/2014/main" id="{DC3F9C14-DAF9-A524-58A0-2DE305E854C6}"/>
              </a:ext>
            </a:extLst>
          </p:cNvPr>
          <p:cNvSpPr>
            <a:spLocks noGrp="1"/>
          </p:cNvSpPr>
          <p:nvPr>
            <p:ph type="body" sz="quarter" idx="33" hasCustomPrompt="1"/>
          </p:nvPr>
        </p:nvSpPr>
        <p:spPr>
          <a:xfrm>
            <a:off x="3230604" y="5081525"/>
            <a:ext cx="2742843" cy="1509775"/>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30" name="Text Placeholder 14">
            <a:extLst>
              <a:ext uri="{FF2B5EF4-FFF2-40B4-BE49-F238E27FC236}">
                <a16:creationId xmlns:a16="http://schemas.microsoft.com/office/drawing/2014/main" id="{73D9EAA8-D632-0E1B-5D05-2F1D995E93D5}"/>
              </a:ext>
            </a:extLst>
          </p:cNvPr>
          <p:cNvSpPr>
            <a:spLocks noGrp="1"/>
          </p:cNvSpPr>
          <p:nvPr>
            <p:ph type="body" sz="quarter" idx="34" hasCustomPrompt="1"/>
          </p:nvPr>
        </p:nvSpPr>
        <p:spPr>
          <a:xfrm>
            <a:off x="3230604" y="4723104"/>
            <a:ext cx="2742843" cy="264688"/>
          </a:xfrm>
        </p:spPr>
        <p:txBody>
          <a:bodyPr wrap="square">
            <a:spAutoFit/>
          </a:bodyPr>
          <a:lstStyle>
            <a:lvl1pPr marL="319976" indent="-319976">
              <a:buNone/>
              <a:defRPr sz="1600">
                <a:solidFill>
                  <a:schemeClr val="tx1"/>
                </a:solidFill>
                <a:latin typeface="+mj-lt"/>
              </a:defRPr>
            </a:lvl1pPr>
          </a:lstStyle>
          <a:p>
            <a:pPr lvl="0"/>
            <a:r>
              <a:rPr lang="en-US"/>
              <a:t>Subhead 2</a:t>
            </a:r>
          </a:p>
        </p:txBody>
      </p:sp>
      <p:sp>
        <p:nvSpPr>
          <p:cNvPr id="31" name="Text Placeholder 14">
            <a:extLst>
              <a:ext uri="{FF2B5EF4-FFF2-40B4-BE49-F238E27FC236}">
                <a16:creationId xmlns:a16="http://schemas.microsoft.com/office/drawing/2014/main" id="{0B32E9D6-9F88-F1C1-5A7C-1410C0DD2FAD}"/>
              </a:ext>
            </a:extLst>
          </p:cNvPr>
          <p:cNvSpPr>
            <a:spLocks noGrp="1"/>
          </p:cNvSpPr>
          <p:nvPr>
            <p:ph type="body" sz="quarter" idx="35" hasCustomPrompt="1"/>
          </p:nvPr>
        </p:nvSpPr>
        <p:spPr>
          <a:xfrm>
            <a:off x="6199129" y="5081525"/>
            <a:ext cx="2742843" cy="1509775"/>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32" name="Text Placeholder 14">
            <a:extLst>
              <a:ext uri="{FF2B5EF4-FFF2-40B4-BE49-F238E27FC236}">
                <a16:creationId xmlns:a16="http://schemas.microsoft.com/office/drawing/2014/main" id="{C24E4DD2-68A8-503A-E1C0-2D6FB2B5188C}"/>
              </a:ext>
            </a:extLst>
          </p:cNvPr>
          <p:cNvSpPr>
            <a:spLocks noGrp="1"/>
          </p:cNvSpPr>
          <p:nvPr>
            <p:ph type="body" sz="quarter" idx="36" hasCustomPrompt="1"/>
          </p:nvPr>
        </p:nvSpPr>
        <p:spPr>
          <a:xfrm>
            <a:off x="6199129" y="4723104"/>
            <a:ext cx="2742843" cy="264688"/>
          </a:xfrm>
        </p:spPr>
        <p:txBody>
          <a:bodyPr wrap="square">
            <a:spAutoFit/>
          </a:bodyPr>
          <a:lstStyle>
            <a:lvl1pPr marL="319976" indent="-319976">
              <a:buNone/>
              <a:defRPr sz="1600">
                <a:solidFill>
                  <a:schemeClr val="tx1"/>
                </a:solidFill>
                <a:latin typeface="+mj-lt"/>
              </a:defRPr>
            </a:lvl1pPr>
          </a:lstStyle>
          <a:p>
            <a:pPr lvl="0"/>
            <a:r>
              <a:rPr lang="en-US"/>
              <a:t>Subhead 3</a:t>
            </a:r>
          </a:p>
        </p:txBody>
      </p:sp>
      <p:sp>
        <p:nvSpPr>
          <p:cNvPr id="33" name="Text Placeholder 14">
            <a:extLst>
              <a:ext uri="{FF2B5EF4-FFF2-40B4-BE49-F238E27FC236}">
                <a16:creationId xmlns:a16="http://schemas.microsoft.com/office/drawing/2014/main" id="{43ADB7AA-1BF3-A54F-EEA4-93F28F216509}"/>
              </a:ext>
            </a:extLst>
          </p:cNvPr>
          <p:cNvSpPr>
            <a:spLocks noGrp="1"/>
          </p:cNvSpPr>
          <p:nvPr>
            <p:ph type="body" sz="quarter" idx="37" hasCustomPrompt="1"/>
          </p:nvPr>
        </p:nvSpPr>
        <p:spPr>
          <a:xfrm>
            <a:off x="9167845" y="5081525"/>
            <a:ext cx="2742843" cy="1509775"/>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34" name="Text Placeholder 14">
            <a:extLst>
              <a:ext uri="{FF2B5EF4-FFF2-40B4-BE49-F238E27FC236}">
                <a16:creationId xmlns:a16="http://schemas.microsoft.com/office/drawing/2014/main" id="{0CDF8783-D99D-16DD-C360-27EEBB309759}"/>
              </a:ext>
            </a:extLst>
          </p:cNvPr>
          <p:cNvSpPr>
            <a:spLocks noGrp="1"/>
          </p:cNvSpPr>
          <p:nvPr>
            <p:ph type="body" sz="quarter" idx="38" hasCustomPrompt="1"/>
          </p:nvPr>
        </p:nvSpPr>
        <p:spPr>
          <a:xfrm>
            <a:off x="9167846" y="4723104"/>
            <a:ext cx="2742843" cy="264688"/>
          </a:xfrm>
        </p:spPr>
        <p:txBody>
          <a:bodyPr wrap="square">
            <a:spAutoFit/>
          </a:bodyPr>
          <a:lstStyle>
            <a:lvl1pPr marL="319976" indent="-319976">
              <a:buNone/>
              <a:defRPr sz="1600">
                <a:solidFill>
                  <a:schemeClr val="tx1"/>
                </a:solidFill>
                <a:latin typeface="+mj-lt"/>
              </a:defRPr>
            </a:lvl1pPr>
          </a:lstStyle>
          <a:p>
            <a:pPr lvl="0"/>
            <a:r>
              <a:rPr lang="en-US"/>
              <a:t>Subhead 4</a:t>
            </a:r>
          </a:p>
        </p:txBody>
      </p:sp>
      <p:sp>
        <p:nvSpPr>
          <p:cNvPr id="35" name="Picture Placeholder 9">
            <a:extLst>
              <a:ext uri="{FF2B5EF4-FFF2-40B4-BE49-F238E27FC236}">
                <a16:creationId xmlns:a16="http://schemas.microsoft.com/office/drawing/2014/main" id="{C03E44AF-8AB7-AD4E-8668-4B618F066764}"/>
              </a:ext>
            </a:extLst>
          </p:cNvPr>
          <p:cNvSpPr>
            <a:spLocks noGrp="1"/>
          </p:cNvSpPr>
          <p:nvPr>
            <p:ph type="pic" sz="quarter" idx="39"/>
          </p:nvPr>
        </p:nvSpPr>
        <p:spPr>
          <a:xfrm>
            <a:off x="12419777" y="1946206"/>
            <a:ext cx="610995" cy="892217"/>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36" name="Text Placeholder 14">
            <a:extLst>
              <a:ext uri="{FF2B5EF4-FFF2-40B4-BE49-F238E27FC236}">
                <a16:creationId xmlns:a16="http://schemas.microsoft.com/office/drawing/2014/main" id="{3C19A9DD-0E36-9E28-1353-2452D5EA114C}"/>
              </a:ext>
            </a:extLst>
          </p:cNvPr>
          <p:cNvSpPr>
            <a:spLocks noGrp="1"/>
          </p:cNvSpPr>
          <p:nvPr>
            <p:ph type="body" sz="quarter" idx="40" hasCustomPrompt="1"/>
          </p:nvPr>
        </p:nvSpPr>
        <p:spPr>
          <a:xfrm>
            <a:off x="12418302" y="3335335"/>
            <a:ext cx="610995" cy="264688"/>
          </a:xfrm>
        </p:spPr>
        <p:txBody>
          <a:bodyPr wrap="square">
            <a:noAutofit/>
          </a:bodyPr>
          <a:lstStyle>
            <a:lvl1pPr marL="182843" indent="-182843">
              <a:defRPr sz="900">
                <a:solidFill>
                  <a:schemeClr val="tx1"/>
                </a:solidFill>
              </a:defRPr>
            </a:lvl1pPr>
          </a:lstStyle>
          <a:p>
            <a:pPr lvl="0"/>
            <a:r>
              <a:rPr lang="en-US"/>
              <a:t>C5</a:t>
            </a:r>
          </a:p>
        </p:txBody>
      </p:sp>
      <p:sp>
        <p:nvSpPr>
          <p:cNvPr id="37" name="Text Placeholder 14">
            <a:extLst>
              <a:ext uri="{FF2B5EF4-FFF2-40B4-BE49-F238E27FC236}">
                <a16:creationId xmlns:a16="http://schemas.microsoft.com/office/drawing/2014/main" id="{F3DCB14B-6B03-E5E0-DD83-F86FCA9FF1A0}"/>
              </a:ext>
            </a:extLst>
          </p:cNvPr>
          <p:cNvSpPr>
            <a:spLocks noGrp="1"/>
          </p:cNvSpPr>
          <p:nvPr>
            <p:ph type="body" sz="quarter" idx="41" hasCustomPrompt="1"/>
          </p:nvPr>
        </p:nvSpPr>
        <p:spPr>
          <a:xfrm>
            <a:off x="12418302" y="2976914"/>
            <a:ext cx="612261" cy="264688"/>
          </a:xfrm>
        </p:spPr>
        <p:txBody>
          <a:bodyPr wrap="square">
            <a:spAutoFit/>
          </a:bodyPr>
          <a:lstStyle>
            <a:lvl1pPr marL="319976" indent="-319976">
              <a:buNone/>
              <a:defRPr sz="1600">
                <a:solidFill>
                  <a:schemeClr val="tx1"/>
                </a:solidFill>
                <a:latin typeface="+mj-lt"/>
              </a:defRPr>
            </a:lvl1pPr>
          </a:lstStyle>
          <a:p>
            <a:pPr lvl="0"/>
            <a:r>
              <a:rPr lang="en-US"/>
              <a:t>T4</a:t>
            </a:r>
          </a:p>
        </p:txBody>
      </p:sp>
      <p:sp>
        <p:nvSpPr>
          <p:cNvPr id="38" name="Text Placeholder 7">
            <a:extLst>
              <a:ext uri="{FF2B5EF4-FFF2-40B4-BE49-F238E27FC236}">
                <a16:creationId xmlns:a16="http://schemas.microsoft.com/office/drawing/2014/main" id="{843BF731-A1E0-9006-BC2B-158E09F3A1D8}"/>
              </a:ext>
            </a:extLst>
          </p:cNvPr>
          <p:cNvSpPr>
            <a:spLocks noGrp="1"/>
          </p:cNvSpPr>
          <p:nvPr>
            <p:ph type="body" sz="quarter" idx="42" hasCustomPrompt="1"/>
          </p:nvPr>
        </p:nvSpPr>
        <p:spPr>
          <a:xfrm>
            <a:off x="259032" y="1736684"/>
            <a:ext cx="2742843" cy="1101739"/>
          </a:xfrm>
        </p:spPr>
        <p:txBody>
          <a:bodyPr wrap="none" lIns="180000">
            <a:noAutofit/>
          </a:bodyPr>
          <a:lstStyle>
            <a:lvl1pPr>
              <a:buNone/>
              <a:defRPr lang="en-US" sz="6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01</a:t>
            </a:r>
          </a:p>
        </p:txBody>
      </p:sp>
      <p:sp>
        <p:nvSpPr>
          <p:cNvPr id="39" name="Text Placeholder 7">
            <a:extLst>
              <a:ext uri="{FF2B5EF4-FFF2-40B4-BE49-F238E27FC236}">
                <a16:creationId xmlns:a16="http://schemas.microsoft.com/office/drawing/2014/main" id="{9399E324-4D95-4419-6B33-BCEFE6A38EA0}"/>
              </a:ext>
            </a:extLst>
          </p:cNvPr>
          <p:cNvSpPr>
            <a:spLocks noGrp="1"/>
          </p:cNvSpPr>
          <p:nvPr>
            <p:ph type="body" sz="quarter" idx="43" hasCustomPrompt="1"/>
          </p:nvPr>
        </p:nvSpPr>
        <p:spPr>
          <a:xfrm>
            <a:off x="3230604" y="1736684"/>
            <a:ext cx="2742843" cy="1101739"/>
          </a:xfrm>
        </p:spPr>
        <p:txBody>
          <a:bodyPr wrap="none" lIns="180000">
            <a:noAutofit/>
          </a:bodyPr>
          <a:lstStyle>
            <a:lvl1pPr>
              <a:buNone/>
              <a:defRPr lang="en-US" sz="6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02</a:t>
            </a:r>
          </a:p>
        </p:txBody>
      </p:sp>
      <p:sp>
        <p:nvSpPr>
          <p:cNvPr id="40" name="Text Placeholder 7">
            <a:extLst>
              <a:ext uri="{FF2B5EF4-FFF2-40B4-BE49-F238E27FC236}">
                <a16:creationId xmlns:a16="http://schemas.microsoft.com/office/drawing/2014/main" id="{18BF2A36-78BA-7C5B-EF22-47E141A74511}"/>
              </a:ext>
            </a:extLst>
          </p:cNvPr>
          <p:cNvSpPr>
            <a:spLocks noGrp="1"/>
          </p:cNvSpPr>
          <p:nvPr>
            <p:ph type="body" sz="quarter" idx="44" hasCustomPrompt="1"/>
          </p:nvPr>
        </p:nvSpPr>
        <p:spPr>
          <a:xfrm>
            <a:off x="6199486" y="1736684"/>
            <a:ext cx="2742843" cy="1101739"/>
          </a:xfrm>
        </p:spPr>
        <p:txBody>
          <a:bodyPr wrap="none" lIns="180000">
            <a:noAutofit/>
          </a:bodyPr>
          <a:lstStyle>
            <a:lvl1pPr>
              <a:buNone/>
              <a:defRPr lang="en-US" sz="6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03</a:t>
            </a:r>
          </a:p>
        </p:txBody>
      </p:sp>
      <p:sp>
        <p:nvSpPr>
          <p:cNvPr id="41" name="Text Placeholder 7">
            <a:extLst>
              <a:ext uri="{FF2B5EF4-FFF2-40B4-BE49-F238E27FC236}">
                <a16:creationId xmlns:a16="http://schemas.microsoft.com/office/drawing/2014/main" id="{39E4CDDD-95E3-3497-FF2E-8C9BA0BFF751}"/>
              </a:ext>
            </a:extLst>
          </p:cNvPr>
          <p:cNvSpPr>
            <a:spLocks noGrp="1"/>
          </p:cNvSpPr>
          <p:nvPr>
            <p:ph type="body" sz="quarter" idx="45" hasCustomPrompt="1"/>
          </p:nvPr>
        </p:nvSpPr>
        <p:spPr>
          <a:xfrm>
            <a:off x="9167846" y="1736684"/>
            <a:ext cx="2742843" cy="1101739"/>
          </a:xfrm>
        </p:spPr>
        <p:txBody>
          <a:bodyPr wrap="none" lIns="180000">
            <a:noAutofit/>
          </a:bodyPr>
          <a:lstStyle>
            <a:lvl1pPr>
              <a:buNone/>
              <a:defRPr lang="en-US" sz="6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04</a:t>
            </a:r>
          </a:p>
        </p:txBody>
      </p:sp>
      <p:sp>
        <p:nvSpPr>
          <p:cNvPr id="42" name="Text Placeholder 7">
            <a:extLst>
              <a:ext uri="{FF2B5EF4-FFF2-40B4-BE49-F238E27FC236}">
                <a16:creationId xmlns:a16="http://schemas.microsoft.com/office/drawing/2014/main" id="{E142624E-FE9A-0180-6819-2420DF1FE533}"/>
              </a:ext>
            </a:extLst>
          </p:cNvPr>
          <p:cNvSpPr>
            <a:spLocks noGrp="1"/>
          </p:cNvSpPr>
          <p:nvPr>
            <p:ph type="body" sz="quarter" idx="46" hasCustomPrompt="1"/>
          </p:nvPr>
        </p:nvSpPr>
        <p:spPr>
          <a:xfrm>
            <a:off x="12419300" y="1947690"/>
            <a:ext cx="611994" cy="892217"/>
          </a:xfrm>
        </p:spPr>
        <p:txBody>
          <a:bodyPr wrap="none" lIns="180000">
            <a:noAutofit/>
          </a:bodyPr>
          <a:lstStyle>
            <a:lvl1pPr>
              <a:buNone/>
              <a:defRPr lang="en-US" sz="900"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05</a:t>
            </a:r>
          </a:p>
        </p:txBody>
      </p:sp>
    </p:spTree>
    <p:extLst>
      <p:ext uri="{BB962C8B-B14F-4D97-AF65-F5344CB8AC3E}">
        <p14:creationId xmlns:p14="http://schemas.microsoft.com/office/powerpoint/2010/main" val="25798480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terior Process 5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6" name="Slide Number Placeholder 5">
            <a:extLst>
              <a:ext uri="{FF2B5EF4-FFF2-40B4-BE49-F238E27FC236}">
                <a16:creationId xmlns:a16="http://schemas.microsoft.com/office/drawing/2014/main" id="{89A33915-C837-795C-B054-5356874DDA3A}"/>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7" name="Text Placeholder 14">
            <a:extLst>
              <a:ext uri="{FF2B5EF4-FFF2-40B4-BE49-F238E27FC236}">
                <a16:creationId xmlns:a16="http://schemas.microsoft.com/office/drawing/2014/main" id="{AAD4B38F-5BB6-F764-7E91-CDD69E756400}"/>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8" name="Title 17">
            <a:extLst>
              <a:ext uri="{FF2B5EF4-FFF2-40B4-BE49-F238E27FC236}">
                <a16:creationId xmlns:a16="http://schemas.microsoft.com/office/drawing/2014/main" id="{4107AAE8-0D68-EC66-4ED4-D2A289B0B386}"/>
              </a:ext>
            </a:extLst>
          </p:cNvPr>
          <p:cNvSpPr>
            <a:spLocks noGrp="1"/>
          </p:cNvSpPr>
          <p:nvPr>
            <p:ph type="title" hasCustomPrompt="1"/>
          </p:nvPr>
        </p:nvSpPr>
        <p:spPr>
          <a:xfrm>
            <a:off x="262766" y="731667"/>
            <a:ext cx="3715550" cy="284694"/>
          </a:xfrm>
        </p:spPr>
        <p:txBody>
          <a:bodyPr anchor="t"/>
          <a:lstStyle>
            <a:lvl1pPr>
              <a:lnSpc>
                <a:spcPct val="90000"/>
              </a:lnSpc>
              <a:defRPr sz="2000" spc="0">
                <a:solidFill>
                  <a:schemeClr val="tx1"/>
                </a:solidFill>
              </a:defRPr>
            </a:lvl1pPr>
          </a:lstStyle>
          <a:p>
            <a:r>
              <a:rPr lang="en-US"/>
              <a:t>Header</a:t>
            </a:r>
          </a:p>
        </p:txBody>
      </p:sp>
      <p:sp>
        <p:nvSpPr>
          <p:cNvPr id="5" name="Picture Placeholder 9">
            <a:extLst>
              <a:ext uri="{FF2B5EF4-FFF2-40B4-BE49-F238E27FC236}">
                <a16:creationId xmlns:a16="http://schemas.microsoft.com/office/drawing/2014/main" id="{DFECFA91-CA0B-56FB-D93A-FFF6ADB30834}"/>
              </a:ext>
            </a:extLst>
          </p:cNvPr>
          <p:cNvSpPr>
            <a:spLocks noGrp="1"/>
          </p:cNvSpPr>
          <p:nvPr>
            <p:ph type="pic" sz="quarter" idx="13"/>
          </p:nvPr>
        </p:nvSpPr>
        <p:spPr>
          <a:xfrm>
            <a:off x="262766" y="1735200"/>
            <a:ext cx="2196720" cy="2194021"/>
          </a:xfrm>
          <a:prstGeom prst="rect">
            <a:avLst/>
          </a:prstGeom>
          <a:solidFill>
            <a:srgbClr val="353731"/>
          </a:solidFill>
        </p:spPr>
        <p:txBody>
          <a:bodyPr lIns="360000" tIns="180000" rIns="360000" bIns="18000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endParaRPr lang="en-US"/>
          </a:p>
        </p:txBody>
      </p:sp>
      <p:sp>
        <p:nvSpPr>
          <p:cNvPr id="12" name="Picture Placeholder 9">
            <a:extLst>
              <a:ext uri="{FF2B5EF4-FFF2-40B4-BE49-F238E27FC236}">
                <a16:creationId xmlns:a16="http://schemas.microsoft.com/office/drawing/2014/main" id="{5B2FCEE3-AA03-6F2C-0A02-4A15DEBFF06A}"/>
              </a:ext>
            </a:extLst>
          </p:cNvPr>
          <p:cNvSpPr>
            <a:spLocks noGrp="1"/>
          </p:cNvSpPr>
          <p:nvPr>
            <p:ph type="pic" sz="quarter" idx="14"/>
          </p:nvPr>
        </p:nvSpPr>
        <p:spPr>
          <a:xfrm>
            <a:off x="2631136" y="1735200"/>
            <a:ext cx="2196720" cy="2194021"/>
          </a:xfrm>
          <a:prstGeom prst="rect">
            <a:avLst/>
          </a:prstGeom>
          <a:solidFill>
            <a:srgbClr val="53544A"/>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13" name="Picture Placeholder 9">
            <a:extLst>
              <a:ext uri="{FF2B5EF4-FFF2-40B4-BE49-F238E27FC236}">
                <a16:creationId xmlns:a16="http://schemas.microsoft.com/office/drawing/2014/main" id="{D4432123-C934-E8FB-3A26-99C264829762}"/>
              </a:ext>
            </a:extLst>
          </p:cNvPr>
          <p:cNvSpPr>
            <a:spLocks noGrp="1"/>
          </p:cNvSpPr>
          <p:nvPr>
            <p:ph type="pic" sz="quarter" idx="15"/>
          </p:nvPr>
        </p:nvSpPr>
        <p:spPr>
          <a:xfrm>
            <a:off x="4999507" y="1735200"/>
            <a:ext cx="2196720" cy="2194021"/>
          </a:xfrm>
          <a:prstGeom prst="rect">
            <a:avLst/>
          </a:prstGeom>
          <a:solidFill>
            <a:srgbClr val="8B8C81"/>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a:solidFill>
                  <a:schemeClr val="bg1"/>
                </a:solidFill>
                <a:latin typeface="+mj-lt"/>
                <a:ea typeface="+mn-ea"/>
                <a:cs typeface="+mn-cs"/>
              </a:defRPr>
            </a:lvl1pPr>
          </a:lstStyle>
          <a:p>
            <a:pPr lvl="0">
              <a:buFont typeface="Arial" panose="020B0604020202020204" pitchFamily="34" charset="0"/>
              <a:buNone/>
            </a:pPr>
            <a:endParaRPr lang="en-US"/>
          </a:p>
        </p:txBody>
      </p:sp>
      <p:sp>
        <p:nvSpPr>
          <p:cNvPr id="30" name="Picture Placeholder 9">
            <a:extLst>
              <a:ext uri="{FF2B5EF4-FFF2-40B4-BE49-F238E27FC236}">
                <a16:creationId xmlns:a16="http://schemas.microsoft.com/office/drawing/2014/main" id="{833BF4B9-3649-F727-449A-A7F1E9CB9D6D}"/>
              </a:ext>
            </a:extLst>
          </p:cNvPr>
          <p:cNvSpPr>
            <a:spLocks noGrp="1"/>
          </p:cNvSpPr>
          <p:nvPr>
            <p:ph type="pic" sz="quarter" idx="16"/>
          </p:nvPr>
        </p:nvSpPr>
        <p:spPr>
          <a:xfrm>
            <a:off x="7367878" y="1735200"/>
            <a:ext cx="2196720" cy="2194021"/>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31" name="Text Placeholder 14">
            <a:extLst>
              <a:ext uri="{FF2B5EF4-FFF2-40B4-BE49-F238E27FC236}">
                <a16:creationId xmlns:a16="http://schemas.microsoft.com/office/drawing/2014/main" id="{937A4BFD-E836-7BD7-AB91-8CB1ED21C53E}"/>
              </a:ext>
            </a:extLst>
          </p:cNvPr>
          <p:cNvSpPr>
            <a:spLocks noGrp="1"/>
          </p:cNvSpPr>
          <p:nvPr>
            <p:ph type="body" sz="quarter" idx="31" hasCustomPrompt="1"/>
          </p:nvPr>
        </p:nvSpPr>
        <p:spPr>
          <a:xfrm>
            <a:off x="262766" y="4552895"/>
            <a:ext cx="2196720" cy="1365518"/>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32" name="Text Placeholder 14">
            <a:extLst>
              <a:ext uri="{FF2B5EF4-FFF2-40B4-BE49-F238E27FC236}">
                <a16:creationId xmlns:a16="http://schemas.microsoft.com/office/drawing/2014/main" id="{68640231-5025-F908-2EEB-72212AC4DEE5}"/>
              </a:ext>
            </a:extLst>
          </p:cNvPr>
          <p:cNvSpPr>
            <a:spLocks noGrp="1"/>
          </p:cNvSpPr>
          <p:nvPr>
            <p:ph type="body" sz="quarter" idx="32" hasCustomPrompt="1"/>
          </p:nvPr>
        </p:nvSpPr>
        <p:spPr>
          <a:xfrm>
            <a:off x="262766" y="4194474"/>
            <a:ext cx="2201269" cy="264688"/>
          </a:xfrm>
        </p:spPr>
        <p:txBody>
          <a:bodyPr wrap="square">
            <a:spAutoFit/>
          </a:bodyPr>
          <a:lstStyle>
            <a:lvl1pPr marL="319976" indent="-319976">
              <a:buNone/>
              <a:defRPr sz="1600">
                <a:solidFill>
                  <a:schemeClr val="tx1"/>
                </a:solidFill>
                <a:latin typeface="+mj-lt"/>
              </a:defRPr>
            </a:lvl1pPr>
          </a:lstStyle>
          <a:p>
            <a:pPr lvl="0"/>
            <a:r>
              <a:rPr lang="en-US"/>
              <a:t>Subhead 1</a:t>
            </a:r>
          </a:p>
        </p:txBody>
      </p:sp>
      <p:sp>
        <p:nvSpPr>
          <p:cNvPr id="33" name="Text Placeholder 14">
            <a:extLst>
              <a:ext uri="{FF2B5EF4-FFF2-40B4-BE49-F238E27FC236}">
                <a16:creationId xmlns:a16="http://schemas.microsoft.com/office/drawing/2014/main" id="{C3A73B5F-8F8C-7100-D783-82E0CD559F57}"/>
              </a:ext>
            </a:extLst>
          </p:cNvPr>
          <p:cNvSpPr>
            <a:spLocks noGrp="1"/>
          </p:cNvSpPr>
          <p:nvPr>
            <p:ph type="body" sz="quarter" idx="33" hasCustomPrompt="1"/>
          </p:nvPr>
        </p:nvSpPr>
        <p:spPr>
          <a:xfrm>
            <a:off x="2609660" y="4552895"/>
            <a:ext cx="2228262" cy="1365518"/>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34" name="Text Placeholder 14">
            <a:extLst>
              <a:ext uri="{FF2B5EF4-FFF2-40B4-BE49-F238E27FC236}">
                <a16:creationId xmlns:a16="http://schemas.microsoft.com/office/drawing/2014/main" id="{373E783F-A8EB-B286-F65B-430975E1E8D4}"/>
              </a:ext>
            </a:extLst>
          </p:cNvPr>
          <p:cNvSpPr>
            <a:spLocks noGrp="1"/>
          </p:cNvSpPr>
          <p:nvPr>
            <p:ph type="body" sz="quarter" idx="34" hasCustomPrompt="1"/>
          </p:nvPr>
        </p:nvSpPr>
        <p:spPr>
          <a:xfrm>
            <a:off x="2609660" y="4194474"/>
            <a:ext cx="2232877" cy="264688"/>
          </a:xfrm>
        </p:spPr>
        <p:txBody>
          <a:bodyPr wrap="square">
            <a:spAutoFit/>
          </a:bodyPr>
          <a:lstStyle>
            <a:lvl1pPr marL="319976" indent="-319976">
              <a:buNone/>
              <a:defRPr sz="1600">
                <a:solidFill>
                  <a:schemeClr val="tx1"/>
                </a:solidFill>
                <a:latin typeface="+mj-lt"/>
              </a:defRPr>
            </a:lvl1pPr>
          </a:lstStyle>
          <a:p>
            <a:pPr lvl="0"/>
            <a:r>
              <a:rPr lang="en-US"/>
              <a:t>Subhead 2</a:t>
            </a:r>
          </a:p>
        </p:txBody>
      </p:sp>
      <p:sp>
        <p:nvSpPr>
          <p:cNvPr id="35" name="Text Placeholder 14">
            <a:extLst>
              <a:ext uri="{FF2B5EF4-FFF2-40B4-BE49-F238E27FC236}">
                <a16:creationId xmlns:a16="http://schemas.microsoft.com/office/drawing/2014/main" id="{6D8A8242-F828-2035-07A1-7BBEC815C7AC}"/>
              </a:ext>
            </a:extLst>
          </p:cNvPr>
          <p:cNvSpPr>
            <a:spLocks noGrp="1"/>
          </p:cNvSpPr>
          <p:nvPr>
            <p:ph type="body" sz="quarter" idx="35" hasCustomPrompt="1"/>
          </p:nvPr>
        </p:nvSpPr>
        <p:spPr>
          <a:xfrm>
            <a:off x="4997837" y="4552895"/>
            <a:ext cx="2200452" cy="1365518"/>
          </a:xfrm>
        </p:spPr>
        <p:txBody>
          <a:bodyPr wrap="square" rIns="0">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36" name="Text Placeholder 14">
            <a:extLst>
              <a:ext uri="{FF2B5EF4-FFF2-40B4-BE49-F238E27FC236}">
                <a16:creationId xmlns:a16="http://schemas.microsoft.com/office/drawing/2014/main" id="{980E14B2-3F49-80E8-9F32-D46DBD4AEB32}"/>
              </a:ext>
            </a:extLst>
          </p:cNvPr>
          <p:cNvSpPr>
            <a:spLocks noGrp="1"/>
          </p:cNvSpPr>
          <p:nvPr>
            <p:ph type="body" sz="quarter" idx="36" hasCustomPrompt="1"/>
          </p:nvPr>
        </p:nvSpPr>
        <p:spPr>
          <a:xfrm>
            <a:off x="4997838" y="4194474"/>
            <a:ext cx="2205009" cy="264688"/>
          </a:xfrm>
        </p:spPr>
        <p:txBody>
          <a:bodyPr wrap="square">
            <a:spAutoFit/>
          </a:bodyPr>
          <a:lstStyle>
            <a:lvl1pPr marL="319976" indent="-319976">
              <a:buNone/>
              <a:defRPr sz="1600">
                <a:solidFill>
                  <a:schemeClr val="tx1"/>
                </a:solidFill>
                <a:latin typeface="+mj-lt"/>
              </a:defRPr>
            </a:lvl1pPr>
          </a:lstStyle>
          <a:p>
            <a:pPr lvl="0"/>
            <a:r>
              <a:rPr lang="en-US"/>
              <a:t>Subhead 3</a:t>
            </a:r>
          </a:p>
        </p:txBody>
      </p:sp>
      <p:sp>
        <p:nvSpPr>
          <p:cNvPr id="37" name="Text Placeholder 14">
            <a:extLst>
              <a:ext uri="{FF2B5EF4-FFF2-40B4-BE49-F238E27FC236}">
                <a16:creationId xmlns:a16="http://schemas.microsoft.com/office/drawing/2014/main" id="{D7F97F92-72C3-67E7-FBDA-21D3D34A2FE9}"/>
              </a:ext>
            </a:extLst>
          </p:cNvPr>
          <p:cNvSpPr>
            <a:spLocks noGrp="1"/>
          </p:cNvSpPr>
          <p:nvPr>
            <p:ph type="body" sz="quarter" idx="37" hasCustomPrompt="1"/>
          </p:nvPr>
        </p:nvSpPr>
        <p:spPr>
          <a:xfrm>
            <a:off x="7366493" y="4552895"/>
            <a:ext cx="2228262" cy="1365518"/>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38" name="Text Placeholder 14">
            <a:extLst>
              <a:ext uri="{FF2B5EF4-FFF2-40B4-BE49-F238E27FC236}">
                <a16:creationId xmlns:a16="http://schemas.microsoft.com/office/drawing/2014/main" id="{188204EF-310C-F33B-B998-5F2F14B152C6}"/>
              </a:ext>
            </a:extLst>
          </p:cNvPr>
          <p:cNvSpPr>
            <a:spLocks noGrp="1"/>
          </p:cNvSpPr>
          <p:nvPr>
            <p:ph type="body" sz="quarter" idx="38" hasCustomPrompt="1"/>
          </p:nvPr>
        </p:nvSpPr>
        <p:spPr>
          <a:xfrm>
            <a:off x="7366494" y="4194474"/>
            <a:ext cx="2232877" cy="264688"/>
          </a:xfrm>
        </p:spPr>
        <p:txBody>
          <a:bodyPr wrap="square">
            <a:spAutoFit/>
          </a:bodyPr>
          <a:lstStyle>
            <a:lvl1pPr marL="319976" indent="-319976">
              <a:buNone/>
              <a:defRPr sz="1600">
                <a:solidFill>
                  <a:schemeClr val="tx1"/>
                </a:solidFill>
                <a:latin typeface="+mj-lt"/>
              </a:defRPr>
            </a:lvl1pPr>
          </a:lstStyle>
          <a:p>
            <a:pPr lvl="0"/>
            <a:r>
              <a:rPr lang="en-US"/>
              <a:t>Subhead 4</a:t>
            </a:r>
          </a:p>
        </p:txBody>
      </p:sp>
      <p:sp>
        <p:nvSpPr>
          <p:cNvPr id="39" name="Picture Placeholder 9">
            <a:extLst>
              <a:ext uri="{FF2B5EF4-FFF2-40B4-BE49-F238E27FC236}">
                <a16:creationId xmlns:a16="http://schemas.microsoft.com/office/drawing/2014/main" id="{238DF19C-4284-A04B-1B30-CD15079F4697}"/>
              </a:ext>
            </a:extLst>
          </p:cNvPr>
          <p:cNvSpPr>
            <a:spLocks noGrp="1"/>
          </p:cNvSpPr>
          <p:nvPr>
            <p:ph type="pic" sz="quarter" idx="39"/>
          </p:nvPr>
        </p:nvSpPr>
        <p:spPr>
          <a:xfrm>
            <a:off x="9736247" y="1735200"/>
            <a:ext cx="2196720" cy="2194021"/>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40" name="Text Placeholder 14">
            <a:extLst>
              <a:ext uri="{FF2B5EF4-FFF2-40B4-BE49-F238E27FC236}">
                <a16:creationId xmlns:a16="http://schemas.microsoft.com/office/drawing/2014/main" id="{D7358003-E4E4-4743-7C60-000DD7691DDB}"/>
              </a:ext>
            </a:extLst>
          </p:cNvPr>
          <p:cNvSpPr>
            <a:spLocks noGrp="1"/>
          </p:cNvSpPr>
          <p:nvPr>
            <p:ph type="body" sz="quarter" idx="40" hasCustomPrompt="1"/>
          </p:nvPr>
        </p:nvSpPr>
        <p:spPr>
          <a:xfrm>
            <a:off x="9736247" y="4552895"/>
            <a:ext cx="2228262" cy="1365518"/>
          </a:xfrm>
        </p:spPr>
        <p:txBody>
          <a:bodyPr wrap="square">
            <a:no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41" name="Text Placeholder 14">
            <a:extLst>
              <a:ext uri="{FF2B5EF4-FFF2-40B4-BE49-F238E27FC236}">
                <a16:creationId xmlns:a16="http://schemas.microsoft.com/office/drawing/2014/main" id="{1CF58D74-2F58-9093-2286-EA8B47895334}"/>
              </a:ext>
            </a:extLst>
          </p:cNvPr>
          <p:cNvSpPr>
            <a:spLocks noGrp="1"/>
          </p:cNvSpPr>
          <p:nvPr>
            <p:ph type="body" sz="quarter" idx="41" hasCustomPrompt="1"/>
          </p:nvPr>
        </p:nvSpPr>
        <p:spPr>
          <a:xfrm>
            <a:off x="9736247" y="4194474"/>
            <a:ext cx="2232877" cy="264688"/>
          </a:xfrm>
        </p:spPr>
        <p:txBody>
          <a:bodyPr wrap="square">
            <a:spAutoFit/>
          </a:bodyPr>
          <a:lstStyle>
            <a:lvl1pPr marL="319976" indent="-319976">
              <a:buNone/>
              <a:defRPr sz="1600">
                <a:solidFill>
                  <a:schemeClr val="tx1"/>
                </a:solidFill>
                <a:latin typeface="+mj-lt"/>
              </a:defRPr>
            </a:lvl1pPr>
          </a:lstStyle>
          <a:p>
            <a:pPr lvl="0"/>
            <a:r>
              <a:rPr lang="en-US"/>
              <a:t>Subhead 5</a:t>
            </a:r>
          </a:p>
        </p:txBody>
      </p:sp>
      <p:sp>
        <p:nvSpPr>
          <p:cNvPr id="42" name="Text Placeholder 7">
            <a:extLst>
              <a:ext uri="{FF2B5EF4-FFF2-40B4-BE49-F238E27FC236}">
                <a16:creationId xmlns:a16="http://schemas.microsoft.com/office/drawing/2014/main" id="{A4841AE8-FD80-F41B-E8C5-54CB1952238C}"/>
              </a:ext>
            </a:extLst>
          </p:cNvPr>
          <p:cNvSpPr>
            <a:spLocks noGrp="1"/>
          </p:cNvSpPr>
          <p:nvPr>
            <p:ph type="body" sz="quarter" idx="42" hasCustomPrompt="1"/>
          </p:nvPr>
        </p:nvSpPr>
        <p:spPr>
          <a:xfrm>
            <a:off x="259033"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01</a:t>
            </a:r>
          </a:p>
        </p:txBody>
      </p:sp>
      <p:sp>
        <p:nvSpPr>
          <p:cNvPr id="43" name="Text Placeholder 7">
            <a:extLst>
              <a:ext uri="{FF2B5EF4-FFF2-40B4-BE49-F238E27FC236}">
                <a16:creationId xmlns:a16="http://schemas.microsoft.com/office/drawing/2014/main" id="{733B3BF3-7E12-858B-4371-5B067D09D15A}"/>
              </a:ext>
            </a:extLst>
          </p:cNvPr>
          <p:cNvSpPr>
            <a:spLocks noGrp="1"/>
          </p:cNvSpPr>
          <p:nvPr>
            <p:ph type="body" sz="quarter" idx="43" hasCustomPrompt="1"/>
          </p:nvPr>
        </p:nvSpPr>
        <p:spPr>
          <a:xfrm>
            <a:off x="2631136"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02</a:t>
            </a:r>
          </a:p>
        </p:txBody>
      </p:sp>
      <p:sp>
        <p:nvSpPr>
          <p:cNvPr id="44" name="Text Placeholder 7">
            <a:extLst>
              <a:ext uri="{FF2B5EF4-FFF2-40B4-BE49-F238E27FC236}">
                <a16:creationId xmlns:a16="http://schemas.microsoft.com/office/drawing/2014/main" id="{CCFA7967-0007-B300-34DB-6DEA1CC184C6}"/>
              </a:ext>
            </a:extLst>
          </p:cNvPr>
          <p:cNvSpPr>
            <a:spLocks noGrp="1"/>
          </p:cNvSpPr>
          <p:nvPr>
            <p:ph type="body" sz="quarter" idx="44" hasCustomPrompt="1"/>
          </p:nvPr>
        </p:nvSpPr>
        <p:spPr>
          <a:xfrm>
            <a:off x="4995773"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03</a:t>
            </a:r>
          </a:p>
        </p:txBody>
      </p:sp>
      <p:sp>
        <p:nvSpPr>
          <p:cNvPr id="45" name="Text Placeholder 7">
            <a:extLst>
              <a:ext uri="{FF2B5EF4-FFF2-40B4-BE49-F238E27FC236}">
                <a16:creationId xmlns:a16="http://schemas.microsoft.com/office/drawing/2014/main" id="{7E6D46BF-D0CF-4057-1F13-0AED57800607}"/>
              </a:ext>
            </a:extLst>
          </p:cNvPr>
          <p:cNvSpPr>
            <a:spLocks noGrp="1"/>
          </p:cNvSpPr>
          <p:nvPr>
            <p:ph type="body" sz="quarter" idx="45" hasCustomPrompt="1"/>
          </p:nvPr>
        </p:nvSpPr>
        <p:spPr>
          <a:xfrm>
            <a:off x="7364145"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04</a:t>
            </a:r>
          </a:p>
        </p:txBody>
      </p:sp>
      <p:sp>
        <p:nvSpPr>
          <p:cNvPr id="46" name="Text Placeholder 7">
            <a:extLst>
              <a:ext uri="{FF2B5EF4-FFF2-40B4-BE49-F238E27FC236}">
                <a16:creationId xmlns:a16="http://schemas.microsoft.com/office/drawing/2014/main" id="{9167E12C-CC23-0E03-25C0-C4F50DEA08F5}"/>
              </a:ext>
            </a:extLst>
          </p:cNvPr>
          <p:cNvSpPr>
            <a:spLocks noGrp="1"/>
          </p:cNvSpPr>
          <p:nvPr>
            <p:ph type="body" sz="quarter" idx="46" hasCustomPrompt="1"/>
          </p:nvPr>
        </p:nvSpPr>
        <p:spPr>
          <a:xfrm>
            <a:off x="9736248"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05</a:t>
            </a:r>
          </a:p>
        </p:txBody>
      </p:sp>
    </p:spTree>
    <p:extLst>
      <p:ext uri="{BB962C8B-B14F-4D97-AF65-F5344CB8AC3E}">
        <p14:creationId xmlns:p14="http://schemas.microsoft.com/office/powerpoint/2010/main" val="42109091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terior Storyboard (Light)">
    <p:bg>
      <p:bgPr>
        <a:solidFill>
          <a:srgbClr val="F5F5F5"/>
        </a:solidFill>
        <a:effectLst/>
      </p:bgPr>
    </p:bg>
    <p:spTree>
      <p:nvGrpSpPr>
        <p:cNvPr id="1" name=""/>
        <p:cNvGrpSpPr/>
        <p:nvPr/>
      </p:nvGrpSpPr>
      <p:grpSpPr>
        <a:xfrm>
          <a:off x="0" y="0"/>
          <a:ext cx="0" cy="0"/>
          <a:chOff x="0" y="0"/>
          <a:chExt cx="0" cy="0"/>
        </a:xfrm>
      </p:grpSpPr>
      <p:sp>
        <p:nvSpPr>
          <p:cNvPr id="13" name="Text Placeholder 14">
            <a:extLst>
              <a:ext uri="{FF2B5EF4-FFF2-40B4-BE49-F238E27FC236}">
                <a16:creationId xmlns:a16="http://schemas.microsoft.com/office/drawing/2014/main" id="{0AB6FF7A-C5BD-4092-06AE-B81828342DD7}"/>
              </a:ext>
            </a:extLst>
          </p:cNvPr>
          <p:cNvSpPr>
            <a:spLocks noGrp="1"/>
          </p:cNvSpPr>
          <p:nvPr>
            <p:ph type="body" sz="quarter" idx="39" hasCustomPrompt="1"/>
          </p:nvPr>
        </p:nvSpPr>
        <p:spPr>
          <a:xfrm>
            <a:off x="262616" y="3364941"/>
            <a:ext cx="3707917" cy="453586"/>
          </a:xfrm>
        </p:spPr>
        <p:txBody>
          <a:bodyPr wrap="square">
            <a:spAutoFit/>
          </a:bodyPr>
          <a:lstStyle>
            <a:lvl1pPr marL="182843" indent="-182843">
              <a:defRPr sz="9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rgbClr val="191919"/>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5" name="Straight Connector 4">
            <a:extLst>
              <a:ext uri="{FF2B5EF4-FFF2-40B4-BE49-F238E27FC236}">
                <a16:creationId xmlns:a16="http://schemas.microsoft.com/office/drawing/2014/main" id="{D3EC2CA4-01EC-30F5-3923-EAB2DE341694}"/>
              </a:ext>
            </a:extLst>
          </p:cNvPr>
          <p:cNvCxnSpPr>
            <a:cxnSpLocks/>
          </p:cNvCxnSpPr>
          <p:nvPr userDrawn="1"/>
        </p:nvCxnSpPr>
        <p:spPr>
          <a:xfrm>
            <a:off x="262616" y="505123"/>
            <a:ext cx="1165818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7" name="Shape">
            <a:extLst>
              <a:ext uri="{FF2B5EF4-FFF2-40B4-BE49-F238E27FC236}">
                <a16:creationId xmlns:a16="http://schemas.microsoft.com/office/drawing/2014/main" id="{9C152045-BBAE-5CDD-1937-02211B00730D}"/>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rgbClr val="191919"/>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9" name="Title 15">
            <a:extLst>
              <a:ext uri="{FF2B5EF4-FFF2-40B4-BE49-F238E27FC236}">
                <a16:creationId xmlns:a16="http://schemas.microsoft.com/office/drawing/2014/main" id="{50789E27-8B74-B0BF-0B8B-2697C6E65991}"/>
              </a:ext>
            </a:extLst>
          </p:cNvPr>
          <p:cNvSpPr>
            <a:spLocks noGrp="1"/>
          </p:cNvSpPr>
          <p:nvPr>
            <p:ph type="title" hasCustomPrompt="1"/>
          </p:nvPr>
        </p:nvSpPr>
        <p:spPr>
          <a:xfrm>
            <a:off x="266665" y="749552"/>
            <a:ext cx="3707917" cy="261610"/>
          </a:xfrm>
        </p:spPr>
        <p:txBody>
          <a:bodyPr/>
          <a:lstStyle>
            <a:lvl1pPr>
              <a:defRPr sz="2000" spc="0"/>
            </a:lvl1pPr>
          </a:lstStyle>
          <a:p>
            <a:r>
              <a:rPr lang="en-US"/>
              <a:t>Header</a:t>
            </a:r>
          </a:p>
        </p:txBody>
      </p:sp>
      <p:sp>
        <p:nvSpPr>
          <p:cNvPr id="10" name="Text Placeholder 14">
            <a:extLst>
              <a:ext uri="{FF2B5EF4-FFF2-40B4-BE49-F238E27FC236}">
                <a16:creationId xmlns:a16="http://schemas.microsoft.com/office/drawing/2014/main" id="{ADDBC30C-62AB-2E94-268A-D3468CF328FE}"/>
              </a:ext>
            </a:extLst>
          </p:cNvPr>
          <p:cNvSpPr>
            <a:spLocks noGrp="1"/>
          </p:cNvSpPr>
          <p:nvPr>
            <p:ph type="body" sz="quarter" idx="37" hasCustomPrompt="1"/>
          </p:nvPr>
        </p:nvSpPr>
        <p:spPr>
          <a:xfrm>
            <a:off x="4241248" y="708152"/>
            <a:ext cx="4702357" cy="453586"/>
          </a:xfrm>
        </p:spPr>
        <p:txBody>
          <a:bodyPr wrap="square">
            <a:spAutoFit/>
          </a:bodyPr>
          <a:lstStyle>
            <a:lvl1pPr marL="182843" indent="-182843">
              <a:defRPr sz="9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p>
        </p:txBody>
      </p:sp>
      <p:sp>
        <p:nvSpPr>
          <p:cNvPr id="11" name="Picture Placeholder 9">
            <a:extLst>
              <a:ext uri="{FF2B5EF4-FFF2-40B4-BE49-F238E27FC236}">
                <a16:creationId xmlns:a16="http://schemas.microsoft.com/office/drawing/2014/main" id="{C604B6A3-0E2F-173F-DD71-679F89C7A0AF}"/>
              </a:ext>
            </a:extLst>
          </p:cNvPr>
          <p:cNvSpPr>
            <a:spLocks noGrp="1"/>
          </p:cNvSpPr>
          <p:nvPr>
            <p:ph type="pic" sz="quarter" idx="13"/>
          </p:nvPr>
        </p:nvSpPr>
        <p:spPr>
          <a:xfrm>
            <a:off x="262616" y="1312294"/>
            <a:ext cx="3707917" cy="189280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4" name="Text Placeholder 14">
            <a:extLst>
              <a:ext uri="{FF2B5EF4-FFF2-40B4-BE49-F238E27FC236}">
                <a16:creationId xmlns:a16="http://schemas.microsoft.com/office/drawing/2014/main" id="{DB6F6562-FC62-BB32-EA34-3EB70C2EE18E}"/>
              </a:ext>
            </a:extLst>
          </p:cNvPr>
          <p:cNvSpPr>
            <a:spLocks noGrp="1"/>
          </p:cNvSpPr>
          <p:nvPr>
            <p:ph type="body" sz="quarter" idx="40" hasCustomPrompt="1"/>
          </p:nvPr>
        </p:nvSpPr>
        <p:spPr>
          <a:xfrm>
            <a:off x="4242042" y="3364941"/>
            <a:ext cx="3707917" cy="453586"/>
          </a:xfrm>
        </p:spPr>
        <p:txBody>
          <a:bodyPr wrap="square">
            <a:spAutoFit/>
          </a:bodyPr>
          <a:lstStyle>
            <a:lvl1pPr marL="182843" indent="-182843">
              <a:defRPr sz="9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15" name="Picture Placeholder 9">
            <a:extLst>
              <a:ext uri="{FF2B5EF4-FFF2-40B4-BE49-F238E27FC236}">
                <a16:creationId xmlns:a16="http://schemas.microsoft.com/office/drawing/2014/main" id="{195466F1-E508-D2D8-6D5C-41473F748021}"/>
              </a:ext>
            </a:extLst>
          </p:cNvPr>
          <p:cNvSpPr>
            <a:spLocks noGrp="1"/>
          </p:cNvSpPr>
          <p:nvPr>
            <p:ph type="pic" sz="quarter" idx="41"/>
          </p:nvPr>
        </p:nvSpPr>
        <p:spPr>
          <a:xfrm>
            <a:off x="4242042" y="1312294"/>
            <a:ext cx="3707917" cy="189280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6" name="Text Placeholder 14">
            <a:extLst>
              <a:ext uri="{FF2B5EF4-FFF2-40B4-BE49-F238E27FC236}">
                <a16:creationId xmlns:a16="http://schemas.microsoft.com/office/drawing/2014/main" id="{16EB93F3-D8B7-F233-C5AE-D4F58817B4DA}"/>
              </a:ext>
            </a:extLst>
          </p:cNvPr>
          <p:cNvSpPr>
            <a:spLocks noGrp="1"/>
          </p:cNvSpPr>
          <p:nvPr>
            <p:ph type="body" sz="quarter" idx="42" hasCustomPrompt="1"/>
          </p:nvPr>
        </p:nvSpPr>
        <p:spPr>
          <a:xfrm>
            <a:off x="8221468" y="3364941"/>
            <a:ext cx="3707917" cy="453586"/>
          </a:xfrm>
        </p:spPr>
        <p:txBody>
          <a:bodyPr wrap="square">
            <a:spAutoFit/>
          </a:bodyPr>
          <a:lstStyle>
            <a:lvl1pPr marL="182843" indent="-182843">
              <a:defRPr sz="9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17" name="Picture Placeholder 9">
            <a:extLst>
              <a:ext uri="{FF2B5EF4-FFF2-40B4-BE49-F238E27FC236}">
                <a16:creationId xmlns:a16="http://schemas.microsoft.com/office/drawing/2014/main" id="{4D682FAE-E648-3A87-2F8B-C3AE8DEEB06F}"/>
              </a:ext>
            </a:extLst>
          </p:cNvPr>
          <p:cNvSpPr>
            <a:spLocks noGrp="1"/>
          </p:cNvSpPr>
          <p:nvPr>
            <p:ph type="pic" sz="quarter" idx="43"/>
          </p:nvPr>
        </p:nvSpPr>
        <p:spPr>
          <a:xfrm>
            <a:off x="8221468" y="1312294"/>
            <a:ext cx="3707917" cy="189280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8" name="Text Placeholder 14">
            <a:extLst>
              <a:ext uri="{FF2B5EF4-FFF2-40B4-BE49-F238E27FC236}">
                <a16:creationId xmlns:a16="http://schemas.microsoft.com/office/drawing/2014/main" id="{6E4422A5-5488-C942-7EF7-4B55CD90FF66}"/>
              </a:ext>
            </a:extLst>
          </p:cNvPr>
          <p:cNvSpPr>
            <a:spLocks noGrp="1"/>
          </p:cNvSpPr>
          <p:nvPr>
            <p:ph type="body" sz="quarter" idx="44" hasCustomPrompt="1"/>
          </p:nvPr>
        </p:nvSpPr>
        <p:spPr>
          <a:xfrm>
            <a:off x="262616" y="6139456"/>
            <a:ext cx="3707917" cy="453586"/>
          </a:xfrm>
        </p:spPr>
        <p:txBody>
          <a:bodyPr wrap="square">
            <a:spAutoFit/>
          </a:bodyPr>
          <a:lstStyle>
            <a:lvl1pPr marL="182843" indent="-182843">
              <a:defRPr sz="9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19" name="Picture Placeholder 9">
            <a:extLst>
              <a:ext uri="{FF2B5EF4-FFF2-40B4-BE49-F238E27FC236}">
                <a16:creationId xmlns:a16="http://schemas.microsoft.com/office/drawing/2014/main" id="{E446C710-080C-E915-E770-DF5D2FE18227}"/>
              </a:ext>
            </a:extLst>
          </p:cNvPr>
          <p:cNvSpPr>
            <a:spLocks noGrp="1"/>
          </p:cNvSpPr>
          <p:nvPr>
            <p:ph type="pic" sz="quarter" idx="45"/>
          </p:nvPr>
        </p:nvSpPr>
        <p:spPr>
          <a:xfrm>
            <a:off x="262616" y="4086809"/>
            <a:ext cx="3707917" cy="189280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0" name="Text Placeholder 14">
            <a:extLst>
              <a:ext uri="{FF2B5EF4-FFF2-40B4-BE49-F238E27FC236}">
                <a16:creationId xmlns:a16="http://schemas.microsoft.com/office/drawing/2014/main" id="{415846F0-DD8D-CD17-45AE-CCBD2D99F27A}"/>
              </a:ext>
            </a:extLst>
          </p:cNvPr>
          <p:cNvSpPr>
            <a:spLocks noGrp="1"/>
          </p:cNvSpPr>
          <p:nvPr>
            <p:ph type="body" sz="quarter" idx="46" hasCustomPrompt="1"/>
          </p:nvPr>
        </p:nvSpPr>
        <p:spPr>
          <a:xfrm>
            <a:off x="4242042" y="6139456"/>
            <a:ext cx="3707917" cy="453586"/>
          </a:xfrm>
        </p:spPr>
        <p:txBody>
          <a:bodyPr wrap="square">
            <a:spAutoFit/>
          </a:bodyPr>
          <a:lstStyle>
            <a:lvl1pPr marL="182843" indent="-182843">
              <a:defRPr sz="9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22" name="Picture Placeholder 9">
            <a:extLst>
              <a:ext uri="{FF2B5EF4-FFF2-40B4-BE49-F238E27FC236}">
                <a16:creationId xmlns:a16="http://schemas.microsoft.com/office/drawing/2014/main" id="{4F9A3119-0093-A91A-7D8A-F0C2603C40AB}"/>
              </a:ext>
            </a:extLst>
          </p:cNvPr>
          <p:cNvSpPr>
            <a:spLocks noGrp="1"/>
          </p:cNvSpPr>
          <p:nvPr>
            <p:ph type="pic" sz="quarter" idx="47"/>
          </p:nvPr>
        </p:nvSpPr>
        <p:spPr>
          <a:xfrm>
            <a:off x="4242042" y="4086809"/>
            <a:ext cx="3707917" cy="189280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3" name="Text Placeholder 14">
            <a:extLst>
              <a:ext uri="{FF2B5EF4-FFF2-40B4-BE49-F238E27FC236}">
                <a16:creationId xmlns:a16="http://schemas.microsoft.com/office/drawing/2014/main" id="{0A9CBAA9-08F8-E284-8A59-49E6E3FC57D7}"/>
              </a:ext>
            </a:extLst>
          </p:cNvPr>
          <p:cNvSpPr>
            <a:spLocks noGrp="1"/>
          </p:cNvSpPr>
          <p:nvPr>
            <p:ph type="body" sz="quarter" idx="48" hasCustomPrompt="1"/>
          </p:nvPr>
        </p:nvSpPr>
        <p:spPr>
          <a:xfrm>
            <a:off x="8221468" y="6139456"/>
            <a:ext cx="3707917" cy="453586"/>
          </a:xfrm>
        </p:spPr>
        <p:txBody>
          <a:bodyPr wrap="square">
            <a:spAutoFit/>
          </a:bodyPr>
          <a:lstStyle>
            <a:lvl1pPr marL="182843" indent="-182843">
              <a:defRPr sz="9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24" name="Picture Placeholder 9">
            <a:extLst>
              <a:ext uri="{FF2B5EF4-FFF2-40B4-BE49-F238E27FC236}">
                <a16:creationId xmlns:a16="http://schemas.microsoft.com/office/drawing/2014/main" id="{721BECB3-372B-9B53-FA40-0ABB0A05C897}"/>
              </a:ext>
            </a:extLst>
          </p:cNvPr>
          <p:cNvSpPr>
            <a:spLocks noGrp="1"/>
          </p:cNvSpPr>
          <p:nvPr>
            <p:ph type="pic" sz="quarter" idx="49"/>
          </p:nvPr>
        </p:nvSpPr>
        <p:spPr>
          <a:xfrm>
            <a:off x="8221468" y="4086809"/>
            <a:ext cx="3707917" cy="189280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6" name="Slide Number Placeholder 5">
            <a:extLst>
              <a:ext uri="{FF2B5EF4-FFF2-40B4-BE49-F238E27FC236}">
                <a16:creationId xmlns:a16="http://schemas.microsoft.com/office/drawing/2014/main" id="{502CA06A-B993-C244-FF46-7A4928C51EBE}"/>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7584396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terior Picture Grid (Light)">
    <p:bg>
      <p:bgPr>
        <a:solidFill>
          <a:srgbClr val="F5F5F5"/>
        </a:solidFill>
        <a:effectLst/>
      </p:bgPr>
    </p:bg>
    <p:spTree>
      <p:nvGrpSpPr>
        <p:cNvPr id="1" name=""/>
        <p:cNvGrpSpPr/>
        <p:nvPr/>
      </p:nvGrpSpPr>
      <p:grpSpPr>
        <a:xfrm>
          <a:off x="0" y="0"/>
          <a:ext cx="0" cy="0"/>
          <a:chOff x="0" y="0"/>
          <a:chExt cx="0" cy="0"/>
        </a:xfrm>
      </p:grpSpPr>
      <p:sp>
        <p:nvSpPr>
          <p:cNvPr id="43" name="Picture Placeholder 9">
            <a:extLst>
              <a:ext uri="{FF2B5EF4-FFF2-40B4-BE49-F238E27FC236}">
                <a16:creationId xmlns:a16="http://schemas.microsoft.com/office/drawing/2014/main" id="{85C9B886-F3E4-5E12-9A00-84CD82AC5501}"/>
              </a:ext>
            </a:extLst>
          </p:cNvPr>
          <p:cNvSpPr>
            <a:spLocks noGrp="1"/>
          </p:cNvSpPr>
          <p:nvPr>
            <p:ph type="pic" sz="quarter" idx="44"/>
          </p:nvPr>
        </p:nvSpPr>
        <p:spPr>
          <a:xfrm>
            <a:off x="262766" y="4191007"/>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4" name="Picture Placeholder 9">
            <a:extLst>
              <a:ext uri="{FF2B5EF4-FFF2-40B4-BE49-F238E27FC236}">
                <a16:creationId xmlns:a16="http://schemas.microsoft.com/office/drawing/2014/main" id="{F8F94976-A702-C1F9-A837-6776C974B647}"/>
              </a:ext>
            </a:extLst>
          </p:cNvPr>
          <p:cNvSpPr>
            <a:spLocks noGrp="1"/>
          </p:cNvSpPr>
          <p:nvPr>
            <p:ph type="pic" sz="quarter" idx="45"/>
          </p:nvPr>
        </p:nvSpPr>
        <p:spPr>
          <a:xfrm>
            <a:off x="2253957" y="4191007"/>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5" name="Picture Placeholder 9">
            <a:extLst>
              <a:ext uri="{FF2B5EF4-FFF2-40B4-BE49-F238E27FC236}">
                <a16:creationId xmlns:a16="http://schemas.microsoft.com/office/drawing/2014/main" id="{491733F7-529D-CC79-65CB-FFFF026BCCC2}"/>
              </a:ext>
            </a:extLst>
          </p:cNvPr>
          <p:cNvSpPr>
            <a:spLocks noGrp="1"/>
          </p:cNvSpPr>
          <p:nvPr>
            <p:ph type="pic" sz="quarter" idx="46"/>
          </p:nvPr>
        </p:nvSpPr>
        <p:spPr>
          <a:xfrm>
            <a:off x="4237993" y="4191007"/>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6" name="Picture Placeholder 9">
            <a:extLst>
              <a:ext uri="{FF2B5EF4-FFF2-40B4-BE49-F238E27FC236}">
                <a16:creationId xmlns:a16="http://schemas.microsoft.com/office/drawing/2014/main" id="{6A1F7AA5-5BAB-2CF9-9D3F-E106BCE895EC}"/>
              </a:ext>
            </a:extLst>
          </p:cNvPr>
          <p:cNvSpPr>
            <a:spLocks noGrp="1"/>
          </p:cNvSpPr>
          <p:nvPr>
            <p:ph type="pic" sz="quarter" idx="47"/>
          </p:nvPr>
        </p:nvSpPr>
        <p:spPr>
          <a:xfrm>
            <a:off x="6229333" y="4191007"/>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7" name="Picture Placeholder 9">
            <a:extLst>
              <a:ext uri="{FF2B5EF4-FFF2-40B4-BE49-F238E27FC236}">
                <a16:creationId xmlns:a16="http://schemas.microsoft.com/office/drawing/2014/main" id="{CC8DDA27-CE84-DC52-6023-A2C4DE0F940F}"/>
              </a:ext>
            </a:extLst>
          </p:cNvPr>
          <p:cNvSpPr>
            <a:spLocks noGrp="1"/>
          </p:cNvSpPr>
          <p:nvPr>
            <p:ph type="pic" sz="quarter" idx="48"/>
          </p:nvPr>
        </p:nvSpPr>
        <p:spPr>
          <a:xfrm>
            <a:off x="8212575" y="4191007"/>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8" name="Picture Placeholder 9">
            <a:extLst>
              <a:ext uri="{FF2B5EF4-FFF2-40B4-BE49-F238E27FC236}">
                <a16:creationId xmlns:a16="http://schemas.microsoft.com/office/drawing/2014/main" id="{6718BFA9-E1B3-D6BB-7487-C006F510A57B}"/>
              </a:ext>
            </a:extLst>
          </p:cNvPr>
          <p:cNvSpPr>
            <a:spLocks noGrp="1"/>
          </p:cNvSpPr>
          <p:nvPr>
            <p:ph type="pic" sz="quarter" idx="49"/>
          </p:nvPr>
        </p:nvSpPr>
        <p:spPr>
          <a:xfrm>
            <a:off x="10195030" y="4191007"/>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9" name="Text Placeholder 14">
            <a:extLst>
              <a:ext uri="{FF2B5EF4-FFF2-40B4-BE49-F238E27FC236}">
                <a16:creationId xmlns:a16="http://schemas.microsoft.com/office/drawing/2014/main" id="{3CADC0AD-CA08-AEA2-21C6-E3AC795358D0}"/>
              </a:ext>
            </a:extLst>
          </p:cNvPr>
          <p:cNvSpPr>
            <a:spLocks noGrp="1"/>
          </p:cNvSpPr>
          <p:nvPr>
            <p:ph type="body" sz="quarter" idx="50" hasCustomPrompt="1"/>
          </p:nvPr>
        </p:nvSpPr>
        <p:spPr>
          <a:xfrm>
            <a:off x="262766" y="5999953"/>
            <a:ext cx="1720625" cy="401649"/>
          </a:xfrm>
        </p:spPr>
        <p:txBody>
          <a:bodyPr wrap="square">
            <a:spAutoFit/>
          </a:bodyPr>
          <a:lstStyle>
            <a:lvl1pPr marL="0" indent="0">
              <a:buNone/>
              <a:defRPr sz="1200">
                <a:latin typeface="+mj-lt"/>
              </a:defRPr>
            </a:lvl1pPr>
          </a:lstStyle>
          <a:p>
            <a:pPr lvl="0"/>
            <a:r>
              <a:rPr lang="en-US"/>
              <a:t>Subhead wrapping over two lines</a:t>
            </a:r>
          </a:p>
        </p:txBody>
      </p:sp>
      <p:sp>
        <p:nvSpPr>
          <p:cNvPr id="50" name="Text Placeholder 14">
            <a:extLst>
              <a:ext uri="{FF2B5EF4-FFF2-40B4-BE49-F238E27FC236}">
                <a16:creationId xmlns:a16="http://schemas.microsoft.com/office/drawing/2014/main" id="{5DBFB30C-D9E0-5B84-1D3C-59BFA31CBE86}"/>
              </a:ext>
            </a:extLst>
          </p:cNvPr>
          <p:cNvSpPr>
            <a:spLocks noGrp="1"/>
          </p:cNvSpPr>
          <p:nvPr>
            <p:ph type="body" sz="quarter" idx="51" hasCustomPrompt="1"/>
          </p:nvPr>
        </p:nvSpPr>
        <p:spPr>
          <a:xfrm>
            <a:off x="2254115" y="5999953"/>
            <a:ext cx="1724516" cy="401649"/>
          </a:xfrm>
        </p:spPr>
        <p:txBody>
          <a:bodyPr wrap="square">
            <a:spAutoFit/>
          </a:bodyPr>
          <a:lstStyle>
            <a:lvl1pPr marL="0" indent="0">
              <a:buNone/>
              <a:defRPr sz="1200">
                <a:latin typeface="+mj-lt"/>
              </a:defRPr>
            </a:lvl1pPr>
          </a:lstStyle>
          <a:p>
            <a:pPr lvl="0"/>
            <a:r>
              <a:rPr lang="en-US"/>
              <a:t>Subhead wrapping over two lines</a:t>
            </a:r>
          </a:p>
        </p:txBody>
      </p:sp>
      <p:sp>
        <p:nvSpPr>
          <p:cNvPr id="51" name="Text Placeholder 14">
            <a:extLst>
              <a:ext uri="{FF2B5EF4-FFF2-40B4-BE49-F238E27FC236}">
                <a16:creationId xmlns:a16="http://schemas.microsoft.com/office/drawing/2014/main" id="{5467940A-A0E4-39FE-276D-52982FC5B1D2}"/>
              </a:ext>
            </a:extLst>
          </p:cNvPr>
          <p:cNvSpPr>
            <a:spLocks noGrp="1"/>
          </p:cNvSpPr>
          <p:nvPr>
            <p:ph type="body" sz="quarter" idx="52" hasCustomPrompt="1"/>
          </p:nvPr>
        </p:nvSpPr>
        <p:spPr>
          <a:xfrm>
            <a:off x="4245455" y="5999953"/>
            <a:ext cx="1724516" cy="401649"/>
          </a:xfrm>
        </p:spPr>
        <p:txBody>
          <a:bodyPr wrap="square">
            <a:spAutoFit/>
          </a:bodyPr>
          <a:lstStyle>
            <a:lvl1pPr marL="0" indent="0">
              <a:buNone/>
              <a:defRPr sz="1200">
                <a:latin typeface="+mj-lt"/>
              </a:defRPr>
            </a:lvl1pPr>
          </a:lstStyle>
          <a:p>
            <a:pPr lvl="0"/>
            <a:r>
              <a:rPr lang="en-US"/>
              <a:t>Subhead wrapping over two lines</a:t>
            </a:r>
          </a:p>
        </p:txBody>
      </p:sp>
      <p:sp>
        <p:nvSpPr>
          <p:cNvPr id="52" name="Text Placeholder 14">
            <a:extLst>
              <a:ext uri="{FF2B5EF4-FFF2-40B4-BE49-F238E27FC236}">
                <a16:creationId xmlns:a16="http://schemas.microsoft.com/office/drawing/2014/main" id="{1F97773C-D0B7-F881-B1A5-D8AEDF553E61}"/>
              </a:ext>
            </a:extLst>
          </p:cNvPr>
          <p:cNvSpPr>
            <a:spLocks noGrp="1"/>
          </p:cNvSpPr>
          <p:nvPr>
            <p:ph type="body" sz="quarter" idx="53" hasCustomPrompt="1"/>
          </p:nvPr>
        </p:nvSpPr>
        <p:spPr>
          <a:xfrm>
            <a:off x="6236796" y="5999953"/>
            <a:ext cx="1724516" cy="401649"/>
          </a:xfrm>
        </p:spPr>
        <p:txBody>
          <a:bodyPr wrap="square">
            <a:spAutoFit/>
          </a:bodyPr>
          <a:lstStyle>
            <a:lvl1pPr marL="0" indent="0">
              <a:buNone/>
              <a:defRPr sz="1200">
                <a:latin typeface="+mj-lt"/>
              </a:defRPr>
            </a:lvl1pPr>
          </a:lstStyle>
          <a:p>
            <a:pPr lvl="0"/>
            <a:r>
              <a:rPr lang="en-US"/>
              <a:t>Subhead wrapping over two lines</a:t>
            </a:r>
          </a:p>
        </p:txBody>
      </p:sp>
      <p:sp>
        <p:nvSpPr>
          <p:cNvPr id="53" name="Text Placeholder 14">
            <a:extLst>
              <a:ext uri="{FF2B5EF4-FFF2-40B4-BE49-F238E27FC236}">
                <a16:creationId xmlns:a16="http://schemas.microsoft.com/office/drawing/2014/main" id="{2ECF84FA-0E79-D13F-83BD-198A87BF689C}"/>
              </a:ext>
            </a:extLst>
          </p:cNvPr>
          <p:cNvSpPr>
            <a:spLocks noGrp="1"/>
          </p:cNvSpPr>
          <p:nvPr>
            <p:ph type="body" sz="quarter" idx="54" hasCustomPrompt="1"/>
          </p:nvPr>
        </p:nvSpPr>
        <p:spPr>
          <a:xfrm>
            <a:off x="8228136" y="5999953"/>
            <a:ext cx="1724516" cy="401649"/>
          </a:xfrm>
        </p:spPr>
        <p:txBody>
          <a:bodyPr wrap="square">
            <a:spAutoFit/>
          </a:bodyPr>
          <a:lstStyle>
            <a:lvl1pPr marL="0" indent="0">
              <a:buNone/>
              <a:defRPr sz="1200">
                <a:latin typeface="+mj-lt"/>
              </a:defRPr>
            </a:lvl1pPr>
          </a:lstStyle>
          <a:p>
            <a:pPr lvl="0"/>
            <a:r>
              <a:rPr lang="en-US"/>
              <a:t>Subhead wrapping over two lines</a:t>
            </a:r>
          </a:p>
        </p:txBody>
      </p:sp>
      <p:sp>
        <p:nvSpPr>
          <p:cNvPr id="54" name="Text Placeholder 14">
            <a:extLst>
              <a:ext uri="{FF2B5EF4-FFF2-40B4-BE49-F238E27FC236}">
                <a16:creationId xmlns:a16="http://schemas.microsoft.com/office/drawing/2014/main" id="{F69D5152-F0FC-DBAB-A69E-3CF712D6BBC1}"/>
              </a:ext>
            </a:extLst>
          </p:cNvPr>
          <p:cNvSpPr>
            <a:spLocks noGrp="1"/>
          </p:cNvSpPr>
          <p:nvPr>
            <p:ph type="body" sz="quarter" idx="55" hasCustomPrompt="1"/>
          </p:nvPr>
        </p:nvSpPr>
        <p:spPr>
          <a:xfrm>
            <a:off x="10219476" y="5999953"/>
            <a:ext cx="1724516" cy="401649"/>
          </a:xfrm>
        </p:spPr>
        <p:txBody>
          <a:bodyPr wrap="square">
            <a:spAutoFit/>
          </a:bodyPr>
          <a:lstStyle>
            <a:lvl1pPr marL="0" indent="0">
              <a:buNone/>
              <a:defRPr sz="1200">
                <a:latin typeface="+mj-lt"/>
              </a:defRPr>
            </a:lvl1pPr>
          </a:lstStyle>
          <a:p>
            <a:pPr lvl="0"/>
            <a:r>
              <a:rPr lang="en-US"/>
              <a:t>Subhead wrapping over two lines</a:t>
            </a:r>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rgbClr val="191919"/>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7" name="Straight Connector 6">
            <a:extLst>
              <a:ext uri="{FF2B5EF4-FFF2-40B4-BE49-F238E27FC236}">
                <a16:creationId xmlns:a16="http://schemas.microsoft.com/office/drawing/2014/main" id="{2EDBF4C0-48BD-0AA4-AC08-3488348A30AF}"/>
              </a:ext>
            </a:extLst>
          </p:cNvPr>
          <p:cNvCxnSpPr>
            <a:cxnSpLocks/>
          </p:cNvCxnSpPr>
          <p:nvPr/>
        </p:nvCxnSpPr>
        <p:spPr>
          <a:xfrm>
            <a:off x="257536" y="1504769"/>
            <a:ext cx="1166326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9" name="Picture Placeholder 9">
            <a:extLst>
              <a:ext uri="{FF2B5EF4-FFF2-40B4-BE49-F238E27FC236}">
                <a16:creationId xmlns:a16="http://schemas.microsoft.com/office/drawing/2014/main" id="{BC498253-E19A-9981-7491-0B0200501465}"/>
              </a:ext>
            </a:extLst>
          </p:cNvPr>
          <p:cNvSpPr>
            <a:spLocks noGrp="1"/>
          </p:cNvSpPr>
          <p:nvPr>
            <p:ph type="pic" sz="quarter" idx="13"/>
          </p:nvPr>
        </p:nvSpPr>
        <p:spPr>
          <a:xfrm>
            <a:off x="262766" y="1735906"/>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2" name="Picture Placeholder 9">
            <a:extLst>
              <a:ext uri="{FF2B5EF4-FFF2-40B4-BE49-F238E27FC236}">
                <a16:creationId xmlns:a16="http://schemas.microsoft.com/office/drawing/2014/main" id="{9C4EF51A-A56C-324C-7B1A-B7579A5A371E}"/>
              </a:ext>
            </a:extLst>
          </p:cNvPr>
          <p:cNvSpPr>
            <a:spLocks noGrp="1"/>
          </p:cNvSpPr>
          <p:nvPr>
            <p:ph type="pic" sz="quarter" idx="14"/>
          </p:nvPr>
        </p:nvSpPr>
        <p:spPr>
          <a:xfrm>
            <a:off x="2253957" y="1735906"/>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4" name="Picture Placeholder 9">
            <a:extLst>
              <a:ext uri="{FF2B5EF4-FFF2-40B4-BE49-F238E27FC236}">
                <a16:creationId xmlns:a16="http://schemas.microsoft.com/office/drawing/2014/main" id="{4F721F11-D41A-997F-55D6-70373D59D181}"/>
              </a:ext>
            </a:extLst>
          </p:cNvPr>
          <p:cNvSpPr>
            <a:spLocks noGrp="1"/>
          </p:cNvSpPr>
          <p:nvPr>
            <p:ph type="pic" sz="quarter" idx="15"/>
          </p:nvPr>
        </p:nvSpPr>
        <p:spPr>
          <a:xfrm>
            <a:off x="4237993" y="1735906"/>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6" name="Picture Placeholder 9">
            <a:extLst>
              <a:ext uri="{FF2B5EF4-FFF2-40B4-BE49-F238E27FC236}">
                <a16:creationId xmlns:a16="http://schemas.microsoft.com/office/drawing/2014/main" id="{4B87836F-5514-410A-006A-3F8EF5C8A2A0}"/>
              </a:ext>
            </a:extLst>
          </p:cNvPr>
          <p:cNvSpPr>
            <a:spLocks noGrp="1"/>
          </p:cNvSpPr>
          <p:nvPr>
            <p:ph type="pic" sz="quarter" idx="16"/>
          </p:nvPr>
        </p:nvSpPr>
        <p:spPr>
          <a:xfrm>
            <a:off x="6229333" y="1735906"/>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8" name="Picture Placeholder 9">
            <a:extLst>
              <a:ext uri="{FF2B5EF4-FFF2-40B4-BE49-F238E27FC236}">
                <a16:creationId xmlns:a16="http://schemas.microsoft.com/office/drawing/2014/main" id="{107E7A96-FD00-0FC7-A726-81E9C011D1EB}"/>
              </a:ext>
            </a:extLst>
          </p:cNvPr>
          <p:cNvSpPr>
            <a:spLocks noGrp="1"/>
          </p:cNvSpPr>
          <p:nvPr>
            <p:ph type="pic" sz="quarter" idx="17"/>
          </p:nvPr>
        </p:nvSpPr>
        <p:spPr>
          <a:xfrm>
            <a:off x="8212575" y="1735906"/>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0" name="Picture Placeholder 9">
            <a:extLst>
              <a:ext uri="{FF2B5EF4-FFF2-40B4-BE49-F238E27FC236}">
                <a16:creationId xmlns:a16="http://schemas.microsoft.com/office/drawing/2014/main" id="{B62A229C-FE8E-6E1A-4CCD-6B54E572722A}"/>
              </a:ext>
            </a:extLst>
          </p:cNvPr>
          <p:cNvSpPr>
            <a:spLocks noGrp="1"/>
          </p:cNvSpPr>
          <p:nvPr>
            <p:ph type="pic" sz="quarter" idx="18"/>
          </p:nvPr>
        </p:nvSpPr>
        <p:spPr>
          <a:xfrm>
            <a:off x="10195030" y="1735906"/>
            <a:ext cx="1724675" cy="172467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cxnSp>
        <p:nvCxnSpPr>
          <p:cNvPr id="11" name="Straight Connector 10">
            <a:extLst>
              <a:ext uri="{FF2B5EF4-FFF2-40B4-BE49-F238E27FC236}">
                <a16:creationId xmlns:a16="http://schemas.microsoft.com/office/drawing/2014/main" id="{CF4B7B71-D5EB-3F43-CF27-6D94A6701913}"/>
              </a:ext>
            </a:extLst>
          </p:cNvPr>
          <p:cNvCxnSpPr>
            <a:cxnSpLocks/>
          </p:cNvCxnSpPr>
          <p:nvPr userDrawn="1"/>
        </p:nvCxnSpPr>
        <p:spPr>
          <a:xfrm>
            <a:off x="257536" y="1504769"/>
            <a:ext cx="1166326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Text Placeholder 14">
            <a:extLst>
              <a:ext uri="{FF2B5EF4-FFF2-40B4-BE49-F238E27FC236}">
                <a16:creationId xmlns:a16="http://schemas.microsoft.com/office/drawing/2014/main" id="{C457086F-2E26-D088-74D3-090BC12E603C}"/>
              </a:ext>
            </a:extLst>
          </p:cNvPr>
          <p:cNvSpPr>
            <a:spLocks noGrp="1"/>
          </p:cNvSpPr>
          <p:nvPr>
            <p:ph type="body" sz="quarter" idx="38" hasCustomPrompt="1"/>
          </p:nvPr>
        </p:nvSpPr>
        <p:spPr>
          <a:xfrm>
            <a:off x="262766" y="3544851"/>
            <a:ext cx="1720625" cy="401649"/>
          </a:xfrm>
        </p:spPr>
        <p:txBody>
          <a:bodyPr wrap="square">
            <a:spAutoFit/>
          </a:bodyPr>
          <a:lstStyle>
            <a:lvl1pPr marL="0" indent="0">
              <a:buNone/>
              <a:defRPr sz="1200">
                <a:latin typeface="+mj-lt"/>
              </a:defRPr>
            </a:lvl1pPr>
          </a:lstStyle>
          <a:p>
            <a:pPr lvl="0"/>
            <a:r>
              <a:rPr lang="en-US"/>
              <a:t>Subhead wrapping over two lines</a:t>
            </a:r>
          </a:p>
        </p:txBody>
      </p:sp>
      <p:sp>
        <p:nvSpPr>
          <p:cNvPr id="19" name="Text Placeholder 14">
            <a:extLst>
              <a:ext uri="{FF2B5EF4-FFF2-40B4-BE49-F238E27FC236}">
                <a16:creationId xmlns:a16="http://schemas.microsoft.com/office/drawing/2014/main" id="{CC193CEC-8281-A77D-4837-045AC6253245}"/>
              </a:ext>
            </a:extLst>
          </p:cNvPr>
          <p:cNvSpPr>
            <a:spLocks noGrp="1"/>
          </p:cNvSpPr>
          <p:nvPr>
            <p:ph type="body" sz="quarter" idx="39" hasCustomPrompt="1"/>
          </p:nvPr>
        </p:nvSpPr>
        <p:spPr>
          <a:xfrm>
            <a:off x="2254115" y="3544851"/>
            <a:ext cx="1724516" cy="401649"/>
          </a:xfrm>
        </p:spPr>
        <p:txBody>
          <a:bodyPr wrap="square">
            <a:spAutoFit/>
          </a:bodyPr>
          <a:lstStyle>
            <a:lvl1pPr marL="0" indent="0">
              <a:buNone/>
              <a:defRPr sz="1200">
                <a:latin typeface="+mj-lt"/>
              </a:defRPr>
            </a:lvl1pPr>
          </a:lstStyle>
          <a:p>
            <a:pPr lvl="0"/>
            <a:r>
              <a:rPr lang="en-US"/>
              <a:t>Subhead wrapping over two lines</a:t>
            </a:r>
          </a:p>
        </p:txBody>
      </p:sp>
      <p:sp>
        <p:nvSpPr>
          <p:cNvPr id="21" name="Text Placeholder 14">
            <a:extLst>
              <a:ext uri="{FF2B5EF4-FFF2-40B4-BE49-F238E27FC236}">
                <a16:creationId xmlns:a16="http://schemas.microsoft.com/office/drawing/2014/main" id="{FF6F26F2-0478-EACF-FD9A-457F531B24CF}"/>
              </a:ext>
            </a:extLst>
          </p:cNvPr>
          <p:cNvSpPr>
            <a:spLocks noGrp="1"/>
          </p:cNvSpPr>
          <p:nvPr>
            <p:ph type="body" sz="quarter" idx="40" hasCustomPrompt="1"/>
          </p:nvPr>
        </p:nvSpPr>
        <p:spPr>
          <a:xfrm>
            <a:off x="4245455" y="3544851"/>
            <a:ext cx="1724516" cy="401649"/>
          </a:xfrm>
        </p:spPr>
        <p:txBody>
          <a:bodyPr wrap="square">
            <a:spAutoFit/>
          </a:bodyPr>
          <a:lstStyle>
            <a:lvl1pPr marL="0" indent="0">
              <a:buNone/>
              <a:defRPr sz="1200">
                <a:latin typeface="+mj-lt"/>
              </a:defRPr>
            </a:lvl1pPr>
          </a:lstStyle>
          <a:p>
            <a:pPr lvl="0"/>
            <a:r>
              <a:rPr lang="en-US"/>
              <a:t>Subhead wrapping over two lines</a:t>
            </a:r>
          </a:p>
        </p:txBody>
      </p:sp>
      <p:sp>
        <p:nvSpPr>
          <p:cNvPr id="40" name="Text Placeholder 14">
            <a:extLst>
              <a:ext uri="{FF2B5EF4-FFF2-40B4-BE49-F238E27FC236}">
                <a16:creationId xmlns:a16="http://schemas.microsoft.com/office/drawing/2014/main" id="{F8043EB6-CD12-E6E8-6CD5-59F8E958283E}"/>
              </a:ext>
            </a:extLst>
          </p:cNvPr>
          <p:cNvSpPr>
            <a:spLocks noGrp="1"/>
          </p:cNvSpPr>
          <p:nvPr>
            <p:ph type="body" sz="quarter" idx="41" hasCustomPrompt="1"/>
          </p:nvPr>
        </p:nvSpPr>
        <p:spPr>
          <a:xfrm>
            <a:off x="6236796" y="3544851"/>
            <a:ext cx="1724516" cy="401649"/>
          </a:xfrm>
        </p:spPr>
        <p:txBody>
          <a:bodyPr wrap="square">
            <a:spAutoFit/>
          </a:bodyPr>
          <a:lstStyle>
            <a:lvl1pPr marL="0" indent="0">
              <a:buNone/>
              <a:defRPr sz="1200">
                <a:latin typeface="+mj-lt"/>
              </a:defRPr>
            </a:lvl1pPr>
          </a:lstStyle>
          <a:p>
            <a:pPr lvl="0"/>
            <a:r>
              <a:rPr lang="en-US"/>
              <a:t>Subhead wrapping over two lines</a:t>
            </a:r>
          </a:p>
        </p:txBody>
      </p:sp>
      <p:sp>
        <p:nvSpPr>
          <p:cNvPr id="41" name="Text Placeholder 14">
            <a:extLst>
              <a:ext uri="{FF2B5EF4-FFF2-40B4-BE49-F238E27FC236}">
                <a16:creationId xmlns:a16="http://schemas.microsoft.com/office/drawing/2014/main" id="{FE48E665-7BAD-2DF6-E021-51FDE8C4483A}"/>
              </a:ext>
            </a:extLst>
          </p:cNvPr>
          <p:cNvSpPr>
            <a:spLocks noGrp="1"/>
          </p:cNvSpPr>
          <p:nvPr>
            <p:ph type="body" sz="quarter" idx="42" hasCustomPrompt="1"/>
          </p:nvPr>
        </p:nvSpPr>
        <p:spPr>
          <a:xfrm>
            <a:off x="8228136" y="3544851"/>
            <a:ext cx="1724516" cy="401649"/>
          </a:xfrm>
        </p:spPr>
        <p:txBody>
          <a:bodyPr wrap="square">
            <a:spAutoFit/>
          </a:bodyPr>
          <a:lstStyle>
            <a:lvl1pPr marL="0" indent="0">
              <a:buNone/>
              <a:defRPr sz="1200">
                <a:latin typeface="+mj-lt"/>
              </a:defRPr>
            </a:lvl1pPr>
          </a:lstStyle>
          <a:p>
            <a:pPr lvl="0"/>
            <a:r>
              <a:rPr lang="en-US"/>
              <a:t>Subhead wrapping over two lines</a:t>
            </a:r>
          </a:p>
        </p:txBody>
      </p:sp>
      <p:sp>
        <p:nvSpPr>
          <p:cNvPr id="42" name="Text Placeholder 14">
            <a:extLst>
              <a:ext uri="{FF2B5EF4-FFF2-40B4-BE49-F238E27FC236}">
                <a16:creationId xmlns:a16="http://schemas.microsoft.com/office/drawing/2014/main" id="{A89B74F3-7F23-BD89-88BB-A14E3E67AD5C}"/>
              </a:ext>
            </a:extLst>
          </p:cNvPr>
          <p:cNvSpPr>
            <a:spLocks noGrp="1"/>
          </p:cNvSpPr>
          <p:nvPr>
            <p:ph type="body" sz="quarter" idx="43" hasCustomPrompt="1"/>
          </p:nvPr>
        </p:nvSpPr>
        <p:spPr>
          <a:xfrm>
            <a:off x="10219476" y="3544851"/>
            <a:ext cx="1724516" cy="401649"/>
          </a:xfrm>
        </p:spPr>
        <p:txBody>
          <a:bodyPr wrap="square">
            <a:spAutoFit/>
          </a:bodyPr>
          <a:lstStyle>
            <a:lvl1pPr marL="0" indent="0">
              <a:buNone/>
              <a:defRPr sz="1200">
                <a:latin typeface="+mj-lt"/>
              </a:defRPr>
            </a:lvl1pPr>
          </a:lstStyle>
          <a:p>
            <a:pPr lvl="0"/>
            <a:r>
              <a:rPr lang="en-US"/>
              <a:t>Subhead wrapping over two lines</a:t>
            </a:r>
          </a:p>
        </p:txBody>
      </p:sp>
      <p:sp>
        <p:nvSpPr>
          <p:cNvPr id="5" name="Slide Number Placeholder 5">
            <a:extLst>
              <a:ext uri="{FF2B5EF4-FFF2-40B4-BE49-F238E27FC236}">
                <a16:creationId xmlns:a16="http://schemas.microsoft.com/office/drawing/2014/main" id="{ADCD2EAC-2BCE-DE73-057C-0294CC80D191}"/>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 Placeholder 14">
            <a:extLst>
              <a:ext uri="{FF2B5EF4-FFF2-40B4-BE49-F238E27FC236}">
                <a16:creationId xmlns:a16="http://schemas.microsoft.com/office/drawing/2014/main" id="{2243729C-6E16-9E60-E08C-C61016CE3201}"/>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8" name="Title 17">
            <a:extLst>
              <a:ext uri="{FF2B5EF4-FFF2-40B4-BE49-F238E27FC236}">
                <a16:creationId xmlns:a16="http://schemas.microsoft.com/office/drawing/2014/main" id="{F6993D45-8C38-E943-4D5B-0213C84D9018}"/>
              </a:ext>
            </a:extLst>
          </p:cNvPr>
          <p:cNvSpPr>
            <a:spLocks noGrp="1"/>
          </p:cNvSpPr>
          <p:nvPr>
            <p:ph type="title" hasCustomPrompt="1"/>
          </p:nvPr>
        </p:nvSpPr>
        <p:spPr>
          <a:xfrm>
            <a:off x="262766" y="731667"/>
            <a:ext cx="3715550" cy="284694"/>
          </a:xfrm>
        </p:spPr>
        <p:txBody>
          <a:bodyPr anchor="t"/>
          <a:lstStyle>
            <a:lvl1pPr>
              <a:lnSpc>
                <a:spcPct val="90000"/>
              </a:lnSpc>
              <a:defRPr sz="2000" spc="0">
                <a:solidFill>
                  <a:schemeClr val="tx1"/>
                </a:solidFill>
              </a:defRPr>
            </a:lvl1pPr>
          </a:lstStyle>
          <a:p>
            <a:r>
              <a:rPr lang="en-US"/>
              <a:t>Header</a:t>
            </a:r>
          </a:p>
        </p:txBody>
      </p:sp>
    </p:spTree>
    <p:extLst>
      <p:ext uri="{BB962C8B-B14F-4D97-AF65-F5344CB8AC3E}">
        <p14:creationId xmlns:p14="http://schemas.microsoft.com/office/powerpoint/2010/main" val="15550198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erior Collage 1.1 (Light)">
    <p:bg>
      <p:bgPr>
        <a:solidFill>
          <a:srgbClr val="F5F5F5"/>
        </a:solidFill>
        <a:effectLst/>
      </p:bgPr>
    </p:bg>
    <p:spTree>
      <p:nvGrpSpPr>
        <p:cNvPr id="1" name=""/>
        <p:cNvGrpSpPr/>
        <p:nvPr/>
      </p:nvGrpSpPr>
      <p:grpSpPr>
        <a:xfrm>
          <a:off x="0" y="0"/>
          <a:ext cx="0" cy="0"/>
          <a:chOff x="0" y="0"/>
          <a:chExt cx="0" cy="0"/>
        </a:xfrm>
      </p:grpSpPr>
      <p:sp>
        <p:nvSpPr>
          <p:cNvPr id="31" name="Picture Placeholder 9">
            <a:extLst>
              <a:ext uri="{FF2B5EF4-FFF2-40B4-BE49-F238E27FC236}">
                <a16:creationId xmlns:a16="http://schemas.microsoft.com/office/drawing/2014/main" id="{414F3A46-6C79-B4B1-C65B-3636B6B3DB33}"/>
              </a:ext>
            </a:extLst>
          </p:cNvPr>
          <p:cNvSpPr>
            <a:spLocks noGrp="1"/>
          </p:cNvSpPr>
          <p:nvPr>
            <p:ph type="pic" sz="quarter" idx="37"/>
          </p:nvPr>
        </p:nvSpPr>
        <p:spPr>
          <a:xfrm>
            <a:off x="262766"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3" name="Picture Placeholder 9">
            <a:extLst>
              <a:ext uri="{FF2B5EF4-FFF2-40B4-BE49-F238E27FC236}">
                <a16:creationId xmlns:a16="http://schemas.microsoft.com/office/drawing/2014/main" id="{6DA91201-807B-7F7B-A15C-3933A50E4033}"/>
              </a:ext>
            </a:extLst>
          </p:cNvPr>
          <p:cNvSpPr>
            <a:spLocks noGrp="1"/>
          </p:cNvSpPr>
          <p:nvPr>
            <p:ph type="pic" sz="quarter" idx="43"/>
          </p:nvPr>
        </p:nvSpPr>
        <p:spPr>
          <a:xfrm>
            <a:off x="262766"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4" name="Picture Placeholder 9">
            <a:extLst>
              <a:ext uri="{FF2B5EF4-FFF2-40B4-BE49-F238E27FC236}">
                <a16:creationId xmlns:a16="http://schemas.microsoft.com/office/drawing/2014/main" id="{A36546E3-93E3-A778-B668-BAEE9A09CA76}"/>
              </a:ext>
            </a:extLst>
          </p:cNvPr>
          <p:cNvSpPr>
            <a:spLocks noGrp="1"/>
          </p:cNvSpPr>
          <p:nvPr>
            <p:ph type="pic" sz="quarter" idx="44"/>
          </p:nvPr>
        </p:nvSpPr>
        <p:spPr>
          <a:xfrm>
            <a:off x="2304955"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5" name="Picture Placeholder 9">
            <a:extLst>
              <a:ext uri="{FF2B5EF4-FFF2-40B4-BE49-F238E27FC236}">
                <a16:creationId xmlns:a16="http://schemas.microsoft.com/office/drawing/2014/main" id="{8D7F82AF-A25F-3281-B2A8-165DB08771DB}"/>
              </a:ext>
            </a:extLst>
          </p:cNvPr>
          <p:cNvSpPr>
            <a:spLocks noGrp="1"/>
          </p:cNvSpPr>
          <p:nvPr>
            <p:ph type="pic" sz="quarter" idx="45"/>
          </p:nvPr>
        </p:nvSpPr>
        <p:spPr>
          <a:xfrm>
            <a:off x="4348801"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6" name="Picture Placeholder 9">
            <a:extLst>
              <a:ext uri="{FF2B5EF4-FFF2-40B4-BE49-F238E27FC236}">
                <a16:creationId xmlns:a16="http://schemas.microsoft.com/office/drawing/2014/main" id="{77846D10-B19A-7A06-CE1C-B4259CEDB20F}"/>
              </a:ext>
            </a:extLst>
          </p:cNvPr>
          <p:cNvSpPr>
            <a:spLocks noGrp="1"/>
          </p:cNvSpPr>
          <p:nvPr>
            <p:ph type="pic" sz="quarter" idx="46"/>
          </p:nvPr>
        </p:nvSpPr>
        <p:spPr>
          <a:xfrm>
            <a:off x="6392646"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7" name="Picture Placeholder 9">
            <a:extLst>
              <a:ext uri="{FF2B5EF4-FFF2-40B4-BE49-F238E27FC236}">
                <a16:creationId xmlns:a16="http://schemas.microsoft.com/office/drawing/2014/main" id="{1F0CB571-2CC5-3A2F-2978-74174DAA45FF}"/>
              </a:ext>
            </a:extLst>
          </p:cNvPr>
          <p:cNvSpPr>
            <a:spLocks noGrp="1"/>
          </p:cNvSpPr>
          <p:nvPr>
            <p:ph type="pic" sz="quarter" idx="47"/>
          </p:nvPr>
        </p:nvSpPr>
        <p:spPr>
          <a:xfrm>
            <a:off x="8436492"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8" name="Picture Placeholder 9">
            <a:extLst>
              <a:ext uri="{FF2B5EF4-FFF2-40B4-BE49-F238E27FC236}">
                <a16:creationId xmlns:a16="http://schemas.microsoft.com/office/drawing/2014/main" id="{E3EB4462-D286-A817-693C-92AEE36F0EED}"/>
              </a:ext>
            </a:extLst>
          </p:cNvPr>
          <p:cNvSpPr>
            <a:spLocks noGrp="1"/>
          </p:cNvSpPr>
          <p:nvPr>
            <p:ph type="pic" sz="quarter" idx="48"/>
          </p:nvPr>
        </p:nvSpPr>
        <p:spPr>
          <a:xfrm>
            <a:off x="10480337"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5" name="Picture Placeholder 9">
            <a:extLst>
              <a:ext uri="{FF2B5EF4-FFF2-40B4-BE49-F238E27FC236}">
                <a16:creationId xmlns:a16="http://schemas.microsoft.com/office/drawing/2014/main" id="{C5EE55A4-37A2-B4D8-C3AC-37CB40FA2765}"/>
              </a:ext>
            </a:extLst>
          </p:cNvPr>
          <p:cNvSpPr>
            <a:spLocks noGrp="1"/>
          </p:cNvSpPr>
          <p:nvPr>
            <p:ph type="pic" sz="quarter" idx="31"/>
          </p:nvPr>
        </p:nvSpPr>
        <p:spPr>
          <a:xfrm>
            <a:off x="262766"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rgbClr val="191919"/>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26" name="Picture Placeholder 9">
            <a:extLst>
              <a:ext uri="{FF2B5EF4-FFF2-40B4-BE49-F238E27FC236}">
                <a16:creationId xmlns:a16="http://schemas.microsoft.com/office/drawing/2014/main" id="{1D15C063-808E-85A7-50C7-6E5B2FCD5AD6}"/>
              </a:ext>
            </a:extLst>
          </p:cNvPr>
          <p:cNvSpPr>
            <a:spLocks noGrp="1"/>
          </p:cNvSpPr>
          <p:nvPr>
            <p:ph type="pic" sz="quarter" idx="32"/>
          </p:nvPr>
        </p:nvSpPr>
        <p:spPr>
          <a:xfrm>
            <a:off x="2304955"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7" name="Picture Placeholder 9">
            <a:extLst>
              <a:ext uri="{FF2B5EF4-FFF2-40B4-BE49-F238E27FC236}">
                <a16:creationId xmlns:a16="http://schemas.microsoft.com/office/drawing/2014/main" id="{4B90FC3E-7F7E-90C9-3727-7F837C6F3BB5}"/>
              </a:ext>
            </a:extLst>
          </p:cNvPr>
          <p:cNvSpPr>
            <a:spLocks noGrp="1"/>
          </p:cNvSpPr>
          <p:nvPr>
            <p:ph type="pic" sz="quarter" idx="33"/>
          </p:nvPr>
        </p:nvSpPr>
        <p:spPr>
          <a:xfrm>
            <a:off x="4348801"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8" name="Picture Placeholder 9">
            <a:extLst>
              <a:ext uri="{FF2B5EF4-FFF2-40B4-BE49-F238E27FC236}">
                <a16:creationId xmlns:a16="http://schemas.microsoft.com/office/drawing/2014/main" id="{D7347812-B755-7A67-CEF3-9A783EC2714D}"/>
              </a:ext>
            </a:extLst>
          </p:cNvPr>
          <p:cNvSpPr>
            <a:spLocks noGrp="1"/>
          </p:cNvSpPr>
          <p:nvPr>
            <p:ph type="pic" sz="quarter" idx="34"/>
          </p:nvPr>
        </p:nvSpPr>
        <p:spPr>
          <a:xfrm>
            <a:off x="6392646"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9" name="Picture Placeholder 9">
            <a:extLst>
              <a:ext uri="{FF2B5EF4-FFF2-40B4-BE49-F238E27FC236}">
                <a16:creationId xmlns:a16="http://schemas.microsoft.com/office/drawing/2014/main" id="{DA31DF15-3CFD-8ECB-E60B-6F0BEE5C00DD}"/>
              </a:ext>
            </a:extLst>
          </p:cNvPr>
          <p:cNvSpPr>
            <a:spLocks noGrp="1"/>
          </p:cNvSpPr>
          <p:nvPr>
            <p:ph type="pic" sz="quarter" idx="35"/>
          </p:nvPr>
        </p:nvSpPr>
        <p:spPr>
          <a:xfrm>
            <a:off x="8436492"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0" name="Picture Placeholder 9">
            <a:extLst>
              <a:ext uri="{FF2B5EF4-FFF2-40B4-BE49-F238E27FC236}">
                <a16:creationId xmlns:a16="http://schemas.microsoft.com/office/drawing/2014/main" id="{8FB89C77-18AB-8B9C-D40D-9F9E06EDDEE5}"/>
              </a:ext>
            </a:extLst>
          </p:cNvPr>
          <p:cNvSpPr>
            <a:spLocks noGrp="1"/>
          </p:cNvSpPr>
          <p:nvPr>
            <p:ph type="pic" sz="quarter" idx="36"/>
          </p:nvPr>
        </p:nvSpPr>
        <p:spPr>
          <a:xfrm>
            <a:off x="10480337"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2" name="Picture Placeholder 9">
            <a:extLst>
              <a:ext uri="{FF2B5EF4-FFF2-40B4-BE49-F238E27FC236}">
                <a16:creationId xmlns:a16="http://schemas.microsoft.com/office/drawing/2014/main" id="{EFDC720D-9A69-3CE1-C1B4-9067527A25FD}"/>
              </a:ext>
            </a:extLst>
          </p:cNvPr>
          <p:cNvSpPr>
            <a:spLocks noGrp="1"/>
          </p:cNvSpPr>
          <p:nvPr>
            <p:ph type="pic" sz="quarter" idx="38"/>
          </p:nvPr>
        </p:nvSpPr>
        <p:spPr>
          <a:xfrm>
            <a:off x="2304955"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3" name="Picture Placeholder 9">
            <a:extLst>
              <a:ext uri="{FF2B5EF4-FFF2-40B4-BE49-F238E27FC236}">
                <a16:creationId xmlns:a16="http://schemas.microsoft.com/office/drawing/2014/main" id="{1A9AE1E9-1CFA-55D3-3DF0-7261488E0699}"/>
              </a:ext>
            </a:extLst>
          </p:cNvPr>
          <p:cNvSpPr>
            <a:spLocks noGrp="1"/>
          </p:cNvSpPr>
          <p:nvPr>
            <p:ph type="pic" sz="quarter" idx="39"/>
          </p:nvPr>
        </p:nvSpPr>
        <p:spPr>
          <a:xfrm>
            <a:off x="4348801"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4" name="Picture Placeholder 9">
            <a:extLst>
              <a:ext uri="{FF2B5EF4-FFF2-40B4-BE49-F238E27FC236}">
                <a16:creationId xmlns:a16="http://schemas.microsoft.com/office/drawing/2014/main" id="{A19B2CC4-547F-49CA-6526-7197F55615CF}"/>
              </a:ext>
            </a:extLst>
          </p:cNvPr>
          <p:cNvSpPr>
            <a:spLocks noGrp="1"/>
          </p:cNvSpPr>
          <p:nvPr>
            <p:ph type="pic" sz="quarter" idx="40"/>
          </p:nvPr>
        </p:nvSpPr>
        <p:spPr>
          <a:xfrm>
            <a:off x="6392646"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5" name="Picture Placeholder 9">
            <a:extLst>
              <a:ext uri="{FF2B5EF4-FFF2-40B4-BE49-F238E27FC236}">
                <a16:creationId xmlns:a16="http://schemas.microsoft.com/office/drawing/2014/main" id="{946D8120-6638-43CD-E142-F46BAB6BB855}"/>
              </a:ext>
            </a:extLst>
          </p:cNvPr>
          <p:cNvSpPr>
            <a:spLocks noGrp="1"/>
          </p:cNvSpPr>
          <p:nvPr>
            <p:ph type="pic" sz="quarter" idx="41"/>
          </p:nvPr>
        </p:nvSpPr>
        <p:spPr>
          <a:xfrm>
            <a:off x="8436492"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6" name="Picture Placeholder 9">
            <a:extLst>
              <a:ext uri="{FF2B5EF4-FFF2-40B4-BE49-F238E27FC236}">
                <a16:creationId xmlns:a16="http://schemas.microsoft.com/office/drawing/2014/main" id="{890A2031-10BD-625A-86DD-1D0CC2E40A54}"/>
              </a:ext>
            </a:extLst>
          </p:cNvPr>
          <p:cNvSpPr>
            <a:spLocks noGrp="1"/>
          </p:cNvSpPr>
          <p:nvPr>
            <p:ph type="pic" sz="quarter" idx="42"/>
          </p:nvPr>
        </p:nvSpPr>
        <p:spPr>
          <a:xfrm>
            <a:off x="10480337"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5" name="Slide Number Placeholder 5">
            <a:extLst>
              <a:ext uri="{FF2B5EF4-FFF2-40B4-BE49-F238E27FC236}">
                <a16:creationId xmlns:a16="http://schemas.microsoft.com/office/drawing/2014/main" id="{1AE628A5-ED58-A3B0-1085-968A9E997CF5}"/>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801833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terior Collage 1.2 (Light)">
    <p:bg>
      <p:bgPr>
        <a:solidFill>
          <a:schemeClr val="bg1"/>
        </a:solidFill>
        <a:effectLst/>
      </p:bgPr>
    </p:bg>
    <p:spTree>
      <p:nvGrpSpPr>
        <p:cNvPr id="1" name=""/>
        <p:cNvGrpSpPr/>
        <p:nvPr/>
      </p:nvGrpSpPr>
      <p:grpSpPr>
        <a:xfrm>
          <a:off x="0" y="0"/>
          <a:ext cx="0" cy="0"/>
          <a:chOff x="0" y="0"/>
          <a:chExt cx="0" cy="0"/>
        </a:xfrm>
      </p:grpSpPr>
      <p:sp>
        <p:nvSpPr>
          <p:cNvPr id="24" name="Picture Placeholder 9">
            <a:extLst>
              <a:ext uri="{FF2B5EF4-FFF2-40B4-BE49-F238E27FC236}">
                <a16:creationId xmlns:a16="http://schemas.microsoft.com/office/drawing/2014/main" id="{02BA032F-0C7E-6C39-16BE-83DF2C624861}"/>
              </a:ext>
            </a:extLst>
          </p:cNvPr>
          <p:cNvSpPr>
            <a:spLocks noGrp="1"/>
          </p:cNvSpPr>
          <p:nvPr>
            <p:ph type="pic" sz="quarter" idx="37"/>
          </p:nvPr>
        </p:nvSpPr>
        <p:spPr>
          <a:xfrm>
            <a:off x="262766"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5" name="Picture Placeholder 9">
            <a:extLst>
              <a:ext uri="{FF2B5EF4-FFF2-40B4-BE49-F238E27FC236}">
                <a16:creationId xmlns:a16="http://schemas.microsoft.com/office/drawing/2014/main" id="{E41772E7-5B40-90F2-E589-5CDE69BC1D6F}"/>
              </a:ext>
            </a:extLst>
          </p:cNvPr>
          <p:cNvSpPr>
            <a:spLocks noGrp="1"/>
          </p:cNvSpPr>
          <p:nvPr>
            <p:ph type="pic" sz="quarter" idx="43"/>
          </p:nvPr>
        </p:nvSpPr>
        <p:spPr>
          <a:xfrm>
            <a:off x="262766"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6" name="Picture Placeholder 9">
            <a:extLst>
              <a:ext uri="{FF2B5EF4-FFF2-40B4-BE49-F238E27FC236}">
                <a16:creationId xmlns:a16="http://schemas.microsoft.com/office/drawing/2014/main" id="{0C6F8664-9FED-BFA0-E912-512D1791091C}"/>
              </a:ext>
            </a:extLst>
          </p:cNvPr>
          <p:cNvSpPr>
            <a:spLocks noGrp="1"/>
          </p:cNvSpPr>
          <p:nvPr>
            <p:ph type="pic" sz="quarter" idx="44"/>
          </p:nvPr>
        </p:nvSpPr>
        <p:spPr>
          <a:xfrm>
            <a:off x="2304955"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7" name="Picture Placeholder 9">
            <a:extLst>
              <a:ext uri="{FF2B5EF4-FFF2-40B4-BE49-F238E27FC236}">
                <a16:creationId xmlns:a16="http://schemas.microsoft.com/office/drawing/2014/main" id="{9BAFF3A1-B2AB-57EF-7216-B3AC7AB62A95}"/>
              </a:ext>
            </a:extLst>
          </p:cNvPr>
          <p:cNvSpPr>
            <a:spLocks noGrp="1"/>
          </p:cNvSpPr>
          <p:nvPr>
            <p:ph type="pic" sz="quarter" idx="45"/>
          </p:nvPr>
        </p:nvSpPr>
        <p:spPr>
          <a:xfrm>
            <a:off x="4348801"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8" name="Picture Placeholder 9">
            <a:extLst>
              <a:ext uri="{FF2B5EF4-FFF2-40B4-BE49-F238E27FC236}">
                <a16:creationId xmlns:a16="http://schemas.microsoft.com/office/drawing/2014/main" id="{80A79D59-5844-353F-A355-16B6B3A22E86}"/>
              </a:ext>
            </a:extLst>
          </p:cNvPr>
          <p:cNvSpPr>
            <a:spLocks noGrp="1"/>
          </p:cNvSpPr>
          <p:nvPr>
            <p:ph type="pic" sz="quarter" idx="46"/>
          </p:nvPr>
        </p:nvSpPr>
        <p:spPr>
          <a:xfrm>
            <a:off x="6392646"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9" name="Picture Placeholder 9">
            <a:extLst>
              <a:ext uri="{FF2B5EF4-FFF2-40B4-BE49-F238E27FC236}">
                <a16:creationId xmlns:a16="http://schemas.microsoft.com/office/drawing/2014/main" id="{5273E02F-B306-FEE8-2E2A-998150880A39}"/>
              </a:ext>
            </a:extLst>
          </p:cNvPr>
          <p:cNvSpPr>
            <a:spLocks noGrp="1"/>
          </p:cNvSpPr>
          <p:nvPr>
            <p:ph type="pic" sz="quarter" idx="47"/>
          </p:nvPr>
        </p:nvSpPr>
        <p:spPr>
          <a:xfrm>
            <a:off x="8436492" y="515503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1" name="Picture Placeholder 9">
            <a:extLst>
              <a:ext uri="{FF2B5EF4-FFF2-40B4-BE49-F238E27FC236}">
                <a16:creationId xmlns:a16="http://schemas.microsoft.com/office/drawing/2014/main" id="{48BB3589-59E9-D1C6-A087-4B68C49F65DF}"/>
              </a:ext>
            </a:extLst>
          </p:cNvPr>
          <p:cNvSpPr>
            <a:spLocks noGrp="1"/>
          </p:cNvSpPr>
          <p:nvPr>
            <p:ph type="pic" sz="quarter" idx="31"/>
          </p:nvPr>
        </p:nvSpPr>
        <p:spPr>
          <a:xfrm>
            <a:off x="262766"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2" name="Picture Placeholder 9">
            <a:extLst>
              <a:ext uri="{FF2B5EF4-FFF2-40B4-BE49-F238E27FC236}">
                <a16:creationId xmlns:a16="http://schemas.microsoft.com/office/drawing/2014/main" id="{29BC56FF-C753-705C-7A95-BFCE3BBD276A}"/>
              </a:ext>
            </a:extLst>
          </p:cNvPr>
          <p:cNvSpPr>
            <a:spLocks noGrp="1"/>
          </p:cNvSpPr>
          <p:nvPr>
            <p:ph type="pic" sz="quarter" idx="32"/>
          </p:nvPr>
        </p:nvSpPr>
        <p:spPr>
          <a:xfrm>
            <a:off x="2304955"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3" name="Picture Placeholder 9">
            <a:extLst>
              <a:ext uri="{FF2B5EF4-FFF2-40B4-BE49-F238E27FC236}">
                <a16:creationId xmlns:a16="http://schemas.microsoft.com/office/drawing/2014/main" id="{C90FC4B6-5FA5-16D5-9044-41A00345BAB9}"/>
              </a:ext>
            </a:extLst>
          </p:cNvPr>
          <p:cNvSpPr>
            <a:spLocks noGrp="1"/>
          </p:cNvSpPr>
          <p:nvPr>
            <p:ph type="pic" sz="quarter" idx="33"/>
          </p:nvPr>
        </p:nvSpPr>
        <p:spPr>
          <a:xfrm>
            <a:off x="4348801"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4" name="Picture Placeholder 9">
            <a:extLst>
              <a:ext uri="{FF2B5EF4-FFF2-40B4-BE49-F238E27FC236}">
                <a16:creationId xmlns:a16="http://schemas.microsoft.com/office/drawing/2014/main" id="{59D69C04-CC4C-80F5-C3E4-A747486A9945}"/>
              </a:ext>
            </a:extLst>
          </p:cNvPr>
          <p:cNvSpPr>
            <a:spLocks noGrp="1"/>
          </p:cNvSpPr>
          <p:nvPr>
            <p:ph type="pic" sz="quarter" idx="34"/>
          </p:nvPr>
        </p:nvSpPr>
        <p:spPr>
          <a:xfrm>
            <a:off x="6392646"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6" name="Picture Placeholder 9">
            <a:extLst>
              <a:ext uri="{FF2B5EF4-FFF2-40B4-BE49-F238E27FC236}">
                <a16:creationId xmlns:a16="http://schemas.microsoft.com/office/drawing/2014/main" id="{A68D2872-91B7-8B78-9CB9-9B212EFBC45C}"/>
              </a:ext>
            </a:extLst>
          </p:cNvPr>
          <p:cNvSpPr>
            <a:spLocks noGrp="1"/>
          </p:cNvSpPr>
          <p:nvPr>
            <p:ph type="pic" sz="quarter" idx="36"/>
          </p:nvPr>
        </p:nvSpPr>
        <p:spPr>
          <a:xfrm>
            <a:off x="10480337" y="795516"/>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8" name="Picture Placeholder 9">
            <a:extLst>
              <a:ext uri="{FF2B5EF4-FFF2-40B4-BE49-F238E27FC236}">
                <a16:creationId xmlns:a16="http://schemas.microsoft.com/office/drawing/2014/main" id="{F4B3DD27-7ACF-A93D-09FF-B3E7E3382045}"/>
              </a:ext>
            </a:extLst>
          </p:cNvPr>
          <p:cNvSpPr>
            <a:spLocks noGrp="1"/>
          </p:cNvSpPr>
          <p:nvPr>
            <p:ph type="pic" sz="quarter" idx="39"/>
          </p:nvPr>
        </p:nvSpPr>
        <p:spPr>
          <a:xfrm>
            <a:off x="4348801"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9" name="Picture Placeholder 9">
            <a:extLst>
              <a:ext uri="{FF2B5EF4-FFF2-40B4-BE49-F238E27FC236}">
                <a16:creationId xmlns:a16="http://schemas.microsoft.com/office/drawing/2014/main" id="{170F12CB-0EC7-7879-C67C-7797326E64BB}"/>
              </a:ext>
            </a:extLst>
          </p:cNvPr>
          <p:cNvSpPr>
            <a:spLocks noGrp="1"/>
          </p:cNvSpPr>
          <p:nvPr>
            <p:ph type="pic" sz="quarter" idx="40"/>
          </p:nvPr>
        </p:nvSpPr>
        <p:spPr>
          <a:xfrm>
            <a:off x="6392646" y="2975277"/>
            <a:ext cx="1434448" cy="1434448"/>
          </a:xfrm>
          <a:prstGeom prst="rect">
            <a:avLst/>
          </a:prstGeom>
          <a:solidFill>
            <a:srgbClr val="C2C4B8"/>
          </a:solidFill>
        </p:spPr>
        <p:txBody>
          <a:bodyPr>
            <a:noAutofit/>
          </a:bodyPr>
          <a:lstStyle>
            <a:lvl1pPr>
              <a:buNone/>
              <a:defRPr>
                <a:solidFill>
                  <a:schemeClr val="bg1"/>
                </a:solidFill>
              </a:defRPr>
            </a:lvl1pPr>
          </a:lstStyle>
          <a:p>
            <a:r>
              <a:rPr lang="en-US"/>
              <a:t>Click icon to add picture</a:t>
            </a:r>
          </a:p>
        </p:txBody>
      </p:sp>
      <p:sp>
        <p:nvSpPr>
          <p:cNvPr id="40" name="Picture Placeholder 9">
            <a:extLst>
              <a:ext uri="{FF2B5EF4-FFF2-40B4-BE49-F238E27FC236}">
                <a16:creationId xmlns:a16="http://schemas.microsoft.com/office/drawing/2014/main" id="{3083E0A1-76D1-5B10-730E-0356936047EC}"/>
              </a:ext>
            </a:extLst>
          </p:cNvPr>
          <p:cNvSpPr>
            <a:spLocks noGrp="1"/>
          </p:cNvSpPr>
          <p:nvPr>
            <p:ph type="pic" sz="quarter" idx="41"/>
          </p:nvPr>
        </p:nvSpPr>
        <p:spPr>
          <a:xfrm>
            <a:off x="8436492"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1" name="Picture Placeholder 9">
            <a:extLst>
              <a:ext uri="{FF2B5EF4-FFF2-40B4-BE49-F238E27FC236}">
                <a16:creationId xmlns:a16="http://schemas.microsoft.com/office/drawing/2014/main" id="{B1EC3D66-E041-A988-F44E-2CDAD6447322}"/>
              </a:ext>
            </a:extLst>
          </p:cNvPr>
          <p:cNvSpPr>
            <a:spLocks noGrp="1"/>
          </p:cNvSpPr>
          <p:nvPr>
            <p:ph type="pic" sz="quarter" idx="42"/>
          </p:nvPr>
        </p:nvSpPr>
        <p:spPr>
          <a:xfrm>
            <a:off x="10480337" y="2975277"/>
            <a:ext cx="1434448" cy="143444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2B4869F0-5EDD-CA2E-9E36-673D0B0B1D49}"/>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9825454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terior Collage 2.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Picture Placeholder 9">
            <a:extLst>
              <a:ext uri="{FF2B5EF4-FFF2-40B4-BE49-F238E27FC236}">
                <a16:creationId xmlns:a16="http://schemas.microsoft.com/office/drawing/2014/main" id="{79573AD3-1512-A3C1-57D1-76791DA6D33D}"/>
              </a:ext>
            </a:extLst>
          </p:cNvPr>
          <p:cNvSpPr>
            <a:spLocks noGrp="1"/>
          </p:cNvSpPr>
          <p:nvPr>
            <p:ph type="pic" sz="quarter" idx="31"/>
          </p:nvPr>
        </p:nvSpPr>
        <p:spPr>
          <a:xfrm>
            <a:off x="262615" y="4176393"/>
            <a:ext cx="2414907" cy="241490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D1F00655-973F-FD6A-C63E-200233E15892}"/>
              </a:ext>
            </a:extLst>
          </p:cNvPr>
          <p:cNvSpPr>
            <a:spLocks noGrp="1"/>
          </p:cNvSpPr>
          <p:nvPr>
            <p:ph type="pic" sz="quarter" idx="32"/>
          </p:nvPr>
        </p:nvSpPr>
        <p:spPr>
          <a:xfrm>
            <a:off x="2573434" y="3319765"/>
            <a:ext cx="2414907" cy="2414908"/>
          </a:xfrm>
          <a:prstGeom prst="rect">
            <a:avLst/>
          </a:prstGeom>
          <a:solidFill>
            <a:schemeClr val="accent6"/>
          </a:solidFill>
        </p:spPr>
        <p:txBody>
          <a:bodyPr>
            <a:noAutofit/>
          </a:bodyPr>
          <a:lstStyle>
            <a:lvl1pPr>
              <a:defRPr>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26C50B38-7F7A-B489-F499-BA136B985D6D}"/>
              </a:ext>
            </a:extLst>
          </p:cNvPr>
          <p:cNvSpPr>
            <a:spLocks noGrp="1"/>
          </p:cNvSpPr>
          <p:nvPr>
            <p:ph type="pic" sz="quarter" idx="33"/>
          </p:nvPr>
        </p:nvSpPr>
        <p:spPr>
          <a:xfrm>
            <a:off x="4884254" y="2463137"/>
            <a:ext cx="2414907" cy="241490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1" name="Picture Placeholder 9">
            <a:extLst>
              <a:ext uri="{FF2B5EF4-FFF2-40B4-BE49-F238E27FC236}">
                <a16:creationId xmlns:a16="http://schemas.microsoft.com/office/drawing/2014/main" id="{EB6F76FB-559D-8CE5-A862-E084509CCBB3}"/>
              </a:ext>
            </a:extLst>
          </p:cNvPr>
          <p:cNvSpPr>
            <a:spLocks noGrp="1"/>
          </p:cNvSpPr>
          <p:nvPr>
            <p:ph type="pic" sz="quarter" idx="34"/>
          </p:nvPr>
        </p:nvSpPr>
        <p:spPr>
          <a:xfrm>
            <a:off x="7195073" y="1606509"/>
            <a:ext cx="2414907" cy="2414908"/>
          </a:xfrm>
          <a:prstGeom prst="rect">
            <a:avLst/>
          </a:prstGeom>
          <a:solidFill>
            <a:schemeClr val="accent6"/>
          </a:solidFill>
        </p:spPr>
        <p:txBody>
          <a:bodyPr>
            <a:noAutofit/>
          </a:bodyPr>
          <a:lstStyle>
            <a:lvl1pPr>
              <a:defRPr>
                <a:solidFill>
                  <a:schemeClr val="bg1"/>
                </a:solidFill>
              </a:defRPr>
            </a:lvl1pPr>
          </a:lstStyle>
          <a:p>
            <a:r>
              <a:rPr lang="en-US"/>
              <a:t>Click icon to add picture</a:t>
            </a:r>
          </a:p>
        </p:txBody>
      </p:sp>
      <p:sp>
        <p:nvSpPr>
          <p:cNvPr id="12" name="Picture Placeholder 9">
            <a:extLst>
              <a:ext uri="{FF2B5EF4-FFF2-40B4-BE49-F238E27FC236}">
                <a16:creationId xmlns:a16="http://schemas.microsoft.com/office/drawing/2014/main" id="{FFDA8DAD-9128-FB1B-76AC-5D625583650D}"/>
              </a:ext>
            </a:extLst>
          </p:cNvPr>
          <p:cNvSpPr>
            <a:spLocks noGrp="1"/>
          </p:cNvSpPr>
          <p:nvPr>
            <p:ph type="pic" sz="quarter" idx="35"/>
          </p:nvPr>
        </p:nvSpPr>
        <p:spPr>
          <a:xfrm>
            <a:off x="9505893" y="749881"/>
            <a:ext cx="2414907" cy="2414908"/>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5" name="Slide Number Placeholder 5">
            <a:extLst>
              <a:ext uri="{FF2B5EF4-FFF2-40B4-BE49-F238E27FC236}">
                <a16:creationId xmlns:a16="http://schemas.microsoft.com/office/drawing/2014/main" id="{E4E4CCCA-1E42-6208-BF17-9FAD01223F8F}"/>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826740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nterior Collage 3.0 (Dark)">
    <p:spTree>
      <p:nvGrpSpPr>
        <p:cNvPr id="1" name=""/>
        <p:cNvGrpSpPr/>
        <p:nvPr/>
      </p:nvGrpSpPr>
      <p:grpSpPr>
        <a:xfrm>
          <a:off x="0" y="0"/>
          <a:ext cx="0" cy="0"/>
          <a:chOff x="0" y="0"/>
          <a:chExt cx="0" cy="0"/>
        </a:xfrm>
      </p:grpSpPr>
      <p:sp>
        <p:nvSpPr>
          <p:cNvPr id="6" name="Picture Placeholder 9">
            <a:extLst>
              <a:ext uri="{FF2B5EF4-FFF2-40B4-BE49-F238E27FC236}">
                <a16:creationId xmlns:a16="http://schemas.microsoft.com/office/drawing/2014/main" id="{2777E975-2A02-8AC2-F0DC-5FFDF12CE0E3}"/>
              </a:ext>
            </a:extLst>
          </p:cNvPr>
          <p:cNvSpPr>
            <a:spLocks noGrp="1"/>
          </p:cNvSpPr>
          <p:nvPr>
            <p:ph type="pic" sz="quarter" idx="34"/>
          </p:nvPr>
        </p:nvSpPr>
        <p:spPr>
          <a:xfrm>
            <a:off x="0" y="4671753"/>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8" name="Picture Placeholder 9">
            <a:extLst>
              <a:ext uri="{FF2B5EF4-FFF2-40B4-BE49-F238E27FC236}">
                <a16:creationId xmlns:a16="http://schemas.microsoft.com/office/drawing/2014/main" id="{F27E8AB6-FB7D-2037-B1BB-B7D9A36EA221}"/>
              </a:ext>
            </a:extLst>
          </p:cNvPr>
          <p:cNvSpPr>
            <a:spLocks noGrp="1"/>
          </p:cNvSpPr>
          <p:nvPr>
            <p:ph type="pic" sz="quarter" idx="36"/>
          </p:nvPr>
        </p:nvSpPr>
        <p:spPr>
          <a:xfrm>
            <a:off x="4940641"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42D3EB6C-7917-FE14-D867-4E2C338DB7C0}"/>
              </a:ext>
            </a:extLst>
          </p:cNvPr>
          <p:cNvSpPr>
            <a:spLocks noGrp="1"/>
          </p:cNvSpPr>
          <p:nvPr>
            <p:ph type="pic" sz="quarter" idx="37"/>
          </p:nvPr>
        </p:nvSpPr>
        <p:spPr>
          <a:xfrm>
            <a:off x="7420953"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43F11835-9A8C-3DFF-18AF-06E3BB3DE64D}"/>
              </a:ext>
            </a:extLst>
          </p:cNvPr>
          <p:cNvSpPr>
            <a:spLocks noGrp="1"/>
          </p:cNvSpPr>
          <p:nvPr>
            <p:ph type="pic" sz="quarter" idx="38"/>
          </p:nvPr>
        </p:nvSpPr>
        <p:spPr>
          <a:xfrm>
            <a:off x="9890235"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3" name="Picture Placeholder 9">
            <a:extLst>
              <a:ext uri="{FF2B5EF4-FFF2-40B4-BE49-F238E27FC236}">
                <a16:creationId xmlns:a16="http://schemas.microsoft.com/office/drawing/2014/main" id="{119970CF-7950-BA94-7724-72294457DE44}"/>
              </a:ext>
            </a:extLst>
          </p:cNvPr>
          <p:cNvSpPr>
            <a:spLocks noGrp="1"/>
          </p:cNvSpPr>
          <p:nvPr>
            <p:ph type="pic" sz="quarter" idx="40"/>
          </p:nvPr>
        </p:nvSpPr>
        <p:spPr>
          <a:xfrm>
            <a:off x="4938565" y="2349070"/>
            <a:ext cx="4771047" cy="4511842"/>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7" name="Picture Placeholder 9">
            <a:extLst>
              <a:ext uri="{FF2B5EF4-FFF2-40B4-BE49-F238E27FC236}">
                <a16:creationId xmlns:a16="http://schemas.microsoft.com/office/drawing/2014/main" id="{7BBDBFC9-DDF4-7A08-E46D-8C65F3CEB884}"/>
              </a:ext>
            </a:extLst>
          </p:cNvPr>
          <p:cNvSpPr>
            <a:spLocks noGrp="1"/>
          </p:cNvSpPr>
          <p:nvPr>
            <p:ph type="pic" sz="quarter" idx="43"/>
          </p:nvPr>
        </p:nvSpPr>
        <p:spPr>
          <a:xfrm>
            <a:off x="2482388"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0" name="Picture Placeholder 9">
            <a:extLst>
              <a:ext uri="{FF2B5EF4-FFF2-40B4-BE49-F238E27FC236}">
                <a16:creationId xmlns:a16="http://schemas.microsoft.com/office/drawing/2014/main" id="{ACF8D43F-B4EA-6B28-5207-6C9266C9C7A9}"/>
              </a:ext>
            </a:extLst>
          </p:cNvPr>
          <p:cNvSpPr>
            <a:spLocks noGrp="1"/>
          </p:cNvSpPr>
          <p:nvPr>
            <p:ph type="pic" sz="quarter" idx="46"/>
          </p:nvPr>
        </p:nvSpPr>
        <p:spPr>
          <a:xfrm>
            <a:off x="9896788"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 name="Picture Placeholder 9">
            <a:extLst>
              <a:ext uri="{FF2B5EF4-FFF2-40B4-BE49-F238E27FC236}">
                <a16:creationId xmlns:a16="http://schemas.microsoft.com/office/drawing/2014/main" id="{F00BC903-791B-BC06-2F95-B93161AFF477}"/>
              </a:ext>
            </a:extLst>
          </p:cNvPr>
          <p:cNvSpPr>
            <a:spLocks noGrp="1"/>
          </p:cNvSpPr>
          <p:nvPr>
            <p:ph type="pic" sz="quarter" idx="33"/>
          </p:nvPr>
        </p:nvSpPr>
        <p:spPr>
          <a:xfrm>
            <a:off x="9890235" y="2345458"/>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 name="Picture Placeholder 9">
            <a:extLst>
              <a:ext uri="{FF2B5EF4-FFF2-40B4-BE49-F238E27FC236}">
                <a16:creationId xmlns:a16="http://schemas.microsoft.com/office/drawing/2014/main" id="{21DDF5EF-B066-1C41-3A5D-CB28E5FF0D6F}"/>
              </a:ext>
            </a:extLst>
          </p:cNvPr>
          <p:cNvSpPr>
            <a:spLocks noGrp="1"/>
          </p:cNvSpPr>
          <p:nvPr>
            <p:ph type="pic" sz="quarter" idx="32"/>
          </p:nvPr>
        </p:nvSpPr>
        <p:spPr>
          <a:xfrm>
            <a:off x="0" y="-1"/>
            <a:ext cx="4784153" cy="453240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36397214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terior Collage 3.1 (Light)">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21DDF5EF-B066-1C41-3A5D-CB28E5FF0D6F}"/>
              </a:ext>
            </a:extLst>
          </p:cNvPr>
          <p:cNvSpPr>
            <a:spLocks noGrp="1"/>
          </p:cNvSpPr>
          <p:nvPr>
            <p:ph type="pic" sz="quarter" idx="32"/>
          </p:nvPr>
        </p:nvSpPr>
        <p:spPr>
          <a:xfrm>
            <a:off x="0" y="0"/>
            <a:ext cx="7229301" cy="6858000"/>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 name="Picture Placeholder 9">
            <a:extLst>
              <a:ext uri="{FF2B5EF4-FFF2-40B4-BE49-F238E27FC236}">
                <a16:creationId xmlns:a16="http://schemas.microsoft.com/office/drawing/2014/main" id="{CA5D229B-26B2-DA50-1F81-62BDF2D67E65}"/>
              </a:ext>
            </a:extLst>
          </p:cNvPr>
          <p:cNvSpPr>
            <a:spLocks noGrp="1"/>
          </p:cNvSpPr>
          <p:nvPr>
            <p:ph type="pic" sz="quarter" idx="40"/>
          </p:nvPr>
        </p:nvSpPr>
        <p:spPr>
          <a:xfrm>
            <a:off x="7420953" y="0"/>
            <a:ext cx="4784153" cy="4511842"/>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5" name="Picture Placeholder 9">
            <a:extLst>
              <a:ext uri="{FF2B5EF4-FFF2-40B4-BE49-F238E27FC236}">
                <a16:creationId xmlns:a16="http://schemas.microsoft.com/office/drawing/2014/main" id="{19A94769-DBAD-CB8E-3AD7-BF8E23734232}"/>
              </a:ext>
            </a:extLst>
          </p:cNvPr>
          <p:cNvSpPr>
            <a:spLocks noGrp="1"/>
          </p:cNvSpPr>
          <p:nvPr>
            <p:ph type="pic" sz="quarter" idx="45"/>
          </p:nvPr>
        </p:nvSpPr>
        <p:spPr>
          <a:xfrm>
            <a:off x="7420953"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7" name="Picture Placeholder 9">
            <a:extLst>
              <a:ext uri="{FF2B5EF4-FFF2-40B4-BE49-F238E27FC236}">
                <a16:creationId xmlns:a16="http://schemas.microsoft.com/office/drawing/2014/main" id="{AAEA71A6-6952-49C5-5A16-0772476E3993}"/>
              </a:ext>
            </a:extLst>
          </p:cNvPr>
          <p:cNvSpPr>
            <a:spLocks noGrp="1"/>
          </p:cNvSpPr>
          <p:nvPr>
            <p:ph type="pic" sz="quarter" idx="47"/>
          </p:nvPr>
        </p:nvSpPr>
        <p:spPr>
          <a:xfrm>
            <a:off x="9890235"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40793994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terior Collage 3.2 (Light)">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F27E8AB6-FB7D-2037-B1BB-B7D9A36EA221}"/>
              </a:ext>
            </a:extLst>
          </p:cNvPr>
          <p:cNvSpPr>
            <a:spLocks noGrp="1"/>
          </p:cNvSpPr>
          <p:nvPr>
            <p:ph type="pic" sz="quarter" idx="36"/>
          </p:nvPr>
        </p:nvSpPr>
        <p:spPr>
          <a:xfrm>
            <a:off x="4940641"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0" name="Picture Placeholder 9">
            <a:extLst>
              <a:ext uri="{FF2B5EF4-FFF2-40B4-BE49-F238E27FC236}">
                <a16:creationId xmlns:a16="http://schemas.microsoft.com/office/drawing/2014/main" id="{ACF8D43F-B4EA-6B28-5207-6C9266C9C7A9}"/>
              </a:ext>
            </a:extLst>
          </p:cNvPr>
          <p:cNvSpPr>
            <a:spLocks noGrp="1"/>
          </p:cNvSpPr>
          <p:nvPr>
            <p:ph type="pic" sz="quarter" idx="46"/>
          </p:nvPr>
        </p:nvSpPr>
        <p:spPr>
          <a:xfrm>
            <a:off x="4947194"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 name="Picture Placeholder 9">
            <a:extLst>
              <a:ext uri="{FF2B5EF4-FFF2-40B4-BE49-F238E27FC236}">
                <a16:creationId xmlns:a16="http://schemas.microsoft.com/office/drawing/2014/main" id="{F00BC903-791B-BC06-2F95-B93161AFF477}"/>
              </a:ext>
            </a:extLst>
          </p:cNvPr>
          <p:cNvSpPr>
            <a:spLocks noGrp="1"/>
          </p:cNvSpPr>
          <p:nvPr>
            <p:ph type="pic" sz="quarter" idx="33"/>
          </p:nvPr>
        </p:nvSpPr>
        <p:spPr>
          <a:xfrm>
            <a:off x="4940641" y="2345458"/>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2" name="Picture Placeholder 9">
            <a:extLst>
              <a:ext uri="{FF2B5EF4-FFF2-40B4-BE49-F238E27FC236}">
                <a16:creationId xmlns:a16="http://schemas.microsoft.com/office/drawing/2014/main" id="{21DDF5EF-B066-1C41-3A5D-CB28E5FF0D6F}"/>
              </a:ext>
            </a:extLst>
          </p:cNvPr>
          <p:cNvSpPr>
            <a:spLocks noGrp="1"/>
          </p:cNvSpPr>
          <p:nvPr>
            <p:ph type="pic" sz="quarter" idx="32"/>
          </p:nvPr>
        </p:nvSpPr>
        <p:spPr>
          <a:xfrm>
            <a:off x="0" y="0"/>
            <a:ext cx="4762094" cy="6858000"/>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4" name="Picture Placeholder 9">
            <a:extLst>
              <a:ext uri="{FF2B5EF4-FFF2-40B4-BE49-F238E27FC236}">
                <a16:creationId xmlns:a16="http://schemas.microsoft.com/office/drawing/2014/main" id="{CA5D229B-26B2-DA50-1F81-62BDF2D67E65}"/>
              </a:ext>
            </a:extLst>
          </p:cNvPr>
          <p:cNvSpPr>
            <a:spLocks noGrp="1"/>
          </p:cNvSpPr>
          <p:nvPr>
            <p:ph type="pic" sz="quarter" idx="40"/>
          </p:nvPr>
        </p:nvSpPr>
        <p:spPr>
          <a:xfrm>
            <a:off x="7420953" y="0"/>
            <a:ext cx="4784153" cy="4511842"/>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5" name="Picture Placeholder 9">
            <a:extLst>
              <a:ext uri="{FF2B5EF4-FFF2-40B4-BE49-F238E27FC236}">
                <a16:creationId xmlns:a16="http://schemas.microsoft.com/office/drawing/2014/main" id="{19A94769-DBAD-CB8E-3AD7-BF8E23734232}"/>
              </a:ext>
            </a:extLst>
          </p:cNvPr>
          <p:cNvSpPr>
            <a:spLocks noGrp="1"/>
          </p:cNvSpPr>
          <p:nvPr>
            <p:ph type="pic" sz="quarter" idx="45"/>
          </p:nvPr>
        </p:nvSpPr>
        <p:spPr>
          <a:xfrm>
            <a:off x="7420953"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7" name="Picture Placeholder 9">
            <a:extLst>
              <a:ext uri="{FF2B5EF4-FFF2-40B4-BE49-F238E27FC236}">
                <a16:creationId xmlns:a16="http://schemas.microsoft.com/office/drawing/2014/main" id="{AAEA71A6-6952-49C5-5A16-0772476E3993}"/>
              </a:ext>
            </a:extLst>
          </p:cNvPr>
          <p:cNvSpPr>
            <a:spLocks noGrp="1"/>
          </p:cNvSpPr>
          <p:nvPr>
            <p:ph type="pic" sz="quarter" idx="47"/>
          </p:nvPr>
        </p:nvSpPr>
        <p:spPr>
          <a:xfrm>
            <a:off x="9890235"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22794863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terior Collage 3.3 (Ligh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01AECDDC-3D76-B69D-F1D1-EFE61C06B23C}"/>
              </a:ext>
            </a:extLst>
          </p:cNvPr>
          <p:cNvSpPr>
            <a:spLocks noGrp="1"/>
          </p:cNvSpPr>
          <p:nvPr>
            <p:ph type="pic" sz="quarter" idx="34"/>
          </p:nvPr>
        </p:nvSpPr>
        <p:spPr>
          <a:xfrm>
            <a:off x="0" y="4671753"/>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7" name="Picture Placeholder 9">
            <a:extLst>
              <a:ext uri="{FF2B5EF4-FFF2-40B4-BE49-F238E27FC236}">
                <a16:creationId xmlns:a16="http://schemas.microsoft.com/office/drawing/2014/main" id="{BDCEF0DC-1D0A-A52A-7B02-AEDB11FF840A}"/>
              </a:ext>
            </a:extLst>
          </p:cNvPr>
          <p:cNvSpPr>
            <a:spLocks noGrp="1"/>
          </p:cNvSpPr>
          <p:nvPr>
            <p:ph type="pic" sz="quarter" idx="36"/>
          </p:nvPr>
        </p:nvSpPr>
        <p:spPr>
          <a:xfrm>
            <a:off x="4940641"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1" name="Picture Placeholder 9">
            <a:extLst>
              <a:ext uri="{FF2B5EF4-FFF2-40B4-BE49-F238E27FC236}">
                <a16:creationId xmlns:a16="http://schemas.microsoft.com/office/drawing/2014/main" id="{89976C5A-297B-964B-48B5-7A2B75129C88}"/>
              </a:ext>
            </a:extLst>
          </p:cNvPr>
          <p:cNvSpPr>
            <a:spLocks noGrp="1"/>
          </p:cNvSpPr>
          <p:nvPr>
            <p:ph type="pic" sz="quarter" idx="37"/>
          </p:nvPr>
        </p:nvSpPr>
        <p:spPr>
          <a:xfrm>
            <a:off x="7420953"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2" name="Picture Placeholder 9">
            <a:extLst>
              <a:ext uri="{FF2B5EF4-FFF2-40B4-BE49-F238E27FC236}">
                <a16:creationId xmlns:a16="http://schemas.microsoft.com/office/drawing/2014/main" id="{9B703B56-226B-2C4E-2EDA-FC75B8547DD2}"/>
              </a:ext>
            </a:extLst>
          </p:cNvPr>
          <p:cNvSpPr>
            <a:spLocks noGrp="1"/>
          </p:cNvSpPr>
          <p:nvPr>
            <p:ph type="pic" sz="quarter" idx="38"/>
          </p:nvPr>
        </p:nvSpPr>
        <p:spPr>
          <a:xfrm>
            <a:off x="9890235"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4" name="Picture Placeholder 9">
            <a:extLst>
              <a:ext uri="{FF2B5EF4-FFF2-40B4-BE49-F238E27FC236}">
                <a16:creationId xmlns:a16="http://schemas.microsoft.com/office/drawing/2014/main" id="{B3F0B3BD-1F90-6603-C5D8-B9C69F12697F}"/>
              </a:ext>
            </a:extLst>
          </p:cNvPr>
          <p:cNvSpPr>
            <a:spLocks noGrp="1"/>
          </p:cNvSpPr>
          <p:nvPr>
            <p:ph type="pic" sz="quarter" idx="40"/>
          </p:nvPr>
        </p:nvSpPr>
        <p:spPr>
          <a:xfrm>
            <a:off x="7420953" y="2346158"/>
            <a:ext cx="4784153" cy="4511842"/>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5" name="Picture Placeholder 9">
            <a:extLst>
              <a:ext uri="{FF2B5EF4-FFF2-40B4-BE49-F238E27FC236}">
                <a16:creationId xmlns:a16="http://schemas.microsoft.com/office/drawing/2014/main" id="{26B37B14-61A6-E5D4-3294-C98DDECED1BE}"/>
              </a:ext>
            </a:extLst>
          </p:cNvPr>
          <p:cNvSpPr>
            <a:spLocks noGrp="1"/>
          </p:cNvSpPr>
          <p:nvPr>
            <p:ph type="pic" sz="quarter" idx="43"/>
          </p:nvPr>
        </p:nvSpPr>
        <p:spPr>
          <a:xfrm>
            <a:off x="2482388"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6" name="Picture Placeholder 9">
            <a:extLst>
              <a:ext uri="{FF2B5EF4-FFF2-40B4-BE49-F238E27FC236}">
                <a16:creationId xmlns:a16="http://schemas.microsoft.com/office/drawing/2014/main" id="{F428D0CC-3532-3F0F-24F6-50B255A62024}"/>
              </a:ext>
            </a:extLst>
          </p:cNvPr>
          <p:cNvSpPr>
            <a:spLocks noGrp="1"/>
          </p:cNvSpPr>
          <p:nvPr>
            <p:ph type="pic" sz="quarter" idx="46"/>
          </p:nvPr>
        </p:nvSpPr>
        <p:spPr>
          <a:xfrm>
            <a:off x="4947194"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8" name="Picture Placeholder 9">
            <a:extLst>
              <a:ext uri="{FF2B5EF4-FFF2-40B4-BE49-F238E27FC236}">
                <a16:creationId xmlns:a16="http://schemas.microsoft.com/office/drawing/2014/main" id="{44C300D6-D584-775F-C7EF-6521A28CAB34}"/>
              </a:ext>
            </a:extLst>
          </p:cNvPr>
          <p:cNvSpPr>
            <a:spLocks noGrp="1"/>
          </p:cNvSpPr>
          <p:nvPr>
            <p:ph type="pic" sz="quarter" idx="33"/>
          </p:nvPr>
        </p:nvSpPr>
        <p:spPr>
          <a:xfrm>
            <a:off x="4940641" y="2345458"/>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9" name="Picture Placeholder 9">
            <a:extLst>
              <a:ext uri="{FF2B5EF4-FFF2-40B4-BE49-F238E27FC236}">
                <a16:creationId xmlns:a16="http://schemas.microsoft.com/office/drawing/2014/main" id="{A71E2631-A7E0-A350-25EE-16128759550D}"/>
              </a:ext>
            </a:extLst>
          </p:cNvPr>
          <p:cNvSpPr>
            <a:spLocks noGrp="1"/>
          </p:cNvSpPr>
          <p:nvPr>
            <p:ph type="pic" sz="quarter" idx="32"/>
          </p:nvPr>
        </p:nvSpPr>
        <p:spPr>
          <a:xfrm>
            <a:off x="0" y="-1"/>
            <a:ext cx="4784153" cy="4532405"/>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33788902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nterior Collage 3.4 (Light)">
    <p:spTree>
      <p:nvGrpSpPr>
        <p:cNvPr id="1" name=""/>
        <p:cNvGrpSpPr/>
        <p:nvPr/>
      </p:nvGrpSpPr>
      <p:grpSpPr>
        <a:xfrm>
          <a:off x="0" y="0"/>
          <a:ext cx="0" cy="0"/>
          <a:chOff x="0" y="0"/>
          <a:chExt cx="0" cy="0"/>
        </a:xfrm>
      </p:grpSpPr>
      <p:sp>
        <p:nvSpPr>
          <p:cNvPr id="4" name="Picture Placeholder 9">
            <a:extLst>
              <a:ext uri="{FF2B5EF4-FFF2-40B4-BE49-F238E27FC236}">
                <a16:creationId xmlns:a16="http://schemas.microsoft.com/office/drawing/2014/main" id="{012A4B2F-2114-2E2E-19AD-041E4AACF7DA}"/>
              </a:ext>
            </a:extLst>
          </p:cNvPr>
          <p:cNvSpPr>
            <a:spLocks noGrp="1"/>
          </p:cNvSpPr>
          <p:nvPr>
            <p:ph type="pic" sz="quarter" idx="32"/>
          </p:nvPr>
        </p:nvSpPr>
        <p:spPr>
          <a:xfrm>
            <a:off x="2486865" y="2345458"/>
            <a:ext cx="4762094" cy="4511842"/>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6" name="Picture Placeholder 9">
            <a:extLst>
              <a:ext uri="{FF2B5EF4-FFF2-40B4-BE49-F238E27FC236}">
                <a16:creationId xmlns:a16="http://schemas.microsoft.com/office/drawing/2014/main" id="{2777E975-2A02-8AC2-F0DC-5FFDF12CE0E3}"/>
              </a:ext>
            </a:extLst>
          </p:cNvPr>
          <p:cNvSpPr>
            <a:spLocks noGrp="1"/>
          </p:cNvSpPr>
          <p:nvPr>
            <p:ph type="pic" sz="quarter" idx="34"/>
          </p:nvPr>
        </p:nvSpPr>
        <p:spPr>
          <a:xfrm>
            <a:off x="0" y="4671753"/>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8" name="Picture Placeholder 9">
            <a:extLst>
              <a:ext uri="{FF2B5EF4-FFF2-40B4-BE49-F238E27FC236}">
                <a16:creationId xmlns:a16="http://schemas.microsoft.com/office/drawing/2014/main" id="{F27E8AB6-FB7D-2037-B1BB-B7D9A36EA221}"/>
              </a:ext>
            </a:extLst>
          </p:cNvPr>
          <p:cNvSpPr>
            <a:spLocks noGrp="1"/>
          </p:cNvSpPr>
          <p:nvPr>
            <p:ph type="pic" sz="quarter" idx="36"/>
          </p:nvPr>
        </p:nvSpPr>
        <p:spPr>
          <a:xfrm>
            <a:off x="0"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3" name="Picture Placeholder 9">
            <a:extLst>
              <a:ext uri="{FF2B5EF4-FFF2-40B4-BE49-F238E27FC236}">
                <a16:creationId xmlns:a16="http://schemas.microsoft.com/office/drawing/2014/main" id="{119970CF-7950-BA94-7724-72294457DE44}"/>
              </a:ext>
            </a:extLst>
          </p:cNvPr>
          <p:cNvSpPr>
            <a:spLocks noGrp="1"/>
          </p:cNvSpPr>
          <p:nvPr>
            <p:ph type="pic" sz="quarter" idx="40"/>
          </p:nvPr>
        </p:nvSpPr>
        <p:spPr>
          <a:xfrm>
            <a:off x="7416477" y="0"/>
            <a:ext cx="4788630" cy="4511842"/>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7" name="Picture Placeholder 9">
            <a:extLst>
              <a:ext uri="{FF2B5EF4-FFF2-40B4-BE49-F238E27FC236}">
                <a16:creationId xmlns:a16="http://schemas.microsoft.com/office/drawing/2014/main" id="{7BBDBFC9-DDF4-7A08-E46D-8C65F3CEB884}"/>
              </a:ext>
            </a:extLst>
          </p:cNvPr>
          <p:cNvSpPr>
            <a:spLocks noGrp="1"/>
          </p:cNvSpPr>
          <p:nvPr>
            <p:ph type="pic" sz="quarter" idx="43"/>
          </p:nvPr>
        </p:nvSpPr>
        <p:spPr>
          <a:xfrm>
            <a:off x="2482388"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3" name="Picture Placeholder 9">
            <a:extLst>
              <a:ext uri="{FF2B5EF4-FFF2-40B4-BE49-F238E27FC236}">
                <a16:creationId xmlns:a16="http://schemas.microsoft.com/office/drawing/2014/main" id="{F00BC903-791B-BC06-2F95-B93161AFF477}"/>
              </a:ext>
            </a:extLst>
          </p:cNvPr>
          <p:cNvSpPr>
            <a:spLocks noGrp="1"/>
          </p:cNvSpPr>
          <p:nvPr>
            <p:ph type="pic" sz="quarter" idx="33"/>
          </p:nvPr>
        </p:nvSpPr>
        <p:spPr>
          <a:xfrm>
            <a:off x="0" y="2345458"/>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5" name="Picture Placeholder 9">
            <a:extLst>
              <a:ext uri="{FF2B5EF4-FFF2-40B4-BE49-F238E27FC236}">
                <a16:creationId xmlns:a16="http://schemas.microsoft.com/office/drawing/2014/main" id="{3D1BA6A1-4247-7817-BC98-3A1B254A594F}"/>
              </a:ext>
            </a:extLst>
          </p:cNvPr>
          <p:cNvSpPr>
            <a:spLocks noGrp="1"/>
          </p:cNvSpPr>
          <p:nvPr>
            <p:ph type="pic" sz="quarter" idx="45"/>
          </p:nvPr>
        </p:nvSpPr>
        <p:spPr>
          <a:xfrm>
            <a:off x="7420953"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7" name="Picture Placeholder 9">
            <a:extLst>
              <a:ext uri="{FF2B5EF4-FFF2-40B4-BE49-F238E27FC236}">
                <a16:creationId xmlns:a16="http://schemas.microsoft.com/office/drawing/2014/main" id="{BE9E9866-CDC1-C0B3-B495-7AEE678D1569}"/>
              </a:ext>
            </a:extLst>
          </p:cNvPr>
          <p:cNvSpPr>
            <a:spLocks noGrp="1"/>
          </p:cNvSpPr>
          <p:nvPr>
            <p:ph type="pic" sz="quarter" idx="47"/>
          </p:nvPr>
        </p:nvSpPr>
        <p:spPr>
          <a:xfrm>
            <a:off x="9890235" y="4671754"/>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
        <p:nvSpPr>
          <p:cNvPr id="11" name="Picture Placeholder 9">
            <a:extLst>
              <a:ext uri="{FF2B5EF4-FFF2-40B4-BE49-F238E27FC236}">
                <a16:creationId xmlns:a16="http://schemas.microsoft.com/office/drawing/2014/main" id="{320D2C50-33E1-A17C-8446-F27EEDF30C98}"/>
              </a:ext>
            </a:extLst>
          </p:cNvPr>
          <p:cNvSpPr>
            <a:spLocks noGrp="1"/>
          </p:cNvSpPr>
          <p:nvPr>
            <p:ph type="pic" sz="quarter" idx="48"/>
          </p:nvPr>
        </p:nvSpPr>
        <p:spPr>
          <a:xfrm>
            <a:off x="4951671" y="0"/>
            <a:ext cx="2301765" cy="2186247"/>
          </a:xfrm>
          <a:prstGeom prst="rect">
            <a:avLst/>
          </a:prstGeom>
          <a:solidFill>
            <a:srgbClr val="C2C4B8"/>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7995979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 1.0 (Light)">
    <p:bg>
      <p:bgPr>
        <a:solidFill>
          <a:srgbClr val="F5F5F5"/>
        </a:solidFill>
        <a:effectLst/>
      </p:bgPr>
    </p:bg>
    <p:spTree>
      <p:nvGrpSpPr>
        <p:cNvPr id="1" name=""/>
        <p:cNvGrpSpPr/>
        <p:nvPr/>
      </p:nvGrpSpPr>
      <p:grpSpPr>
        <a:xfrm>
          <a:off x="0" y="0"/>
          <a:ext cx="0" cy="0"/>
          <a:chOff x="0" y="0"/>
          <a:chExt cx="0" cy="0"/>
        </a:xfrm>
      </p:grpSpPr>
      <p:sp>
        <p:nvSpPr>
          <p:cNvPr id="31" name="Picture Placeholder 9">
            <a:extLst>
              <a:ext uri="{FF2B5EF4-FFF2-40B4-BE49-F238E27FC236}">
                <a16:creationId xmlns:a16="http://schemas.microsoft.com/office/drawing/2014/main" id="{414F3A46-6C79-B4B1-C65B-3636B6B3DB33}"/>
              </a:ext>
            </a:extLst>
          </p:cNvPr>
          <p:cNvSpPr>
            <a:spLocks noGrp="1"/>
          </p:cNvSpPr>
          <p:nvPr>
            <p:ph type="pic" sz="quarter" idx="37"/>
          </p:nvPr>
        </p:nvSpPr>
        <p:spPr>
          <a:xfrm>
            <a:off x="2002991" y="2933700"/>
            <a:ext cx="1641222" cy="1641223"/>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43" name="Picture Placeholder 9">
            <a:extLst>
              <a:ext uri="{FF2B5EF4-FFF2-40B4-BE49-F238E27FC236}">
                <a16:creationId xmlns:a16="http://schemas.microsoft.com/office/drawing/2014/main" id="{6DA91201-807B-7F7B-A15C-3933A50E4033}"/>
              </a:ext>
            </a:extLst>
          </p:cNvPr>
          <p:cNvSpPr>
            <a:spLocks noGrp="1"/>
          </p:cNvSpPr>
          <p:nvPr>
            <p:ph type="pic" sz="quarter" idx="43"/>
          </p:nvPr>
        </p:nvSpPr>
        <p:spPr>
          <a:xfrm>
            <a:off x="4250323" y="3532402"/>
            <a:ext cx="2241598" cy="2241599"/>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45" name="Picture Placeholder 9">
            <a:extLst>
              <a:ext uri="{FF2B5EF4-FFF2-40B4-BE49-F238E27FC236}">
                <a16:creationId xmlns:a16="http://schemas.microsoft.com/office/drawing/2014/main" id="{8D7F82AF-A25F-3281-B2A8-165DB08771DB}"/>
              </a:ext>
            </a:extLst>
          </p:cNvPr>
          <p:cNvSpPr>
            <a:spLocks noGrp="1"/>
          </p:cNvSpPr>
          <p:nvPr>
            <p:ph type="pic" sz="quarter" idx="45"/>
          </p:nvPr>
        </p:nvSpPr>
        <p:spPr>
          <a:xfrm>
            <a:off x="7246457" y="3224842"/>
            <a:ext cx="2364514" cy="2364515"/>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5" name="Picture Placeholder 9">
            <a:extLst>
              <a:ext uri="{FF2B5EF4-FFF2-40B4-BE49-F238E27FC236}">
                <a16:creationId xmlns:a16="http://schemas.microsoft.com/office/drawing/2014/main" id="{C5EE55A4-37A2-B4D8-C3AC-37CB40FA2765}"/>
              </a:ext>
            </a:extLst>
          </p:cNvPr>
          <p:cNvSpPr>
            <a:spLocks noGrp="1" noChangeAspect="1"/>
          </p:cNvSpPr>
          <p:nvPr>
            <p:ph type="pic" sz="quarter" idx="31"/>
          </p:nvPr>
        </p:nvSpPr>
        <p:spPr>
          <a:xfrm>
            <a:off x="2993296" y="1083192"/>
            <a:ext cx="2241598" cy="2241599"/>
          </a:xfrm>
          <a:prstGeom prst="rect">
            <a:avLst/>
          </a:prstGeom>
          <a:solidFill>
            <a:srgbClr val="C2C4B8"/>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6" name="Picture Placeholder 9">
            <a:extLst>
              <a:ext uri="{FF2B5EF4-FFF2-40B4-BE49-F238E27FC236}">
                <a16:creationId xmlns:a16="http://schemas.microsoft.com/office/drawing/2014/main" id="{1D15C063-808E-85A7-50C7-6E5B2FCD5AD6}"/>
              </a:ext>
            </a:extLst>
          </p:cNvPr>
          <p:cNvSpPr>
            <a:spLocks noGrp="1"/>
          </p:cNvSpPr>
          <p:nvPr>
            <p:ph type="pic" sz="quarter" idx="32"/>
          </p:nvPr>
        </p:nvSpPr>
        <p:spPr>
          <a:xfrm>
            <a:off x="4988024" y="1274996"/>
            <a:ext cx="1508104" cy="1508105"/>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7" name="Picture Placeholder 9">
            <a:extLst>
              <a:ext uri="{FF2B5EF4-FFF2-40B4-BE49-F238E27FC236}">
                <a16:creationId xmlns:a16="http://schemas.microsoft.com/office/drawing/2014/main" id="{4B90FC3E-7F7E-90C9-3727-7F837C6F3BB5}"/>
              </a:ext>
            </a:extLst>
          </p:cNvPr>
          <p:cNvSpPr>
            <a:spLocks noGrp="1"/>
          </p:cNvSpPr>
          <p:nvPr>
            <p:ph type="pic" sz="quarter" idx="33"/>
          </p:nvPr>
        </p:nvSpPr>
        <p:spPr>
          <a:xfrm>
            <a:off x="5989429" y="2674948"/>
            <a:ext cx="1508104" cy="1508105"/>
          </a:xfrm>
          <a:prstGeom prst="rect">
            <a:avLst/>
          </a:prstGeom>
          <a:solidFill>
            <a:srgbClr val="C2C4B8"/>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8" name="Picture Placeholder 9">
            <a:extLst>
              <a:ext uri="{FF2B5EF4-FFF2-40B4-BE49-F238E27FC236}">
                <a16:creationId xmlns:a16="http://schemas.microsoft.com/office/drawing/2014/main" id="{D7347812-B755-7A67-CEF3-9A783EC2714D}"/>
              </a:ext>
            </a:extLst>
          </p:cNvPr>
          <p:cNvSpPr>
            <a:spLocks noGrp="1"/>
          </p:cNvSpPr>
          <p:nvPr>
            <p:ph type="pic" sz="quarter" idx="34"/>
          </p:nvPr>
        </p:nvSpPr>
        <p:spPr>
          <a:xfrm>
            <a:off x="7229622" y="1088494"/>
            <a:ext cx="1793435" cy="1793437"/>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9" name="Picture Placeholder 9">
            <a:extLst>
              <a:ext uri="{FF2B5EF4-FFF2-40B4-BE49-F238E27FC236}">
                <a16:creationId xmlns:a16="http://schemas.microsoft.com/office/drawing/2014/main" id="{DA31DF15-3CFD-8ECB-E60B-6F0BEE5C00DD}"/>
              </a:ext>
            </a:extLst>
          </p:cNvPr>
          <p:cNvSpPr>
            <a:spLocks noGrp="1"/>
          </p:cNvSpPr>
          <p:nvPr>
            <p:ph type="pic" sz="quarter" idx="35"/>
          </p:nvPr>
        </p:nvSpPr>
        <p:spPr>
          <a:xfrm>
            <a:off x="8973058" y="2133600"/>
            <a:ext cx="973267" cy="973268"/>
          </a:xfrm>
          <a:prstGeom prst="rect">
            <a:avLst/>
          </a:prstGeom>
          <a:solidFill>
            <a:srgbClr val="C2C4B8"/>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6" name="Title 2">
            <a:extLst>
              <a:ext uri="{FF2B5EF4-FFF2-40B4-BE49-F238E27FC236}">
                <a16:creationId xmlns:a16="http://schemas.microsoft.com/office/drawing/2014/main" id="{E5F29476-6FAB-192A-D41D-7BEA14D5E3A3}"/>
              </a:ext>
            </a:extLst>
          </p:cNvPr>
          <p:cNvSpPr>
            <a:spLocks noGrp="1"/>
          </p:cNvSpPr>
          <p:nvPr>
            <p:ph type="title" hasCustomPrompt="1"/>
          </p:nvPr>
        </p:nvSpPr>
        <p:spPr>
          <a:xfrm>
            <a:off x="275154" y="5295900"/>
            <a:ext cx="3699429" cy="1015663"/>
          </a:xfrm>
        </p:spPr>
        <p:txBody>
          <a:bodyPr anchor="b"/>
          <a:lstStyle>
            <a:lvl1pPr algn="r">
              <a:defRPr sz="3999" spc="-75"/>
            </a:lvl1pPr>
          </a:lstStyle>
          <a:p>
            <a:pPr lvl="0"/>
            <a:r>
              <a:rPr lang="en-US"/>
              <a:t>Iconic</a:t>
            </a:r>
            <a:br>
              <a:rPr lang="en-US"/>
            </a:br>
            <a:r>
              <a:rPr lang="en-US"/>
              <a:t>statement.</a:t>
            </a:r>
          </a:p>
        </p:txBody>
      </p:sp>
      <p:sp>
        <p:nvSpPr>
          <p:cNvPr id="7" name="Shape">
            <a:extLst>
              <a:ext uri="{FF2B5EF4-FFF2-40B4-BE49-F238E27FC236}">
                <a16:creationId xmlns:a16="http://schemas.microsoft.com/office/drawing/2014/main" id="{42AEFDCD-7460-BC06-1BA3-6506AC3F3ED7}"/>
              </a:ext>
            </a:extLst>
          </p:cNvPr>
          <p:cNvSpPr/>
          <p:nvPr userDrawn="1"/>
        </p:nvSpPr>
        <p:spPr>
          <a:xfrm>
            <a:off x="2400781" y="2206186"/>
            <a:ext cx="270314" cy="270314"/>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Shape">
            <a:extLst>
              <a:ext uri="{FF2B5EF4-FFF2-40B4-BE49-F238E27FC236}">
                <a16:creationId xmlns:a16="http://schemas.microsoft.com/office/drawing/2014/main" id="{DCD7CBF4-445F-069C-BFC3-D839C37EA842}"/>
              </a:ext>
            </a:extLst>
          </p:cNvPr>
          <p:cNvSpPr/>
          <p:nvPr userDrawn="1"/>
        </p:nvSpPr>
        <p:spPr>
          <a:xfrm>
            <a:off x="10631268" y="2203992"/>
            <a:ext cx="875789" cy="268859"/>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20138769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tatement 2.0 (Light)">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D498DD5-8334-9B3C-9CBE-37B55B5E310D}"/>
              </a:ext>
            </a:extLst>
          </p:cNvPr>
          <p:cNvSpPr>
            <a:spLocks noGrp="1"/>
          </p:cNvSpPr>
          <p:nvPr>
            <p:ph type="pic" sz="quarter" idx="15"/>
          </p:nvPr>
        </p:nvSpPr>
        <p:spPr>
          <a:xfrm>
            <a:off x="6691827" y="794388"/>
            <a:ext cx="4067795" cy="4064630"/>
          </a:xfrm>
          <a:prstGeom prst="rect">
            <a:avLst/>
          </a:prstGeom>
          <a:solidFill>
            <a:srgbClr val="C2C4B8"/>
          </a:solidFill>
        </p:spPr>
        <p:txBody>
          <a:bodyPr anchor="ctr">
            <a:noAutofit/>
          </a:bodyPr>
          <a:lstStyle>
            <a:lvl1pPr algn="ctr">
              <a:buNone/>
              <a:defRPr>
                <a:solidFill>
                  <a:schemeClr val="bg1"/>
                </a:solidFill>
              </a:defRPr>
            </a:lvl1pPr>
          </a:lstStyle>
          <a:p>
            <a:r>
              <a:rPr lang="en-US"/>
              <a:t>Click icon to add picture</a:t>
            </a:r>
          </a:p>
        </p:txBody>
      </p:sp>
      <p:sp>
        <p:nvSpPr>
          <p:cNvPr id="6" name="Shape">
            <a:extLst>
              <a:ext uri="{FF2B5EF4-FFF2-40B4-BE49-F238E27FC236}">
                <a16:creationId xmlns:a16="http://schemas.microsoft.com/office/drawing/2014/main" id="{CD1FEE7C-553C-4A8B-BC77-F8DF21CFAE2F}"/>
              </a:ext>
            </a:extLst>
          </p:cNvPr>
          <p:cNvSpPr/>
          <p:nvPr userDrawn="1"/>
        </p:nvSpPr>
        <p:spPr>
          <a:xfrm>
            <a:off x="987537" y="5761382"/>
            <a:ext cx="269763" cy="269763"/>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00AA6222-3515-ED1E-22C8-0B196FE22912}"/>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
        <p:nvSpPr>
          <p:cNvPr id="19" name="Shape">
            <a:extLst>
              <a:ext uri="{FF2B5EF4-FFF2-40B4-BE49-F238E27FC236}">
                <a16:creationId xmlns:a16="http://schemas.microsoft.com/office/drawing/2014/main" id="{A684C8D1-0533-24A7-9162-A14CF692F7BB}"/>
              </a:ext>
            </a:extLst>
          </p:cNvPr>
          <p:cNvSpPr/>
          <p:nvPr userDrawn="1"/>
        </p:nvSpPr>
        <p:spPr>
          <a:xfrm>
            <a:off x="7223125" y="5267922"/>
            <a:ext cx="875789" cy="268859"/>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9" name="Picture Placeholder 9">
            <a:extLst>
              <a:ext uri="{FF2B5EF4-FFF2-40B4-BE49-F238E27FC236}">
                <a16:creationId xmlns:a16="http://schemas.microsoft.com/office/drawing/2014/main" id="{F4128765-AC6B-97A3-0F71-9EBDD5666A70}"/>
              </a:ext>
            </a:extLst>
          </p:cNvPr>
          <p:cNvSpPr>
            <a:spLocks noGrp="1"/>
          </p:cNvSpPr>
          <p:nvPr>
            <p:ph type="pic" sz="quarter" idx="14"/>
          </p:nvPr>
        </p:nvSpPr>
        <p:spPr>
          <a:xfrm>
            <a:off x="3584560" y="2280275"/>
            <a:ext cx="3256506" cy="3256506"/>
          </a:xfrm>
          <a:prstGeom prst="rect">
            <a:avLst/>
          </a:prstGeom>
          <a:solidFill>
            <a:schemeClr val="accent6"/>
          </a:solidFill>
        </p:spPr>
        <p:txBody>
          <a:bodyPr anchor="ctr">
            <a:noAutofit/>
          </a:bodyPr>
          <a:lstStyle>
            <a:lvl1pPr algn="ctr">
              <a:lnSpc>
                <a:spcPct val="100000"/>
              </a:lnSpc>
              <a:buNone/>
              <a:defRPr sz="1000">
                <a:solidFill>
                  <a:schemeClr val="bg1"/>
                </a:solidFill>
              </a:defRPr>
            </a:lvl1pPr>
          </a:lstStyle>
          <a:p>
            <a:r>
              <a:rPr lang="en-US"/>
              <a:t>Click icon to add picture</a:t>
            </a:r>
          </a:p>
        </p:txBody>
      </p:sp>
      <p:sp>
        <p:nvSpPr>
          <p:cNvPr id="8" name="Picture Placeholder 9">
            <a:extLst>
              <a:ext uri="{FF2B5EF4-FFF2-40B4-BE49-F238E27FC236}">
                <a16:creationId xmlns:a16="http://schemas.microsoft.com/office/drawing/2014/main" id="{5BB12CB4-F5F3-7AC1-AE2C-FEA23CAE57B4}"/>
              </a:ext>
            </a:extLst>
          </p:cNvPr>
          <p:cNvSpPr>
            <a:spLocks noGrp="1"/>
          </p:cNvSpPr>
          <p:nvPr>
            <p:ph type="pic" sz="quarter" idx="13"/>
          </p:nvPr>
        </p:nvSpPr>
        <p:spPr>
          <a:xfrm>
            <a:off x="1408671" y="3706018"/>
            <a:ext cx="2325129" cy="2325127"/>
          </a:xfrm>
          <a:prstGeom prst="rect">
            <a:avLst/>
          </a:prstGeom>
          <a:solidFill>
            <a:srgbClr val="C2C4B8"/>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
        <p:nvSpPr>
          <p:cNvPr id="21" name="Title 3">
            <a:extLst>
              <a:ext uri="{FF2B5EF4-FFF2-40B4-BE49-F238E27FC236}">
                <a16:creationId xmlns:a16="http://schemas.microsoft.com/office/drawing/2014/main" id="{C1DD5EFB-A24A-8010-EC1E-1A692A0A7E42}"/>
              </a:ext>
            </a:extLst>
          </p:cNvPr>
          <p:cNvSpPr>
            <a:spLocks noGrp="1"/>
          </p:cNvSpPr>
          <p:nvPr>
            <p:ph type="title" hasCustomPrompt="1"/>
          </p:nvPr>
        </p:nvSpPr>
        <p:spPr>
          <a:xfrm>
            <a:off x="1000822" y="1052569"/>
            <a:ext cx="5223761" cy="569387"/>
          </a:xfrm>
        </p:spPr>
        <p:txBody>
          <a:bodyPr wrap="square" anchor="b">
            <a:spAutoFit/>
          </a:bodyPr>
          <a:lstStyle>
            <a:lvl1pPr>
              <a:lnSpc>
                <a:spcPct val="90000"/>
              </a:lnSpc>
              <a:defRPr sz="4000">
                <a:solidFill>
                  <a:schemeClr val="tx1"/>
                </a:solidFill>
              </a:defRPr>
            </a:lvl1pPr>
          </a:lstStyle>
          <a:p>
            <a:r>
              <a:rPr lang="en-US"/>
              <a:t>Lorem ipsum dolor</a:t>
            </a:r>
          </a:p>
        </p:txBody>
      </p:sp>
      <p:sp>
        <p:nvSpPr>
          <p:cNvPr id="22" name="Text Placeholder 14">
            <a:extLst>
              <a:ext uri="{FF2B5EF4-FFF2-40B4-BE49-F238E27FC236}">
                <a16:creationId xmlns:a16="http://schemas.microsoft.com/office/drawing/2014/main" id="{E7FD5D1F-433D-30B2-4187-C985BEC9F10B}"/>
              </a:ext>
            </a:extLst>
          </p:cNvPr>
          <p:cNvSpPr>
            <a:spLocks noGrp="1"/>
          </p:cNvSpPr>
          <p:nvPr>
            <p:ph type="body" sz="quarter" idx="29" hasCustomPrompt="1"/>
          </p:nvPr>
        </p:nvSpPr>
        <p:spPr>
          <a:xfrm>
            <a:off x="999210" y="1603813"/>
            <a:ext cx="5225242" cy="330860"/>
          </a:xfrm>
        </p:spPr>
        <p:txBody>
          <a:bodyPr/>
          <a:lstStyle>
            <a:lvl1pPr marL="0" indent="0">
              <a:buFontTx/>
              <a:buNone/>
              <a:defRPr>
                <a:solidFill>
                  <a:schemeClr val="tx1"/>
                </a:solidFill>
              </a:defRPr>
            </a:lvl1pPr>
          </a:lstStyle>
          <a:p>
            <a:pPr lvl="0"/>
            <a:r>
              <a:rPr lang="en-US" err="1"/>
              <a:t>Consectetur</a:t>
            </a:r>
            <a:r>
              <a:rPr lang="en-US"/>
              <a:t> </a:t>
            </a:r>
            <a:r>
              <a:rPr lang="en-US" err="1"/>
              <a:t>adipiscing</a:t>
            </a:r>
            <a:r>
              <a:rPr lang="en-US"/>
              <a:t> </a:t>
            </a:r>
            <a:r>
              <a:rPr lang="en-US" err="1"/>
              <a:t>elit</a:t>
            </a:r>
            <a:r>
              <a:rPr lang="en-US"/>
              <a:t>, sed d eius</a:t>
            </a:r>
          </a:p>
        </p:txBody>
      </p:sp>
    </p:spTree>
    <p:extLst>
      <p:ext uri="{BB962C8B-B14F-4D97-AF65-F5344CB8AC3E}">
        <p14:creationId xmlns:p14="http://schemas.microsoft.com/office/powerpoint/2010/main" val="7908878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tatement 3.0 (Light) ">
    <p:bg>
      <p:bgPr>
        <a:solidFill>
          <a:schemeClr val="bg1"/>
        </a:solidFill>
        <a:effectLst/>
      </p:bgPr>
    </p:bg>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BC536DB3-4F6D-00AF-9CA8-CF536E79809D}"/>
              </a:ext>
            </a:extLst>
          </p:cNvPr>
          <p:cNvSpPr>
            <a:spLocks noGrp="1"/>
          </p:cNvSpPr>
          <p:nvPr>
            <p:ph type="pic" sz="quarter" idx="18" hasCustomPrompt="1"/>
          </p:nvPr>
        </p:nvSpPr>
        <p:spPr>
          <a:xfrm>
            <a:off x="10200175" y="1468834"/>
            <a:ext cx="1720625" cy="1720584"/>
          </a:xfrm>
          <a:prstGeom prst="rect">
            <a:avLst/>
          </a:prstGeom>
          <a:solidFill>
            <a:srgbClr val="C2C4B8"/>
          </a:solidFill>
        </p:spPr>
        <p:txBody>
          <a:bodyPr anchor="ctr"/>
          <a:lstStyle>
            <a:lvl1pPr marL="7143" indent="-794" algn="ctr">
              <a:buNone/>
              <a:tabLst/>
              <a:defRPr sz="1000">
                <a:solidFill>
                  <a:schemeClr val="bg1"/>
                </a:solidFill>
              </a:defRPr>
            </a:lvl1pPr>
          </a:lstStyle>
          <a:p>
            <a:r>
              <a:rPr lang="en-US"/>
              <a:t>Click icon</a:t>
            </a:r>
            <a:br>
              <a:rPr lang="en-US"/>
            </a:br>
            <a:r>
              <a:rPr lang="en-US"/>
              <a:t>to add picture</a:t>
            </a:r>
          </a:p>
          <a:p>
            <a:endParaRPr lang="en-US"/>
          </a:p>
          <a:p>
            <a:endParaRPr lang="en-US"/>
          </a:p>
          <a:p>
            <a:endParaRPr lang="en-US"/>
          </a:p>
        </p:txBody>
      </p:sp>
      <p:sp>
        <p:nvSpPr>
          <p:cNvPr id="9" name="Picture Placeholder 12">
            <a:extLst>
              <a:ext uri="{FF2B5EF4-FFF2-40B4-BE49-F238E27FC236}">
                <a16:creationId xmlns:a16="http://schemas.microsoft.com/office/drawing/2014/main" id="{608B3A1A-733C-5681-979D-7DBAAF1F16DD}"/>
              </a:ext>
            </a:extLst>
          </p:cNvPr>
          <p:cNvSpPr>
            <a:spLocks noGrp="1"/>
          </p:cNvSpPr>
          <p:nvPr>
            <p:ph type="pic" sz="quarter" idx="12"/>
          </p:nvPr>
        </p:nvSpPr>
        <p:spPr>
          <a:xfrm>
            <a:off x="262766" y="2337598"/>
            <a:ext cx="3703382" cy="3700688"/>
          </a:xfrm>
          <a:prstGeom prst="rect">
            <a:avLst/>
          </a:prstGeom>
          <a:solidFill>
            <a:srgbClr val="C2C4B8"/>
          </a:solidFill>
        </p:spPr>
        <p:txBody>
          <a:bodyPr anchor="ctr"/>
          <a:lstStyle>
            <a:lvl1pPr marL="7143" indent="-794" algn="ctr">
              <a:buNone/>
              <a:tabLst/>
              <a:defRPr sz="1400">
                <a:solidFill>
                  <a:schemeClr val="bg1"/>
                </a:solidFill>
              </a:defRPr>
            </a:lvl1pPr>
          </a:lstStyle>
          <a:p>
            <a:r>
              <a:rPr lang="en-US"/>
              <a:t>Click icon to add picture</a:t>
            </a:r>
          </a:p>
        </p:txBody>
      </p:sp>
      <p:sp>
        <p:nvSpPr>
          <p:cNvPr id="13" name="Picture Placeholder 12">
            <a:extLst>
              <a:ext uri="{FF2B5EF4-FFF2-40B4-BE49-F238E27FC236}">
                <a16:creationId xmlns:a16="http://schemas.microsoft.com/office/drawing/2014/main" id="{129FA71E-4975-6DC3-270B-1BF03D7C26A2}"/>
              </a:ext>
            </a:extLst>
          </p:cNvPr>
          <p:cNvSpPr>
            <a:spLocks noGrp="1"/>
          </p:cNvSpPr>
          <p:nvPr>
            <p:ph type="pic" sz="quarter" idx="17" hasCustomPrompt="1"/>
          </p:nvPr>
        </p:nvSpPr>
        <p:spPr>
          <a:xfrm>
            <a:off x="3247603" y="5140763"/>
            <a:ext cx="1720625" cy="1717237"/>
          </a:xfrm>
          <a:prstGeom prst="rect">
            <a:avLst/>
          </a:prstGeom>
          <a:solidFill>
            <a:schemeClr val="accent6"/>
          </a:solidFill>
        </p:spPr>
        <p:txBody>
          <a:bodyPr anchor="ctr"/>
          <a:lstStyle>
            <a:lvl1pPr marL="7143" indent="-794" algn="ctr">
              <a:buNone/>
              <a:tabLst/>
              <a:defRPr sz="1000">
                <a:solidFill>
                  <a:schemeClr val="bg1"/>
                </a:solidFill>
              </a:defRPr>
            </a:lvl1pPr>
          </a:lstStyle>
          <a:p>
            <a:r>
              <a:rPr lang="en-US"/>
              <a:t>Click icon</a:t>
            </a:r>
            <a:br>
              <a:rPr lang="en-US"/>
            </a:br>
            <a:r>
              <a:rPr lang="en-US"/>
              <a:t>to add picture</a:t>
            </a:r>
          </a:p>
          <a:p>
            <a:endParaRPr lang="en-US"/>
          </a:p>
          <a:p>
            <a:endParaRPr lang="en-US"/>
          </a:p>
          <a:p>
            <a:endParaRPr lang="en-US"/>
          </a:p>
        </p:txBody>
      </p:sp>
      <p:cxnSp>
        <p:nvCxnSpPr>
          <p:cNvPr id="8" name="Straight Connector 7">
            <a:extLst>
              <a:ext uri="{FF2B5EF4-FFF2-40B4-BE49-F238E27FC236}">
                <a16:creationId xmlns:a16="http://schemas.microsoft.com/office/drawing/2014/main" id="{68F3F980-7303-7433-7BA0-B2E600EEDB0F}"/>
              </a:ext>
            </a:extLst>
          </p:cNvPr>
          <p:cNvCxnSpPr>
            <a:cxnSpLocks/>
          </p:cNvCxnSpPr>
          <p:nvPr/>
        </p:nvCxnSpPr>
        <p:spPr>
          <a:xfrm>
            <a:off x="271200" y="505123"/>
            <a:ext cx="1165818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12" name="Picture Placeholder 12">
            <a:extLst>
              <a:ext uri="{FF2B5EF4-FFF2-40B4-BE49-F238E27FC236}">
                <a16:creationId xmlns:a16="http://schemas.microsoft.com/office/drawing/2014/main" id="{6BECE9EE-9083-6A68-D693-1B828A106561}"/>
              </a:ext>
            </a:extLst>
          </p:cNvPr>
          <p:cNvSpPr>
            <a:spLocks noGrp="1"/>
          </p:cNvSpPr>
          <p:nvPr>
            <p:ph type="pic" sz="quarter" idx="13" hasCustomPrompt="1"/>
          </p:nvPr>
        </p:nvSpPr>
        <p:spPr>
          <a:xfrm>
            <a:off x="6106642" y="2932"/>
            <a:ext cx="1467796" cy="1471712"/>
          </a:xfrm>
          <a:prstGeom prst="rect">
            <a:avLst/>
          </a:prstGeom>
          <a:solidFill>
            <a:srgbClr val="C2C4B8"/>
          </a:solidFill>
        </p:spPr>
        <p:txBody>
          <a:bodyPr anchor="ctr"/>
          <a:lstStyle>
            <a:lvl1pPr marL="7143" indent="-794" algn="ctr">
              <a:buNone/>
              <a:tabLst/>
              <a:defRPr sz="1000">
                <a:solidFill>
                  <a:schemeClr val="bg1"/>
                </a:solidFill>
              </a:defRPr>
            </a:lvl1pPr>
          </a:lstStyle>
          <a:p>
            <a:r>
              <a:rPr lang="en-US"/>
              <a:t>Click icon</a:t>
            </a:r>
            <a:br>
              <a:rPr lang="en-US"/>
            </a:br>
            <a:r>
              <a:rPr lang="en-US"/>
              <a:t>to add picture</a:t>
            </a:r>
          </a:p>
          <a:p>
            <a:endParaRPr lang="en-US"/>
          </a:p>
          <a:p>
            <a:endParaRPr lang="en-US"/>
          </a:p>
        </p:txBody>
      </p:sp>
      <p:sp>
        <p:nvSpPr>
          <p:cNvPr id="11" name="Title 3">
            <a:extLst>
              <a:ext uri="{FF2B5EF4-FFF2-40B4-BE49-F238E27FC236}">
                <a16:creationId xmlns:a16="http://schemas.microsoft.com/office/drawing/2014/main" id="{037BB711-C787-4572-B73D-BA88FB5870F9}"/>
              </a:ext>
            </a:extLst>
          </p:cNvPr>
          <p:cNvSpPr>
            <a:spLocks noGrp="1"/>
          </p:cNvSpPr>
          <p:nvPr>
            <p:ph type="title" hasCustomPrompt="1"/>
          </p:nvPr>
        </p:nvSpPr>
        <p:spPr>
          <a:xfrm>
            <a:off x="6229351" y="2971800"/>
            <a:ext cx="4702174" cy="786369"/>
          </a:xfrm>
        </p:spPr>
        <p:txBody>
          <a:bodyPr wrap="square">
            <a:spAutoFit/>
          </a:bodyPr>
          <a:lstStyle>
            <a:lvl1pPr>
              <a:lnSpc>
                <a:spcPct val="90000"/>
              </a:lnSpc>
              <a:defRPr sz="2800"/>
            </a:lvl1pPr>
          </a:lstStyle>
          <a:p>
            <a:r>
              <a:rPr lang="en-US"/>
              <a:t>Longer Headline to be</a:t>
            </a:r>
            <a:br>
              <a:rPr lang="en-US"/>
            </a:br>
            <a:r>
              <a:rPr lang="en-US"/>
              <a:t>Written here</a:t>
            </a:r>
          </a:p>
        </p:txBody>
      </p:sp>
      <p:sp>
        <p:nvSpPr>
          <p:cNvPr id="2" name="Shape">
            <a:extLst>
              <a:ext uri="{FF2B5EF4-FFF2-40B4-BE49-F238E27FC236}">
                <a16:creationId xmlns:a16="http://schemas.microsoft.com/office/drawing/2014/main" id="{A555A425-2CF2-491C-3C4C-07F79EB29170}"/>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26061544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tatement 4.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Picture Placeholder 9">
            <a:extLst>
              <a:ext uri="{FF2B5EF4-FFF2-40B4-BE49-F238E27FC236}">
                <a16:creationId xmlns:a16="http://schemas.microsoft.com/office/drawing/2014/main" id="{5BB12CB4-F5F3-7AC1-AE2C-FEA23CAE57B4}"/>
              </a:ext>
            </a:extLst>
          </p:cNvPr>
          <p:cNvSpPr>
            <a:spLocks noGrp="1"/>
          </p:cNvSpPr>
          <p:nvPr>
            <p:ph type="pic" sz="quarter" idx="13"/>
          </p:nvPr>
        </p:nvSpPr>
        <p:spPr>
          <a:xfrm>
            <a:off x="1" y="1031760"/>
            <a:ext cx="2146041" cy="2146041"/>
          </a:xfrm>
          <a:prstGeom prst="rect">
            <a:avLst/>
          </a:prstGeom>
          <a:solidFill>
            <a:srgbClr val="C2C4B8"/>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F4128765-AC6B-97A3-0F71-9EBDD5666A70}"/>
              </a:ext>
            </a:extLst>
          </p:cNvPr>
          <p:cNvSpPr>
            <a:spLocks noGrp="1"/>
          </p:cNvSpPr>
          <p:nvPr>
            <p:ph type="pic" sz="quarter" idx="14"/>
          </p:nvPr>
        </p:nvSpPr>
        <p:spPr>
          <a:xfrm>
            <a:off x="1884785" y="2963196"/>
            <a:ext cx="1101012" cy="1101012"/>
          </a:xfrm>
          <a:prstGeom prst="rect">
            <a:avLst/>
          </a:prstGeom>
          <a:solidFill>
            <a:schemeClr val="accent6"/>
          </a:solidFill>
        </p:spPr>
        <p:txBody>
          <a:bodyPr anchor="ctr">
            <a:noAutofit/>
          </a:bodyPr>
          <a:lstStyle>
            <a:lvl1pPr algn="ctr">
              <a:lnSpc>
                <a:spcPct val="100000"/>
              </a:lnSpc>
              <a:buNone/>
              <a:defRPr sz="1000">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8D498DD5-8334-9B3C-9CBE-37B55B5E310D}"/>
              </a:ext>
            </a:extLst>
          </p:cNvPr>
          <p:cNvSpPr>
            <a:spLocks noGrp="1"/>
          </p:cNvSpPr>
          <p:nvPr>
            <p:ph type="pic" sz="quarter" idx="15"/>
          </p:nvPr>
        </p:nvSpPr>
        <p:spPr>
          <a:xfrm>
            <a:off x="6630345" y="504031"/>
            <a:ext cx="5290455" cy="5286338"/>
          </a:xfrm>
          <a:prstGeom prst="rect">
            <a:avLst/>
          </a:prstGeom>
          <a:solidFill>
            <a:srgbClr val="C2C4B8"/>
          </a:solidFill>
        </p:spPr>
        <p:txBody>
          <a:bodyPr anchor="ctr">
            <a:noAutofit/>
          </a:bodyPr>
          <a:lstStyle>
            <a:lvl1pPr algn="ctr">
              <a:buNone/>
              <a:defRPr>
                <a:solidFill>
                  <a:schemeClr val="bg1"/>
                </a:solidFill>
              </a:defRPr>
            </a:lvl1pPr>
          </a:lstStyle>
          <a:p>
            <a:r>
              <a:rPr lang="en-US"/>
              <a:t>Click icon to add picture</a:t>
            </a:r>
          </a:p>
        </p:txBody>
      </p:sp>
      <p:sp>
        <p:nvSpPr>
          <p:cNvPr id="6" name="Shape">
            <a:extLst>
              <a:ext uri="{FF2B5EF4-FFF2-40B4-BE49-F238E27FC236}">
                <a16:creationId xmlns:a16="http://schemas.microsoft.com/office/drawing/2014/main" id="{CD1FEE7C-553C-4A8B-BC77-F8DF21CFAE2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00AA6222-3515-ED1E-22C8-0B196FE22912}"/>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
        <p:nvSpPr>
          <p:cNvPr id="4" name="Title 3">
            <a:extLst>
              <a:ext uri="{FF2B5EF4-FFF2-40B4-BE49-F238E27FC236}">
                <a16:creationId xmlns:a16="http://schemas.microsoft.com/office/drawing/2014/main" id="{0D1656EF-B935-C345-E4A1-76A837F71391}"/>
              </a:ext>
            </a:extLst>
          </p:cNvPr>
          <p:cNvSpPr>
            <a:spLocks noGrp="1"/>
          </p:cNvSpPr>
          <p:nvPr>
            <p:ph type="title" hasCustomPrompt="1"/>
          </p:nvPr>
        </p:nvSpPr>
        <p:spPr>
          <a:xfrm>
            <a:off x="4241248" y="4845632"/>
            <a:ext cx="4969427" cy="1174168"/>
          </a:xfrm>
        </p:spPr>
        <p:txBody>
          <a:bodyPr wrap="square">
            <a:spAutoFit/>
          </a:bodyPr>
          <a:lstStyle>
            <a:lvl1pPr>
              <a:lnSpc>
                <a:spcPct val="90000"/>
              </a:lnSpc>
              <a:defRPr sz="2800"/>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a:t>
            </a:r>
          </a:p>
        </p:txBody>
      </p:sp>
    </p:spTree>
    <p:extLst>
      <p:ext uri="{BB962C8B-B14F-4D97-AF65-F5344CB8AC3E}">
        <p14:creationId xmlns:p14="http://schemas.microsoft.com/office/powerpoint/2010/main" val="37226343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5.0 (Light)">
    <p:bg>
      <p:bgPr>
        <a:solidFill>
          <a:schemeClr val="bg1"/>
        </a:solidFill>
        <a:effectLst/>
      </p:bgPr>
    </p:bg>
    <p:spTree>
      <p:nvGrpSpPr>
        <p:cNvPr id="1" name=""/>
        <p:cNvGrpSpPr/>
        <p:nvPr/>
      </p:nvGrpSpPr>
      <p:grpSpPr>
        <a:xfrm>
          <a:off x="0" y="0"/>
          <a:ext cx="0" cy="0"/>
          <a:chOff x="0" y="0"/>
          <a:chExt cx="0" cy="0"/>
        </a:xfrm>
      </p:grpSpPr>
      <p:sp>
        <p:nvSpPr>
          <p:cNvPr id="28" name="Picture Placeholder 9">
            <a:extLst>
              <a:ext uri="{FF2B5EF4-FFF2-40B4-BE49-F238E27FC236}">
                <a16:creationId xmlns:a16="http://schemas.microsoft.com/office/drawing/2014/main" id="{B54E1074-5BBA-6736-8077-5BA6D135BE26}"/>
              </a:ext>
            </a:extLst>
          </p:cNvPr>
          <p:cNvSpPr>
            <a:spLocks noGrp="1"/>
          </p:cNvSpPr>
          <p:nvPr>
            <p:ph type="pic" sz="quarter" idx="19"/>
          </p:nvPr>
        </p:nvSpPr>
        <p:spPr>
          <a:xfrm>
            <a:off x="0" y="0"/>
            <a:ext cx="6096000" cy="6857998"/>
          </a:xfrm>
          <a:prstGeom prst="rect">
            <a:avLst/>
          </a:prstGeom>
          <a:solidFill>
            <a:schemeClr val="tx1"/>
          </a:solidFill>
        </p:spPr>
        <p:txBody>
          <a:bodyPr anchor="t">
            <a:noAutofit/>
          </a:bodyPr>
          <a:lstStyle>
            <a:lvl1pPr marL="319976" marR="0" indent="-319976" algn="ctr" defTabSz="323935" rtl="0" eaLnBrk="1" fontAlgn="base" latinLnBrk="0" hangingPunct="1">
              <a:lnSpc>
                <a:spcPct val="110000"/>
              </a:lnSpc>
              <a:spcBef>
                <a:spcPts val="0"/>
              </a:spcBef>
              <a:spcAft>
                <a:spcPts val="900"/>
              </a:spcAft>
              <a:buClrTx/>
              <a:buSzPct val="100000"/>
              <a:buFont typeface="Segoe UI" panose="020B0502040204020203" pitchFamily="34" charset="0"/>
              <a:buNone/>
              <a:tabLst/>
              <a:defRPr sz="1600">
                <a:solidFill>
                  <a:schemeClr val="bg1"/>
                </a:solidFill>
              </a:defRPr>
            </a:lvl1pPr>
          </a:lstStyle>
          <a:p>
            <a:endParaRPr lang="en-US"/>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4" name="Straight Connector 3">
            <a:extLst>
              <a:ext uri="{FF2B5EF4-FFF2-40B4-BE49-F238E27FC236}">
                <a16:creationId xmlns:a16="http://schemas.microsoft.com/office/drawing/2014/main" id="{A5F2190E-3350-9007-2590-0FAF27D1874D}"/>
              </a:ext>
            </a:extLst>
          </p:cNvPr>
          <p:cNvCxnSpPr>
            <a:cxnSpLocks/>
          </p:cNvCxnSpPr>
          <p:nvPr/>
        </p:nvCxnSpPr>
        <p:spPr>
          <a:xfrm>
            <a:off x="262616" y="505123"/>
            <a:ext cx="5829092"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Shape">
            <a:extLst>
              <a:ext uri="{FF2B5EF4-FFF2-40B4-BE49-F238E27FC236}">
                <a16:creationId xmlns:a16="http://schemas.microsoft.com/office/drawing/2014/main" id="{8DFC4937-3FD6-DBAC-A89D-CF49E8E0CF0D}"/>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Picture Placeholder 9">
            <a:extLst>
              <a:ext uri="{FF2B5EF4-FFF2-40B4-BE49-F238E27FC236}">
                <a16:creationId xmlns:a16="http://schemas.microsoft.com/office/drawing/2014/main" id="{94552704-CFDF-EF3C-D33A-73CB7A209B65}"/>
              </a:ext>
            </a:extLst>
          </p:cNvPr>
          <p:cNvSpPr>
            <a:spLocks noGrp="1"/>
          </p:cNvSpPr>
          <p:nvPr>
            <p:ph type="pic" sz="quarter" idx="13"/>
          </p:nvPr>
        </p:nvSpPr>
        <p:spPr>
          <a:xfrm>
            <a:off x="1260311" y="1647695"/>
            <a:ext cx="3562610" cy="3562610"/>
          </a:xfrm>
          <a:prstGeom prst="rect">
            <a:avLst/>
          </a:prstGeom>
          <a:solidFill>
            <a:srgbClr val="C2C4B8"/>
          </a:solidFill>
        </p:spPr>
        <p:txBody>
          <a:bodyPr anchor="ctr">
            <a:noAutofit/>
          </a:bodyPr>
          <a:lstStyle>
            <a:lvl1pPr algn="ctr">
              <a:buNone/>
              <a:defRPr>
                <a:solidFill>
                  <a:schemeClr val="bg1"/>
                </a:solidFill>
              </a:defRPr>
            </a:lvl1pPr>
          </a:lstStyle>
          <a:p>
            <a:r>
              <a:rPr lang="en-US"/>
              <a:t>Click icon to add picture</a:t>
            </a:r>
          </a:p>
        </p:txBody>
      </p:sp>
      <p:sp>
        <p:nvSpPr>
          <p:cNvPr id="15" name="Shape">
            <a:extLst>
              <a:ext uri="{FF2B5EF4-FFF2-40B4-BE49-F238E27FC236}">
                <a16:creationId xmlns:a16="http://schemas.microsoft.com/office/drawing/2014/main" id="{B19FFF9A-0B30-8282-7937-71D6BD98FA85}"/>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17" name="Straight Connector 16">
            <a:extLst>
              <a:ext uri="{FF2B5EF4-FFF2-40B4-BE49-F238E27FC236}">
                <a16:creationId xmlns:a16="http://schemas.microsoft.com/office/drawing/2014/main" id="{39D70D7E-BF71-0132-08FD-F862218D7CB7}"/>
              </a:ext>
            </a:extLst>
          </p:cNvPr>
          <p:cNvCxnSpPr>
            <a:cxnSpLocks/>
          </p:cNvCxnSpPr>
          <p:nvPr userDrawn="1"/>
        </p:nvCxnSpPr>
        <p:spPr>
          <a:xfrm>
            <a:off x="262616" y="505123"/>
            <a:ext cx="5829092"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0" name="Text Placeholder 20">
            <a:extLst>
              <a:ext uri="{FF2B5EF4-FFF2-40B4-BE49-F238E27FC236}">
                <a16:creationId xmlns:a16="http://schemas.microsoft.com/office/drawing/2014/main" id="{28E44542-7C2D-86AE-9DFD-30BB40FAA822}"/>
              </a:ext>
            </a:extLst>
          </p:cNvPr>
          <p:cNvSpPr>
            <a:spLocks noGrp="1"/>
          </p:cNvSpPr>
          <p:nvPr>
            <p:ph type="body" sz="quarter" idx="35" hasCustomPrompt="1"/>
          </p:nvPr>
        </p:nvSpPr>
        <p:spPr>
          <a:xfrm>
            <a:off x="6956314" y="4891522"/>
            <a:ext cx="1261781" cy="165430"/>
          </a:xfrm>
          <a:prstGeom prst="rect">
            <a:avLst/>
          </a:prstGeom>
        </p:spPr>
        <p:txBody>
          <a:bodyPr lIns="0" tIns="0" rIns="0" bIns="0" anchor="t">
            <a:spAutoFit/>
          </a:bodyPr>
          <a:lstStyle>
            <a:lvl1pPr marL="0" indent="0">
              <a:spcBef>
                <a:spcPts val="0"/>
              </a:spcBef>
              <a:buNone/>
              <a:defRPr sz="1000" b="1" i="0">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Quote Attribution</a:t>
            </a:r>
          </a:p>
        </p:txBody>
      </p:sp>
      <p:sp>
        <p:nvSpPr>
          <p:cNvPr id="31" name="Text Placeholder 20">
            <a:extLst>
              <a:ext uri="{FF2B5EF4-FFF2-40B4-BE49-F238E27FC236}">
                <a16:creationId xmlns:a16="http://schemas.microsoft.com/office/drawing/2014/main" id="{8731B8CF-2578-CD77-558D-A8A7E025E96D}"/>
              </a:ext>
            </a:extLst>
          </p:cNvPr>
          <p:cNvSpPr>
            <a:spLocks noGrp="1"/>
          </p:cNvSpPr>
          <p:nvPr>
            <p:ph type="body" sz="quarter" idx="36" hasCustomPrompt="1"/>
          </p:nvPr>
        </p:nvSpPr>
        <p:spPr>
          <a:xfrm>
            <a:off x="6956314" y="5071052"/>
            <a:ext cx="1261781" cy="165430"/>
          </a:xfrm>
          <a:prstGeom prst="rect">
            <a:avLst/>
          </a:prstGeom>
        </p:spPr>
        <p:txBody>
          <a:bodyPr wrap="square" lIns="0" tIns="0" rIns="0" bIns="0" anchor="t">
            <a:spAutoFit/>
          </a:bodyPr>
          <a:lstStyle>
            <a:lvl1pPr marL="0" indent="0">
              <a:spcBef>
                <a:spcPts val="0"/>
              </a:spcBef>
              <a:buNone/>
              <a:defRPr sz="1000" b="0" i="0">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Lorem Ipsum</a:t>
            </a:r>
          </a:p>
        </p:txBody>
      </p:sp>
      <p:sp>
        <p:nvSpPr>
          <p:cNvPr id="6" name="Slide Number Placeholder 5">
            <a:extLst>
              <a:ext uri="{FF2B5EF4-FFF2-40B4-BE49-F238E27FC236}">
                <a16:creationId xmlns:a16="http://schemas.microsoft.com/office/drawing/2014/main" id="{3D43FFC9-38C2-B4F8-4162-A5C53BC952DC}"/>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9" name="Text Placeholder 14">
            <a:extLst>
              <a:ext uri="{FF2B5EF4-FFF2-40B4-BE49-F238E27FC236}">
                <a16:creationId xmlns:a16="http://schemas.microsoft.com/office/drawing/2014/main" id="{20C7B38B-755F-10B7-2517-A1C709AE2405}"/>
              </a:ext>
            </a:extLst>
          </p:cNvPr>
          <p:cNvSpPr>
            <a:spLocks noGrp="1"/>
          </p:cNvSpPr>
          <p:nvPr>
            <p:ph type="body" sz="quarter" idx="37" hasCustomPrompt="1"/>
          </p:nvPr>
        </p:nvSpPr>
        <p:spPr>
          <a:xfrm>
            <a:off x="6956313" y="2648016"/>
            <a:ext cx="3974583" cy="1949765"/>
          </a:xfrm>
        </p:spPr>
        <p:txBody>
          <a:bodyPr wrap="square">
            <a:spAutoFit/>
          </a:bodyPr>
          <a:lstStyle>
            <a:lvl1pPr marL="457200" indent="-457200">
              <a:lnSpc>
                <a:spcPct val="90000"/>
              </a:lnSpc>
              <a:defRPr sz="2800">
                <a:latin typeface="+mj-lt"/>
              </a:defRPr>
            </a:lvl1pPr>
          </a:lstStyle>
          <a:p>
            <a:pPr lvl="0"/>
            <a:r>
              <a:rPr lang="en-US"/>
              <a:t>Lorem ipsum dolor sit </a:t>
            </a:r>
            <a:r>
              <a:rPr lang="en-US" err="1"/>
              <a:t>amet</a:t>
            </a:r>
            <a:r>
              <a:rPr lang="en-US"/>
              <a:t>, </a:t>
            </a:r>
            <a:r>
              <a:rPr lang="en-US" err="1"/>
              <a:t>consec</a:t>
            </a:r>
            <a:r>
              <a:rPr lang="en-US"/>
              <a:t> </a:t>
            </a:r>
            <a:r>
              <a:rPr lang="en-US" err="1"/>
              <a:t>tetur</a:t>
            </a:r>
            <a:r>
              <a:rPr lang="en-US"/>
              <a:t> </a:t>
            </a:r>
            <a:r>
              <a:rPr lang="en-US" err="1"/>
              <a:t>adipiscing</a:t>
            </a:r>
            <a:r>
              <a:rPr lang="en-US"/>
              <a:t> </a:t>
            </a:r>
            <a:r>
              <a:rPr lang="en-US" err="1"/>
              <a:t>elit</a:t>
            </a:r>
            <a:r>
              <a:rPr lang="en-US"/>
              <a:t>, sed do </a:t>
            </a:r>
            <a:r>
              <a:rPr lang="en-US" err="1"/>
              <a:t>eiusmod</a:t>
            </a:r>
            <a:r>
              <a:rPr lang="en-US"/>
              <a:t> </a:t>
            </a:r>
            <a:r>
              <a:rPr lang="en-US" err="1"/>
              <a:t>tempor</a:t>
            </a:r>
            <a:endParaRPr lang="en-US"/>
          </a:p>
        </p:txBody>
      </p:sp>
    </p:spTree>
    <p:extLst>
      <p:ext uri="{BB962C8B-B14F-4D97-AF65-F5344CB8AC3E}">
        <p14:creationId xmlns:p14="http://schemas.microsoft.com/office/powerpoint/2010/main" val="32423812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6.0 (Light)">
    <p:bg>
      <p:bgPr>
        <a:solidFill>
          <a:srgbClr val="F5F5F5"/>
        </a:solidFill>
        <a:effectLst/>
      </p:bgPr>
    </p:bg>
    <p:spTree>
      <p:nvGrpSpPr>
        <p:cNvPr id="1" name=""/>
        <p:cNvGrpSpPr/>
        <p:nvPr/>
      </p:nvGrpSpPr>
      <p:grpSpPr>
        <a:xfrm>
          <a:off x="0" y="0"/>
          <a:ext cx="0" cy="0"/>
          <a:chOff x="0" y="0"/>
          <a:chExt cx="0" cy="0"/>
        </a:xfrm>
      </p:grpSpPr>
      <p:sp>
        <p:nvSpPr>
          <p:cNvPr id="31" name="Picture Placeholder 9">
            <a:extLst>
              <a:ext uri="{FF2B5EF4-FFF2-40B4-BE49-F238E27FC236}">
                <a16:creationId xmlns:a16="http://schemas.microsoft.com/office/drawing/2014/main" id="{414F3A46-6C79-B4B1-C65B-3636B6B3DB33}"/>
              </a:ext>
            </a:extLst>
          </p:cNvPr>
          <p:cNvSpPr>
            <a:spLocks noGrp="1"/>
          </p:cNvSpPr>
          <p:nvPr>
            <p:ph type="pic" sz="quarter" idx="37"/>
          </p:nvPr>
        </p:nvSpPr>
        <p:spPr>
          <a:xfrm>
            <a:off x="381744" y="2957988"/>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3" name="Picture Placeholder 9">
            <a:extLst>
              <a:ext uri="{FF2B5EF4-FFF2-40B4-BE49-F238E27FC236}">
                <a16:creationId xmlns:a16="http://schemas.microsoft.com/office/drawing/2014/main" id="{6DA91201-807B-7F7B-A15C-3933A50E4033}"/>
              </a:ext>
            </a:extLst>
          </p:cNvPr>
          <p:cNvSpPr>
            <a:spLocks noGrp="1"/>
          </p:cNvSpPr>
          <p:nvPr>
            <p:ph type="pic" sz="quarter" idx="43"/>
          </p:nvPr>
        </p:nvSpPr>
        <p:spPr>
          <a:xfrm>
            <a:off x="381744" y="5389563"/>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4" name="Picture Placeholder 9">
            <a:extLst>
              <a:ext uri="{FF2B5EF4-FFF2-40B4-BE49-F238E27FC236}">
                <a16:creationId xmlns:a16="http://schemas.microsoft.com/office/drawing/2014/main" id="{A36546E3-93E3-A778-B668-BAEE9A09CA76}"/>
              </a:ext>
            </a:extLst>
          </p:cNvPr>
          <p:cNvSpPr>
            <a:spLocks noGrp="1"/>
          </p:cNvSpPr>
          <p:nvPr>
            <p:ph type="pic" sz="quarter" idx="44"/>
          </p:nvPr>
        </p:nvSpPr>
        <p:spPr>
          <a:xfrm>
            <a:off x="2464768" y="5389563"/>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5" name="Picture Placeholder 9">
            <a:extLst>
              <a:ext uri="{FF2B5EF4-FFF2-40B4-BE49-F238E27FC236}">
                <a16:creationId xmlns:a16="http://schemas.microsoft.com/office/drawing/2014/main" id="{8D7F82AF-A25F-3281-B2A8-165DB08771DB}"/>
              </a:ext>
            </a:extLst>
          </p:cNvPr>
          <p:cNvSpPr>
            <a:spLocks noGrp="1"/>
          </p:cNvSpPr>
          <p:nvPr>
            <p:ph type="pic" sz="quarter" idx="45"/>
          </p:nvPr>
        </p:nvSpPr>
        <p:spPr>
          <a:xfrm>
            <a:off x="4547791" y="5389563"/>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6" name="Picture Placeholder 9">
            <a:extLst>
              <a:ext uri="{FF2B5EF4-FFF2-40B4-BE49-F238E27FC236}">
                <a16:creationId xmlns:a16="http://schemas.microsoft.com/office/drawing/2014/main" id="{77846D10-B19A-7A06-CE1C-B4259CEDB20F}"/>
              </a:ext>
            </a:extLst>
          </p:cNvPr>
          <p:cNvSpPr>
            <a:spLocks noGrp="1"/>
          </p:cNvSpPr>
          <p:nvPr>
            <p:ph type="pic" sz="quarter" idx="46"/>
          </p:nvPr>
        </p:nvSpPr>
        <p:spPr>
          <a:xfrm>
            <a:off x="6630814" y="5389563"/>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8" name="Picture Placeholder 9">
            <a:extLst>
              <a:ext uri="{FF2B5EF4-FFF2-40B4-BE49-F238E27FC236}">
                <a16:creationId xmlns:a16="http://schemas.microsoft.com/office/drawing/2014/main" id="{E3EB4462-D286-A817-693C-92AEE36F0EED}"/>
              </a:ext>
            </a:extLst>
          </p:cNvPr>
          <p:cNvSpPr>
            <a:spLocks noGrp="1"/>
          </p:cNvSpPr>
          <p:nvPr>
            <p:ph type="pic" sz="quarter" idx="48"/>
          </p:nvPr>
        </p:nvSpPr>
        <p:spPr>
          <a:xfrm>
            <a:off x="10796860" y="5389563"/>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5" name="Picture Placeholder 9">
            <a:extLst>
              <a:ext uri="{FF2B5EF4-FFF2-40B4-BE49-F238E27FC236}">
                <a16:creationId xmlns:a16="http://schemas.microsoft.com/office/drawing/2014/main" id="{C5EE55A4-37A2-B4D8-C3AC-37CB40FA2765}"/>
              </a:ext>
            </a:extLst>
          </p:cNvPr>
          <p:cNvSpPr>
            <a:spLocks noGrp="1" noChangeAspect="1"/>
          </p:cNvSpPr>
          <p:nvPr>
            <p:ph type="pic" sz="quarter" idx="31"/>
          </p:nvPr>
        </p:nvSpPr>
        <p:spPr>
          <a:xfrm>
            <a:off x="381744" y="455041"/>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6" name="Picture Placeholder 9">
            <a:extLst>
              <a:ext uri="{FF2B5EF4-FFF2-40B4-BE49-F238E27FC236}">
                <a16:creationId xmlns:a16="http://schemas.microsoft.com/office/drawing/2014/main" id="{1D15C063-808E-85A7-50C7-6E5B2FCD5AD6}"/>
              </a:ext>
            </a:extLst>
          </p:cNvPr>
          <p:cNvSpPr>
            <a:spLocks noGrp="1"/>
          </p:cNvSpPr>
          <p:nvPr>
            <p:ph type="pic" sz="quarter" idx="32"/>
          </p:nvPr>
        </p:nvSpPr>
        <p:spPr>
          <a:xfrm>
            <a:off x="2464767" y="455041"/>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7" name="Picture Placeholder 9">
            <a:extLst>
              <a:ext uri="{FF2B5EF4-FFF2-40B4-BE49-F238E27FC236}">
                <a16:creationId xmlns:a16="http://schemas.microsoft.com/office/drawing/2014/main" id="{4B90FC3E-7F7E-90C9-3727-7F837C6F3BB5}"/>
              </a:ext>
            </a:extLst>
          </p:cNvPr>
          <p:cNvSpPr>
            <a:spLocks noGrp="1"/>
          </p:cNvSpPr>
          <p:nvPr>
            <p:ph type="pic" sz="quarter" idx="33"/>
          </p:nvPr>
        </p:nvSpPr>
        <p:spPr>
          <a:xfrm>
            <a:off x="4547790" y="455041"/>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8" name="Picture Placeholder 9">
            <a:extLst>
              <a:ext uri="{FF2B5EF4-FFF2-40B4-BE49-F238E27FC236}">
                <a16:creationId xmlns:a16="http://schemas.microsoft.com/office/drawing/2014/main" id="{D7347812-B755-7A67-CEF3-9A783EC2714D}"/>
              </a:ext>
            </a:extLst>
          </p:cNvPr>
          <p:cNvSpPr>
            <a:spLocks noGrp="1"/>
          </p:cNvSpPr>
          <p:nvPr>
            <p:ph type="pic" sz="quarter" idx="34"/>
          </p:nvPr>
        </p:nvSpPr>
        <p:spPr>
          <a:xfrm>
            <a:off x="6630814" y="455041"/>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9" name="Picture Placeholder 9">
            <a:extLst>
              <a:ext uri="{FF2B5EF4-FFF2-40B4-BE49-F238E27FC236}">
                <a16:creationId xmlns:a16="http://schemas.microsoft.com/office/drawing/2014/main" id="{DA31DF15-3CFD-8ECB-E60B-6F0BEE5C00DD}"/>
              </a:ext>
            </a:extLst>
          </p:cNvPr>
          <p:cNvSpPr>
            <a:spLocks noGrp="1"/>
          </p:cNvSpPr>
          <p:nvPr>
            <p:ph type="pic" sz="quarter" idx="35"/>
          </p:nvPr>
        </p:nvSpPr>
        <p:spPr>
          <a:xfrm>
            <a:off x="8713837" y="455041"/>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30" name="Picture Placeholder 9">
            <a:extLst>
              <a:ext uri="{FF2B5EF4-FFF2-40B4-BE49-F238E27FC236}">
                <a16:creationId xmlns:a16="http://schemas.microsoft.com/office/drawing/2014/main" id="{8FB89C77-18AB-8B9C-D40D-9F9E06EDDEE5}"/>
              </a:ext>
            </a:extLst>
          </p:cNvPr>
          <p:cNvSpPr>
            <a:spLocks noGrp="1"/>
          </p:cNvSpPr>
          <p:nvPr>
            <p:ph type="pic" sz="quarter" idx="36"/>
          </p:nvPr>
        </p:nvSpPr>
        <p:spPr>
          <a:xfrm>
            <a:off x="10796860" y="455041"/>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35" name="Picture Placeholder 9">
            <a:extLst>
              <a:ext uri="{FF2B5EF4-FFF2-40B4-BE49-F238E27FC236}">
                <a16:creationId xmlns:a16="http://schemas.microsoft.com/office/drawing/2014/main" id="{946D8120-6638-43CD-E142-F46BAB6BB855}"/>
              </a:ext>
            </a:extLst>
          </p:cNvPr>
          <p:cNvSpPr>
            <a:spLocks noGrp="1"/>
          </p:cNvSpPr>
          <p:nvPr>
            <p:ph type="pic" sz="quarter" idx="41"/>
          </p:nvPr>
        </p:nvSpPr>
        <p:spPr>
          <a:xfrm>
            <a:off x="8713837" y="2957988"/>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36" name="Picture Placeholder 9">
            <a:extLst>
              <a:ext uri="{FF2B5EF4-FFF2-40B4-BE49-F238E27FC236}">
                <a16:creationId xmlns:a16="http://schemas.microsoft.com/office/drawing/2014/main" id="{890A2031-10BD-625A-86DD-1D0CC2E40A54}"/>
              </a:ext>
            </a:extLst>
          </p:cNvPr>
          <p:cNvSpPr>
            <a:spLocks noGrp="1"/>
          </p:cNvSpPr>
          <p:nvPr>
            <p:ph type="pic" sz="quarter" idx="42"/>
          </p:nvPr>
        </p:nvSpPr>
        <p:spPr>
          <a:xfrm>
            <a:off x="10796860" y="2957988"/>
            <a:ext cx="1013396" cy="1013397"/>
          </a:xfrm>
          <a:prstGeom prst="rect">
            <a:avLst/>
          </a:prstGeom>
          <a:solidFill>
            <a:srgbClr val="C2C4B8"/>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6" name="Title 2">
            <a:extLst>
              <a:ext uri="{FF2B5EF4-FFF2-40B4-BE49-F238E27FC236}">
                <a16:creationId xmlns:a16="http://schemas.microsoft.com/office/drawing/2014/main" id="{E5F29476-6FAB-192A-D41D-7BEA14D5E3A3}"/>
              </a:ext>
            </a:extLst>
          </p:cNvPr>
          <p:cNvSpPr>
            <a:spLocks noGrp="1"/>
          </p:cNvSpPr>
          <p:nvPr>
            <p:ph type="title" hasCustomPrompt="1"/>
          </p:nvPr>
        </p:nvSpPr>
        <p:spPr>
          <a:xfrm>
            <a:off x="2464767" y="2267696"/>
            <a:ext cx="5568834" cy="2412584"/>
          </a:xfrm>
        </p:spPr>
        <p:txBody>
          <a:bodyPr anchor="ctr"/>
          <a:lstStyle>
            <a:lvl1pPr>
              <a:defRPr sz="6399" spc="-150"/>
            </a:lvl1pPr>
          </a:lstStyle>
          <a:p>
            <a:pPr lvl="0"/>
            <a:r>
              <a:rPr lang="en-US"/>
              <a:t>Lorem ipsum dolor sit </a:t>
            </a:r>
            <a:r>
              <a:rPr lang="en-US" err="1"/>
              <a:t>amet</a:t>
            </a:r>
            <a:r>
              <a:rPr lang="en-US"/>
              <a:t> </a:t>
            </a:r>
            <a:r>
              <a:rPr lang="en-US" err="1"/>
              <a:t>consec</a:t>
            </a:r>
            <a:r>
              <a:rPr lang="en-US"/>
              <a:t>.</a:t>
            </a:r>
          </a:p>
        </p:txBody>
      </p:sp>
      <p:sp>
        <p:nvSpPr>
          <p:cNvPr id="7" name="Shape">
            <a:extLst>
              <a:ext uri="{FF2B5EF4-FFF2-40B4-BE49-F238E27FC236}">
                <a16:creationId xmlns:a16="http://schemas.microsoft.com/office/drawing/2014/main" id="{42AEFDCD-7460-BC06-1BA3-6506AC3F3ED7}"/>
              </a:ext>
            </a:extLst>
          </p:cNvPr>
          <p:cNvSpPr/>
          <p:nvPr userDrawn="1"/>
        </p:nvSpPr>
        <p:spPr>
          <a:xfrm>
            <a:off x="381744" y="2092121"/>
            <a:ext cx="270314" cy="270314"/>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Shape">
            <a:extLst>
              <a:ext uri="{FF2B5EF4-FFF2-40B4-BE49-F238E27FC236}">
                <a16:creationId xmlns:a16="http://schemas.microsoft.com/office/drawing/2014/main" id="{DCD7CBF4-445F-069C-BFC3-D839C37EA842}"/>
              </a:ext>
            </a:extLst>
          </p:cNvPr>
          <p:cNvSpPr/>
          <p:nvPr userDrawn="1"/>
        </p:nvSpPr>
        <p:spPr>
          <a:xfrm>
            <a:off x="8782640" y="6134100"/>
            <a:ext cx="875789" cy="268859"/>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12673344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d 1.0 (Light)">
    <p:bg>
      <p:bgPr>
        <a:solidFill>
          <a:schemeClr val="bg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Shape">
            <a:extLst>
              <a:ext uri="{FF2B5EF4-FFF2-40B4-BE49-F238E27FC236}">
                <a16:creationId xmlns:a16="http://schemas.microsoft.com/office/drawing/2014/main" id="{586AAB6A-B751-99C7-0799-3B8E57B9650C}"/>
              </a:ext>
            </a:extLst>
          </p:cNvPr>
          <p:cNvSpPr/>
          <p:nvPr userDrawn="1"/>
        </p:nvSpPr>
        <p:spPr>
          <a:xfrm>
            <a:off x="262616" y="6401801"/>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0" name="Title 1">
            <a:extLst>
              <a:ext uri="{FF2B5EF4-FFF2-40B4-BE49-F238E27FC236}">
                <a16:creationId xmlns:a16="http://schemas.microsoft.com/office/drawing/2014/main" id="{BE6AE905-5AFB-7BCF-24C7-4838D7722ADF}"/>
              </a:ext>
            </a:extLst>
          </p:cNvPr>
          <p:cNvSpPr>
            <a:spLocks noGrp="1"/>
          </p:cNvSpPr>
          <p:nvPr>
            <p:ph type="title" hasCustomPrompt="1"/>
          </p:nvPr>
        </p:nvSpPr>
        <p:spPr>
          <a:xfrm>
            <a:off x="262616" y="3114694"/>
            <a:ext cx="8672403" cy="837152"/>
          </a:xfrm>
        </p:spPr>
        <p:txBody>
          <a:bodyPr anchor="ctr">
            <a:spAutoFit/>
          </a:bodyPr>
          <a:lstStyle>
            <a:lvl1pPr>
              <a:defRPr sz="6400" spc="-150"/>
            </a:lvl1pPr>
          </a:lstStyle>
          <a:p>
            <a:pPr lvl="0"/>
            <a:r>
              <a:rPr lang="en-US"/>
              <a:t>Thank you</a:t>
            </a:r>
          </a:p>
        </p:txBody>
      </p:sp>
    </p:spTree>
    <p:extLst>
      <p:ext uri="{BB962C8B-B14F-4D97-AF65-F5344CB8AC3E}">
        <p14:creationId xmlns:p14="http://schemas.microsoft.com/office/powerpoint/2010/main" val="14162819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nd 2.0 (Ligh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1F59B46C-0A87-EC8E-63E7-C8B3030398D5}"/>
              </a:ext>
            </a:extLst>
          </p:cNvPr>
          <p:cNvCxnSpPr>
            <a:cxnSpLocks/>
          </p:cNvCxnSpPr>
          <p:nvPr/>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F7BA329F-5BAF-3936-46A2-3557EEBB5C23}"/>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hape">
            <a:extLst>
              <a:ext uri="{FF2B5EF4-FFF2-40B4-BE49-F238E27FC236}">
                <a16:creationId xmlns:a16="http://schemas.microsoft.com/office/drawing/2014/main" id="{C25BA493-08F9-2C51-CCB1-1B17E34F8BA0}"/>
              </a:ext>
            </a:extLst>
          </p:cNvPr>
          <p:cNvSpPr/>
          <p:nvPr/>
        </p:nvSpPr>
        <p:spPr>
          <a:xfrm>
            <a:off x="262616" y="3251652"/>
            <a:ext cx="1188228" cy="364774"/>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8" name="Text Placeholder 14">
            <a:extLst>
              <a:ext uri="{FF2B5EF4-FFF2-40B4-BE49-F238E27FC236}">
                <a16:creationId xmlns:a16="http://schemas.microsoft.com/office/drawing/2014/main" id="{42D473EC-2DEA-4E33-4A99-F922FF85F074}"/>
              </a:ext>
            </a:extLst>
          </p:cNvPr>
          <p:cNvSpPr>
            <a:spLocks noGrp="1"/>
          </p:cNvSpPr>
          <p:nvPr>
            <p:ph type="body" sz="quarter" idx="31" hasCustomPrompt="1"/>
          </p:nvPr>
        </p:nvSpPr>
        <p:spPr>
          <a:xfrm>
            <a:off x="262615" y="5889563"/>
            <a:ext cx="2984987" cy="684418"/>
          </a:xfrm>
        </p:spPr>
        <p:txBody>
          <a:bodyPr wrap="square" anchor="t">
            <a:spAutoFit/>
          </a:bodyPr>
          <a:lstStyle>
            <a:lvl1pPr marL="182843" marR="0" indent="-182843" algn="l" defTabSz="323935" rtl="0" eaLnBrk="1" fontAlgn="base" latinLnBrk="0" hangingPunct="1">
              <a:lnSpc>
                <a:spcPct val="110000"/>
              </a:lnSpc>
              <a:spcBef>
                <a:spcPts val="0"/>
              </a:spcBef>
              <a:spcAft>
                <a:spcPts val="900"/>
              </a:spcAft>
              <a:buClrTx/>
              <a:buSzPct val="100000"/>
              <a:buFont typeface="Segoe UI" panose="020B0502040204020203" pitchFamily="34" charset="0"/>
              <a:buChar char="■"/>
              <a:tabLst/>
              <a:defRPr sz="900"/>
            </a:lvl1pPr>
          </a:lstStyle>
          <a:p>
            <a:pPr lvl="0"/>
            <a:r>
              <a:rPr lang="en-US" err="1"/>
              <a:t>Firstname</a:t>
            </a:r>
            <a:r>
              <a:rPr lang="en-US"/>
              <a:t> Lastname |  </a:t>
            </a:r>
            <a:r>
              <a:rPr lang="en-US" err="1"/>
              <a:t>first.last@vml.com</a:t>
            </a:r>
            <a:endParaRPr lang="en-US"/>
          </a:p>
          <a:p>
            <a:pPr marL="182843" marR="0" lvl="0" indent="-182843" algn="l" defTabSz="323935" rtl="0" eaLnBrk="1" fontAlgn="base" latinLnBrk="0" hangingPunct="1">
              <a:lnSpc>
                <a:spcPct val="110000"/>
              </a:lnSpc>
              <a:spcBef>
                <a:spcPts val="0"/>
              </a:spcBef>
              <a:spcAft>
                <a:spcPts val="900"/>
              </a:spcAft>
              <a:buClrTx/>
              <a:buSzPct val="100000"/>
              <a:buFont typeface="Segoe UI" panose="020B0502040204020203" pitchFamily="34" charset="0"/>
              <a:buChar char="■"/>
              <a:tabLst/>
              <a:defRPr/>
            </a:pPr>
            <a:r>
              <a:rPr lang="en-US" err="1"/>
              <a:t>Firstname</a:t>
            </a:r>
            <a:r>
              <a:rPr lang="en-US"/>
              <a:t> Lastname |  </a:t>
            </a:r>
            <a:r>
              <a:rPr lang="en-US" err="1"/>
              <a:t>first.last@vml.com</a:t>
            </a:r>
            <a:endParaRPr lang="en-US"/>
          </a:p>
          <a:p>
            <a:pPr marL="182843" marR="0" lvl="0" indent="-182843" algn="l" defTabSz="323935" rtl="0" eaLnBrk="1" fontAlgn="base" latinLnBrk="0" hangingPunct="1">
              <a:lnSpc>
                <a:spcPct val="110000"/>
              </a:lnSpc>
              <a:spcBef>
                <a:spcPts val="0"/>
              </a:spcBef>
              <a:spcAft>
                <a:spcPts val="900"/>
              </a:spcAft>
              <a:buClrTx/>
              <a:buSzPct val="100000"/>
              <a:buFont typeface="Segoe UI" panose="020B0502040204020203" pitchFamily="34" charset="0"/>
              <a:buChar char="■"/>
              <a:tabLst/>
              <a:defRPr/>
            </a:pPr>
            <a:r>
              <a:rPr lang="en-US" err="1"/>
              <a:t>Firstname</a:t>
            </a:r>
            <a:r>
              <a:rPr lang="en-US"/>
              <a:t> Lastname |  </a:t>
            </a:r>
            <a:r>
              <a:rPr lang="en-US" err="1"/>
              <a:t>first.last@vml.com</a:t>
            </a:r>
            <a:endParaRPr lang="en-US"/>
          </a:p>
        </p:txBody>
      </p:sp>
      <p:sp>
        <p:nvSpPr>
          <p:cNvPr id="19" name="Text Placeholder 14">
            <a:extLst>
              <a:ext uri="{FF2B5EF4-FFF2-40B4-BE49-F238E27FC236}">
                <a16:creationId xmlns:a16="http://schemas.microsoft.com/office/drawing/2014/main" id="{101BD114-1DEF-EB3A-C1DF-D78687E00688}"/>
              </a:ext>
            </a:extLst>
          </p:cNvPr>
          <p:cNvSpPr>
            <a:spLocks noGrp="1"/>
          </p:cNvSpPr>
          <p:nvPr>
            <p:ph type="body" sz="quarter" idx="32" hasCustomPrompt="1"/>
          </p:nvPr>
        </p:nvSpPr>
        <p:spPr>
          <a:xfrm>
            <a:off x="262615" y="5504450"/>
            <a:ext cx="2984987" cy="198516"/>
          </a:xfrm>
        </p:spPr>
        <p:txBody>
          <a:bodyPr wrap="square">
            <a:spAutoFit/>
          </a:bodyPr>
          <a:lstStyle>
            <a:lvl1pPr marL="319976" indent="-319976">
              <a:buNone/>
              <a:defRPr sz="1200">
                <a:latin typeface="+mj-lt"/>
              </a:defRPr>
            </a:lvl1pPr>
          </a:lstStyle>
          <a:p>
            <a:pPr lvl="0"/>
            <a:r>
              <a:rPr lang="en-US"/>
              <a:t>For Questions, Contact:</a:t>
            </a:r>
          </a:p>
        </p:txBody>
      </p:sp>
      <p:cxnSp>
        <p:nvCxnSpPr>
          <p:cNvPr id="20" name="Straight Connector 19">
            <a:extLst>
              <a:ext uri="{FF2B5EF4-FFF2-40B4-BE49-F238E27FC236}">
                <a16:creationId xmlns:a16="http://schemas.microsoft.com/office/drawing/2014/main" id="{B93AE893-EF05-B5D2-E106-091E28A6DBE3}"/>
              </a:ext>
            </a:extLst>
          </p:cNvPr>
          <p:cNvCxnSpPr>
            <a:cxnSpLocks/>
          </p:cNvCxnSpPr>
          <p:nvPr userDrawn="1"/>
        </p:nvCxnSpPr>
        <p:spPr>
          <a:xfrm>
            <a:off x="262616" y="5796057"/>
            <a:ext cx="298498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7EBAEA29-43C4-120D-A49B-C46F68D030A6}"/>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9210321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End 3.0 (Light)">
    <p:bg>
      <p:bgPr>
        <a:solidFill>
          <a:schemeClr val="bg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F7BA329F-5BAF-3936-46A2-3557EEBB5C23}"/>
              </a:ext>
            </a:extLst>
          </p:cNvPr>
          <p:cNvSpPr/>
          <p:nvPr/>
        </p:nvSpPr>
        <p:spPr>
          <a:xfrm>
            <a:off x="5898865" y="5974273"/>
            <a:ext cx="394268" cy="394268"/>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hape">
            <a:extLst>
              <a:ext uri="{FF2B5EF4-FFF2-40B4-BE49-F238E27FC236}">
                <a16:creationId xmlns:a16="http://schemas.microsoft.com/office/drawing/2014/main" id="{C25BA493-08F9-2C51-CCB1-1B17E34F8BA0}"/>
              </a:ext>
            </a:extLst>
          </p:cNvPr>
          <p:cNvSpPr/>
          <p:nvPr/>
        </p:nvSpPr>
        <p:spPr>
          <a:xfrm>
            <a:off x="5472514" y="3240712"/>
            <a:ext cx="1246973" cy="382808"/>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9883000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mpty (Light)">
    <p:bg>
      <p:bgRef idx="1002">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427180"/>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vider - Grey (Light)">
    <p:bg>
      <p:bgPr>
        <a:solidFill>
          <a:srgbClr val="C2C4B8"/>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F7BA329F-5BAF-3936-46A2-3557EEBB5C23}"/>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Title 2">
            <a:extLst>
              <a:ext uri="{FF2B5EF4-FFF2-40B4-BE49-F238E27FC236}">
                <a16:creationId xmlns:a16="http://schemas.microsoft.com/office/drawing/2014/main" id="{07F94E12-3CF0-E0A4-72E9-01B35041C0D5}"/>
              </a:ext>
            </a:extLst>
          </p:cNvPr>
          <p:cNvSpPr>
            <a:spLocks noGrp="1"/>
          </p:cNvSpPr>
          <p:nvPr>
            <p:ph type="title" hasCustomPrompt="1"/>
          </p:nvPr>
        </p:nvSpPr>
        <p:spPr>
          <a:xfrm>
            <a:off x="262766" y="2720868"/>
            <a:ext cx="10668759" cy="1624804"/>
          </a:xfrm>
        </p:spPr>
        <p:txBody>
          <a:bodyPr anchor="ctr"/>
          <a:lstStyle>
            <a:lvl1pPr>
              <a:defRPr sz="6399" spc="-150"/>
            </a:lvl1pPr>
          </a:lstStyle>
          <a:p>
            <a:r>
              <a:rPr lang="en-US"/>
              <a:t>Divider Section Heading Goes Here</a:t>
            </a:r>
          </a:p>
        </p:txBody>
      </p:sp>
      <p:cxnSp>
        <p:nvCxnSpPr>
          <p:cNvPr id="2" name="Straight Connector 1">
            <a:extLst>
              <a:ext uri="{FF2B5EF4-FFF2-40B4-BE49-F238E27FC236}">
                <a16:creationId xmlns:a16="http://schemas.microsoft.com/office/drawing/2014/main" id="{816B5C40-0EFF-15C7-F0AB-7B4232234219}"/>
              </a:ext>
            </a:extLst>
          </p:cNvPr>
          <p:cNvCxnSpPr>
            <a:cxnSpLocks/>
          </p:cNvCxnSpPr>
          <p:nvPr userDrawn="1"/>
        </p:nvCxnSpPr>
        <p:spPr>
          <a:xfrm>
            <a:off x="262616" y="505123"/>
            <a:ext cx="11658184"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C82DBF77-E738-3898-7035-4A0E6645CBF8}"/>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
        <p:nvSpPr>
          <p:cNvPr id="6" name="Shape">
            <a:extLst>
              <a:ext uri="{FF2B5EF4-FFF2-40B4-BE49-F238E27FC236}">
                <a16:creationId xmlns:a16="http://schemas.microsoft.com/office/drawing/2014/main" id="{C11856DA-2D98-5FE2-CCF8-2F5B4DC0D487}"/>
              </a:ext>
            </a:extLst>
          </p:cNvPr>
          <p:cNvSpPr/>
          <p:nvPr userDrawn="1"/>
        </p:nvSpPr>
        <p:spPr>
          <a:xfrm>
            <a:off x="262616" y="6401801"/>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960450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 No Line -Grey (Light)">
    <p:bg>
      <p:bgPr>
        <a:solidFill>
          <a:srgbClr val="C2C4B8"/>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F7BA329F-5BAF-3936-46A2-3557EEBB5C23}"/>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Title 2">
            <a:extLst>
              <a:ext uri="{FF2B5EF4-FFF2-40B4-BE49-F238E27FC236}">
                <a16:creationId xmlns:a16="http://schemas.microsoft.com/office/drawing/2014/main" id="{07F94E12-3CF0-E0A4-72E9-01B35041C0D5}"/>
              </a:ext>
            </a:extLst>
          </p:cNvPr>
          <p:cNvSpPr>
            <a:spLocks noGrp="1"/>
          </p:cNvSpPr>
          <p:nvPr>
            <p:ph type="title" hasCustomPrompt="1"/>
          </p:nvPr>
        </p:nvSpPr>
        <p:spPr>
          <a:xfrm>
            <a:off x="262766" y="2720868"/>
            <a:ext cx="10668759" cy="1624804"/>
          </a:xfrm>
        </p:spPr>
        <p:txBody>
          <a:bodyPr anchor="ctr"/>
          <a:lstStyle>
            <a:lvl1pPr>
              <a:defRPr sz="6399" spc="-150"/>
            </a:lvl1pPr>
          </a:lstStyle>
          <a:p>
            <a:r>
              <a:rPr lang="en-US"/>
              <a:t>Divider Section Heading Goes Here</a:t>
            </a:r>
          </a:p>
        </p:txBody>
      </p:sp>
      <p:sp>
        <p:nvSpPr>
          <p:cNvPr id="4" name="Slide Number Placeholder 5">
            <a:extLst>
              <a:ext uri="{FF2B5EF4-FFF2-40B4-BE49-F238E27FC236}">
                <a16:creationId xmlns:a16="http://schemas.microsoft.com/office/drawing/2014/main" id="{C82DBF77-E738-3898-7035-4A0E6645CBF8}"/>
              </a:ext>
            </a:extLst>
          </p:cNvPr>
          <p:cNvSpPr>
            <a:spLocks noGrp="1"/>
          </p:cNvSpPr>
          <p:nvPr>
            <p:ph type="sldNum" sz="quarter" idx="10"/>
          </p:nvPr>
        </p:nvSpPr>
        <p:spPr>
          <a:xfrm>
            <a:off x="11471675" y="281148"/>
            <a:ext cx="457708" cy="138500"/>
          </a:xfrm>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0867551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ver 1.0 (Dark)">
    <p:bg>
      <p:bgPr>
        <a:solidFill>
          <a:srgbClr val="191919"/>
        </a:solidFill>
        <a:effectLst/>
      </p:bgPr>
    </p:bg>
    <p:spTree>
      <p:nvGrpSpPr>
        <p:cNvPr id="1" name=""/>
        <p:cNvGrpSpPr/>
        <p:nvPr/>
      </p:nvGrpSpPr>
      <p:grpSpPr>
        <a:xfrm>
          <a:off x="0" y="0"/>
          <a:ext cx="0" cy="0"/>
          <a:chOff x="0" y="0"/>
          <a:chExt cx="0" cy="0"/>
        </a:xfrm>
      </p:grpSpPr>
      <p:sp>
        <p:nvSpPr>
          <p:cNvPr id="17" name="Shape">
            <a:extLst>
              <a:ext uri="{FF2B5EF4-FFF2-40B4-BE49-F238E27FC236}">
                <a16:creationId xmlns:a16="http://schemas.microsoft.com/office/drawing/2014/main" id="{4F9EC713-CA25-121C-9D5F-BA033E54B740}"/>
              </a:ext>
            </a:extLst>
          </p:cNvPr>
          <p:cNvSpPr/>
          <p:nvPr userDrawn="1"/>
        </p:nvSpPr>
        <p:spPr>
          <a:xfrm>
            <a:off x="11739592"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solidFill>
                <a:srgbClr val="FF0000"/>
              </a:solidFill>
            </a:endParaRPr>
          </a:p>
        </p:txBody>
      </p:sp>
      <p:cxnSp>
        <p:nvCxnSpPr>
          <p:cNvPr id="18" name="Straight Connector 17">
            <a:extLst>
              <a:ext uri="{FF2B5EF4-FFF2-40B4-BE49-F238E27FC236}">
                <a16:creationId xmlns:a16="http://schemas.microsoft.com/office/drawing/2014/main" id="{AC931354-D372-35C1-148B-2CD0A628C384}"/>
              </a:ext>
            </a:extLst>
          </p:cNvPr>
          <p:cNvCxnSpPr>
            <a:cxnSpLocks/>
          </p:cNvCxnSpPr>
          <p:nvPr userDrawn="1"/>
        </p:nvCxnSpPr>
        <p:spPr>
          <a:xfrm>
            <a:off x="262616" y="505123"/>
            <a:ext cx="11666768"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23" name="Shape">
            <a:extLst>
              <a:ext uri="{FF2B5EF4-FFF2-40B4-BE49-F238E27FC236}">
                <a16:creationId xmlns:a16="http://schemas.microsoft.com/office/drawing/2014/main" id="{B6F67F5C-C087-F025-A932-E805F10C9A2B}"/>
              </a:ext>
            </a:extLst>
          </p:cNvPr>
          <p:cNvSpPr/>
          <p:nvPr userDrawn="1"/>
        </p:nvSpPr>
        <p:spPr>
          <a:xfrm>
            <a:off x="264285" y="195210"/>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6" name="Title 15">
            <a:extLst>
              <a:ext uri="{FF2B5EF4-FFF2-40B4-BE49-F238E27FC236}">
                <a16:creationId xmlns:a16="http://schemas.microsoft.com/office/drawing/2014/main" id="{C1B785AE-77CB-6E26-03C2-A65A56C618C0}"/>
              </a:ext>
            </a:extLst>
          </p:cNvPr>
          <p:cNvSpPr>
            <a:spLocks noGrp="1"/>
          </p:cNvSpPr>
          <p:nvPr>
            <p:ph type="title" hasCustomPrompt="1"/>
          </p:nvPr>
        </p:nvSpPr>
        <p:spPr>
          <a:xfrm>
            <a:off x="262766" y="754061"/>
            <a:ext cx="8676939" cy="3770263"/>
          </a:xfrm>
        </p:spPr>
        <p:txBody>
          <a:bodyPr>
            <a:noAutofit/>
          </a:bodyPr>
          <a:lstStyle>
            <a:lvl1pPr>
              <a:defRPr sz="9998" spc="-150">
                <a:solidFill>
                  <a:schemeClr val="bg1"/>
                </a:solidFill>
              </a:defRPr>
            </a:lvl1pPr>
          </a:lstStyle>
          <a:p>
            <a:pPr lvl="0"/>
            <a:r>
              <a:rPr lang="en-US"/>
              <a:t>Title Of Your Presentation Goes Here</a:t>
            </a:r>
          </a:p>
        </p:txBody>
      </p:sp>
      <p:sp>
        <p:nvSpPr>
          <p:cNvPr id="2" name="Text Placeholder 17">
            <a:extLst>
              <a:ext uri="{FF2B5EF4-FFF2-40B4-BE49-F238E27FC236}">
                <a16:creationId xmlns:a16="http://schemas.microsoft.com/office/drawing/2014/main" id="{407C384B-9C7E-7B5E-DA3D-FCB3F20196CC}"/>
              </a:ext>
            </a:extLst>
          </p:cNvPr>
          <p:cNvSpPr>
            <a:spLocks noGrp="1"/>
          </p:cNvSpPr>
          <p:nvPr>
            <p:ph type="body" sz="quarter" idx="13" hasCustomPrompt="1"/>
          </p:nvPr>
        </p:nvSpPr>
        <p:spPr>
          <a:xfrm>
            <a:off x="244862" y="6450940"/>
            <a:ext cx="2009094" cy="330860"/>
          </a:xfrm>
        </p:spPr>
        <p:txBody>
          <a:bodyPr/>
          <a:lstStyle>
            <a:lvl1pPr marL="347663" indent="-347663">
              <a:tabLst/>
              <a:defRPr>
                <a:solidFill>
                  <a:schemeClr val="bg1"/>
                </a:solidFill>
                <a:latin typeface="+mn-lt"/>
              </a:defRPr>
            </a:lvl1pPr>
          </a:lstStyle>
          <a:p>
            <a:pPr lvl="0"/>
            <a:r>
              <a:rPr lang="en-US"/>
              <a:t>Date</a:t>
            </a:r>
          </a:p>
        </p:txBody>
      </p:sp>
      <p:sp>
        <p:nvSpPr>
          <p:cNvPr id="5" name="Text Placeholder 17">
            <a:extLst>
              <a:ext uri="{FF2B5EF4-FFF2-40B4-BE49-F238E27FC236}">
                <a16:creationId xmlns:a16="http://schemas.microsoft.com/office/drawing/2014/main" id="{01F85C79-F5C3-D5BB-9DEA-C32C9131CD64}"/>
              </a:ext>
            </a:extLst>
          </p:cNvPr>
          <p:cNvSpPr>
            <a:spLocks noGrp="1"/>
          </p:cNvSpPr>
          <p:nvPr>
            <p:ph type="body" sz="quarter" idx="14" hasCustomPrompt="1"/>
          </p:nvPr>
        </p:nvSpPr>
        <p:spPr>
          <a:xfrm>
            <a:off x="2405641" y="6450940"/>
            <a:ext cx="2009094" cy="330860"/>
          </a:xfrm>
        </p:spPr>
        <p:txBody>
          <a:bodyPr/>
          <a:lstStyle>
            <a:lvl1pPr marL="347663" indent="-347663">
              <a:tabLst/>
              <a:defRPr>
                <a:solidFill>
                  <a:schemeClr val="bg1"/>
                </a:solidFill>
                <a:latin typeface="+mn-lt"/>
              </a:defRPr>
            </a:lvl1pPr>
          </a:lstStyle>
          <a:p>
            <a:pPr lvl="0"/>
            <a:r>
              <a:rPr lang="en-US"/>
              <a:t>Version</a:t>
            </a:r>
          </a:p>
        </p:txBody>
      </p:sp>
      <p:sp>
        <p:nvSpPr>
          <p:cNvPr id="6" name="Text Placeholder 17">
            <a:extLst>
              <a:ext uri="{FF2B5EF4-FFF2-40B4-BE49-F238E27FC236}">
                <a16:creationId xmlns:a16="http://schemas.microsoft.com/office/drawing/2014/main" id="{F7075A9A-59FA-6299-A892-D383EC522CDD}"/>
              </a:ext>
            </a:extLst>
          </p:cNvPr>
          <p:cNvSpPr>
            <a:spLocks noGrp="1"/>
          </p:cNvSpPr>
          <p:nvPr>
            <p:ph type="body" sz="quarter" idx="15" hasCustomPrompt="1"/>
          </p:nvPr>
        </p:nvSpPr>
        <p:spPr>
          <a:xfrm>
            <a:off x="4566421" y="6450940"/>
            <a:ext cx="4377554" cy="330860"/>
          </a:xfrm>
        </p:spPr>
        <p:txBody>
          <a:bodyPr/>
          <a:lstStyle>
            <a:lvl1pPr marL="347663" indent="-347663">
              <a:tabLst/>
              <a:defRPr>
                <a:solidFill>
                  <a:schemeClr val="bg1"/>
                </a:solidFill>
                <a:latin typeface="+mn-lt"/>
              </a:defRPr>
            </a:lvl1pPr>
          </a:lstStyle>
          <a:p>
            <a:pPr lvl="0"/>
            <a:r>
              <a:rPr lang="en-US"/>
              <a:t>Client</a:t>
            </a:r>
          </a:p>
        </p:txBody>
      </p:sp>
      <p:cxnSp>
        <p:nvCxnSpPr>
          <p:cNvPr id="3" name="Straight Connector 2">
            <a:extLst>
              <a:ext uri="{FF2B5EF4-FFF2-40B4-BE49-F238E27FC236}">
                <a16:creationId xmlns:a16="http://schemas.microsoft.com/office/drawing/2014/main" id="{B6EAE9DE-3871-2708-A42E-EF739BCBA40E}"/>
              </a:ext>
            </a:extLst>
          </p:cNvPr>
          <p:cNvCxnSpPr>
            <a:cxnSpLocks/>
          </p:cNvCxnSpPr>
          <p:nvPr userDrawn="1"/>
        </p:nvCxnSpPr>
        <p:spPr>
          <a:xfrm>
            <a:off x="266908" y="6351586"/>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93559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ver 1.1 Image (Dark)">
    <p:bg>
      <p:bgPr>
        <a:solidFill>
          <a:srgbClr val="191919"/>
        </a:solidFill>
        <a:effectLst/>
      </p:bgPr>
    </p:bg>
    <p:spTree>
      <p:nvGrpSpPr>
        <p:cNvPr id="1" name=""/>
        <p:cNvGrpSpPr/>
        <p:nvPr/>
      </p:nvGrpSpPr>
      <p:grpSpPr>
        <a:xfrm>
          <a:off x="0" y="0"/>
          <a:ext cx="0" cy="0"/>
          <a:chOff x="0" y="0"/>
          <a:chExt cx="0" cy="0"/>
        </a:xfrm>
      </p:grpSpPr>
      <p:pic>
        <p:nvPicPr>
          <p:cNvPr id="14" name="Picture 13" descr="A grey grid with a shadow&#10;&#10;AI-generated content may be incorrect.">
            <a:extLst>
              <a:ext uri="{FF2B5EF4-FFF2-40B4-BE49-F238E27FC236}">
                <a16:creationId xmlns:a16="http://schemas.microsoft.com/office/drawing/2014/main" id="{F8902FF8-B3FA-F86D-A218-7193B1AD0116}"/>
              </a:ext>
            </a:extLst>
          </p:cNvPr>
          <p:cNvPicPr>
            <a:picLocks noChangeAspect="1"/>
          </p:cNvPicPr>
          <p:nvPr userDrawn="1"/>
        </p:nvPicPr>
        <p:blipFill>
          <a:blip r:embed="rId2" cstate="screen">
            <a:alphaModFix amt="8000"/>
            <a:extLst>
              <a:ext uri="{28A0092B-C50C-407E-A947-70E740481C1C}">
                <a14:useLocalDpi xmlns:a14="http://schemas.microsoft.com/office/drawing/2010/main"/>
              </a:ext>
            </a:extLst>
          </a:blip>
          <a:srcRect/>
          <a:stretch>
            <a:fillRect/>
          </a:stretch>
        </p:blipFill>
        <p:spPr>
          <a:xfrm>
            <a:off x="0" y="-1589"/>
            <a:ext cx="12192000" cy="6858000"/>
          </a:xfrm>
          <a:prstGeom prst="rect">
            <a:avLst/>
          </a:prstGeom>
        </p:spPr>
      </p:pic>
      <p:cxnSp>
        <p:nvCxnSpPr>
          <p:cNvPr id="23" name="Straight Connector 22">
            <a:extLst>
              <a:ext uri="{FF2B5EF4-FFF2-40B4-BE49-F238E27FC236}">
                <a16:creationId xmlns:a16="http://schemas.microsoft.com/office/drawing/2014/main" id="{688F9A45-F04C-CE57-398E-B793C7E7F4F2}"/>
              </a:ext>
            </a:extLst>
          </p:cNvPr>
          <p:cNvCxnSpPr>
            <a:cxnSpLocks/>
          </p:cNvCxnSpPr>
          <p:nvPr/>
        </p:nvCxnSpPr>
        <p:spPr>
          <a:xfrm>
            <a:off x="266908" y="6351586"/>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24" name="Shape">
            <a:extLst>
              <a:ext uri="{FF2B5EF4-FFF2-40B4-BE49-F238E27FC236}">
                <a16:creationId xmlns:a16="http://schemas.microsoft.com/office/drawing/2014/main" id="{0ABA0CC5-2041-C098-E8BD-D9F4ED18364D}"/>
              </a:ext>
            </a:extLst>
          </p:cNvPr>
          <p:cNvSpPr/>
          <p:nvPr userDrawn="1"/>
        </p:nvSpPr>
        <p:spPr>
          <a:xfrm>
            <a:off x="11739592"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25" name="Shape">
            <a:extLst>
              <a:ext uri="{FF2B5EF4-FFF2-40B4-BE49-F238E27FC236}">
                <a16:creationId xmlns:a16="http://schemas.microsoft.com/office/drawing/2014/main" id="{89D55CC6-8918-2699-8C84-0D6AD40825ED}"/>
              </a:ext>
            </a:extLst>
          </p:cNvPr>
          <p:cNvSpPr/>
          <p:nvPr userDrawn="1"/>
        </p:nvSpPr>
        <p:spPr>
          <a:xfrm>
            <a:off x="264285" y="195210"/>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5" name="Straight Connector 4">
            <a:extLst>
              <a:ext uri="{FF2B5EF4-FFF2-40B4-BE49-F238E27FC236}">
                <a16:creationId xmlns:a16="http://schemas.microsoft.com/office/drawing/2014/main" id="{1C2C0E13-6DBD-CFE3-66E8-88ED94B2930E}"/>
              </a:ext>
            </a:extLst>
          </p:cNvPr>
          <p:cNvCxnSpPr>
            <a:cxnSpLocks/>
          </p:cNvCxnSpPr>
          <p:nvPr/>
        </p:nvCxnSpPr>
        <p:spPr>
          <a:xfrm>
            <a:off x="262616" y="505123"/>
            <a:ext cx="11666768"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6" name="Title 15">
            <a:extLst>
              <a:ext uri="{FF2B5EF4-FFF2-40B4-BE49-F238E27FC236}">
                <a16:creationId xmlns:a16="http://schemas.microsoft.com/office/drawing/2014/main" id="{75C55407-3151-9CDE-FC25-A627C8D2F06D}"/>
              </a:ext>
            </a:extLst>
          </p:cNvPr>
          <p:cNvSpPr>
            <a:spLocks noGrp="1"/>
          </p:cNvSpPr>
          <p:nvPr>
            <p:ph type="title" hasCustomPrompt="1"/>
          </p:nvPr>
        </p:nvSpPr>
        <p:spPr>
          <a:xfrm>
            <a:off x="262766" y="754061"/>
            <a:ext cx="8676939" cy="3770263"/>
          </a:xfrm>
        </p:spPr>
        <p:txBody>
          <a:bodyPr>
            <a:noAutofit/>
          </a:bodyPr>
          <a:lstStyle>
            <a:lvl1pPr>
              <a:defRPr sz="9998" spc="-150">
                <a:solidFill>
                  <a:schemeClr val="bg1"/>
                </a:solidFill>
              </a:defRPr>
            </a:lvl1pPr>
          </a:lstStyle>
          <a:p>
            <a:pPr lvl="0"/>
            <a:r>
              <a:rPr lang="en-US" dirty="0"/>
              <a:t>Title Of Your Presentation Goes Here</a:t>
            </a:r>
          </a:p>
        </p:txBody>
      </p:sp>
      <p:sp>
        <p:nvSpPr>
          <p:cNvPr id="6" name="Text Placeholder 17">
            <a:extLst>
              <a:ext uri="{FF2B5EF4-FFF2-40B4-BE49-F238E27FC236}">
                <a16:creationId xmlns:a16="http://schemas.microsoft.com/office/drawing/2014/main" id="{12FCAFAF-2DFA-36B1-0FF8-60889DA465A2}"/>
              </a:ext>
            </a:extLst>
          </p:cNvPr>
          <p:cNvSpPr>
            <a:spLocks noGrp="1"/>
          </p:cNvSpPr>
          <p:nvPr>
            <p:ph type="body" sz="quarter" idx="13" hasCustomPrompt="1"/>
          </p:nvPr>
        </p:nvSpPr>
        <p:spPr>
          <a:xfrm>
            <a:off x="244862" y="6450940"/>
            <a:ext cx="2009094" cy="330860"/>
          </a:xfrm>
        </p:spPr>
        <p:txBody>
          <a:bodyPr/>
          <a:lstStyle>
            <a:lvl1pPr marL="347663" indent="-347663">
              <a:tabLst/>
              <a:defRPr>
                <a:solidFill>
                  <a:schemeClr val="bg1"/>
                </a:solidFill>
                <a:latin typeface="+mn-lt"/>
              </a:defRPr>
            </a:lvl1pPr>
          </a:lstStyle>
          <a:p>
            <a:pPr lvl="0"/>
            <a:r>
              <a:rPr lang="en-US"/>
              <a:t>Date</a:t>
            </a:r>
          </a:p>
        </p:txBody>
      </p:sp>
      <p:sp>
        <p:nvSpPr>
          <p:cNvPr id="7" name="Text Placeholder 17">
            <a:extLst>
              <a:ext uri="{FF2B5EF4-FFF2-40B4-BE49-F238E27FC236}">
                <a16:creationId xmlns:a16="http://schemas.microsoft.com/office/drawing/2014/main" id="{DAACC8C3-7586-8358-0FA8-DC1C3CF5E668}"/>
              </a:ext>
            </a:extLst>
          </p:cNvPr>
          <p:cNvSpPr>
            <a:spLocks noGrp="1"/>
          </p:cNvSpPr>
          <p:nvPr>
            <p:ph type="body" sz="quarter" idx="14" hasCustomPrompt="1"/>
          </p:nvPr>
        </p:nvSpPr>
        <p:spPr>
          <a:xfrm>
            <a:off x="2405641" y="6450940"/>
            <a:ext cx="2009094" cy="330860"/>
          </a:xfrm>
        </p:spPr>
        <p:txBody>
          <a:bodyPr/>
          <a:lstStyle>
            <a:lvl1pPr marL="347663" indent="-347663">
              <a:tabLst/>
              <a:defRPr>
                <a:solidFill>
                  <a:schemeClr val="bg1"/>
                </a:solidFill>
                <a:latin typeface="+mn-lt"/>
              </a:defRPr>
            </a:lvl1pPr>
          </a:lstStyle>
          <a:p>
            <a:pPr lvl="0"/>
            <a:r>
              <a:rPr lang="en-US"/>
              <a:t>Version</a:t>
            </a:r>
          </a:p>
        </p:txBody>
      </p:sp>
      <p:sp>
        <p:nvSpPr>
          <p:cNvPr id="9" name="Text Placeholder 17">
            <a:extLst>
              <a:ext uri="{FF2B5EF4-FFF2-40B4-BE49-F238E27FC236}">
                <a16:creationId xmlns:a16="http://schemas.microsoft.com/office/drawing/2014/main" id="{8A7B843D-CE08-BEEF-DB0E-60F6CDC31155}"/>
              </a:ext>
            </a:extLst>
          </p:cNvPr>
          <p:cNvSpPr>
            <a:spLocks noGrp="1"/>
          </p:cNvSpPr>
          <p:nvPr>
            <p:ph type="body" sz="quarter" idx="15" hasCustomPrompt="1"/>
          </p:nvPr>
        </p:nvSpPr>
        <p:spPr>
          <a:xfrm>
            <a:off x="4566421" y="6450940"/>
            <a:ext cx="4377554" cy="330860"/>
          </a:xfrm>
        </p:spPr>
        <p:txBody>
          <a:bodyPr/>
          <a:lstStyle>
            <a:lvl1pPr marL="347663" indent="-347663">
              <a:tabLst/>
              <a:defRPr>
                <a:solidFill>
                  <a:schemeClr val="bg1"/>
                </a:solidFill>
                <a:latin typeface="+mn-lt"/>
              </a:defRPr>
            </a:lvl1pPr>
          </a:lstStyle>
          <a:p>
            <a:pPr lvl="0"/>
            <a:r>
              <a:rPr lang="en-US"/>
              <a:t>Client</a:t>
            </a:r>
          </a:p>
        </p:txBody>
      </p:sp>
    </p:spTree>
    <p:extLst>
      <p:ext uri="{BB962C8B-B14F-4D97-AF65-F5344CB8AC3E}">
        <p14:creationId xmlns:p14="http://schemas.microsoft.com/office/powerpoint/2010/main" val="42040527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solidFill>
                <a:schemeClr val="bg1"/>
              </a:solidFill>
            </a:endParaRPr>
          </a:p>
        </p:txBody>
      </p:sp>
      <p:sp>
        <p:nvSpPr>
          <p:cNvPr id="5" name="Slide Number Placeholder 5">
            <a:extLst>
              <a:ext uri="{FF2B5EF4-FFF2-40B4-BE49-F238E27FC236}">
                <a16:creationId xmlns:a16="http://schemas.microsoft.com/office/drawing/2014/main" id="{8CDEEEEC-CE4D-8588-0D73-6A2097D9E2A8}"/>
              </a:ext>
            </a:extLst>
          </p:cNvPr>
          <p:cNvSpPr>
            <a:spLocks noGrp="1"/>
          </p:cNvSpPr>
          <p:nvPr>
            <p:ph type="sldNum" sz="quarter" idx="38"/>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4" name="Title 6">
            <a:extLst>
              <a:ext uri="{FF2B5EF4-FFF2-40B4-BE49-F238E27FC236}">
                <a16:creationId xmlns:a16="http://schemas.microsoft.com/office/drawing/2014/main" id="{CAE2A24A-D64D-9E8D-FD5A-6EDC7AFBA175}"/>
              </a:ext>
            </a:extLst>
          </p:cNvPr>
          <p:cNvSpPr>
            <a:spLocks noGrp="1"/>
          </p:cNvSpPr>
          <p:nvPr>
            <p:ph type="title" hasCustomPrompt="1"/>
          </p:nvPr>
        </p:nvSpPr>
        <p:spPr>
          <a:xfrm>
            <a:off x="357868" y="2265811"/>
            <a:ext cx="6713600" cy="837152"/>
          </a:xfrm>
        </p:spPr>
        <p:txBody>
          <a:bodyPr/>
          <a:lstStyle>
            <a:lvl1pPr>
              <a:defRPr sz="6400" spc="-150"/>
            </a:lvl1pPr>
          </a:lstStyle>
          <a:p>
            <a:pPr lvl="0"/>
            <a:r>
              <a:rPr lang="en-US"/>
              <a:t>Agenda</a:t>
            </a:r>
          </a:p>
        </p:txBody>
      </p:sp>
      <p:sp>
        <p:nvSpPr>
          <p:cNvPr id="7" name="Text Placeholder 14">
            <a:extLst>
              <a:ext uri="{FF2B5EF4-FFF2-40B4-BE49-F238E27FC236}">
                <a16:creationId xmlns:a16="http://schemas.microsoft.com/office/drawing/2014/main" id="{2E9F00C1-8AA9-2760-4A13-C29A65E11E47}"/>
              </a:ext>
            </a:extLst>
          </p:cNvPr>
          <p:cNvSpPr>
            <a:spLocks noGrp="1"/>
          </p:cNvSpPr>
          <p:nvPr>
            <p:ph type="body" sz="quarter" idx="29" hasCustomPrompt="1"/>
          </p:nvPr>
        </p:nvSpPr>
        <p:spPr>
          <a:xfrm>
            <a:off x="3248025" y="3437475"/>
            <a:ext cx="7950200" cy="2915391"/>
          </a:xfrm>
        </p:spPr>
        <p:txBody>
          <a:bodyPr numCol="2" spcCol="457200">
            <a:noAutofit/>
          </a:bodyPr>
          <a:lstStyle>
            <a:lvl1pPr marL="342900" marR="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sz="2800" b="0">
                <a:solidFill>
                  <a:schemeClr val="bg1"/>
                </a:solidFill>
                <a:latin typeface="+mn-lt"/>
              </a:defRPr>
            </a:lvl1pPr>
          </a:lstStyle>
          <a:p>
            <a:pPr lvl="0"/>
            <a:r>
              <a:rPr lang="en-US"/>
              <a:t>01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02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03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04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endParaRPr lang="en-US"/>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05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06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07 Section Title</a:t>
            </a:r>
          </a:p>
          <a:p>
            <a:pPr marL="342900" marR="0" lvl="0" indent="-342900" algn="l" defTabSz="323935" rtl="0" eaLnBrk="1" fontAlgn="auto" latinLnBrk="0" hangingPunct="1">
              <a:lnSpc>
                <a:spcPct val="110000"/>
              </a:lnSpc>
              <a:spcBef>
                <a:spcPts val="0"/>
              </a:spcBef>
              <a:spcAft>
                <a:spcPts val="1000"/>
              </a:spcAft>
              <a:buClrTx/>
              <a:buSzPct val="150000"/>
              <a:buFont typeface="Arial" panose="020B0604020202020204" pitchFamily="34" charset="0"/>
              <a:buNone/>
              <a:tabLst/>
              <a:defRPr/>
            </a:pPr>
            <a:r>
              <a:rPr lang="en-US"/>
              <a:t>08 Section Title</a:t>
            </a:r>
          </a:p>
        </p:txBody>
      </p:sp>
    </p:spTree>
    <p:extLst>
      <p:ext uri="{BB962C8B-B14F-4D97-AF65-F5344CB8AC3E}">
        <p14:creationId xmlns:p14="http://schemas.microsoft.com/office/powerpoint/2010/main" val="39699353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4" name="Picture Placeholder 12">
            <a:extLst>
              <a:ext uri="{FF2B5EF4-FFF2-40B4-BE49-F238E27FC236}">
                <a16:creationId xmlns:a16="http://schemas.microsoft.com/office/drawing/2014/main" id="{7928A76C-FE78-0D39-37DA-CC6F9E29CA2F}"/>
              </a:ext>
            </a:extLst>
          </p:cNvPr>
          <p:cNvSpPr>
            <a:spLocks noGrp="1"/>
          </p:cNvSpPr>
          <p:nvPr>
            <p:ph type="pic" sz="quarter" idx="13"/>
          </p:nvPr>
        </p:nvSpPr>
        <p:spPr>
          <a:xfrm>
            <a:off x="3974583" y="2982504"/>
            <a:ext cx="1251093" cy="1251638"/>
          </a:xfrm>
          <a:prstGeom prst="rect">
            <a:avLst/>
          </a:prstGeom>
          <a:solidFill>
            <a:schemeClr val="accent6"/>
          </a:solidFill>
        </p:spPr>
        <p:txBody>
          <a:bodyPr anchor="t">
            <a:noAutofit/>
          </a:bodyPr>
          <a:lstStyle>
            <a:lvl1pPr algn="ctr">
              <a:buNone/>
              <a:defRPr sz="900">
                <a:solidFill>
                  <a:schemeClr val="bg1"/>
                </a:solidFill>
              </a:defRPr>
            </a:lvl1pPr>
          </a:lstStyle>
          <a:p>
            <a:r>
              <a:rPr lang="en-US"/>
              <a:t>Click icon to add picture</a:t>
            </a:r>
          </a:p>
        </p:txBody>
      </p:sp>
      <p:sp>
        <p:nvSpPr>
          <p:cNvPr id="15" name="Picture Placeholder 12">
            <a:extLst>
              <a:ext uri="{FF2B5EF4-FFF2-40B4-BE49-F238E27FC236}">
                <a16:creationId xmlns:a16="http://schemas.microsoft.com/office/drawing/2014/main" id="{5653B573-27D3-B79A-1B5B-CA8C98A3F98A}"/>
              </a:ext>
            </a:extLst>
          </p:cNvPr>
          <p:cNvSpPr>
            <a:spLocks noGrp="1"/>
          </p:cNvSpPr>
          <p:nvPr>
            <p:ph type="pic" sz="quarter" idx="14"/>
          </p:nvPr>
        </p:nvSpPr>
        <p:spPr>
          <a:xfrm>
            <a:off x="5971885" y="2982504"/>
            <a:ext cx="1251093" cy="1251639"/>
          </a:xfrm>
          <a:prstGeom prst="rect">
            <a:avLst/>
          </a:prstGeom>
          <a:solidFill>
            <a:schemeClr val="accent6"/>
          </a:solidFill>
        </p:spPr>
        <p:txBody>
          <a:bodyPr anchor="t">
            <a:noAutofit/>
          </a:bodyPr>
          <a:lstStyle>
            <a:lvl1pPr algn="ctr">
              <a:buNone/>
              <a:defRPr sz="900">
                <a:solidFill>
                  <a:schemeClr val="bg1"/>
                </a:solidFill>
              </a:defRPr>
            </a:lvl1pPr>
          </a:lstStyle>
          <a:p>
            <a:r>
              <a:rPr lang="en-US"/>
              <a:t>Click icon to add picture</a:t>
            </a:r>
          </a:p>
        </p:txBody>
      </p:sp>
      <p:sp>
        <p:nvSpPr>
          <p:cNvPr id="16" name="Picture Placeholder 12">
            <a:extLst>
              <a:ext uri="{FF2B5EF4-FFF2-40B4-BE49-F238E27FC236}">
                <a16:creationId xmlns:a16="http://schemas.microsoft.com/office/drawing/2014/main" id="{201DEA4E-B81C-8325-55F5-8BC030544D3E}"/>
              </a:ext>
            </a:extLst>
          </p:cNvPr>
          <p:cNvSpPr>
            <a:spLocks noGrp="1"/>
          </p:cNvSpPr>
          <p:nvPr>
            <p:ph type="pic" sz="quarter" idx="15"/>
          </p:nvPr>
        </p:nvSpPr>
        <p:spPr>
          <a:xfrm>
            <a:off x="7959971" y="2982503"/>
            <a:ext cx="1251093" cy="1251639"/>
          </a:xfrm>
          <a:prstGeom prst="rect">
            <a:avLst/>
          </a:prstGeom>
          <a:solidFill>
            <a:schemeClr val="accent6"/>
          </a:solidFill>
        </p:spPr>
        <p:txBody>
          <a:bodyPr anchor="t">
            <a:noAutofit/>
          </a:bodyPr>
          <a:lstStyle>
            <a:lvl1pPr algn="ctr">
              <a:buNone/>
              <a:defRPr sz="900">
                <a:solidFill>
                  <a:schemeClr val="bg1"/>
                </a:solidFill>
              </a:defRPr>
            </a:lvl1pPr>
          </a:lstStyle>
          <a:p>
            <a:r>
              <a:rPr lang="en-US"/>
              <a:t>Click icon to add picture</a:t>
            </a:r>
          </a:p>
        </p:txBody>
      </p:sp>
      <p:sp>
        <p:nvSpPr>
          <p:cNvPr id="21" name="Picture Placeholder 12">
            <a:extLst>
              <a:ext uri="{FF2B5EF4-FFF2-40B4-BE49-F238E27FC236}">
                <a16:creationId xmlns:a16="http://schemas.microsoft.com/office/drawing/2014/main" id="{9104D87D-AB8C-7BD6-200F-F1D004230C24}"/>
              </a:ext>
            </a:extLst>
          </p:cNvPr>
          <p:cNvSpPr>
            <a:spLocks noGrp="1"/>
          </p:cNvSpPr>
          <p:nvPr>
            <p:ph type="pic" sz="quarter" idx="16"/>
          </p:nvPr>
        </p:nvSpPr>
        <p:spPr>
          <a:xfrm>
            <a:off x="9948565" y="2982503"/>
            <a:ext cx="1248996" cy="1249541"/>
          </a:xfrm>
          <a:prstGeom prst="rect">
            <a:avLst/>
          </a:prstGeom>
          <a:solidFill>
            <a:schemeClr val="accent6"/>
          </a:solidFill>
        </p:spPr>
        <p:txBody>
          <a:bodyPr anchor="t">
            <a:noAutofit/>
          </a:bodyPr>
          <a:lstStyle>
            <a:lvl1pPr algn="ctr">
              <a:buNone/>
              <a:defRPr sz="900">
                <a:solidFill>
                  <a:schemeClr val="bg1"/>
                </a:solidFill>
              </a:defRPr>
            </a:lvl1pPr>
          </a:lstStyle>
          <a:p>
            <a:r>
              <a:rPr lang="en-US"/>
              <a:t>Click icon to add picture</a:t>
            </a:r>
          </a:p>
        </p:txBody>
      </p:sp>
      <p:sp>
        <p:nvSpPr>
          <p:cNvPr id="22" name="Picture Placeholder 12">
            <a:extLst>
              <a:ext uri="{FF2B5EF4-FFF2-40B4-BE49-F238E27FC236}">
                <a16:creationId xmlns:a16="http://schemas.microsoft.com/office/drawing/2014/main" id="{706B5A93-9ACD-9472-6C49-636EAFC29C21}"/>
              </a:ext>
            </a:extLst>
          </p:cNvPr>
          <p:cNvSpPr>
            <a:spLocks noGrp="1"/>
          </p:cNvSpPr>
          <p:nvPr>
            <p:ph type="pic" sz="quarter" idx="17"/>
          </p:nvPr>
        </p:nvSpPr>
        <p:spPr>
          <a:xfrm>
            <a:off x="3974583" y="4827930"/>
            <a:ext cx="1251093" cy="1251638"/>
          </a:xfrm>
          <a:prstGeom prst="rect">
            <a:avLst/>
          </a:prstGeom>
          <a:solidFill>
            <a:schemeClr val="accent6"/>
          </a:solidFill>
        </p:spPr>
        <p:txBody>
          <a:bodyPr anchor="t">
            <a:noAutofit/>
          </a:bodyPr>
          <a:lstStyle>
            <a:lvl1pPr algn="ctr">
              <a:buNone/>
              <a:defRPr sz="900">
                <a:solidFill>
                  <a:schemeClr val="bg1"/>
                </a:solidFill>
              </a:defRPr>
            </a:lvl1pPr>
          </a:lstStyle>
          <a:p>
            <a:r>
              <a:rPr lang="en-US"/>
              <a:t>Click icon to add picture</a:t>
            </a:r>
          </a:p>
        </p:txBody>
      </p:sp>
      <p:sp>
        <p:nvSpPr>
          <p:cNvPr id="23" name="Picture Placeholder 12">
            <a:extLst>
              <a:ext uri="{FF2B5EF4-FFF2-40B4-BE49-F238E27FC236}">
                <a16:creationId xmlns:a16="http://schemas.microsoft.com/office/drawing/2014/main" id="{7BCBD368-5433-1BDA-C587-12E50A7F2817}"/>
              </a:ext>
            </a:extLst>
          </p:cNvPr>
          <p:cNvSpPr>
            <a:spLocks noGrp="1"/>
          </p:cNvSpPr>
          <p:nvPr>
            <p:ph type="pic" sz="quarter" idx="18"/>
          </p:nvPr>
        </p:nvSpPr>
        <p:spPr>
          <a:xfrm>
            <a:off x="5971885" y="4827930"/>
            <a:ext cx="1251093" cy="1251639"/>
          </a:xfrm>
          <a:prstGeom prst="rect">
            <a:avLst/>
          </a:prstGeom>
          <a:solidFill>
            <a:schemeClr val="accent6"/>
          </a:solidFill>
        </p:spPr>
        <p:txBody>
          <a:bodyPr anchor="t">
            <a:noAutofit/>
          </a:bodyPr>
          <a:lstStyle>
            <a:lvl1pPr algn="ctr">
              <a:buNone/>
              <a:defRPr sz="900">
                <a:solidFill>
                  <a:schemeClr val="bg1"/>
                </a:solidFill>
              </a:defRPr>
            </a:lvl1pPr>
          </a:lstStyle>
          <a:p>
            <a:r>
              <a:rPr lang="en-US"/>
              <a:t>Click icon to add picture</a:t>
            </a:r>
          </a:p>
        </p:txBody>
      </p:sp>
      <p:sp>
        <p:nvSpPr>
          <p:cNvPr id="24" name="Picture Placeholder 12">
            <a:extLst>
              <a:ext uri="{FF2B5EF4-FFF2-40B4-BE49-F238E27FC236}">
                <a16:creationId xmlns:a16="http://schemas.microsoft.com/office/drawing/2014/main" id="{8F9E5864-C63E-C9A5-A0D8-4078D0ECBA2F}"/>
              </a:ext>
            </a:extLst>
          </p:cNvPr>
          <p:cNvSpPr>
            <a:spLocks noGrp="1"/>
          </p:cNvSpPr>
          <p:nvPr>
            <p:ph type="pic" sz="quarter" idx="19"/>
          </p:nvPr>
        </p:nvSpPr>
        <p:spPr>
          <a:xfrm>
            <a:off x="7959971" y="4827929"/>
            <a:ext cx="1251093" cy="1251639"/>
          </a:xfrm>
          <a:prstGeom prst="rect">
            <a:avLst/>
          </a:prstGeom>
          <a:solidFill>
            <a:schemeClr val="accent6"/>
          </a:solidFill>
        </p:spPr>
        <p:txBody>
          <a:bodyPr anchor="t">
            <a:noAutofit/>
          </a:bodyPr>
          <a:lstStyle>
            <a:lvl1pPr algn="ctr">
              <a:buNone/>
              <a:defRPr sz="900">
                <a:solidFill>
                  <a:schemeClr val="bg1"/>
                </a:solidFill>
              </a:defRPr>
            </a:lvl1pPr>
          </a:lstStyle>
          <a:p>
            <a:r>
              <a:rPr lang="en-US"/>
              <a:t>Click icon to add picture</a:t>
            </a:r>
          </a:p>
        </p:txBody>
      </p:sp>
      <p:sp>
        <p:nvSpPr>
          <p:cNvPr id="25" name="Picture Placeholder 12">
            <a:extLst>
              <a:ext uri="{FF2B5EF4-FFF2-40B4-BE49-F238E27FC236}">
                <a16:creationId xmlns:a16="http://schemas.microsoft.com/office/drawing/2014/main" id="{A2A31084-D5F3-12E0-15BD-9A6C7C23F829}"/>
              </a:ext>
            </a:extLst>
          </p:cNvPr>
          <p:cNvSpPr>
            <a:spLocks noGrp="1"/>
          </p:cNvSpPr>
          <p:nvPr>
            <p:ph type="pic" sz="quarter" idx="20"/>
          </p:nvPr>
        </p:nvSpPr>
        <p:spPr>
          <a:xfrm>
            <a:off x="9948565" y="4827930"/>
            <a:ext cx="1248996" cy="1249541"/>
          </a:xfrm>
          <a:prstGeom prst="rect">
            <a:avLst/>
          </a:prstGeom>
          <a:solidFill>
            <a:schemeClr val="accent6"/>
          </a:solidFill>
        </p:spPr>
        <p:txBody>
          <a:bodyPr anchor="t">
            <a:noAutofit/>
          </a:bodyPr>
          <a:lstStyle>
            <a:lvl1pPr algn="ctr">
              <a:buNone/>
              <a:defRPr sz="900">
                <a:solidFill>
                  <a:schemeClr val="bg1"/>
                </a:solidFill>
              </a:defRPr>
            </a:lvl1pPr>
          </a:lstStyle>
          <a:p>
            <a:r>
              <a:rPr lang="en-US"/>
              <a:t>Click icon to add picture</a:t>
            </a:r>
          </a:p>
        </p:txBody>
      </p:sp>
      <p:sp>
        <p:nvSpPr>
          <p:cNvPr id="26" name="Text Placeholder 20">
            <a:extLst>
              <a:ext uri="{FF2B5EF4-FFF2-40B4-BE49-F238E27FC236}">
                <a16:creationId xmlns:a16="http://schemas.microsoft.com/office/drawing/2014/main" id="{5EC82204-ADBF-7D9C-3683-A8BF466C3E9A}"/>
              </a:ext>
            </a:extLst>
          </p:cNvPr>
          <p:cNvSpPr>
            <a:spLocks noGrp="1"/>
          </p:cNvSpPr>
          <p:nvPr>
            <p:ph type="body" sz="quarter" idx="27" hasCustomPrompt="1"/>
          </p:nvPr>
        </p:nvSpPr>
        <p:spPr>
          <a:xfrm>
            <a:off x="3974582" y="4294655"/>
            <a:ext cx="1261781" cy="198516"/>
          </a:xfrm>
          <a:prstGeom prst="rect">
            <a:avLst/>
          </a:prstGeom>
        </p:spPr>
        <p:txBody>
          <a:bodyPr lIns="0" tIns="0" rIns="0" bIns="0" anchor="t">
            <a:spAutoFit/>
          </a:bodyPr>
          <a:lstStyle>
            <a:lvl1pPr marL="0" indent="0">
              <a:spcBef>
                <a:spcPts val="0"/>
              </a:spcBef>
              <a:buNone/>
              <a:defRPr sz="1200" b="1" i="0">
                <a:solidFill>
                  <a:schemeClr val="bg1"/>
                </a:solidFill>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1</a:t>
            </a:r>
          </a:p>
        </p:txBody>
      </p:sp>
      <p:sp>
        <p:nvSpPr>
          <p:cNvPr id="27" name="Text Placeholder 20">
            <a:extLst>
              <a:ext uri="{FF2B5EF4-FFF2-40B4-BE49-F238E27FC236}">
                <a16:creationId xmlns:a16="http://schemas.microsoft.com/office/drawing/2014/main" id="{AB7BE618-E9C3-57FE-B009-63B09FDE4679}"/>
              </a:ext>
            </a:extLst>
          </p:cNvPr>
          <p:cNvSpPr>
            <a:spLocks noGrp="1"/>
          </p:cNvSpPr>
          <p:nvPr>
            <p:ph type="body" sz="quarter" idx="28" hasCustomPrompt="1"/>
          </p:nvPr>
        </p:nvSpPr>
        <p:spPr>
          <a:xfrm>
            <a:off x="3974582" y="4504827"/>
            <a:ext cx="1261781" cy="148887"/>
          </a:xfrm>
          <a:prstGeom prst="rect">
            <a:avLst/>
          </a:prstGeom>
        </p:spPr>
        <p:txBody>
          <a:bodyPr wrap="square" lIns="0" tIns="0" rIns="0" bIns="0" anchor="t">
            <a:spAutoFit/>
          </a:bodyPr>
          <a:lstStyle>
            <a:lvl1pPr marL="0" indent="0">
              <a:spcBef>
                <a:spcPts val="0"/>
              </a:spcBef>
              <a:buNone/>
              <a:defRPr sz="900" b="0" i="0">
                <a:solidFill>
                  <a:schemeClr val="bg1"/>
                </a:solidFill>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28" name="Text Placeholder 20">
            <a:extLst>
              <a:ext uri="{FF2B5EF4-FFF2-40B4-BE49-F238E27FC236}">
                <a16:creationId xmlns:a16="http://schemas.microsoft.com/office/drawing/2014/main" id="{2AC722F2-A237-127A-303A-480AC4529C04}"/>
              </a:ext>
            </a:extLst>
          </p:cNvPr>
          <p:cNvSpPr>
            <a:spLocks noGrp="1"/>
          </p:cNvSpPr>
          <p:nvPr>
            <p:ph type="body" sz="quarter" idx="29" hasCustomPrompt="1"/>
          </p:nvPr>
        </p:nvSpPr>
        <p:spPr>
          <a:xfrm>
            <a:off x="5961197" y="4294655"/>
            <a:ext cx="1261781" cy="198516"/>
          </a:xfrm>
          <a:prstGeom prst="rect">
            <a:avLst/>
          </a:prstGeom>
        </p:spPr>
        <p:txBody>
          <a:bodyPr lIns="0" tIns="0" rIns="0" bIns="0" anchor="t">
            <a:spAutoFit/>
          </a:bodyPr>
          <a:lstStyle>
            <a:lvl1pPr marL="0" indent="0">
              <a:spcBef>
                <a:spcPts val="0"/>
              </a:spcBef>
              <a:buNone/>
              <a:defRPr sz="1200" b="1" i="0">
                <a:solidFill>
                  <a:schemeClr val="bg1"/>
                </a:solidFill>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2</a:t>
            </a:r>
          </a:p>
        </p:txBody>
      </p:sp>
      <p:sp>
        <p:nvSpPr>
          <p:cNvPr id="29" name="Text Placeholder 20">
            <a:extLst>
              <a:ext uri="{FF2B5EF4-FFF2-40B4-BE49-F238E27FC236}">
                <a16:creationId xmlns:a16="http://schemas.microsoft.com/office/drawing/2014/main" id="{E902DEA9-1930-2B5B-1176-127E86AA11D6}"/>
              </a:ext>
            </a:extLst>
          </p:cNvPr>
          <p:cNvSpPr>
            <a:spLocks noGrp="1"/>
          </p:cNvSpPr>
          <p:nvPr>
            <p:ph type="body" sz="quarter" idx="30" hasCustomPrompt="1"/>
          </p:nvPr>
        </p:nvSpPr>
        <p:spPr>
          <a:xfrm>
            <a:off x="5961197" y="4504827"/>
            <a:ext cx="1261781" cy="148887"/>
          </a:xfrm>
          <a:prstGeom prst="rect">
            <a:avLst/>
          </a:prstGeom>
        </p:spPr>
        <p:txBody>
          <a:bodyPr wrap="square" lIns="0" tIns="0" rIns="0" bIns="0" anchor="t">
            <a:spAutoFit/>
          </a:bodyPr>
          <a:lstStyle>
            <a:lvl1pPr marL="0" indent="0">
              <a:spcBef>
                <a:spcPts val="0"/>
              </a:spcBef>
              <a:buNone/>
              <a:defRPr sz="900" b="0" i="0">
                <a:solidFill>
                  <a:schemeClr val="bg1"/>
                </a:solidFill>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33" name="Text Placeholder 20">
            <a:extLst>
              <a:ext uri="{FF2B5EF4-FFF2-40B4-BE49-F238E27FC236}">
                <a16:creationId xmlns:a16="http://schemas.microsoft.com/office/drawing/2014/main" id="{65CAAD71-7BBE-6150-E15E-AD65F6940245}"/>
              </a:ext>
            </a:extLst>
          </p:cNvPr>
          <p:cNvSpPr>
            <a:spLocks noGrp="1"/>
          </p:cNvSpPr>
          <p:nvPr>
            <p:ph type="body" sz="quarter" idx="31" hasCustomPrompt="1"/>
          </p:nvPr>
        </p:nvSpPr>
        <p:spPr>
          <a:xfrm>
            <a:off x="7956011" y="4294654"/>
            <a:ext cx="1261781" cy="198516"/>
          </a:xfrm>
          <a:prstGeom prst="rect">
            <a:avLst/>
          </a:prstGeom>
        </p:spPr>
        <p:txBody>
          <a:bodyPr lIns="0" tIns="0" rIns="0" bIns="0" anchor="t">
            <a:spAutoFit/>
          </a:bodyPr>
          <a:lstStyle>
            <a:lvl1pPr marL="0" indent="0">
              <a:spcBef>
                <a:spcPts val="0"/>
              </a:spcBef>
              <a:buNone/>
              <a:defRPr sz="1200" b="1" i="0">
                <a:solidFill>
                  <a:schemeClr val="bg1"/>
                </a:solidFill>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3</a:t>
            </a:r>
          </a:p>
        </p:txBody>
      </p:sp>
      <p:sp>
        <p:nvSpPr>
          <p:cNvPr id="34" name="Text Placeholder 20">
            <a:extLst>
              <a:ext uri="{FF2B5EF4-FFF2-40B4-BE49-F238E27FC236}">
                <a16:creationId xmlns:a16="http://schemas.microsoft.com/office/drawing/2014/main" id="{049487D3-FDF6-95A8-7182-DD547C6D7D0D}"/>
              </a:ext>
            </a:extLst>
          </p:cNvPr>
          <p:cNvSpPr>
            <a:spLocks noGrp="1"/>
          </p:cNvSpPr>
          <p:nvPr>
            <p:ph type="body" sz="quarter" idx="32" hasCustomPrompt="1"/>
          </p:nvPr>
        </p:nvSpPr>
        <p:spPr>
          <a:xfrm>
            <a:off x="7956011" y="4504827"/>
            <a:ext cx="1261781" cy="148887"/>
          </a:xfrm>
          <a:prstGeom prst="rect">
            <a:avLst/>
          </a:prstGeom>
        </p:spPr>
        <p:txBody>
          <a:bodyPr wrap="square" lIns="0" tIns="0" rIns="0" bIns="0" anchor="t">
            <a:spAutoFit/>
          </a:bodyPr>
          <a:lstStyle>
            <a:lvl1pPr marL="0" indent="0">
              <a:spcBef>
                <a:spcPts val="0"/>
              </a:spcBef>
              <a:buNone/>
              <a:defRPr sz="900" b="0" i="0">
                <a:solidFill>
                  <a:schemeClr val="bg1"/>
                </a:solidFill>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35" name="Text Placeholder 20">
            <a:extLst>
              <a:ext uri="{FF2B5EF4-FFF2-40B4-BE49-F238E27FC236}">
                <a16:creationId xmlns:a16="http://schemas.microsoft.com/office/drawing/2014/main" id="{C6C1B317-328A-647A-459B-CB641361AB6D}"/>
              </a:ext>
            </a:extLst>
          </p:cNvPr>
          <p:cNvSpPr>
            <a:spLocks noGrp="1"/>
          </p:cNvSpPr>
          <p:nvPr>
            <p:ph type="body" sz="quarter" idx="33" hasCustomPrompt="1"/>
          </p:nvPr>
        </p:nvSpPr>
        <p:spPr>
          <a:xfrm>
            <a:off x="9942626" y="4294655"/>
            <a:ext cx="1261781" cy="198516"/>
          </a:xfrm>
          <a:prstGeom prst="rect">
            <a:avLst/>
          </a:prstGeom>
        </p:spPr>
        <p:txBody>
          <a:bodyPr lIns="0" tIns="0" rIns="0" bIns="0" anchor="t">
            <a:spAutoFit/>
          </a:bodyPr>
          <a:lstStyle>
            <a:lvl1pPr marL="0" indent="0">
              <a:spcBef>
                <a:spcPts val="0"/>
              </a:spcBef>
              <a:buNone/>
              <a:defRPr sz="1200" b="1" i="0">
                <a:solidFill>
                  <a:schemeClr val="bg1"/>
                </a:solidFill>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4</a:t>
            </a:r>
          </a:p>
        </p:txBody>
      </p:sp>
      <p:sp>
        <p:nvSpPr>
          <p:cNvPr id="36" name="Text Placeholder 20">
            <a:extLst>
              <a:ext uri="{FF2B5EF4-FFF2-40B4-BE49-F238E27FC236}">
                <a16:creationId xmlns:a16="http://schemas.microsoft.com/office/drawing/2014/main" id="{16C5DBEB-AB1E-ED96-FDB1-2E879840B124}"/>
              </a:ext>
            </a:extLst>
          </p:cNvPr>
          <p:cNvSpPr>
            <a:spLocks noGrp="1"/>
          </p:cNvSpPr>
          <p:nvPr>
            <p:ph type="body" sz="quarter" idx="34" hasCustomPrompt="1"/>
          </p:nvPr>
        </p:nvSpPr>
        <p:spPr>
          <a:xfrm>
            <a:off x="9942626" y="4504827"/>
            <a:ext cx="1261781" cy="148887"/>
          </a:xfrm>
          <a:prstGeom prst="rect">
            <a:avLst/>
          </a:prstGeom>
        </p:spPr>
        <p:txBody>
          <a:bodyPr wrap="square" lIns="0" tIns="0" rIns="0" bIns="0" anchor="t">
            <a:spAutoFit/>
          </a:bodyPr>
          <a:lstStyle>
            <a:lvl1pPr marL="0" indent="0">
              <a:spcBef>
                <a:spcPts val="0"/>
              </a:spcBef>
              <a:buNone/>
              <a:defRPr sz="900" b="0" i="0">
                <a:solidFill>
                  <a:schemeClr val="bg1"/>
                </a:solidFill>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37" name="Text Placeholder 20">
            <a:extLst>
              <a:ext uri="{FF2B5EF4-FFF2-40B4-BE49-F238E27FC236}">
                <a16:creationId xmlns:a16="http://schemas.microsoft.com/office/drawing/2014/main" id="{C4BE1477-BD73-D848-BAD5-B66D6367A2B8}"/>
              </a:ext>
            </a:extLst>
          </p:cNvPr>
          <p:cNvSpPr>
            <a:spLocks noGrp="1"/>
          </p:cNvSpPr>
          <p:nvPr>
            <p:ph type="body" sz="quarter" idx="35" hasCustomPrompt="1"/>
          </p:nvPr>
        </p:nvSpPr>
        <p:spPr>
          <a:xfrm>
            <a:off x="3974582" y="6142705"/>
            <a:ext cx="1261781" cy="198516"/>
          </a:xfrm>
          <a:prstGeom prst="rect">
            <a:avLst/>
          </a:prstGeom>
        </p:spPr>
        <p:txBody>
          <a:bodyPr lIns="0" tIns="0" rIns="0" bIns="0" anchor="t">
            <a:spAutoFit/>
          </a:bodyPr>
          <a:lstStyle>
            <a:lvl1pPr marL="0" indent="0">
              <a:spcBef>
                <a:spcPts val="0"/>
              </a:spcBef>
              <a:buNone/>
              <a:defRPr sz="1200" b="1" i="0">
                <a:solidFill>
                  <a:schemeClr val="bg1"/>
                </a:solidFill>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5</a:t>
            </a:r>
          </a:p>
        </p:txBody>
      </p:sp>
      <p:sp>
        <p:nvSpPr>
          <p:cNvPr id="40" name="Text Placeholder 20">
            <a:extLst>
              <a:ext uri="{FF2B5EF4-FFF2-40B4-BE49-F238E27FC236}">
                <a16:creationId xmlns:a16="http://schemas.microsoft.com/office/drawing/2014/main" id="{8233BC37-EEDA-CC3F-CF5E-2FA1C9AF94BD}"/>
              </a:ext>
            </a:extLst>
          </p:cNvPr>
          <p:cNvSpPr>
            <a:spLocks noGrp="1"/>
          </p:cNvSpPr>
          <p:nvPr>
            <p:ph type="body" sz="quarter" idx="36" hasCustomPrompt="1"/>
          </p:nvPr>
        </p:nvSpPr>
        <p:spPr>
          <a:xfrm>
            <a:off x="3974582" y="6352877"/>
            <a:ext cx="1261781" cy="148887"/>
          </a:xfrm>
          <a:prstGeom prst="rect">
            <a:avLst/>
          </a:prstGeom>
        </p:spPr>
        <p:txBody>
          <a:bodyPr wrap="square" lIns="0" tIns="0" rIns="0" bIns="0" anchor="t">
            <a:spAutoFit/>
          </a:bodyPr>
          <a:lstStyle>
            <a:lvl1pPr marL="0" indent="0">
              <a:spcBef>
                <a:spcPts val="0"/>
              </a:spcBef>
              <a:buNone/>
              <a:defRPr sz="900" b="0" i="0">
                <a:solidFill>
                  <a:schemeClr val="bg1"/>
                </a:solidFill>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41" name="Text Placeholder 20">
            <a:extLst>
              <a:ext uri="{FF2B5EF4-FFF2-40B4-BE49-F238E27FC236}">
                <a16:creationId xmlns:a16="http://schemas.microsoft.com/office/drawing/2014/main" id="{3E8B4B5F-2760-A276-4636-F349D2FB4FDF}"/>
              </a:ext>
            </a:extLst>
          </p:cNvPr>
          <p:cNvSpPr>
            <a:spLocks noGrp="1"/>
          </p:cNvSpPr>
          <p:nvPr>
            <p:ph type="body" sz="quarter" idx="37" hasCustomPrompt="1"/>
          </p:nvPr>
        </p:nvSpPr>
        <p:spPr>
          <a:xfrm>
            <a:off x="5961197" y="6142705"/>
            <a:ext cx="1261781" cy="198516"/>
          </a:xfrm>
          <a:prstGeom prst="rect">
            <a:avLst/>
          </a:prstGeom>
        </p:spPr>
        <p:txBody>
          <a:bodyPr lIns="0" tIns="0" rIns="0" bIns="0" anchor="t">
            <a:spAutoFit/>
          </a:bodyPr>
          <a:lstStyle>
            <a:lvl1pPr marL="0" indent="0">
              <a:spcBef>
                <a:spcPts val="0"/>
              </a:spcBef>
              <a:buNone/>
              <a:defRPr sz="1200" b="1" i="0">
                <a:solidFill>
                  <a:schemeClr val="bg1"/>
                </a:solidFill>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6</a:t>
            </a:r>
          </a:p>
        </p:txBody>
      </p:sp>
      <p:sp>
        <p:nvSpPr>
          <p:cNvPr id="42" name="Text Placeholder 20">
            <a:extLst>
              <a:ext uri="{FF2B5EF4-FFF2-40B4-BE49-F238E27FC236}">
                <a16:creationId xmlns:a16="http://schemas.microsoft.com/office/drawing/2014/main" id="{66397E74-10C5-D2AA-1FD8-439713DE5321}"/>
              </a:ext>
            </a:extLst>
          </p:cNvPr>
          <p:cNvSpPr>
            <a:spLocks noGrp="1"/>
          </p:cNvSpPr>
          <p:nvPr>
            <p:ph type="body" sz="quarter" idx="38" hasCustomPrompt="1"/>
          </p:nvPr>
        </p:nvSpPr>
        <p:spPr>
          <a:xfrm>
            <a:off x="5961197" y="6352877"/>
            <a:ext cx="1261781" cy="148887"/>
          </a:xfrm>
          <a:prstGeom prst="rect">
            <a:avLst/>
          </a:prstGeom>
        </p:spPr>
        <p:txBody>
          <a:bodyPr wrap="square" lIns="0" tIns="0" rIns="0" bIns="0" anchor="t">
            <a:spAutoFit/>
          </a:bodyPr>
          <a:lstStyle>
            <a:lvl1pPr marL="0" indent="0">
              <a:spcBef>
                <a:spcPts val="0"/>
              </a:spcBef>
              <a:buNone/>
              <a:defRPr sz="900" b="0" i="0">
                <a:solidFill>
                  <a:schemeClr val="bg1"/>
                </a:solidFill>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43" name="Text Placeholder 20">
            <a:extLst>
              <a:ext uri="{FF2B5EF4-FFF2-40B4-BE49-F238E27FC236}">
                <a16:creationId xmlns:a16="http://schemas.microsoft.com/office/drawing/2014/main" id="{86002FAC-B97E-D308-5EA5-5581D27D1E9E}"/>
              </a:ext>
            </a:extLst>
          </p:cNvPr>
          <p:cNvSpPr>
            <a:spLocks noGrp="1"/>
          </p:cNvSpPr>
          <p:nvPr>
            <p:ph type="body" sz="quarter" idx="39" hasCustomPrompt="1"/>
          </p:nvPr>
        </p:nvSpPr>
        <p:spPr>
          <a:xfrm>
            <a:off x="7956011" y="6142704"/>
            <a:ext cx="1261781" cy="198516"/>
          </a:xfrm>
          <a:prstGeom prst="rect">
            <a:avLst/>
          </a:prstGeom>
        </p:spPr>
        <p:txBody>
          <a:bodyPr lIns="0" tIns="0" rIns="0" bIns="0" anchor="t">
            <a:spAutoFit/>
          </a:bodyPr>
          <a:lstStyle>
            <a:lvl1pPr marL="0" indent="0">
              <a:spcBef>
                <a:spcPts val="0"/>
              </a:spcBef>
              <a:buNone/>
              <a:defRPr sz="1200" b="1" i="0">
                <a:solidFill>
                  <a:schemeClr val="bg1"/>
                </a:solidFill>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7</a:t>
            </a:r>
          </a:p>
        </p:txBody>
      </p:sp>
      <p:sp>
        <p:nvSpPr>
          <p:cNvPr id="44" name="Text Placeholder 20">
            <a:extLst>
              <a:ext uri="{FF2B5EF4-FFF2-40B4-BE49-F238E27FC236}">
                <a16:creationId xmlns:a16="http://schemas.microsoft.com/office/drawing/2014/main" id="{D6834B0D-0111-4971-6C68-3E52683B1BEF}"/>
              </a:ext>
            </a:extLst>
          </p:cNvPr>
          <p:cNvSpPr>
            <a:spLocks noGrp="1"/>
          </p:cNvSpPr>
          <p:nvPr>
            <p:ph type="body" sz="quarter" idx="40" hasCustomPrompt="1"/>
          </p:nvPr>
        </p:nvSpPr>
        <p:spPr>
          <a:xfrm>
            <a:off x="7956011" y="6352877"/>
            <a:ext cx="1261781" cy="148887"/>
          </a:xfrm>
          <a:prstGeom prst="rect">
            <a:avLst/>
          </a:prstGeom>
        </p:spPr>
        <p:txBody>
          <a:bodyPr wrap="square" lIns="0" tIns="0" rIns="0" bIns="0" anchor="t">
            <a:spAutoFit/>
          </a:bodyPr>
          <a:lstStyle>
            <a:lvl1pPr marL="0" indent="0">
              <a:spcBef>
                <a:spcPts val="0"/>
              </a:spcBef>
              <a:buNone/>
              <a:defRPr sz="900" b="0" i="0">
                <a:solidFill>
                  <a:schemeClr val="bg1"/>
                </a:solidFill>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45" name="Text Placeholder 20">
            <a:extLst>
              <a:ext uri="{FF2B5EF4-FFF2-40B4-BE49-F238E27FC236}">
                <a16:creationId xmlns:a16="http://schemas.microsoft.com/office/drawing/2014/main" id="{49F1D2A8-B119-1A6E-F92B-0F60174C5776}"/>
              </a:ext>
            </a:extLst>
          </p:cNvPr>
          <p:cNvSpPr>
            <a:spLocks noGrp="1"/>
          </p:cNvSpPr>
          <p:nvPr>
            <p:ph type="body" sz="quarter" idx="41" hasCustomPrompt="1"/>
          </p:nvPr>
        </p:nvSpPr>
        <p:spPr>
          <a:xfrm>
            <a:off x="9942626" y="6142705"/>
            <a:ext cx="1261781" cy="198516"/>
          </a:xfrm>
          <a:prstGeom prst="rect">
            <a:avLst/>
          </a:prstGeom>
        </p:spPr>
        <p:txBody>
          <a:bodyPr lIns="0" tIns="0" rIns="0" bIns="0" anchor="t">
            <a:spAutoFit/>
          </a:bodyPr>
          <a:lstStyle>
            <a:lvl1pPr marL="0" indent="0">
              <a:spcBef>
                <a:spcPts val="0"/>
              </a:spcBef>
              <a:buNone/>
              <a:defRPr sz="1200" b="1" i="0">
                <a:solidFill>
                  <a:schemeClr val="bg1"/>
                </a:solidFill>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Team Member 8</a:t>
            </a:r>
          </a:p>
        </p:txBody>
      </p:sp>
      <p:sp>
        <p:nvSpPr>
          <p:cNvPr id="46" name="Text Placeholder 20">
            <a:extLst>
              <a:ext uri="{FF2B5EF4-FFF2-40B4-BE49-F238E27FC236}">
                <a16:creationId xmlns:a16="http://schemas.microsoft.com/office/drawing/2014/main" id="{D4B45652-A158-E351-3F8A-C629D48E5298}"/>
              </a:ext>
            </a:extLst>
          </p:cNvPr>
          <p:cNvSpPr>
            <a:spLocks noGrp="1"/>
          </p:cNvSpPr>
          <p:nvPr>
            <p:ph type="body" sz="quarter" idx="42" hasCustomPrompt="1"/>
          </p:nvPr>
        </p:nvSpPr>
        <p:spPr>
          <a:xfrm>
            <a:off x="9942626" y="6352877"/>
            <a:ext cx="1261781" cy="148887"/>
          </a:xfrm>
          <a:prstGeom prst="rect">
            <a:avLst/>
          </a:prstGeom>
        </p:spPr>
        <p:txBody>
          <a:bodyPr wrap="square" lIns="0" tIns="0" rIns="0" bIns="0" anchor="t">
            <a:spAutoFit/>
          </a:bodyPr>
          <a:lstStyle>
            <a:lvl1pPr marL="0" indent="0">
              <a:spcBef>
                <a:spcPts val="0"/>
              </a:spcBef>
              <a:buNone/>
              <a:defRPr sz="900" b="0" i="0">
                <a:solidFill>
                  <a:schemeClr val="bg1"/>
                </a:solidFill>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Title</a:t>
            </a:r>
          </a:p>
        </p:txBody>
      </p:sp>
      <p:sp>
        <p:nvSpPr>
          <p:cNvPr id="4" name="Slide Number Placeholder 5">
            <a:extLst>
              <a:ext uri="{FF2B5EF4-FFF2-40B4-BE49-F238E27FC236}">
                <a16:creationId xmlns:a16="http://schemas.microsoft.com/office/drawing/2014/main" id="{09E9D214-BC4E-CB8A-7836-6951DF8C81A5}"/>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pic>
        <p:nvPicPr>
          <p:cNvPr id="5" name="Image">
            <a:extLst>
              <a:ext uri="{FF2B5EF4-FFF2-40B4-BE49-F238E27FC236}">
                <a16:creationId xmlns:a16="http://schemas.microsoft.com/office/drawing/2014/main" id="{66774D39-8020-8726-68DD-7D6F6F71053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98557" y="3015837"/>
            <a:ext cx="3742195" cy="528792"/>
          </a:xfrm>
          <a:prstGeom prst="rect">
            <a:avLst/>
          </a:prstGeom>
          <a:ln w="12700">
            <a:miter lim="400000"/>
          </a:ln>
        </p:spPr>
      </p:pic>
      <p:sp>
        <p:nvSpPr>
          <p:cNvPr id="6" name="Title 6">
            <a:extLst>
              <a:ext uri="{FF2B5EF4-FFF2-40B4-BE49-F238E27FC236}">
                <a16:creationId xmlns:a16="http://schemas.microsoft.com/office/drawing/2014/main" id="{CF2D66E2-6760-E2A3-1EA9-4B3031276B19}"/>
              </a:ext>
            </a:extLst>
          </p:cNvPr>
          <p:cNvSpPr>
            <a:spLocks noGrp="1"/>
          </p:cNvSpPr>
          <p:nvPr>
            <p:ph type="title" hasCustomPrompt="1"/>
          </p:nvPr>
        </p:nvSpPr>
        <p:spPr>
          <a:xfrm>
            <a:off x="357868" y="2265811"/>
            <a:ext cx="6713600" cy="837152"/>
          </a:xfrm>
        </p:spPr>
        <p:txBody>
          <a:bodyPr/>
          <a:lstStyle>
            <a:lvl1pPr>
              <a:defRPr sz="6400" spc="-150"/>
            </a:lvl1pPr>
          </a:lstStyle>
          <a:p>
            <a:pPr lvl="0"/>
            <a:r>
              <a:rPr lang="en-US"/>
              <a:t>Your Team</a:t>
            </a:r>
          </a:p>
        </p:txBody>
      </p:sp>
    </p:spTree>
    <p:extLst>
      <p:ext uri="{BB962C8B-B14F-4D97-AF65-F5344CB8AC3E}">
        <p14:creationId xmlns:p14="http://schemas.microsoft.com/office/powerpoint/2010/main" val="33753359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vider (Dark)">
    <p:bg>
      <p:bgPr>
        <a:solidFill>
          <a:schemeClr val="tx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F7BA329F-5BAF-3936-46A2-3557EEBB5C23}"/>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Title 2">
            <a:extLst>
              <a:ext uri="{FF2B5EF4-FFF2-40B4-BE49-F238E27FC236}">
                <a16:creationId xmlns:a16="http://schemas.microsoft.com/office/drawing/2014/main" id="{07F94E12-3CF0-E0A4-72E9-01B35041C0D5}"/>
              </a:ext>
            </a:extLst>
          </p:cNvPr>
          <p:cNvSpPr>
            <a:spLocks noGrp="1"/>
          </p:cNvSpPr>
          <p:nvPr>
            <p:ph type="title" hasCustomPrompt="1"/>
          </p:nvPr>
        </p:nvSpPr>
        <p:spPr>
          <a:xfrm>
            <a:off x="262766" y="2720868"/>
            <a:ext cx="10668759" cy="1624804"/>
          </a:xfrm>
        </p:spPr>
        <p:txBody>
          <a:bodyPr anchor="ctr"/>
          <a:lstStyle>
            <a:lvl1pPr marL="0" indent="0">
              <a:tabLst/>
              <a:defRPr sz="6399" spc="-150">
                <a:solidFill>
                  <a:schemeClr val="bg1"/>
                </a:solidFill>
              </a:defRPr>
            </a:lvl1pPr>
          </a:lstStyle>
          <a:p>
            <a:pPr lvl="0"/>
            <a:r>
              <a:rPr lang="en-US"/>
              <a:t>Divider Section Heading Goes Here</a:t>
            </a:r>
          </a:p>
        </p:txBody>
      </p:sp>
      <p:cxnSp>
        <p:nvCxnSpPr>
          <p:cNvPr id="4" name="Straight Connector 3">
            <a:extLst>
              <a:ext uri="{FF2B5EF4-FFF2-40B4-BE49-F238E27FC236}">
                <a16:creationId xmlns:a16="http://schemas.microsoft.com/office/drawing/2014/main" id="{F178AF78-FC02-1D44-3069-D8E0B942BBAC}"/>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9D936BB3-1D9F-D456-2E74-C87B2E1367CA}"/>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7" name="Shape">
            <a:extLst>
              <a:ext uri="{FF2B5EF4-FFF2-40B4-BE49-F238E27FC236}">
                <a16:creationId xmlns:a16="http://schemas.microsoft.com/office/drawing/2014/main" id="{E6D06CC3-0E47-0DEE-14DE-73DCAEA9C033}"/>
              </a:ext>
            </a:extLst>
          </p:cNvPr>
          <p:cNvSpPr/>
          <p:nvPr userDrawn="1"/>
        </p:nvSpPr>
        <p:spPr>
          <a:xfrm>
            <a:off x="262616" y="6401801"/>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rgbClr val="FFFFFF"/>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11769876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vider - No Line (Dark)">
    <p:bg>
      <p:bgPr>
        <a:solidFill>
          <a:schemeClr val="tx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F7BA329F-5BAF-3936-46A2-3557EEBB5C23}"/>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Title 2">
            <a:extLst>
              <a:ext uri="{FF2B5EF4-FFF2-40B4-BE49-F238E27FC236}">
                <a16:creationId xmlns:a16="http://schemas.microsoft.com/office/drawing/2014/main" id="{07F94E12-3CF0-E0A4-72E9-01B35041C0D5}"/>
              </a:ext>
            </a:extLst>
          </p:cNvPr>
          <p:cNvSpPr>
            <a:spLocks noGrp="1"/>
          </p:cNvSpPr>
          <p:nvPr>
            <p:ph type="title" hasCustomPrompt="1"/>
          </p:nvPr>
        </p:nvSpPr>
        <p:spPr>
          <a:xfrm>
            <a:off x="262766" y="2720868"/>
            <a:ext cx="10668759" cy="1624804"/>
          </a:xfrm>
        </p:spPr>
        <p:txBody>
          <a:bodyPr anchor="ctr"/>
          <a:lstStyle>
            <a:lvl1pPr marL="0" indent="0">
              <a:tabLst/>
              <a:defRPr sz="6399" spc="-150">
                <a:solidFill>
                  <a:schemeClr val="bg1"/>
                </a:solidFill>
              </a:defRPr>
            </a:lvl1pPr>
          </a:lstStyle>
          <a:p>
            <a:pPr lvl="0"/>
            <a:r>
              <a:rPr lang="en-US"/>
              <a:t>Divider Section Heading Goes Here</a:t>
            </a:r>
          </a:p>
        </p:txBody>
      </p:sp>
      <p:sp>
        <p:nvSpPr>
          <p:cNvPr id="6" name="Slide Number Placeholder 5">
            <a:extLst>
              <a:ext uri="{FF2B5EF4-FFF2-40B4-BE49-F238E27FC236}">
                <a16:creationId xmlns:a16="http://schemas.microsoft.com/office/drawing/2014/main" id="{9D936BB3-1D9F-D456-2E74-C87B2E1367CA}"/>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8269632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vider - Statement (Dark)">
    <p:bg>
      <p:bgPr>
        <a:solidFill>
          <a:schemeClr val="tx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6" name="Text Placeholder 14">
            <a:extLst>
              <a:ext uri="{FF2B5EF4-FFF2-40B4-BE49-F238E27FC236}">
                <a16:creationId xmlns:a16="http://schemas.microsoft.com/office/drawing/2014/main" id="{9B84FB79-5429-7B5C-6BBC-A166EB5DA081}"/>
              </a:ext>
            </a:extLst>
          </p:cNvPr>
          <p:cNvSpPr>
            <a:spLocks noGrp="1"/>
          </p:cNvSpPr>
          <p:nvPr>
            <p:ph type="body" sz="quarter" idx="30" hasCustomPrompt="1"/>
          </p:nvPr>
        </p:nvSpPr>
        <p:spPr>
          <a:xfrm>
            <a:off x="262767" y="2536677"/>
            <a:ext cx="7687434" cy="1813317"/>
          </a:xfrm>
        </p:spPr>
        <p:txBody>
          <a:bodyPr wrap="square">
            <a:spAutoFit/>
          </a:bodyPr>
          <a:lstStyle>
            <a:lvl1pPr marL="319976" indent="-319976">
              <a:defRPr sz="2000">
                <a:solidFill>
                  <a:schemeClr val="bg1"/>
                </a:solidFill>
              </a:defRPr>
            </a:lvl1pPr>
          </a:lstStyle>
          <a:p>
            <a:pPr lvl="0"/>
            <a:r>
              <a:rPr lang="en-US"/>
              <a:t>Text supports bold formatting.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0" name="Title 6">
            <a:extLst>
              <a:ext uri="{FF2B5EF4-FFF2-40B4-BE49-F238E27FC236}">
                <a16:creationId xmlns:a16="http://schemas.microsoft.com/office/drawing/2014/main" id="{50542112-BB6E-6CF4-22AA-0C114E1DF699}"/>
              </a:ext>
            </a:extLst>
          </p:cNvPr>
          <p:cNvSpPr>
            <a:spLocks noGrp="1"/>
          </p:cNvSpPr>
          <p:nvPr>
            <p:ph type="title" hasCustomPrompt="1"/>
          </p:nvPr>
        </p:nvSpPr>
        <p:spPr>
          <a:xfrm>
            <a:off x="262767" y="679720"/>
            <a:ext cx="9674984" cy="1625060"/>
          </a:xfrm>
        </p:spPr>
        <p:txBody>
          <a:bodyPr/>
          <a:lstStyle>
            <a:lvl1pPr marL="0" indent="0">
              <a:tabLst/>
              <a:defRPr sz="6400" spc="-150">
                <a:solidFill>
                  <a:schemeClr val="bg1"/>
                </a:solidFill>
              </a:defRPr>
            </a:lvl1pPr>
          </a:lstStyle>
          <a:p>
            <a:r>
              <a:rPr lang="en-US"/>
              <a:t>Large Headline </a:t>
            </a:r>
            <a:br>
              <a:rPr lang="en-US"/>
            </a:br>
            <a:r>
              <a:rPr lang="en-US"/>
              <a:t>Goes Here</a:t>
            </a:r>
          </a:p>
        </p:txBody>
      </p:sp>
      <p:cxnSp>
        <p:nvCxnSpPr>
          <p:cNvPr id="5" name="Straight Connector 4">
            <a:extLst>
              <a:ext uri="{FF2B5EF4-FFF2-40B4-BE49-F238E27FC236}">
                <a16:creationId xmlns:a16="http://schemas.microsoft.com/office/drawing/2014/main" id="{63B48204-1A4E-A47E-F636-A41802EA466B}"/>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7" name="Slide Number Placeholder 5">
            <a:extLst>
              <a:ext uri="{FF2B5EF4-FFF2-40B4-BE49-F238E27FC236}">
                <a16:creationId xmlns:a16="http://schemas.microsoft.com/office/drawing/2014/main" id="{0C3D7316-8E25-68B6-0947-54F6FF11CB15}"/>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609799020"/>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Interior 0.1 (Dark)">
    <p:bg>
      <p:bgPr>
        <a:solidFill>
          <a:srgbClr val="191919"/>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6" name="Slide Number Placeholder 5">
            <a:extLst>
              <a:ext uri="{FF2B5EF4-FFF2-40B4-BE49-F238E27FC236}">
                <a16:creationId xmlns:a16="http://schemas.microsoft.com/office/drawing/2014/main" id="{F34B3E98-AD93-9D37-B74A-A2EB537F6E4D}"/>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553563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nterior 0.2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D5060C72-A22D-6E55-9712-F96057BC2C05}"/>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sp>
        <p:nvSpPr>
          <p:cNvPr id="6" name="Title 17">
            <a:extLst>
              <a:ext uri="{FF2B5EF4-FFF2-40B4-BE49-F238E27FC236}">
                <a16:creationId xmlns:a16="http://schemas.microsoft.com/office/drawing/2014/main" id="{59A72CEB-5677-C348-99C4-30B1F094E697}"/>
              </a:ext>
            </a:extLst>
          </p:cNvPr>
          <p:cNvSpPr>
            <a:spLocks noGrp="1"/>
          </p:cNvSpPr>
          <p:nvPr>
            <p:ph type="title" hasCustomPrompt="1"/>
          </p:nvPr>
        </p:nvSpPr>
        <p:spPr>
          <a:xfrm>
            <a:off x="262766" y="731667"/>
            <a:ext cx="11658669" cy="284694"/>
          </a:xfrm>
        </p:spPr>
        <p:txBody>
          <a:bodyPr anchor="t"/>
          <a:lstStyle>
            <a:lvl1pPr>
              <a:lnSpc>
                <a:spcPct val="90000"/>
              </a:lnSpc>
              <a:defRPr sz="2000" spc="0">
                <a:solidFill>
                  <a:schemeClr val="bg1"/>
                </a:solidFill>
              </a:defRPr>
            </a:lvl1pPr>
          </a:lstStyle>
          <a:p>
            <a:r>
              <a:rPr lang="en-US"/>
              <a:t>Header</a:t>
            </a:r>
          </a:p>
        </p:txBody>
      </p:sp>
    </p:spTree>
    <p:extLst>
      <p:ext uri="{BB962C8B-B14F-4D97-AF65-F5344CB8AC3E}">
        <p14:creationId xmlns:p14="http://schemas.microsoft.com/office/powerpoint/2010/main" val="41908107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nterior 0.3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5" name="Straight Connector 4">
            <a:extLst>
              <a:ext uri="{FF2B5EF4-FFF2-40B4-BE49-F238E27FC236}">
                <a16:creationId xmlns:a16="http://schemas.microsoft.com/office/drawing/2014/main" id="{F942CC48-0AD7-7ED1-98AB-C2D66511701D}"/>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D03F199-8B8B-8F19-AF38-983D84DE6551}"/>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8F3FA089-49FD-A7FF-FDA7-43DC73F208BC}"/>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sp>
        <p:nvSpPr>
          <p:cNvPr id="7" name="Text Placeholder 14">
            <a:extLst>
              <a:ext uri="{FF2B5EF4-FFF2-40B4-BE49-F238E27FC236}">
                <a16:creationId xmlns:a16="http://schemas.microsoft.com/office/drawing/2014/main" id="{931BD207-F3D7-F0A1-C510-D77DB5965429}"/>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8" name="Title 17">
            <a:extLst>
              <a:ext uri="{FF2B5EF4-FFF2-40B4-BE49-F238E27FC236}">
                <a16:creationId xmlns:a16="http://schemas.microsoft.com/office/drawing/2014/main" id="{D74E8C00-1119-1AD6-AD02-FC6AC78F96D4}"/>
              </a:ext>
            </a:extLst>
          </p:cNvPr>
          <p:cNvSpPr>
            <a:spLocks noGrp="1"/>
          </p:cNvSpPr>
          <p:nvPr>
            <p:ph type="title" hasCustomPrompt="1"/>
          </p:nvPr>
        </p:nvSpPr>
        <p:spPr>
          <a:xfrm>
            <a:off x="262766" y="731667"/>
            <a:ext cx="3707917" cy="284694"/>
          </a:xfrm>
        </p:spPr>
        <p:txBody>
          <a:bodyPr anchor="t"/>
          <a:lstStyle>
            <a:lvl1pPr>
              <a:lnSpc>
                <a:spcPct val="90000"/>
              </a:lnSpc>
              <a:defRPr sz="2000" spc="0">
                <a:solidFill>
                  <a:schemeClr val="bg1"/>
                </a:solidFill>
              </a:defRPr>
            </a:lvl1pPr>
          </a:lstStyle>
          <a:p>
            <a:r>
              <a:rPr lang="en-US"/>
              <a:t>Header</a:t>
            </a:r>
          </a:p>
        </p:txBody>
      </p:sp>
    </p:spTree>
    <p:extLst>
      <p:ext uri="{BB962C8B-B14F-4D97-AF65-F5344CB8AC3E}">
        <p14:creationId xmlns:p14="http://schemas.microsoft.com/office/powerpoint/2010/main" val="23433785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nterior 1.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4" name="Text Placeholder 14">
            <a:extLst>
              <a:ext uri="{FF2B5EF4-FFF2-40B4-BE49-F238E27FC236}">
                <a16:creationId xmlns:a16="http://schemas.microsoft.com/office/drawing/2014/main" id="{64C54AD6-AD80-6FD7-56DD-ACF5D6C52B96}"/>
              </a:ext>
            </a:extLst>
          </p:cNvPr>
          <p:cNvSpPr>
            <a:spLocks noGrp="1"/>
          </p:cNvSpPr>
          <p:nvPr>
            <p:ph type="body" sz="quarter" idx="30" hasCustomPrompt="1"/>
          </p:nvPr>
        </p:nvSpPr>
        <p:spPr>
          <a:xfrm>
            <a:off x="262766" y="1725613"/>
            <a:ext cx="7691873" cy="3141886"/>
          </a:xfrm>
        </p:spPr>
        <p:txBody>
          <a:bodyPr wrap="square">
            <a:spAutoFit/>
          </a:bodyPr>
          <a:lstStyle>
            <a:lvl1pPr marL="319976" indent="-319976">
              <a:defRPr sz="2000">
                <a:solidFill>
                  <a:schemeClr val="bg1"/>
                </a:solidFill>
              </a:defRPr>
            </a:lvl1pPr>
          </a:lstStyle>
          <a:p>
            <a:pPr lvl="0"/>
            <a:r>
              <a:rPr lang="en-US"/>
              <a:t>Text supports bold formatting and can be resized to 16.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cxnSp>
        <p:nvCxnSpPr>
          <p:cNvPr id="15" name="Straight Connector 14">
            <a:extLst>
              <a:ext uri="{FF2B5EF4-FFF2-40B4-BE49-F238E27FC236}">
                <a16:creationId xmlns:a16="http://schemas.microsoft.com/office/drawing/2014/main" id="{B0B19212-A0F9-69C0-85E9-9281D1250902}"/>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BA8521B-2356-0663-BA12-355EA31562A3}"/>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sp>
        <p:nvSpPr>
          <p:cNvPr id="6" name="Title 17">
            <a:extLst>
              <a:ext uri="{FF2B5EF4-FFF2-40B4-BE49-F238E27FC236}">
                <a16:creationId xmlns:a16="http://schemas.microsoft.com/office/drawing/2014/main" id="{108E8E67-87C2-76A7-58E8-1183878970A0}"/>
              </a:ext>
            </a:extLst>
          </p:cNvPr>
          <p:cNvSpPr>
            <a:spLocks noGrp="1"/>
          </p:cNvSpPr>
          <p:nvPr>
            <p:ph type="title" hasCustomPrompt="1"/>
          </p:nvPr>
        </p:nvSpPr>
        <p:spPr>
          <a:xfrm>
            <a:off x="262766" y="731667"/>
            <a:ext cx="11667331" cy="284694"/>
          </a:xfrm>
        </p:spPr>
        <p:txBody>
          <a:bodyPr anchor="t"/>
          <a:lstStyle>
            <a:lvl1pPr>
              <a:lnSpc>
                <a:spcPct val="90000"/>
              </a:lnSpc>
              <a:defRPr sz="2000" spc="0">
                <a:solidFill>
                  <a:schemeClr val="bg1"/>
                </a:solidFill>
              </a:defRPr>
            </a:lvl1pPr>
          </a:lstStyle>
          <a:p>
            <a:r>
              <a:rPr lang="en-US"/>
              <a:t>Header</a:t>
            </a:r>
          </a:p>
        </p:txBody>
      </p:sp>
    </p:spTree>
    <p:extLst>
      <p:ext uri="{BB962C8B-B14F-4D97-AF65-F5344CB8AC3E}">
        <p14:creationId xmlns:p14="http://schemas.microsoft.com/office/powerpoint/2010/main" val="24420616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nterior 2.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4" name="Slide Number Placeholder 5">
            <a:extLst>
              <a:ext uri="{FF2B5EF4-FFF2-40B4-BE49-F238E27FC236}">
                <a16:creationId xmlns:a16="http://schemas.microsoft.com/office/drawing/2014/main" id="{62A523A2-E038-63A9-04C5-60E5B04CF04C}"/>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cxnSp>
        <p:nvCxnSpPr>
          <p:cNvPr id="14" name="Straight Connector 13">
            <a:extLst>
              <a:ext uri="{FF2B5EF4-FFF2-40B4-BE49-F238E27FC236}">
                <a16:creationId xmlns:a16="http://schemas.microsoft.com/office/drawing/2014/main" id="{93C7CF26-68F7-97A5-A212-2D02971BD5CE}"/>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 Placeholder 14">
            <a:extLst>
              <a:ext uri="{FF2B5EF4-FFF2-40B4-BE49-F238E27FC236}">
                <a16:creationId xmlns:a16="http://schemas.microsoft.com/office/drawing/2014/main" id="{B38C222A-F794-CEE4-C3FB-8A2286952FA0}"/>
              </a:ext>
            </a:extLst>
          </p:cNvPr>
          <p:cNvSpPr>
            <a:spLocks noGrp="1"/>
          </p:cNvSpPr>
          <p:nvPr>
            <p:ph type="body" sz="quarter" idx="30" hasCustomPrompt="1"/>
          </p:nvPr>
        </p:nvSpPr>
        <p:spPr>
          <a:xfrm>
            <a:off x="262766" y="1725613"/>
            <a:ext cx="5704582" cy="4865687"/>
          </a:xfrm>
        </p:spPr>
        <p:txBody>
          <a:bodyPr wrap="square" rIns="720000" numCol="1">
            <a:noAutofit/>
          </a:bodyPr>
          <a:lstStyle>
            <a:lvl1pPr marL="319976" indent="-319976">
              <a:defRPr sz="2000">
                <a:solidFill>
                  <a:schemeClr val="bg1"/>
                </a:solidFill>
              </a:defRPr>
            </a:lvl1pPr>
          </a:lstStyle>
          <a:p>
            <a:pPr lvl="0"/>
            <a:r>
              <a:rPr lang="en-US"/>
              <a:t>Text boxes with or without bullets. Text supports bold formatting and can also be resized to 16.</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9" name="Text Placeholder 14">
            <a:extLst>
              <a:ext uri="{FF2B5EF4-FFF2-40B4-BE49-F238E27FC236}">
                <a16:creationId xmlns:a16="http://schemas.microsoft.com/office/drawing/2014/main" id="{EF8511F3-EBFA-7CE2-5C4E-87F014D13EF8}"/>
              </a:ext>
            </a:extLst>
          </p:cNvPr>
          <p:cNvSpPr>
            <a:spLocks noGrp="1"/>
          </p:cNvSpPr>
          <p:nvPr>
            <p:ph type="body" sz="quarter" idx="31" hasCustomPrompt="1"/>
          </p:nvPr>
        </p:nvSpPr>
        <p:spPr>
          <a:xfrm>
            <a:off x="6229332" y="1725613"/>
            <a:ext cx="5704582" cy="4865687"/>
          </a:xfrm>
        </p:spPr>
        <p:txBody>
          <a:bodyPr wrap="square" rIns="720000" numCol="1">
            <a:noAutofit/>
          </a:bodyPr>
          <a:lstStyle>
            <a:lvl1pPr marL="319976" indent="-319976">
              <a:defRPr sz="2000">
                <a:solidFill>
                  <a:schemeClr val="bg1"/>
                </a:solidFill>
              </a:defRPr>
            </a:lvl1pPr>
          </a:lstStyle>
          <a:p>
            <a:pPr lvl="0"/>
            <a:r>
              <a:rPr lang="en-US"/>
              <a:t>Text boxes with or without bullets. Text supports bold formatting and can also be resized to 16.</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5" name="Title 17">
            <a:extLst>
              <a:ext uri="{FF2B5EF4-FFF2-40B4-BE49-F238E27FC236}">
                <a16:creationId xmlns:a16="http://schemas.microsoft.com/office/drawing/2014/main" id="{2E287AE7-39F4-3F36-D955-D83ABF53F063}"/>
              </a:ext>
            </a:extLst>
          </p:cNvPr>
          <p:cNvSpPr>
            <a:spLocks noGrp="1"/>
          </p:cNvSpPr>
          <p:nvPr>
            <p:ph type="title" hasCustomPrompt="1"/>
          </p:nvPr>
        </p:nvSpPr>
        <p:spPr>
          <a:xfrm>
            <a:off x="262766" y="731667"/>
            <a:ext cx="11667331" cy="284694"/>
          </a:xfrm>
        </p:spPr>
        <p:txBody>
          <a:bodyPr anchor="t"/>
          <a:lstStyle>
            <a:lvl1pPr>
              <a:lnSpc>
                <a:spcPct val="90000"/>
              </a:lnSpc>
              <a:defRPr sz="2000" spc="0">
                <a:solidFill>
                  <a:schemeClr val="bg1"/>
                </a:solidFill>
              </a:defRPr>
            </a:lvl1pPr>
          </a:lstStyle>
          <a:p>
            <a:r>
              <a:rPr lang="en-US"/>
              <a:t>Header</a:t>
            </a:r>
          </a:p>
        </p:txBody>
      </p:sp>
    </p:spTree>
    <p:extLst>
      <p:ext uri="{BB962C8B-B14F-4D97-AF65-F5344CB8AC3E}">
        <p14:creationId xmlns:p14="http://schemas.microsoft.com/office/powerpoint/2010/main" val="3556847774"/>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nterior 2.1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4" name="Slide Number Placeholder 5">
            <a:extLst>
              <a:ext uri="{FF2B5EF4-FFF2-40B4-BE49-F238E27FC236}">
                <a16:creationId xmlns:a16="http://schemas.microsoft.com/office/drawing/2014/main" id="{62A523A2-E038-63A9-04C5-60E5B04CF04C}"/>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cxnSp>
        <p:nvCxnSpPr>
          <p:cNvPr id="14" name="Straight Connector 13">
            <a:extLst>
              <a:ext uri="{FF2B5EF4-FFF2-40B4-BE49-F238E27FC236}">
                <a16:creationId xmlns:a16="http://schemas.microsoft.com/office/drawing/2014/main" id="{93C7CF26-68F7-97A5-A212-2D02971BD5CE}"/>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 Placeholder 14">
            <a:extLst>
              <a:ext uri="{FF2B5EF4-FFF2-40B4-BE49-F238E27FC236}">
                <a16:creationId xmlns:a16="http://schemas.microsoft.com/office/drawing/2014/main" id="{B38C222A-F794-CEE4-C3FB-8A2286952FA0}"/>
              </a:ext>
            </a:extLst>
          </p:cNvPr>
          <p:cNvSpPr>
            <a:spLocks noGrp="1"/>
          </p:cNvSpPr>
          <p:nvPr>
            <p:ph type="body" sz="quarter" idx="30" hasCustomPrompt="1"/>
          </p:nvPr>
        </p:nvSpPr>
        <p:spPr>
          <a:xfrm>
            <a:off x="262766" y="1725613"/>
            <a:ext cx="5704582" cy="4865687"/>
          </a:xfrm>
        </p:spPr>
        <p:txBody>
          <a:bodyPr wrap="square" rIns="720000" numCol="1">
            <a:noAutofit/>
          </a:bodyPr>
          <a:lstStyle>
            <a:lvl1pPr marL="319976" indent="-319976">
              <a:defRPr sz="1200">
                <a:solidFill>
                  <a:schemeClr val="bg1"/>
                </a:solidFill>
              </a:defRPr>
            </a:lvl1pPr>
          </a:lstStyle>
          <a:p>
            <a:pPr lvl="0"/>
            <a:r>
              <a:rPr lang="en-US"/>
              <a:t>Text boxes with or without bullets. Text supports bold formatting.</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a:t>
            </a:r>
          </a:p>
        </p:txBody>
      </p:sp>
      <p:sp>
        <p:nvSpPr>
          <p:cNvPr id="9" name="Text Placeholder 14">
            <a:extLst>
              <a:ext uri="{FF2B5EF4-FFF2-40B4-BE49-F238E27FC236}">
                <a16:creationId xmlns:a16="http://schemas.microsoft.com/office/drawing/2014/main" id="{EF8511F3-EBFA-7CE2-5C4E-87F014D13EF8}"/>
              </a:ext>
            </a:extLst>
          </p:cNvPr>
          <p:cNvSpPr>
            <a:spLocks noGrp="1"/>
          </p:cNvSpPr>
          <p:nvPr>
            <p:ph type="body" sz="quarter" idx="31" hasCustomPrompt="1"/>
          </p:nvPr>
        </p:nvSpPr>
        <p:spPr>
          <a:xfrm>
            <a:off x="6229332" y="1725613"/>
            <a:ext cx="5704582" cy="4865687"/>
          </a:xfrm>
        </p:spPr>
        <p:txBody>
          <a:bodyPr wrap="square" rIns="720000" numCol="1">
            <a:noAutofit/>
          </a:bodyPr>
          <a:lstStyle>
            <a:lvl1pPr marL="319976" indent="-319976">
              <a:defRPr sz="1200">
                <a:solidFill>
                  <a:schemeClr val="bg1"/>
                </a:solidFill>
              </a:defRPr>
            </a:lvl1pPr>
          </a:lstStyle>
          <a:p>
            <a:pPr lvl="0"/>
            <a:r>
              <a:rPr lang="en-US"/>
              <a:t>Text boxes with or without bullets. Text supports bold formatting.</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a:t>
            </a:r>
          </a:p>
        </p:txBody>
      </p:sp>
      <p:sp>
        <p:nvSpPr>
          <p:cNvPr id="5" name="Title 17">
            <a:extLst>
              <a:ext uri="{FF2B5EF4-FFF2-40B4-BE49-F238E27FC236}">
                <a16:creationId xmlns:a16="http://schemas.microsoft.com/office/drawing/2014/main" id="{2E287AE7-39F4-3F36-D955-D83ABF53F063}"/>
              </a:ext>
            </a:extLst>
          </p:cNvPr>
          <p:cNvSpPr>
            <a:spLocks noGrp="1"/>
          </p:cNvSpPr>
          <p:nvPr>
            <p:ph type="title" hasCustomPrompt="1"/>
          </p:nvPr>
        </p:nvSpPr>
        <p:spPr>
          <a:xfrm>
            <a:off x="262767" y="731667"/>
            <a:ext cx="5699902" cy="284694"/>
          </a:xfrm>
        </p:spPr>
        <p:txBody>
          <a:bodyPr anchor="t"/>
          <a:lstStyle>
            <a:lvl1pPr>
              <a:lnSpc>
                <a:spcPct val="90000"/>
              </a:lnSpc>
              <a:defRPr sz="2000" spc="0">
                <a:solidFill>
                  <a:schemeClr val="bg1"/>
                </a:solidFill>
              </a:defRPr>
            </a:lvl1pPr>
          </a:lstStyle>
          <a:p>
            <a:r>
              <a:rPr lang="en-US"/>
              <a:t>Header</a:t>
            </a:r>
          </a:p>
        </p:txBody>
      </p:sp>
      <p:sp>
        <p:nvSpPr>
          <p:cNvPr id="6" name="Text Placeholder 14">
            <a:extLst>
              <a:ext uri="{FF2B5EF4-FFF2-40B4-BE49-F238E27FC236}">
                <a16:creationId xmlns:a16="http://schemas.microsoft.com/office/drawing/2014/main" id="{2DA4D5DB-E5B5-E0D7-039A-592DBEB4FE97}"/>
              </a:ext>
            </a:extLst>
          </p:cNvPr>
          <p:cNvSpPr>
            <a:spLocks noGrp="1"/>
          </p:cNvSpPr>
          <p:nvPr>
            <p:ph type="body" sz="quarter" idx="29" hasCustomPrompt="1"/>
          </p:nvPr>
        </p:nvSpPr>
        <p:spPr>
          <a:xfrm>
            <a:off x="6229333" y="731667"/>
            <a:ext cx="4702357" cy="605935"/>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Tree>
    <p:extLst>
      <p:ext uri="{BB962C8B-B14F-4D97-AF65-F5344CB8AC3E}">
        <p14:creationId xmlns:p14="http://schemas.microsoft.com/office/powerpoint/2010/main" val="1044165892"/>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terior 3.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4" name="Slide Number Placeholder 5">
            <a:extLst>
              <a:ext uri="{FF2B5EF4-FFF2-40B4-BE49-F238E27FC236}">
                <a16:creationId xmlns:a16="http://schemas.microsoft.com/office/drawing/2014/main" id="{62A523A2-E038-63A9-04C5-60E5B04CF04C}"/>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cxnSp>
        <p:nvCxnSpPr>
          <p:cNvPr id="14" name="Straight Connector 13">
            <a:extLst>
              <a:ext uri="{FF2B5EF4-FFF2-40B4-BE49-F238E27FC236}">
                <a16:creationId xmlns:a16="http://schemas.microsoft.com/office/drawing/2014/main" id="{93C7CF26-68F7-97A5-A212-2D02971BD5CE}"/>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5" name="Text Placeholder 14">
            <a:extLst>
              <a:ext uri="{FF2B5EF4-FFF2-40B4-BE49-F238E27FC236}">
                <a16:creationId xmlns:a16="http://schemas.microsoft.com/office/drawing/2014/main" id="{A097347E-BEE8-BD81-C875-FBAEED63DDC5}"/>
              </a:ext>
            </a:extLst>
          </p:cNvPr>
          <p:cNvSpPr>
            <a:spLocks noGrp="1"/>
          </p:cNvSpPr>
          <p:nvPr>
            <p:ph type="body" sz="quarter" idx="30" hasCustomPrompt="1"/>
          </p:nvPr>
        </p:nvSpPr>
        <p:spPr>
          <a:xfrm>
            <a:off x="262766" y="1725613"/>
            <a:ext cx="3712670" cy="4865687"/>
          </a:xfrm>
        </p:spPr>
        <p:txBody>
          <a:bodyPr wrap="square" rIns="360000" numCol="1">
            <a:noAutofit/>
          </a:bodyPr>
          <a:lstStyle>
            <a:lvl1pPr marL="319976" indent="-319976">
              <a:defRPr sz="1600">
                <a:solidFill>
                  <a:schemeClr val="bg1"/>
                </a:solidFill>
              </a:defRPr>
            </a:lvl1pPr>
          </a:lstStyle>
          <a:p>
            <a:pPr lvl="0"/>
            <a:r>
              <a:rPr lang="en-US"/>
              <a:t>Text boxes with or without bullets. Text supports bold formatting and can also be resized to 14 or 12.</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a:t>
            </a:r>
          </a:p>
        </p:txBody>
      </p:sp>
      <p:sp>
        <p:nvSpPr>
          <p:cNvPr id="16" name="Text Placeholder 14">
            <a:extLst>
              <a:ext uri="{FF2B5EF4-FFF2-40B4-BE49-F238E27FC236}">
                <a16:creationId xmlns:a16="http://schemas.microsoft.com/office/drawing/2014/main" id="{B6A24F83-0D69-1BE7-B8EC-A92EB01D36E8}"/>
              </a:ext>
            </a:extLst>
          </p:cNvPr>
          <p:cNvSpPr>
            <a:spLocks noGrp="1"/>
          </p:cNvSpPr>
          <p:nvPr>
            <p:ph type="body" sz="quarter" idx="31" hasCustomPrompt="1"/>
          </p:nvPr>
        </p:nvSpPr>
        <p:spPr>
          <a:xfrm>
            <a:off x="4242042" y="1725613"/>
            <a:ext cx="3704099" cy="4865687"/>
          </a:xfrm>
        </p:spPr>
        <p:txBody>
          <a:bodyPr wrap="square" rIns="360000" numCol="1">
            <a:noAutofit/>
          </a:bodyPr>
          <a:lstStyle>
            <a:lvl1pPr marL="319976" indent="-319976">
              <a:defRPr sz="16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7" name="Text Placeholder 14">
            <a:extLst>
              <a:ext uri="{FF2B5EF4-FFF2-40B4-BE49-F238E27FC236}">
                <a16:creationId xmlns:a16="http://schemas.microsoft.com/office/drawing/2014/main" id="{1B5739F0-F91B-0D51-2DFB-E63F4D65917B}"/>
              </a:ext>
            </a:extLst>
          </p:cNvPr>
          <p:cNvSpPr>
            <a:spLocks noGrp="1"/>
          </p:cNvSpPr>
          <p:nvPr>
            <p:ph type="body" sz="quarter" idx="32" hasCustomPrompt="1"/>
          </p:nvPr>
        </p:nvSpPr>
        <p:spPr>
          <a:xfrm>
            <a:off x="8225998" y="1725613"/>
            <a:ext cx="3704099" cy="4865687"/>
          </a:xfrm>
        </p:spPr>
        <p:txBody>
          <a:bodyPr wrap="square" rIns="360000" numCol="1">
            <a:noAutofit/>
          </a:bodyPr>
          <a:lstStyle>
            <a:lvl1pPr marL="319976" indent="-319976">
              <a:defRPr sz="16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5" name="Title 17">
            <a:extLst>
              <a:ext uri="{FF2B5EF4-FFF2-40B4-BE49-F238E27FC236}">
                <a16:creationId xmlns:a16="http://schemas.microsoft.com/office/drawing/2014/main" id="{3C737ACE-6961-472D-E03F-2C9EB03EE751}"/>
              </a:ext>
            </a:extLst>
          </p:cNvPr>
          <p:cNvSpPr>
            <a:spLocks noGrp="1"/>
          </p:cNvSpPr>
          <p:nvPr>
            <p:ph type="title" hasCustomPrompt="1"/>
          </p:nvPr>
        </p:nvSpPr>
        <p:spPr>
          <a:xfrm>
            <a:off x="262767" y="731666"/>
            <a:ext cx="5699884" cy="335129"/>
          </a:xfrm>
        </p:spPr>
        <p:txBody>
          <a:bodyPr anchor="t"/>
          <a:lstStyle>
            <a:lvl1pPr>
              <a:lnSpc>
                <a:spcPct val="90000"/>
              </a:lnSpc>
              <a:defRPr sz="2000" spc="0">
                <a:solidFill>
                  <a:schemeClr val="bg1"/>
                </a:solidFill>
              </a:defRPr>
            </a:lvl1pPr>
          </a:lstStyle>
          <a:p>
            <a:r>
              <a:rPr lang="en-US"/>
              <a:t>Header</a:t>
            </a:r>
          </a:p>
        </p:txBody>
      </p:sp>
      <p:sp>
        <p:nvSpPr>
          <p:cNvPr id="7" name="Text Placeholder 14">
            <a:extLst>
              <a:ext uri="{FF2B5EF4-FFF2-40B4-BE49-F238E27FC236}">
                <a16:creationId xmlns:a16="http://schemas.microsoft.com/office/drawing/2014/main" id="{4973735F-6C3B-5AA1-A11B-B40B6E5BB746}"/>
              </a:ext>
            </a:extLst>
          </p:cNvPr>
          <p:cNvSpPr>
            <a:spLocks noGrp="1"/>
          </p:cNvSpPr>
          <p:nvPr>
            <p:ph type="body" sz="quarter" idx="29" hasCustomPrompt="1"/>
          </p:nvPr>
        </p:nvSpPr>
        <p:spPr>
          <a:xfrm>
            <a:off x="6229333" y="731667"/>
            <a:ext cx="4702357" cy="605935"/>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Tree>
    <p:extLst>
      <p:ext uri="{BB962C8B-B14F-4D97-AF65-F5344CB8AC3E}">
        <p14:creationId xmlns:p14="http://schemas.microsoft.com/office/powerpoint/2010/main" val="3409112112"/>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nterior 4.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4" name="Slide Number Placeholder 5">
            <a:extLst>
              <a:ext uri="{FF2B5EF4-FFF2-40B4-BE49-F238E27FC236}">
                <a16:creationId xmlns:a16="http://schemas.microsoft.com/office/drawing/2014/main" id="{62A523A2-E038-63A9-04C5-60E5B04CF04C}"/>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cxnSp>
        <p:nvCxnSpPr>
          <p:cNvPr id="14" name="Straight Connector 13">
            <a:extLst>
              <a:ext uri="{FF2B5EF4-FFF2-40B4-BE49-F238E27FC236}">
                <a16:creationId xmlns:a16="http://schemas.microsoft.com/office/drawing/2014/main" id="{93C7CF26-68F7-97A5-A212-2D02971BD5CE}"/>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5" name="Text Placeholder 14">
            <a:extLst>
              <a:ext uri="{FF2B5EF4-FFF2-40B4-BE49-F238E27FC236}">
                <a16:creationId xmlns:a16="http://schemas.microsoft.com/office/drawing/2014/main" id="{A097347E-BEE8-BD81-C875-FBAEED63DDC5}"/>
              </a:ext>
            </a:extLst>
          </p:cNvPr>
          <p:cNvSpPr>
            <a:spLocks noGrp="1"/>
          </p:cNvSpPr>
          <p:nvPr>
            <p:ph type="body" sz="quarter" idx="30" hasCustomPrompt="1"/>
          </p:nvPr>
        </p:nvSpPr>
        <p:spPr>
          <a:xfrm>
            <a:off x="262766" y="1725613"/>
            <a:ext cx="2742843" cy="4865687"/>
          </a:xfrm>
        </p:spPr>
        <p:txBody>
          <a:bodyPr wrap="square" rIns="182880" numCol="1">
            <a:noAutofit/>
          </a:bodyPr>
          <a:lstStyle>
            <a:lvl1pPr marL="319976" indent="-319976">
              <a:defRPr sz="1600">
                <a:solidFill>
                  <a:schemeClr val="bg1"/>
                </a:solidFill>
              </a:defRPr>
            </a:lvl1pPr>
          </a:lstStyle>
          <a:p>
            <a:pPr lvl="0"/>
            <a:r>
              <a:rPr lang="en-US"/>
              <a:t>Text boxes with or without bullets. Text supports bold formatting and can also be resized to 14 or 12.</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6" name="Text Placeholder 14">
            <a:extLst>
              <a:ext uri="{FF2B5EF4-FFF2-40B4-BE49-F238E27FC236}">
                <a16:creationId xmlns:a16="http://schemas.microsoft.com/office/drawing/2014/main" id="{B6A24F83-0D69-1BE7-B8EC-A92EB01D36E8}"/>
              </a:ext>
            </a:extLst>
          </p:cNvPr>
          <p:cNvSpPr>
            <a:spLocks noGrp="1"/>
          </p:cNvSpPr>
          <p:nvPr>
            <p:ph type="body" sz="quarter" idx="31" hasCustomPrompt="1"/>
          </p:nvPr>
        </p:nvSpPr>
        <p:spPr>
          <a:xfrm>
            <a:off x="3230604" y="1725613"/>
            <a:ext cx="2742843" cy="4865687"/>
          </a:xfrm>
        </p:spPr>
        <p:txBody>
          <a:bodyPr wrap="square" rIns="182880" numCol="1">
            <a:noAutofit/>
          </a:bodyPr>
          <a:lstStyle>
            <a:lvl1pPr marL="319976" indent="-319976">
              <a:defRPr sz="16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7" name="Text Placeholder 14">
            <a:extLst>
              <a:ext uri="{FF2B5EF4-FFF2-40B4-BE49-F238E27FC236}">
                <a16:creationId xmlns:a16="http://schemas.microsoft.com/office/drawing/2014/main" id="{1B5739F0-F91B-0D51-2DFB-E63F4D65917B}"/>
              </a:ext>
            </a:extLst>
          </p:cNvPr>
          <p:cNvSpPr>
            <a:spLocks noGrp="1"/>
          </p:cNvSpPr>
          <p:nvPr>
            <p:ph type="body" sz="quarter" idx="32" hasCustomPrompt="1"/>
          </p:nvPr>
        </p:nvSpPr>
        <p:spPr>
          <a:xfrm>
            <a:off x="6198442" y="1725613"/>
            <a:ext cx="2742843" cy="4865687"/>
          </a:xfrm>
        </p:spPr>
        <p:txBody>
          <a:bodyPr wrap="square" rIns="182880" numCol="1">
            <a:noAutofit/>
          </a:bodyPr>
          <a:lstStyle>
            <a:lvl1pPr marL="319976" indent="-319976">
              <a:defRPr sz="16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5" name="Title 17">
            <a:extLst>
              <a:ext uri="{FF2B5EF4-FFF2-40B4-BE49-F238E27FC236}">
                <a16:creationId xmlns:a16="http://schemas.microsoft.com/office/drawing/2014/main" id="{3C737ACE-6961-472D-E03F-2C9EB03EE751}"/>
              </a:ext>
            </a:extLst>
          </p:cNvPr>
          <p:cNvSpPr>
            <a:spLocks noGrp="1"/>
          </p:cNvSpPr>
          <p:nvPr>
            <p:ph type="title" hasCustomPrompt="1"/>
          </p:nvPr>
        </p:nvSpPr>
        <p:spPr>
          <a:xfrm>
            <a:off x="262767" y="731667"/>
            <a:ext cx="5699884" cy="284694"/>
          </a:xfrm>
        </p:spPr>
        <p:txBody>
          <a:bodyPr anchor="t"/>
          <a:lstStyle>
            <a:lvl1pPr>
              <a:lnSpc>
                <a:spcPct val="90000"/>
              </a:lnSpc>
              <a:defRPr sz="2000" spc="0">
                <a:solidFill>
                  <a:schemeClr val="bg1"/>
                </a:solidFill>
              </a:defRPr>
            </a:lvl1pPr>
          </a:lstStyle>
          <a:p>
            <a:r>
              <a:rPr lang="en-US"/>
              <a:t>Header</a:t>
            </a:r>
          </a:p>
        </p:txBody>
      </p:sp>
      <p:sp>
        <p:nvSpPr>
          <p:cNvPr id="10" name="Text Placeholder 14">
            <a:extLst>
              <a:ext uri="{FF2B5EF4-FFF2-40B4-BE49-F238E27FC236}">
                <a16:creationId xmlns:a16="http://schemas.microsoft.com/office/drawing/2014/main" id="{DA1F9B9F-DF25-42CE-C19A-7A9031B875E9}"/>
              </a:ext>
            </a:extLst>
          </p:cNvPr>
          <p:cNvSpPr>
            <a:spLocks noGrp="1"/>
          </p:cNvSpPr>
          <p:nvPr>
            <p:ph type="body" sz="quarter" idx="33" hasCustomPrompt="1"/>
          </p:nvPr>
        </p:nvSpPr>
        <p:spPr>
          <a:xfrm>
            <a:off x="9166279" y="1725613"/>
            <a:ext cx="2742843" cy="4865687"/>
          </a:xfrm>
        </p:spPr>
        <p:txBody>
          <a:bodyPr wrap="square" rIns="182880" numCol="1">
            <a:noAutofit/>
          </a:bodyPr>
          <a:lstStyle>
            <a:lvl1pPr marL="319976" indent="-319976">
              <a:defRPr sz="16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6" name="Text Placeholder 14">
            <a:extLst>
              <a:ext uri="{FF2B5EF4-FFF2-40B4-BE49-F238E27FC236}">
                <a16:creationId xmlns:a16="http://schemas.microsoft.com/office/drawing/2014/main" id="{EE5437C3-18D9-6983-125B-D73A7C8C0EB4}"/>
              </a:ext>
            </a:extLst>
          </p:cNvPr>
          <p:cNvSpPr>
            <a:spLocks noGrp="1"/>
          </p:cNvSpPr>
          <p:nvPr>
            <p:ph type="body" sz="quarter" idx="29" hasCustomPrompt="1"/>
          </p:nvPr>
        </p:nvSpPr>
        <p:spPr>
          <a:xfrm>
            <a:off x="6229333" y="731667"/>
            <a:ext cx="4702357" cy="605935"/>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Tree>
    <p:extLst>
      <p:ext uri="{BB962C8B-B14F-4D97-AF65-F5344CB8AC3E}">
        <p14:creationId xmlns:p14="http://schemas.microsoft.com/office/powerpoint/2010/main" val="3294249181"/>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nterior 5.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15" name="Straight Connector 14">
            <a:extLst>
              <a:ext uri="{FF2B5EF4-FFF2-40B4-BE49-F238E27FC236}">
                <a16:creationId xmlns:a16="http://schemas.microsoft.com/office/drawing/2014/main" id="{B0B19212-A0F9-69C0-85E9-9281D1250902}"/>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Text Placeholder 14">
            <a:extLst>
              <a:ext uri="{FF2B5EF4-FFF2-40B4-BE49-F238E27FC236}">
                <a16:creationId xmlns:a16="http://schemas.microsoft.com/office/drawing/2014/main" id="{8EC79ED1-7E39-EDB8-A06F-E62A1C03FCED}"/>
              </a:ext>
            </a:extLst>
          </p:cNvPr>
          <p:cNvSpPr>
            <a:spLocks noGrp="1"/>
          </p:cNvSpPr>
          <p:nvPr>
            <p:ph type="body" sz="quarter" idx="30" hasCustomPrompt="1"/>
          </p:nvPr>
        </p:nvSpPr>
        <p:spPr>
          <a:xfrm>
            <a:off x="262766" y="1725613"/>
            <a:ext cx="6535733" cy="4311437"/>
          </a:xfrm>
        </p:spPr>
        <p:txBody>
          <a:bodyPr wrap="square">
            <a:spAutoFit/>
          </a:bodyPr>
          <a:lstStyle>
            <a:lvl1pPr marL="319976" marR="0" indent="-319976" algn="l" defTabSz="323935" rtl="0" eaLnBrk="1" fontAlgn="auto" latinLnBrk="0" hangingPunct="1">
              <a:lnSpc>
                <a:spcPct val="110000"/>
              </a:lnSpc>
              <a:spcBef>
                <a:spcPts val="0"/>
              </a:spcBef>
              <a:spcAft>
                <a:spcPts val="1000"/>
              </a:spcAft>
              <a:buClrTx/>
              <a:buSzPct val="150000"/>
              <a:buFont typeface="System Font Regular"/>
              <a:buChar char="■"/>
              <a:tabLst/>
              <a:defRPr sz="2000">
                <a:solidFill>
                  <a:schemeClr val="bg1"/>
                </a:solidFill>
              </a:defRPr>
            </a:lvl1pPr>
          </a:lstStyle>
          <a:p>
            <a:pPr marL="319976" marR="0" lvl="0" indent="-319976" algn="l" defTabSz="323935" rtl="0" eaLnBrk="1" fontAlgn="auto" latinLnBrk="0" hangingPunct="1">
              <a:lnSpc>
                <a:spcPct val="110000"/>
              </a:lnSpc>
              <a:spcBef>
                <a:spcPts val="0"/>
              </a:spcBef>
              <a:spcAft>
                <a:spcPts val="1000"/>
              </a:spcAft>
              <a:buClrTx/>
              <a:buSzPct val="150000"/>
              <a:buFont typeface="System Font Regular"/>
              <a:buChar char="■"/>
              <a:tabLst/>
              <a:defRPr/>
            </a:pPr>
            <a:r>
              <a:rPr lang="en-US"/>
              <a:t>Text boxes with or without bullets. Text supports bold formatting and can also be resized to 16.</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6" name="Picture Placeholder 9">
            <a:extLst>
              <a:ext uri="{FF2B5EF4-FFF2-40B4-BE49-F238E27FC236}">
                <a16:creationId xmlns:a16="http://schemas.microsoft.com/office/drawing/2014/main" id="{43067BFF-AC8A-F15E-A356-F3B7EA07F884}"/>
              </a:ext>
            </a:extLst>
          </p:cNvPr>
          <p:cNvSpPr>
            <a:spLocks noGrp="1"/>
          </p:cNvSpPr>
          <p:nvPr>
            <p:ph type="pic" sz="quarter" idx="31"/>
          </p:nvPr>
        </p:nvSpPr>
        <p:spPr>
          <a:xfrm>
            <a:off x="7222979" y="1725613"/>
            <a:ext cx="4697560" cy="4865684"/>
          </a:xfrm>
          <a:prstGeom prst="rect">
            <a:avLst/>
          </a:prstGeom>
          <a:solidFill>
            <a:srgbClr val="53544A"/>
          </a:solidFill>
        </p:spPr>
        <p:txBody>
          <a:bodyPr anchor="ctr">
            <a:noAutofit/>
          </a:bodyPr>
          <a:lstStyle>
            <a:lvl1pPr algn="ctr">
              <a:buNone/>
              <a:defRPr sz="1600">
                <a:solidFill>
                  <a:schemeClr val="bg1"/>
                </a:solidFill>
              </a:defRPr>
            </a:lvl1pPr>
          </a:lstStyle>
          <a:p>
            <a:r>
              <a:rPr lang="en-US"/>
              <a:t>Click icon to add picture</a:t>
            </a:r>
          </a:p>
        </p:txBody>
      </p:sp>
      <p:sp>
        <p:nvSpPr>
          <p:cNvPr id="7" name="Slide Number Placeholder 5">
            <a:extLst>
              <a:ext uri="{FF2B5EF4-FFF2-40B4-BE49-F238E27FC236}">
                <a16:creationId xmlns:a16="http://schemas.microsoft.com/office/drawing/2014/main" id="{C4C48D8C-737D-F637-034A-A828E863D1D1}"/>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sp>
        <p:nvSpPr>
          <p:cNvPr id="8" name="Title 17">
            <a:extLst>
              <a:ext uri="{FF2B5EF4-FFF2-40B4-BE49-F238E27FC236}">
                <a16:creationId xmlns:a16="http://schemas.microsoft.com/office/drawing/2014/main" id="{E0A6903B-5581-D994-10B4-EF15952FE83F}"/>
              </a:ext>
            </a:extLst>
          </p:cNvPr>
          <p:cNvSpPr>
            <a:spLocks noGrp="1"/>
          </p:cNvSpPr>
          <p:nvPr>
            <p:ph type="title" hasCustomPrompt="1"/>
          </p:nvPr>
        </p:nvSpPr>
        <p:spPr>
          <a:xfrm>
            <a:off x="262766" y="731667"/>
            <a:ext cx="11652954" cy="284694"/>
          </a:xfrm>
        </p:spPr>
        <p:txBody>
          <a:bodyPr anchor="t"/>
          <a:lstStyle>
            <a:lvl1pPr>
              <a:lnSpc>
                <a:spcPct val="90000"/>
              </a:lnSpc>
              <a:defRPr sz="2000" spc="0">
                <a:solidFill>
                  <a:schemeClr val="bg1"/>
                </a:solidFill>
              </a:defRPr>
            </a:lvl1pPr>
          </a:lstStyle>
          <a:p>
            <a:r>
              <a:rPr lang="en-US"/>
              <a:t>Header</a:t>
            </a:r>
          </a:p>
        </p:txBody>
      </p:sp>
    </p:spTree>
    <p:extLst>
      <p:ext uri="{BB962C8B-B14F-4D97-AF65-F5344CB8AC3E}">
        <p14:creationId xmlns:p14="http://schemas.microsoft.com/office/powerpoint/2010/main" val="33029484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nterior 6.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0" name="Picture Placeholder 9">
            <a:extLst>
              <a:ext uri="{FF2B5EF4-FFF2-40B4-BE49-F238E27FC236}">
                <a16:creationId xmlns:a16="http://schemas.microsoft.com/office/drawing/2014/main" id="{4770B266-5446-768A-82D4-69E5C5EF5163}"/>
              </a:ext>
            </a:extLst>
          </p:cNvPr>
          <p:cNvSpPr>
            <a:spLocks noGrp="1"/>
          </p:cNvSpPr>
          <p:nvPr>
            <p:ph type="pic" sz="quarter" idx="12"/>
          </p:nvPr>
        </p:nvSpPr>
        <p:spPr>
          <a:xfrm>
            <a:off x="7222979" y="1725613"/>
            <a:ext cx="4697560" cy="4865684"/>
          </a:xfrm>
          <a:prstGeom prst="rect">
            <a:avLst/>
          </a:prstGeom>
          <a:solidFill>
            <a:srgbClr val="53544A"/>
          </a:solidFill>
        </p:spPr>
        <p:txBody>
          <a:bodyPr anchor="ctr">
            <a:noAutofit/>
          </a:bodyPr>
          <a:lstStyle>
            <a:lvl1pPr algn="ctr">
              <a:buNone/>
              <a:defRPr sz="1600">
                <a:solidFill>
                  <a:schemeClr val="bg1"/>
                </a:solidFill>
              </a:defRPr>
            </a:lvl1pPr>
          </a:lstStyle>
          <a:p>
            <a:r>
              <a:rPr lang="en-US"/>
              <a:t>Click icon to add picture</a:t>
            </a:r>
          </a:p>
        </p:txBody>
      </p:sp>
      <p:sp>
        <p:nvSpPr>
          <p:cNvPr id="11" name="Picture Placeholder 9">
            <a:extLst>
              <a:ext uri="{FF2B5EF4-FFF2-40B4-BE49-F238E27FC236}">
                <a16:creationId xmlns:a16="http://schemas.microsoft.com/office/drawing/2014/main" id="{40770483-108A-B69C-6103-1E6EE04E2ED7}"/>
              </a:ext>
            </a:extLst>
          </p:cNvPr>
          <p:cNvSpPr>
            <a:spLocks noGrp="1"/>
          </p:cNvSpPr>
          <p:nvPr>
            <p:ph type="pic" sz="quarter" idx="13"/>
          </p:nvPr>
        </p:nvSpPr>
        <p:spPr>
          <a:xfrm>
            <a:off x="262766" y="1725613"/>
            <a:ext cx="6695203" cy="4865687"/>
          </a:xfrm>
          <a:prstGeom prst="rect">
            <a:avLst/>
          </a:prstGeom>
          <a:solidFill>
            <a:srgbClr val="53544A"/>
          </a:solidFill>
        </p:spPr>
        <p:txBody>
          <a:bodyPr anchor="ctr">
            <a:noAutofit/>
          </a:bodyPr>
          <a:lstStyle>
            <a:lvl1pPr algn="ctr">
              <a:buNone/>
              <a:defRPr sz="1600">
                <a:solidFill>
                  <a:schemeClr val="bg1"/>
                </a:solidFill>
              </a:defRPr>
            </a:lvl1pPr>
          </a:lstStyle>
          <a:p>
            <a:r>
              <a:rPr lang="en-US"/>
              <a:t>Click icon to add picture</a:t>
            </a:r>
          </a:p>
        </p:txBody>
      </p:sp>
      <p:cxnSp>
        <p:nvCxnSpPr>
          <p:cNvPr id="18" name="Straight Connector 17">
            <a:extLst>
              <a:ext uri="{FF2B5EF4-FFF2-40B4-BE49-F238E27FC236}">
                <a16:creationId xmlns:a16="http://schemas.microsoft.com/office/drawing/2014/main" id="{B3EC02C0-8D54-6533-F1B0-12840906CFED}"/>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56BA9835-50D3-5A66-6A02-239514B22687}"/>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14">
            <a:extLst>
              <a:ext uri="{FF2B5EF4-FFF2-40B4-BE49-F238E27FC236}">
                <a16:creationId xmlns:a16="http://schemas.microsoft.com/office/drawing/2014/main" id="{75BB8B46-AFFA-5E2C-16C5-6A66FEA3913C}"/>
              </a:ext>
            </a:extLst>
          </p:cNvPr>
          <p:cNvSpPr>
            <a:spLocks noGrp="1"/>
          </p:cNvSpPr>
          <p:nvPr>
            <p:ph type="body" sz="quarter" idx="29" hasCustomPrompt="1"/>
          </p:nvPr>
        </p:nvSpPr>
        <p:spPr>
          <a:xfrm>
            <a:off x="7227027" y="731667"/>
            <a:ext cx="4702357" cy="605935"/>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7" name="Title 17">
            <a:extLst>
              <a:ext uri="{FF2B5EF4-FFF2-40B4-BE49-F238E27FC236}">
                <a16:creationId xmlns:a16="http://schemas.microsoft.com/office/drawing/2014/main" id="{7D179E22-B500-E387-709F-E50EC737B420}"/>
              </a:ext>
            </a:extLst>
          </p:cNvPr>
          <p:cNvSpPr>
            <a:spLocks noGrp="1"/>
          </p:cNvSpPr>
          <p:nvPr>
            <p:ph type="title" hasCustomPrompt="1"/>
          </p:nvPr>
        </p:nvSpPr>
        <p:spPr>
          <a:xfrm>
            <a:off x="262766" y="731667"/>
            <a:ext cx="6686075" cy="284694"/>
          </a:xfrm>
        </p:spPr>
        <p:txBody>
          <a:bodyPr anchor="t"/>
          <a:lstStyle>
            <a:lvl1pPr>
              <a:lnSpc>
                <a:spcPct val="90000"/>
              </a:lnSpc>
              <a:defRPr sz="2000" spc="0">
                <a:solidFill>
                  <a:schemeClr val="bg1"/>
                </a:solidFill>
              </a:defRPr>
            </a:lvl1pPr>
          </a:lstStyle>
          <a:p>
            <a:r>
              <a:rPr lang="en-US"/>
              <a:t>Header</a:t>
            </a:r>
          </a:p>
        </p:txBody>
      </p:sp>
    </p:spTree>
    <p:extLst>
      <p:ext uri="{BB962C8B-B14F-4D97-AF65-F5344CB8AC3E}">
        <p14:creationId xmlns:p14="http://schemas.microsoft.com/office/powerpoint/2010/main" val="418657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nterior 7.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4" name="Picture Placeholder 9">
            <a:extLst>
              <a:ext uri="{FF2B5EF4-FFF2-40B4-BE49-F238E27FC236}">
                <a16:creationId xmlns:a16="http://schemas.microsoft.com/office/drawing/2014/main" id="{D0469808-88FD-ACEF-2F72-0BE6F0097FEF}"/>
              </a:ext>
            </a:extLst>
          </p:cNvPr>
          <p:cNvSpPr>
            <a:spLocks noGrp="1"/>
          </p:cNvSpPr>
          <p:nvPr>
            <p:ph type="pic" sz="quarter" idx="12"/>
          </p:nvPr>
        </p:nvSpPr>
        <p:spPr>
          <a:xfrm>
            <a:off x="8205100" y="2877670"/>
            <a:ext cx="3715550" cy="3715218"/>
          </a:xfrm>
          <a:prstGeom prst="rect">
            <a:avLst/>
          </a:prstGeom>
          <a:solidFill>
            <a:srgbClr val="53544A"/>
          </a:solidFill>
        </p:spPr>
        <p:txBody>
          <a:bodyPr anchor="ctr">
            <a:noAutofit/>
          </a:bodyPr>
          <a:lstStyle>
            <a:lvl1pPr algn="ctr">
              <a:buNone/>
              <a:defRPr sz="1600">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6F949642-FA3F-1419-ADF6-2AD5A69F52A3}"/>
              </a:ext>
            </a:extLst>
          </p:cNvPr>
          <p:cNvSpPr>
            <a:spLocks noGrp="1"/>
          </p:cNvSpPr>
          <p:nvPr>
            <p:ph type="pic" sz="quarter" idx="13"/>
          </p:nvPr>
        </p:nvSpPr>
        <p:spPr>
          <a:xfrm>
            <a:off x="4245297" y="2876082"/>
            <a:ext cx="3715550" cy="3715218"/>
          </a:xfrm>
          <a:prstGeom prst="rect">
            <a:avLst/>
          </a:prstGeom>
          <a:solidFill>
            <a:srgbClr val="53544A"/>
          </a:solidFill>
        </p:spPr>
        <p:txBody>
          <a:bodyPr anchor="ctr">
            <a:noAutofit/>
          </a:bodyPr>
          <a:lstStyle>
            <a:lvl1pPr algn="ctr">
              <a:buNone/>
              <a:defRPr sz="1600">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303B3202-D2D8-FA21-2C67-6C6FCA7E73E4}"/>
              </a:ext>
            </a:extLst>
          </p:cNvPr>
          <p:cNvSpPr>
            <a:spLocks noGrp="1"/>
          </p:cNvSpPr>
          <p:nvPr>
            <p:ph type="pic" sz="quarter" idx="14"/>
          </p:nvPr>
        </p:nvSpPr>
        <p:spPr>
          <a:xfrm>
            <a:off x="262766" y="2877670"/>
            <a:ext cx="3715550" cy="3715218"/>
          </a:xfrm>
          <a:prstGeom prst="rect">
            <a:avLst/>
          </a:prstGeom>
          <a:solidFill>
            <a:srgbClr val="53544A"/>
          </a:solidFill>
        </p:spPr>
        <p:txBody>
          <a:bodyPr anchor="ctr">
            <a:noAutofit/>
          </a:bodyPr>
          <a:lstStyle>
            <a:lvl1pPr algn="ctr">
              <a:buNone/>
              <a:defRPr sz="1600">
                <a:solidFill>
                  <a:schemeClr val="bg1"/>
                </a:solidFill>
              </a:defRPr>
            </a:lvl1pPr>
          </a:lstStyle>
          <a:p>
            <a:r>
              <a:rPr lang="en-US"/>
              <a:t>Click icon to add picture</a:t>
            </a:r>
          </a:p>
        </p:txBody>
      </p:sp>
      <p:cxnSp>
        <p:nvCxnSpPr>
          <p:cNvPr id="16" name="Straight Connector 15">
            <a:extLst>
              <a:ext uri="{FF2B5EF4-FFF2-40B4-BE49-F238E27FC236}">
                <a16:creationId xmlns:a16="http://schemas.microsoft.com/office/drawing/2014/main" id="{D3522959-3D58-6A3C-F7EB-15C62682FE4C}"/>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7" name="Text Placeholder 14">
            <a:extLst>
              <a:ext uri="{FF2B5EF4-FFF2-40B4-BE49-F238E27FC236}">
                <a16:creationId xmlns:a16="http://schemas.microsoft.com/office/drawing/2014/main" id="{723C309C-8C63-B444-3D0D-51A050F542BF}"/>
              </a:ext>
            </a:extLst>
          </p:cNvPr>
          <p:cNvSpPr>
            <a:spLocks noGrp="1"/>
          </p:cNvSpPr>
          <p:nvPr>
            <p:ph type="body" sz="quarter" idx="30" hasCustomPrompt="1"/>
          </p:nvPr>
        </p:nvSpPr>
        <p:spPr>
          <a:xfrm>
            <a:off x="262766" y="1639902"/>
            <a:ext cx="7691873" cy="1024465"/>
          </a:xfrm>
        </p:spPr>
        <p:txBody>
          <a:bodyPr wrap="square">
            <a:noAutofit/>
          </a:bodyPr>
          <a:lstStyle>
            <a:lvl1pPr marL="319976" indent="-319976">
              <a:defRPr sz="2000">
                <a:solidFill>
                  <a:schemeClr val="bg1"/>
                </a:solidFill>
              </a:defRPr>
            </a:lvl1pPr>
          </a:lstStyle>
          <a:p>
            <a:pPr lvl="0"/>
            <a:r>
              <a:rPr lang="en-US"/>
              <a:t>Text supports bold formatting and can be resized to 16.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a:t>
            </a:r>
          </a:p>
        </p:txBody>
      </p:sp>
      <p:sp>
        <p:nvSpPr>
          <p:cNvPr id="6" name="Slide Number Placeholder 5">
            <a:extLst>
              <a:ext uri="{FF2B5EF4-FFF2-40B4-BE49-F238E27FC236}">
                <a16:creationId xmlns:a16="http://schemas.microsoft.com/office/drawing/2014/main" id="{96E1109E-AA7A-25CA-A789-70C04273A162}"/>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7" name="Title 17">
            <a:extLst>
              <a:ext uri="{FF2B5EF4-FFF2-40B4-BE49-F238E27FC236}">
                <a16:creationId xmlns:a16="http://schemas.microsoft.com/office/drawing/2014/main" id="{15049F56-995E-94DF-D02C-5287BF5C2538}"/>
              </a:ext>
            </a:extLst>
          </p:cNvPr>
          <p:cNvSpPr>
            <a:spLocks noGrp="1"/>
          </p:cNvSpPr>
          <p:nvPr>
            <p:ph type="title" hasCustomPrompt="1"/>
          </p:nvPr>
        </p:nvSpPr>
        <p:spPr>
          <a:xfrm>
            <a:off x="262766" y="731667"/>
            <a:ext cx="11657884" cy="284694"/>
          </a:xfrm>
        </p:spPr>
        <p:txBody>
          <a:bodyPr anchor="t"/>
          <a:lstStyle>
            <a:lvl1pPr>
              <a:lnSpc>
                <a:spcPct val="90000"/>
              </a:lnSpc>
              <a:defRPr sz="2000" spc="0">
                <a:solidFill>
                  <a:schemeClr val="bg1"/>
                </a:solidFill>
              </a:defRPr>
            </a:lvl1pPr>
          </a:lstStyle>
          <a:p>
            <a:r>
              <a:rPr lang="en-US"/>
              <a:t>Header</a:t>
            </a:r>
          </a:p>
        </p:txBody>
      </p:sp>
    </p:spTree>
    <p:extLst>
      <p:ext uri="{BB962C8B-B14F-4D97-AF65-F5344CB8AC3E}">
        <p14:creationId xmlns:p14="http://schemas.microsoft.com/office/powerpoint/2010/main" val="59989272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nterior 8.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Picture Placeholder 9">
            <a:extLst>
              <a:ext uri="{FF2B5EF4-FFF2-40B4-BE49-F238E27FC236}">
                <a16:creationId xmlns:a16="http://schemas.microsoft.com/office/drawing/2014/main" id="{D918FA23-A2B1-2DE4-628F-B700CCD9BAB7}"/>
              </a:ext>
            </a:extLst>
          </p:cNvPr>
          <p:cNvSpPr>
            <a:spLocks noGrp="1"/>
          </p:cNvSpPr>
          <p:nvPr>
            <p:ph type="pic" sz="quarter" idx="13"/>
          </p:nvPr>
        </p:nvSpPr>
        <p:spPr>
          <a:xfrm>
            <a:off x="262766" y="3734121"/>
            <a:ext cx="2858767" cy="2857179"/>
          </a:xfrm>
          <a:prstGeom prst="rect">
            <a:avLst/>
          </a:prstGeom>
          <a:solidFill>
            <a:srgbClr val="53544A"/>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B0A2F4B5-F97D-5BD8-3FEC-886BE9359488}"/>
              </a:ext>
            </a:extLst>
          </p:cNvPr>
          <p:cNvSpPr>
            <a:spLocks noGrp="1"/>
          </p:cNvSpPr>
          <p:nvPr>
            <p:ph type="pic" sz="quarter" idx="14"/>
          </p:nvPr>
        </p:nvSpPr>
        <p:spPr>
          <a:xfrm>
            <a:off x="3195855" y="3734121"/>
            <a:ext cx="2858767" cy="2857179"/>
          </a:xfrm>
          <a:prstGeom prst="rect">
            <a:avLst/>
          </a:prstGeom>
          <a:solidFill>
            <a:srgbClr val="53544A"/>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136CF6E1-70C8-5571-26E2-DF4E936FF2C6}"/>
              </a:ext>
            </a:extLst>
          </p:cNvPr>
          <p:cNvSpPr>
            <a:spLocks noGrp="1"/>
          </p:cNvSpPr>
          <p:nvPr>
            <p:ph type="pic" sz="quarter" idx="15"/>
          </p:nvPr>
        </p:nvSpPr>
        <p:spPr>
          <a:xfrm>
            <a:off x="6128944" y="3734121"/>
            <a:ext cx="2858767" cy="2857179"/>
          </a:xfrm>
          <a:prstGeom prst="rect">
            <a:avLst/>
          </a:prstGeom>
          <a:solidFill>
            <a:srgbClr val="53544A"/>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
        <p:nvSpPr>
          <p:cNvPr id="11" name="Picture Placeholder 9">
            <a:extLst>
              <a:ext uri="{FF2B5EF4-FFF2-40B4-BE49-F238E27FC236}">
                <a16:creationId xmlns:a16="http://schemas.microsoft.com/office/drawing/2014/main" id="{F082EC09-A908-1368-5540-7151D817A4ED}"/>
              </a:ext>
            </a:extLst>
          </p:cNvPr>
          <p:cNvSpPr>
            <a:spLocks noGrp="1"/>
          </p:cNvSpPr>
          <p:nvPr>
            <p:ph type="pic" sz="quarter" idx="16"/>
          </p:nvPr>
        </p:nvSpPr>
        <p:spPr>
          <a:xfrm>
            <a:off x="9062033" y="3734121"/>
            <a:ext cx="2858767" cy="2857179"/>
          </a:xfrm>
          <a:prstGeom prst="rect">
            <a:avLst/>
          </a:prstGeom>
          <a:solidFill>
            <a:srgbClr val="53544A"/>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cxnSp>
        <p:nvCxnSpPr>
          <p:cNvPr id="18" name="Straight Connector 17">
            <a:extLst>
              <a:ext uri="{FF2B5EF4-FFF2-40B4-BE49-F238E27FC236}">
                <a16:creationId xmlns:a16="http://schemas.microsoft.com/office/drawing/2014/main" id="{5D5D9ACD-5E58-70FE-2D91-456F5D8594AE}"/>
              </a:ext>
            </a:extLst>
          </p:cNvPr>
          <p:cNvCxnSpPr>
            <a:cxnSpLocks/>
          </p:cNvCxnSpPr>
          <p:nvPr userDrawn="1"/>
        </p:nvCxnSpPr>
        <p:spPr>
          <a:xfrm flipH="1">
            <a:off x="262616" y="1469045"/>
            <a:ext cx="1166748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9" name="Text Placeholder 14">
            <a:extLst>
              <a:ext uri="{FF2B5EF4-FFF2-40B4-BE49-F238E27FC236}">
                <a16:creationId xmlns:a16="http://schemas.microsoft.com/office/drawing/2014/main" id="{C92B12EA-3292-844F-2545-A5DFDA3C18D9}"/>
              </a:ext>
            </a:extLst>
          </p:cNvPr>
          <p:cNvSpPr>
            <a:spLocks noGrp="1"/>
          </p:cNvSpPr>
          <p:nvPr>
            <p:ph type="body" sz="quarter" idx="30" hasCustomPrompt="1"/>
          </p:nvPr>
        </p:nvSpPr>
        <p:spPr>
          <a:xfrm>
            <a:off x="262766" y="1639903"/>
            <a:ext cx="7691873" cy="1789097"/>
          </a:xfrm>
        </p:spPr>
        <p:txBody>
          <a:bodyPr wrap="square">
            <a:noAutofit/>
          </a:bodyPr>
          <a:lstStyle>
            <a:lvl1pPr marL="319976" indent="-319976">
              <a:defRPr sz="2000">
                <a:solidFill>
                  <a:schemeClr val="bg1"/>
                </a:solidFill>
              </a:defRPr>
            </a:lvl1pPr>
          </a:lstStyle>
          <a:p>
            <a:pPr lvl="0"/>
            <a:r>
              <a:rPr lang="en-US"/>
              <a:t>Text supports bold formatting and can be resized to 16.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a:t>
            </a:r>
          </a:p>
        </p:txBody>
      </p:sp>
      <p:sp>
        <p:nvSpPr>
          <p:cNvPr id="6" name="Slide Number Placeholder 5">
            <a:extLst>
              <a:ext uri="{FF2B5EF4-FFF2-40B4-BE49-F238E27FC236}">
                <a16:creationId xmlns:a16="http://schemas.microsoft.com/office/drawing/2014/main" id="{0B88F685-1DEC-4941-CA43-AA890CBAD242}"/>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7" name="Title 17">
            <a:extLst>
              <a:ext uri="{FF2B5EF4-FFF2-40B4-BE49-F238E27FC236}">
                <a16:creationId xmlns:a16="http://schemas.microsoft.com/office/drawing/2014/main" id="{45284362-85EF-0F31-08A4-C83F56757F38}"/>
              </a:ext>
            </a:extLst>
          </p:cNvPr>
          <p:cNvSpPr>
            <a:spLocks noGrp="1"/>
          </p:cNvSpPr>
          <p:nvPr>
            <p:ph type="title" hasCustomPrompt="1"/>
          </p:nvPr>
        </p:nvSpPr>
        <p:spPr>
          <a:xfrm>
            <a:off x="262766" y="731667"/>
            <a:ext cx="11666617" cy="284694"/>
          </a:xfrm>
        </p:spPr>
        <p:txBody>
          <a:bodyPr anchor="t"/>
          <a:lstStyle>
            <a:lvl1pPr>
              <a:lnSpc>
                <a:spcPct val="90000"/>
              </a:lnSpc>
              <a:defRPr sz="2000" spc="0">
                <a:solidFill>
                  <a:schemeClr val="bg1"/>
                </a:solidFill>
              </a:defRPr>
            </a:lvl1pPr>
          </a:lstStyle>
          <a:p>
            <a:r>
              <a:rPr lang="en-US"/>
              <a:t>Header</a:t>
            </a:r>
          </a:p>
        </p:txBody>
      </p:sp>
    </p:spTree>
    <p:extLst>
      <p:ext uri="{BB962C8B-B14F-4D97-AF65-F5344CB8AC3E}">
        <p14:creationId xmlns:p14="http://schemas.microsoft.com/office/powerpoint/2010/main" val="12800880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nterior Process 3 (Dark)">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024D7C3-EBA1-7838-4CEE-C393D92EEDFB}"/>
              </a:ext>
            </a:extLst>
          </p:cNvPr>
          <p:cNvSpPr>
            <a:spLocks noGrp="1"/>
          </p:cNvSpPr>
          <p:nvPr>
            <p:ph type="pic" sz="quarter" idx="13"/>
          </p:nvPr>
        </p:nvSpPr>
        <p:spPr>
          <a:xfrm>
            <a:off x="262765" y="1735200"/>
            <a:ext cx="3715550" cy="3717218"/>
          </a:xfrm>
          <a:prstGeom prst="rect">
            <a:avLst/>
          </a:prstGeom>
          <a:solidFill>
            <a:srgbClr val="353731"/>
          </a:solidFill>
        </p:spPr>
        <p:txBody>
          <a:bodyPr lIns="360000" tIns="180000" rIns="360000" bIns="18000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endParaRPr lang="en-US"/>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solidFill>
                <a:schemeClr val="bg1"/>
              </a:solidFill>
            </a:endParaRPr>
          </a:p>
        </p:txBody>
      </p:sp>
      <p:sp>
        <p:nvSpPr>
          <p:cNvPr id="4" name="Slide Number Placeholder 5">
            <a:extLst>
              <a:ext uri="{FF2B5EF4-FFF2-40B4-BE49-F238E27FC236}">
                <a16:creationId xmlns:a16="http://schemas.microsoft.com/office/drawing/2014/main" id="{0082FFCD-E722-4410-0585-EC68380575D6}"/>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5" name="Text Placeholder 14">
            <a:extLst>
              <a:ext uri="{FF2B5EF4-FFF2-40B4-BE49-F238E27FC236}">
                <a16:creationId xmlns:a16="http://schemas.microsoft.com/office/drawing/2014/main" id="{78DC13F1-691D-8907-98A7-F1409C69DCB5}"/>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7" name="Title 17">
            <a:extLst>
              <a:ext uri="{FF2B5EF4-FFF2-40B4-BE49-F238E27FC236}">
                <a16:creationId xmlns:a16="http://schemas.microsoft.com/office/drawing/2014/main" id="{F63CB761-1316-DE32-E9EB-47AFA52DF2BC}"/>
              </a:ext>
            </a:extLst>
          </p:cNvPr>
          <p:cNvSpPr>
            <a:spLocks noGrp="1"/>
          </p:cNvSpPr>
          <p:nvPr>
            <p:ph type="title" hasCustomPrompt="1"/>
          </p:nvPr>
        </p:nvSpPr>
        <p:spPr>
          <a:xfrm>
            <a:off x="262766" y="731667"/>
            <a:ext cx="3715550" cy="284694"/>
          </a:xfrm>
        </p:spPr>
        <p:txBody>
          <a:bodyPr anchor="t"/>
          <a:lstStyle>
            <a:lvl1pPr>
              <a:lnSpc>
                <a:spcPct val="90000"/>
              </a:lnSpc>
              <a:defRPr sz="2000" spc="0">
                <a:solidFill>
                  <a:schemeClr val="bg1"/>
                </a:solidFill>
              </a:defRPr>
            </a:lvl1pPr>
          </a:lstStyle>
          <a:p>
            <a:r>
              <a:rPr lang="en-US"/>
              <a:t>Header</a:t>
            </a:r>
          </a:p>
        </p:txBody>
      </p:sp>
      <p:sp>
        <p:nvSpPr>
          <p:cNvPr id="12" name="Picture Placeholder 9">
            <a:extLst>
              <a:ext uri="{FF2B5EF4-FFF2-40B4-BE49-F238E27FC236}">
                <a16:creationId xmlns:a16="http://schemas.microsoft.com/office/drawing/2014/main" id="{6769024C-046D-8BE7-D3E2-C3D83C207C8D}"/>
              </a:ext>
            </a:extLst>
          </p:cNvPr>
          <p:cNvSpPr>
            <a:spLocks noGrp="1"/>
          </p:cNvSpPr>
          <p:nvPr>
            <p:ph type="pic" sz="quarter" idx="14"/>
          </p:nvPr>
        </p:nvSpPr>
        <p:spPr>
          <a:xfrm>
            <a:off x="4244775" y="1728555"/>
            <a:ext cx="3715550" cy="3717218"/>
          </a:xfrm>
          <a:prstGeom prst="rect">
            <a:avLst/>
          </a:prstGeom>
          <a:solidFill>
            <a:srgbClr val="53544A"/>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13" name="Picture Placeholder 9">
            <a:extLst>
              <a:ext uri="{FF2B5EF4-FFF2-40B4-BE49-F238E27FC236}">
                <a16:creationId xmlns:a16="http://schemas.microsoft.com/office/drawing/2014/main" id="{AA7EEC07-479C-F2A4-69A2-C9CF426FC45F}"/>
              </a:ext>
            </a:extLst>
          </p:cNvPr>
          <p:cNvSpPr>
            <a:spLocks noGrp="1"/>
          </p:cNvSpPr>
          <p:nvPr>
            <p:ph type="pic" sz="quarter" idx="15"/>
          </p:nvPr>
        </p:nvSpPr>
        <p:spPr>
          <a:xfrm>
            <a:off x="8200244" y="1735200"/>
            <a:ext cx="3717754" cy="3717218"/>
          </a:xfrm>
          <a:prstGeom prst="rect">
            <a:avLst/>
          </a:prstGeom>
          <a:solidFill>
            <a:srgbClr val="8B8C81"/>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a:solidFill>
                  <a:schemeClr val="bg1"/>
                </a:solidFill>
                <a:latin typeface="+mj-lt"/>
                <a:ea typeface="+mn-ea"/>
                <a:cs typeface="+mn-cs"/>
              </a:defRPr>
            </a:lvl1pPr>
          </a:lstStyle>
          <a:p>
            <a:pPr lvl="0">
              <a:buFont typeface="Arial" panose="020B0604020202020204" pitchFamily="34" charset="0"/>
              <a:buNone/>
            </a:pPr>
            <a:endParaRPr lang="en-US"/>
          </a:p>
        </p:txBody>
      </p:sp>
      <p:sp>
        <p:nvSpPr>
          <p:cNvPr id="14" name="Picture Placeholder 9">
            <a:extLst>
              <a:ext uri="{FF2B5EF4-FFF2-40B4-BE49-F238E27FC236}">
                <a16:creationId xmlns:a16="http://schemas.microsoft.com/office/drawing/2014/main" id="{7BF7C146-A555-722C-E230-8D951454B1BD}"/>
              </a:ext>
            </a:extLst>
          </p:cNvPr>
          <p:cNvSpPr>
            <a:spLocks noGrp="1"/>
          </p:cNvSpPr>
          <p:nvPr>
            <p:ph type="pic" sz="quarter" idx="16"/>
          </p:nvPr>
        </p:nvSpPr>
        <p:spPr>
          <a:xfrm>
            <a:off x="12420584" y="2039768"/>
            <a:ext cx="610995" cy="892217"/>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15" name="Text Placeholder 14">
            <a:extLst>
              <a:ext uri="{FF2B5EF4-FFF2-40B4-BE49-F238E27FC236}">
                <a16:creationId xmlns:a16="http://schemas.microsoft.com/office/drawing/2014/main" id="{EE30BE6F-39A9-359B-4941-3303830B1C1E}"/>
              </a:ext>
            </a:extLst>
          </p:cNvPr>
          <p:cNvSpPr>
            <a:spLocks noGrp="1"/>
          </p:cNvSpPr>
          <p:nvPr>
            <p:ph type="body" sz="quarter" idx="31" hasCustomPrompt="1"/>
          </p:nvPr>
        </p:nvSpPr>
        <p:spPr>
          <a:xfrm>
            <a:off x="262765" y="5959121"/>
            <a:ext cx="3715550" cy="632179"/>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6" name="Text Placeholder 14">
            <a:extLst>
              <a:ext uri="{FF2B5EF4-FFF2-40B4-BE49-F238E27FC236}">
                <a16:creationId xmlns:a16="http://schemas.microsoft.com/office/drawing/2014/main" id="{CEB33755-37C9-72C6-0C27-1A922D9220C8}"/>
              </a:ext>
            </a:extLst>
          </p:cNvPr>
          <p:cNvSpPr>
            <a:spLocks noGrp="1"/>
          </p:cNvSpPr>
          <p:nvPr>
            <p:ph type="body" sz="quarter" idx="32" hasCustomPrompt="1"/>
          </p:nvPr>
        </p:nvSpPr>
        <p:spPr>
          <a:xfrm>
            <a:off x="262765" y="5600700"/>
            <a:ext cx="3723244" cy="264688"/>
          </a:xfrm>
        </p:spPr>
        <p:txBody>
          <a:bodyPr wrap="square">
            <a:spAutoFit/>
          </a:bodyPr>
          <a:lstStyle>
            <a:lvl1pPr marL="319976" indent="-319976">
              <a:buNone/>
              <a:defRPr sz="1600">
                <a:solidFill>
                  <a:schemeClr val="bg1"/>
                </a:solidFill>
                <a:latin typeface="+mj-lt"/>
              </a:defRPr>
            </a:lvl1pPr>
          </a:lstStyle>
          <a:p>
            <a:pPr lvl="0"/>
            <a:r>
              <a:rPr lang="en-US"/>
              <a:t>Subhead 1</a:t>
            </a:r>
          </a:p>
        </p:txBody>
      </p:sp>
      <p:sp>
        <p:nvSpPr>
          <p:cNvPr id="17" name="Text Placeholder 14">
            <a:extLst>
              <a:ext uri="{FF2B5EF4-FFF2-40B4-BE49-F238E27FC236}">
                <a16:creationId xmlns:a16="http://schemas.microsoft.com/office/drawing/2014/main" id="{54764441-3898-F5EA-94B6-4B53BF846344}"/>
              </a:ext>
            </a:extLst>
          </p:cNvPr>
          <p:cNvSpPr>
            <a:spLocks noGrp="1"/>
          </p:cNvSpPr>
          <p:nvPr>
            <p:ph type="body" sz="quarter" idx="33" hasCustomPrompt="1"/>
          </p:nvPr>
        </p:nvSpPr>
        <p:spPr>
          <a:xfrm>
            <a:off x="4236707" y="5959121"/>
            <a:ext cx="3713316" cy="632179"/>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8" name="Text Placeholder 14">
            <a:extLst>
              <a:ext uri="{FF2B5EF4-FFF2-40B4-BE49-F238E27FC236}">
                <a16:creationId xmlns:a16="http://schemas.microsoft.com/office/drawing/2014/main" id="{CA9B9FC6-42F4-743B-8C67-26210D7AF4E5}"/>
              </a:ext>
            </a:extLst>
          </p:cNvPr>
          <p:cNvSpPr>
            <a:spLocks noGrp="1"/>
          </p:cNvSpPr>
          <p:nvPr>
            <p:ph type="body" sz="quarter" idx="34" hasCustomPrompt="1"/>
          </p:nvPr>
        </p:nvSpPr>
        <p:spPr>
          <a:xfrm>
            <a:off x="4236707" y="5600700"/>
            <a:ext cx="3721007" cy="264688"/>
          </a:xfrm>
        </p:spPr>
        <p:txBody>
          <a:bodyPr wrap="square">
            <a:spAutoFit/>
          </a:bodyPr>
          <a:lstStyle>
            <a:lvl1pPr marL="319976" indent="-319976">
              <a:buNone/>
              <a:defRPr sz="1600">
                <a:solidFill>
                  <a:schemeClr val="bg1"/>
                </a:solidFill>
                <a:latin typeface="+mj-lt"/>
              </a:defRPr>
            </a:lvl1pPr>
          </a:lstStyle>
          <a:p>
            <a:pPr lvl="0"/>
            <a:r>
              <a:rPr lang="en-US"/>
              <a:t>Subhead 2</a:t>
            </a:r>
          </a:p>
        </p:txBody>
      </p:sp>
      <p:sp>
        <p:nvSpPr>
          <p:cNvPr id="19" name="Text Placeholder 14">
            <a:extLst>
              <a:ext uri="{FF2B5EF4-FFF2-40B4-BE49-F238E27FC236}">
                <a16:creationId xmlns:a16="http://schemas.microsoft.com/office/drawing/2014/main" id="{E48FA483-C77E-DFE7-186C-207BB20AE392}"/>
              </a:ext>
            </a:extLst>
          </p:cNvPr>
          <p:cNvSpPr>
            <a:spLocks noGrp="1"/>
          </p:cNvSpPr>
          <p:nvPr>
            <p:ph type="body" sz="quarter" idx="35" hasCustomPrompt="1"/>
          </p:nvPr>
        </p:nvSpPr>
        <p:spPr>
          <a:xfrm>
            <a:off x="8204681" y="5959121"/>
            <a:ext cx="3713316" cy="632179"/>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3" name="Text Placeholder 14">
            <a:extLst>
              <a:ext uri="{FF2B5EF4-FFF2-40B4-BE49-F238E27FC236}">
                <a16:creationId xmlns:a16="http://schemas.microsoft.com/office/drawing/2014/main" id="{0839DA32-802C-CE79-5AA8-37114AF94FD2}"/>
              </a:ext>
            </a:extLst>
          </p:cNvPr>
          <p:cNvSpPr>
            <a:spLocks noGrp="1"/>
          </p:cNvSpPr>
          <p:nvPr>
            <p:ph type="body" sz="quarter" idx="36" hasCustomPrompt="1"/>
          </p:nvPr>
        </p:nvSpPr>
        <p:spPr>
          <a:xfrm>
            <a:off x="8204681" y="5600700"/>
            <a:ext cx="3721007" cy="264688"/>
          </a:xfrm>
        </p:spPr>
        <p:txBody>
          <a:bodyPr wrap="square">
            <a:spAutoFit/>
          </a:bodyPr>
          <a:lstStyle>
            <a:lvl1pPr marL="319976" indent="-319976">
              <a:buNone/>
              <a:defRPr sz="1600">
                <a:solidFill>
                  <a:schemeClr val="bg1"/>
                </a:solidFill>
                <a:latin typeface="+mj-lt"/>
              </a:defRPr>
            </a:lvl1pPr>
          </a:lstStyle>
          <a:p>
            <a:pPr lvl="0"/>
            <a:r>
              <a:rPr lang="en-US"/>
              <a:t>Subhead 3</a:t>
            </a:r>
          </a:p>
        </p:txBody>
      </p:sp>
      <p:sp>
        <p:nvSpPr>
          <p:cNvPr id="30" name="Text Placeholder 14">
            <a:extLst>
              <a:ext uri="{FF2B5EF4-FFF2-40B4-BE49-F238E27FC236}">
                <a16:creationId xmlns:a16="http://schemas.microsoft.com/office/drawing/2014/main" id="{5E0614F2-5E12-6CA8-974E-8DA210CC0C60}"/>
              </a:ext>
            </a:extLst>
          </p:cNvPr>
          <p:cNvSpPr>
            <a:spLocks noGrp="1"/>
          </p:cNvSpPr>
          <p:nvPr>
            <p:ph type="body" sz="quarter" idx="37" hasCustomPrompt="1"/>
          </p:nvPr>
        </p:nvSpPr>
        <p:spPr>
          <a:xfrm>
            <a:off x="12409070" y="3419164"/>
            <a:ext cx="615764" cy="264688"/>
          </a:xfrm>
        </p:spPr>
        <p:txBody>
          <a:bodyPr wrap="square">
            <a:noAutofit/>
          </a:bodyPr>
          <a:lstStyle>
            <a:lvl1pPr marL="182843" indent="-182843">
              <a:defRPr sz="900">
                <a:solidFill>
                  <a:schemeClr val="bg1"/>
                </a:solidFill>
              </a:defRPr>
            </a:lvl1pPr>
          </a:lstStyle>
          <a:p>
            <a:pPr lvl="0"/>
            <a:r>
              <a:rPr lang="en-US"/>
              <a:t>C4</a:t>
            </a:r>
          </a:p>
        </p:txBody>
      </p:sp>
      <p:sp>
        <p:nvSpPr>
          <p:cNvPr id="31" name="Text Placeholder 14">
            <a:extLst>
              <a:ext uri="{FF2B5EF4-FFF2-40B4-BE49-F238E27FC236}">
                <a16:creationId xmlns:a16="http://schemas.microsoft.com/office/drawing/2014/main" id="{79D3BAA3-1865-5C48-D902-5A15B97A02DE}"/>
              </a:ext>
            </a:extLst>
          </p:cNvPr>
          <p:cNvSpPr>
            <a:spLocks noGrp="1"/>
          </p:cNvSpPr>
          <p:nvPr>
            <p:ph type="body" sz="quarter" idx="38" hasCustomPrompt="1"/>
          </p:nvPr>
        </p:nvSpPr>
        <p:spPr>
          <a:xfrm>
            <a:off x="12409071" y="3060743"/>
            <a:ext cx="617040" cy="264688"/>
          </a:xfrm>
        </p:spPr>
        <p:txBody>
          <a:bodyPr wrap="square">
            <a:spAutoFit/>
          </a:bodyPr>
          <a:lstStyle>
            <a:lvl1pPr marL="319976" indent="-319976">
              <a:buNone/>
              <a:defRPr sz="1600">
                <a:solidFill>
                  <a:schemeClr val="bg1"/>
                </a:solidFill>
                <a:latin typeface="+mj-lt"/>
              </a:defRPr>
            </a:lvl1pPr>
          </a:lstStyle>
          <a:p>
            <a:pPr lvl="0"/>
            <a:r>
              <a:rPr lang="en-US"/>
              <a:t>T4</a:t>
            </a:r>
          </a:p>
        </p:txBody>
      </p:sp>
      <p:sp>
        <p:nvSpPr>
          <p:cNvPr id="32" name="Picture Placeholder 9">
            <a:extLst>
              <a:ext uri="{FF2B5EF4-FFF2-40B4-BE49-F238E27FC236}">
                <a16:creationId xmlns:a16="http://schemas.microsoft.com/office/drawing/2014/main" id="{231311E1-1A72-F034-4B41-4D8DF4CBDB3A}"/>
              </a:ext>
            </a:extLst>
          </p:cNvPr>
          <p:cNvSpPr>
            <a:spLocks noGrp="1"/>
          </p:cNvSpPr>
          <p:nvPr>
            <p:ph type="pic" sz="quarter" idx="39"/>
          </p:nvPr>
        </p:nvSpPr>
        <p:spPr>
          <a:xfrm>
            <a:off x="12419777" y="3924300"/>
            <a:ext cx="610995" cy="892217"/>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33" name="Text Placeholder 14">
            <a:extLst>
              <a:ext uri="{FF2B5EF4-FFF2-40B4-BE49-F238E27FC236}">
                <a16:creationId xmlns:a16="http://schemas.microsoft.com/office/drawing/2014/main" id="{AB15097E-BE35-915C-5C42-D7DD7F9F60CE}"/>
              </a:ext>
            </a:extLst>
          </p:cNvPr>
          <p:cNvSpPr>
            <a:spLocks noGrp="1"/>
          </p:cNvSpPr>
          <p:nvPr>
            <p:ph type="body" sz="quarter" idx="40" hasCustomPrompt="1"/>
          </p:nvPr>
        </p:nvSpPr>
        <p:spPr>
          <a:xfrm>
            <a:off x="12418302" y="5313429"/>
            <a:ext cx="610995" cy="264688"/>
          </a:xfrm>
        </p:spPr>
        <p:txBody>
          <a:bodyPr wrap="square">
            <a:noAutofit/>
          </a:bodyPr>
          <a:lstStyle>
            <a:lvl1pPr marL="182843" indent="-182843">
              <a:defRPr sz="900">
                <a:solidFill>
                  <a:schemeClr val="bg1"/>
                </a:solidFill>
              </a:defRPr>
            </a:lvl1pPr>
          </a:lstStyle>
          <a:p>
            <a:pPr lvl="0"/>
            <a:r>
              <a:rPr lang="en-US"/>
              <a:t>C5</a:t>
            </a:r>
          </a:p>
        </p:txBody>
      </p:sp>
      <p:sp>
        <p:nvSpPr>
          <p:cNvPr id="34" name="Text Placeholder 14">
            <a:extLst>
              <a:ext uri="{FF2B5EF4-FFF2-40B4-BE49-F238E27FC236}">
                <a16:creationId xmlns:a16="http://schemas.microsoft.com/office/drawing/2014/main" id="{2815C39E-4D27-A812-4BEB-C543FDD661BE}"/>
              </a:ext>
            </a:extLst>
          </p:cNvPr>
          <p:cNvSpPr>
            <a:spLocks noGrp="1"/>
          </p:cNvSpPr>
          <p:nvPr>
            <p:ph type="body" sz="quarter" idx="41" hasCustomPrompt="1"/>
          </p:nvPr>
        </p:nvSpPr>
        <p:spPr>
          <a:xfrm>
            <a:off x="12418302" y="4955008"/>
            <a:ext cx="612261" cy="264688"/>
          </a:xfrm>
        </p:spPr>
        <p:txBody>
          <a:bodyPr wrap="square">
            <a:spAutoFit/>
          </a:bodyPr>
          <a:lstStyle>
            <a:lvl1pPr marL="319976" indent="-319976">
              <a:buNone/>
              <a:defRPr sz="1600">
                <a:solidFill>
                  <a:schemeClr val="bg1"/>
                </a:solidFill>
                <a:latin typeface="+mj-lt"/>
              </a:defRPr>
            </a:lvl1pPr>
          </a:lstStyle>
          <a:p>
            <a:pPr lvl="0"/>
            <a:r>
              <a:rPr lang="en-US"/>
              <a:t>T4</a:t>
            </a:r>
          </a:p>
        </p:txBody>
      </p:sp>
      <p:sp>
        <p:nvSpPr>
          <p:cNvPr id="35" name="Text Placeholder 7">
            <a:extLst>
              <a:ext uri="{FF2B5EF4-FFF2-40B4-BE49-F238E27FC236}">
                <a16:creationId xmlns:a16="http://schemas.microsoft.com/office/drawing/2014/main" id="{CBC226D9-9A43-E5BF-7F23-08A016DE47FA}"/>
              </a:ext>
            </a:extLst>
          </p:cNvPr>
          <p:cNvSpPr>
            <a:spLocks noGrp="1"/>
          </p:cNvSpPr>
          <p:nvPr>
            <p:ph type="body" sz="quarter" idx="42" hasCustomPrompt="1"/>
          </p:nvPr>
        </p:nvSpPr>
        <p:spPr>
          <a:xfrm>
            <a:off x="259032" y="1736684"/>
            <a:ext cx="3719284" cy="1195301"/>
          </a:xfrm>
        </p:spPr>
        <p:txBody>
          <a:bodyPr wrap="none" lIns="180000">
            <a:noAutofit/>
          </a:bodyPr>
          <a:lstStyle>
            <a:lvl1pPr>
              <a:buNone/>
              <a:defRPr lang="en-US" sz="69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01</a:t>
            </a:r>
          </a:p>
        </p:txBody>
      </p:sp>
      <p:sp>
        <p:nvSpPr>
          <p:cNvPr id="36" name="Text Placeholder 7">
            <a:extLst>
              <a:ext uri="{FF2B5EF4-FFF2-40B4-BE49-F238E27FC236}">
                <a16:creationId xmlns:a16="http://schemas.microsoft.com/office/drawing/2014/main" id="{7F72DC9F-9F81-BA63-42D5-91C095BBDA58}"/>
              </a:ext>
            </a:extLst>
          </p:cNvPr>
          <p:cNvSpPr>
            <a:spLocks noGrp="1"/>
          </p:cNvSpPr>
          <p:nvPr>
            <p:ph type="body" sz="quarter" idx="43" hasCustomPrompt="1"/>
          </p:nvPr>
        </p:nvSpPr>
        <p:spPr>
          <a:xfrm>
            <a:off x="4240259" y="1736684"/>
            <a:ext cx="3715731" cy="1195301"/>
          </a:xfrm>
        </p:spPr>
        <p:txBody>
          <a:bodyPr wrap="none" lIns="180000">
            <a:noAutofit/>
          </a:bodyPr>
          <a:lstStyle>
            <a:lvl1pPr>
              <a:buNone/>
              <a:defRPr lang="en-US" sz="69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02</a:t>
            </a:r>
          </a:p>
        </p:txBody>
      </p:sp>
      <p:sp>
        <p:nvSpPr>
          <p:cNvPr id="37" name="Text Placeholder 7">
            <a:extLst>
              <a:ext uri="{FF2B5EF4-FFF2-40B4-BE49-F238E27FC236}">
                <a16:creationId xmlns:a16="http://schemas.microsoft.com/office/drawing/2014/main" id="{C2487158-639C-ADCA-C5B3-F1B977725335}"/>
              </a:ext>
            </a:extLst>
          </p:cNvPr>
          <p:cNvSpPr>
            <a:spLocks noGrp="1"/>
          </p:cNvSpPr>
          <p:nvPr>
            <p:ph type="body" sz="quarter" idx="44" hasCustomPrompt="1"/>
          </p:nvPr>
        </p:nvSpPr>
        <p:spPr>
          <a:xfrm>
            <a:off x="8202448" y="1736684"/>
            <a:ext cx="3715550" cy="1195301"/>
          </a:xfrm>
        </p:spPr>
        <p:txBody>
          <a:bodyPr wrap="none" lIns="180000">
            <a:noAutofit/>
          </a:bodyPr>
          <a:lstStyle>
            <a:lvl1pPr>
              <a:buNone/>
              <a:defRPr lang="en-US" sz="69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03</a:t>
            </a:r>
          </a:p>
        </p:txBody>
      </p:sp>
      <p:sp>
        <p:nvSpPr>
          <p:cNvPr id="38" name="Text Placeholder 7">
            <a:extLst>
              <a:ext uri="{FF2B5EF4-FFF2-40B4-BE49-F238E27FC236}">
                <a16:creationId xmlns:a16="http://schemas.microsoft.com/office/drawing/2014/main" id="{74D327C1-1E82-AB86-80B0-30946FF6F4C0}"/>
              </a:ext>
            </a:extLst>
          </p:cNvPr>
          <p:cNvSpPr>
            <a:spLocks noGrp="1"/>
          </p:cNvSpPr>
          <p:nvPr>
            <p:ph type="body" sz="quarter" idx="45" hasCustomPrompt="1"/>
          </p:nvPr>
        </p:nvSpPr>
        <p:spPr>
          <a:xfrm>
            <a:off x="12420584" y="2041252"/>
            <a:ext cx="610995" cy="892217"/>
          </a:xfrm>
        </p:spPr>
        <p:txBody>
          <a:bodyPr wrap="none" lIns="180000">
            <a:noAutofit/>
          </a:bodyPr>
          <a:lstStyle>
            <a:lvl1pPr>
              <a:buNone/>
              <a:defRPr lang="en-US" sz="900"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04</a:t>
            </a:r>
          </a:p>
        </p:txBody>
      </p:sp>
      <p:sp>
        <p:nvSpPr>
          <p:cNvPr id="39" name="Text Placeholder 7">
            <a:extLst>
              <a:ext uri="{FF2B5EF4-FFF2-40B4-BE49-F238E27FC236}">
                <a16:creationId xmlns:a16="http://schemas.microsoft.com/office/drawing/2014/main" id="{EE999BC7-8586-8431-243E-4C5BFE707E7C}"/>
              </a:ext>
            </a:extLst>
          </p:cNvPr>
          <p:cNvSpPr>
            <a:spLocks noGrp="1"/>
          </p:cNvSpPr>
          <p:nvPr>
            <p:ph type="body" sz="quarter" idx="46" hasCustomPrompt="1"/>
          </p:nvPr>
        </p:nvSpPr>
        <p:spPr>
          <a:xfrm>
            <a:off x="12419300" y="3925784"/>
            <a:ext cx="611994" cy="892217"/>
          </a:xfrm>
        </p:spPr>
        <p:txBody>
          <a:bodyPr wrap="none" lIns="180000">
            <a:noAutofit/>
          </a:bodyPr>
          <a:lstStyle>
            <a:lvl1pPr>
              <a:buNone/>
              <a:defRPr lang="en-US" sz="900"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05</a:t>
            </a:r>
          </a:p>
        </p:txBody>
      </p:sp>
    </p:spTree>
    <p:extLst>
      <p:ext uri="{BB962C8B-B14F-4D97-AF65-F5344CB8AC3E}">
        <p14:creationId xmlns:p14="http://schemas.microsoft.com/office/powerpoint/2010/main" val="9174729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nterior Process 4 (Dark)">
    <p:bg>
      <p:bgPr>
        <a:solidFill>
          <a:schemeClr val="tx1"/>
        </a:solidFill>
        <a:effectLst/>
      </p:bgPr>
    </p:bg>
    <p:spTree>
      <p:nvGrpSpPr>
        <p:cNvPr id="1" name=""/>
        <p:cNvGrpSpPr/>
        <p:nvPr/>
      </p:nvGrpSpPr>
      <p:grpSpPr>
        <a:xfrm>
          <a:off x="0" y="0"/>
          <a:ext cx="0" cy="0"/>
          <a:chOff x="0" y="0"/>
          <a:chExt cx="0" cy="0"/>
        </a:xfrm>
      </p:grpSpPr>
      <p:sp>
        <p:nvSpPr>
          <p:cNvPr id="32" name="Picture Placeholder 9">
            <a:extLst>
              <a:ext uri="{FF2B5EF4-FFF2-40B4-BE49-F238E27FC236}">
                <a16:creationId xmlns:a16="http://schemas.microsoft.com/office/drawing/2014/main" id="{3FBC1816-130D-DDF9-E072-D200ACC445C4}"/>
              </a:ext>
            </a:extLst>
          </p:cNvPr>
          <p:cNvSpPr>
            <a:spLocks noGrp="1"/>
          </p:cNvSpPr>
          <p:nvPr>
            <p:ph type="pic" sz="quarter" idx="13"/>
          </p:nvPr>
        </p:nvSpPr>
        <p:spPr>
          <a:xfrm>
            <a:off x="262766" y="1735200"/>
            <a:ext cx="2742843" cy="2743200"/>
          </a:xfrm>
          <a:prstGeom prst="rect">
            <a:avLst/>
          </a:prstGeom>
          <a:solidFill>
            <a:srgbClr val="353731"/>
          </a:solidFill>
        </p:spPr>
        <p:txBody>
          <a:bodyPr lIns="360000" tIns="180000" rIns="360000" bIns="18000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endParaRPr lang="en-US"/>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solidFill>
                <a:schemeClr val="bg1"/>
              </a:solidFill>
            </a:endParaRPr>
          </a:p>
        </p:txBody>
      </p:sp>
      <p:sp>
        <p:nvSpPr>
          <p:cNvPr id="5" name="Slide Number Placeholder 5">
            <a:extLst>
              <a:ext uri="{FF2B5EF4-FFF2-40B4-BE49-F238E27FC236}">
                <a16:creationId xmlns:a16="http://schemas.microsoft.com/office/drawing/2014/main" id="{D608C63A-3F26-D834-37DB-753DEA39A3BB}"/>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14">
            <a:extLst>
              <a:ext uri="{FF2B5EF4-FFF2-40B4-BE49-F238E27FC236}">
                <a16:creationId xmlns:a16="http://schemas.microsoft.com/office/drawing/2014/main" id="{94BBC751-C879-FB3B-85EE-110E43E33C78}"/>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7" name="Title 17">
            <a:extLst>
              <a:ext uri="{FF2B5EF4-FFF2-40B4-BE49-F238E27FC236}">
                <a16:creationId xmlns:a16="http://schemas.microsoft.com/office/drawing/2014/main" id="{C31E4050-544A-E5CD-69EE-23EAE4604F4C}"/>
              </a:ext>
            </a:extLst>
          </p:cNvPr>
          <p:cNvSpPr>
            <a:spLocks noGrp="1"/>
          </p:cNvSpPr>
          <p:nvPr>
            <p:ph type="title" hasCustomPrompt="1"/>
          </p:nvPr>
        </p:nvSpPr>
        <p:spPr>
          <a:xfrm>
            <a:off x="262766" y="731667"/>
            <a:ext cx="3715550" cy="284694"/>
          </a:xfrm>
        </p:spPr>
        <p:txBody>
          <a:bodyPr anchor="t"/>
          <a:lstStyle>
            <a:lvl1pPr>
              <a:lnSpc>
                <a:spcPct val="90000"/>
              </a:lnSpc>
              <a:defRPr sz="2000" spc="0">
                <a:solidFill>
                  <a:schemeClr val="bg1"/>
                </a:solidFill>
              </a:defRPr>
            </a:lvl1pPr>
          </a:lstStyle>
          <a:p>
            <a:r>
              <a:rPr lang="en-US"/>
              <a:t>Header</a:t>
            </a:r>
          </a:p>
        </p:txBody>
      </p:sp>
      <p:sp>
        <p:nvSpPr>
          <p:cNvPr id="33" name="Picture Placeholder 9">
            <a:extLst>
              <a:ext uri="{FF2B5EF4-FFF2-40B4-BE49-F238E27FC236}">
                <a16:creationId xmlns:a16="http://schemas.microsoft.com/office/drawing/2014/main" id="{416BB3FD-6BE9-4996-7CE2-0B9725292E90}"/>
              </a:ext>
            </a:extLst>
          </p:cNvPr>
          <p:cNvSpPr>
            <a:spLocks noGrp="1"/>
          </p:cNvSpPr>
          <p:nvPr>
            <p:ph type="pic" sz="quarter" idx="14"/>
          </p:nvPr>
        </p:nvSpPr>
        <p:spPr>
          <a:xfrm>
            <a:off x="3231126" y="1735200"/>
            <a:ext cx="2742843" cy="2743200"/>
          </a:xfrm>
          <a:prstGeom prst="rect">
            <a:avLst/>
          </a:prstGeom>
          <a:solidFill>
            <a:srgbClr val="53544A"/>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34" name="Picture Placeholder 9">
            <a:extLst>
              <a:ext uri="{FF2B5EF4-FFF2-40B4-BE49-F238E27FC236}">
                <a16:creationId xmlns:a16="http://schemas.microsoft.com/office/drawing/2014/main" id="{1F171DC8-6CD5-11D1-C52C-EB892148E603}"/>
              </a:ext>
            </a:extLst>
          </p:cNvPr>
          <p:cNvSpPr>
            <a:spLocks noGrp="1"/>
          </p:cNvSpPr>
          <p:nvPr>
            <p:ph type="pic" sz="quarter" idx="15"/>
          </p:nvPr>
        </p:nvSpPr>
        <p:spPr>
          <a:xfrm>
            <a:off x="6199486" y="1735200"/>
            <a:ext cx="2742843" cy="2743200"/>
          </a:xfrm>
          <a:prstGeom prst="rect">
            <a:avLst/>
          </a:prstGeom>
          <a:solidFill>
            <a:srgbClr val="8B8C81"/>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a:solidFill>
                  <a:schemeClr val="bg1"/>
                </a:solidFill>
                <a:latin typeface="+mj-lt"/>
                <a:ea typeface="+mn-ea"/>
                <a:cs typeface="+mn-cs"/>
              </a:defRPr>
            </a:lvl1pPr>
          </a:lstStyle>
          <a:p>
            <a:pPr lvl="0">
              <a:buFont typeface="Arial" panose="020B0604020202020204" pitchFamily="34" charset="0"/>
              <a:buNone/>
            </a:pPr>
            <a:endParaRPr lang="en-US"/>
          </a:p>
        </p:txBody>
      </p:sp>
      <p:sp>
        <p:nvSpPr>
          <p:cNvPr id="43" name="Picture Placeholder 9">
            <a:extLst>
              <a:ext uri="{FF2B5EF4-FFF2-40B4-BE49-F238E27FC236}">
                <a16:creationId xmlns:a16="http://schemas.microsoft.com/office/drawing/2014/main" id="{6C757825-FDFB-15BA-1D08-66ED87F59F73}"/>
              </a:ext>
            </a:extLst>
          </p:cNvPr>
          <p:cNvSpPr>
            <a:spLocks noGrp="1"/>
          </p:cNvSpPr>
          <p:nvPr>
            <p:ph type="pic" sz="quarter" idx="16"/>
          </p:nvPr>
        </p:nvSpPr>
        <p:spPr>
          <a:xfrm>
            <a:off x="9167846" y="1735200"/>
            <a:ext cx="2742843" cy="2743200"/>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48" name="Text Placeholder 14">
            <a:extLst>
              <a:ext uri="{FF2B5EF4-FFF2-40B4-BE49-F238E27FC236}">
                <a16:creationId xmlns:a16="http://schemas.microsoft.com/office/drawing/2014/main" id="{F873471E-D63C-D56B-B7B7-B3408B437D93}"/>
              </a:ext>
            </a:extLst>
          </p:cNvPr>
          <p:cNvSpPr>
            <a:spLocks noGrp="1"/>
          </p:cNvSpPr>
          <p:nvPr>
            <p:ph type="body" sz="quarter" idx="31" hasCustomPrompt="1"/>
          </p:nvPr>
        </p:nvSpPr>
        <p:spPr>
          <a:xfrm>
            <a:off x="262766" y="5081525"/>
            <a:ext cx="2742843" cy="1509775"/>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49" name="Text Placeholder 14">
            <a:extLst>
              <a:ext uri="{FF2B5EF4-FFF2-40B4-BE49-F238E27FC236}">
                <a16:creationId xmlns:a16="http://schemas.microsoft.com/office/drawing/2014/main" id="{CEA2D9EB-0C19-C9EF-F272-D20735A1B650}"/>
              </a:ext>
            </a:extLst>
          </p:cNvPr>
          <p:cNvSpPr>
            <a:spLocks noGrp="1"/>
          </p:cNvSpPr>
          <p:nvPr>
            <p:ph type="body" sz="quarter" idx="32" hasCustomPrompt="1"/>
          </p:nvPr>
        </p:nvSpPr>
        <p:spPr>
          <a:xfrm>
            <a:off x="262766" y="4723104"/>
            <a:ext cx="2742843" cy="264688"/>
          </a:xfrm>
        </p:spPr>
        <p:txBody>
          <a:bodyPr wrap="square">
            <a:spAutoFit/>
          </a:bodyPr>
          <a:lstStyle>
            <a:lvl1pPr marL="319976" indent="-319976">
              <a:buNone/>
              <a:defRPr sz="1600">
                <a:solidFill>
                  <a:schemeClr val="bg1"/>
                </a:solidFill>
                <a:latin typeface="+mj-lt"/>
              </a:defRPr>
            </a:lvl1pPr>
          </a:lstStyle>
          <a:p>
            <a:pPr lvl="0"/>
            <a:r>
              <a:rPr lang="en-US"/>
              <a:t>Subhead 1</a:t>
            </a:r>
          </a:p>
        </p:txBody>
      </p:sp>
      <p:sp>
        <p:nvSpPr>
          <p:cNvPr id="50" name="Text Placeholder 14">
            <a:extLst>
              <a:ext uri="{FF2B5EF4-FFF2-40B4-BE49-F238E27FC236}">
                <a16:creationId xmlns:a16="http://schemas.microsoft.com/office/drawing/2014/main" id="{B72E9FA2-8881-D071-63C4-9E2FB68A82F4}"/>
              </a:ext>
            </a:extLst>
          </p:cNvPr>
          <p:cNvSpPr>
            <a:spLocks noGrp="1"/>
          </p:cNvSpPr>
          <p:nvPr>
            <p:ph type="body" sz="quarter" idx="33" hasCustomPrompt="1"/>
          </p:nvPr>
        </p:nvSpPr>
        <p:spPr>
          <a:xfrm>
            <a:off x="3230604" y="5081525"/>
            <a:ext cx="2742843" cy="1509775"/>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51" name="Text Placeholder 14">
            <a:extLst>
              <a:ext uri="{FF2B5EF4-FFF2-40B4-BE49-F238E27FC236}">
                <a16:creationId xmlns:a16="http://schemas.microsoft.com/office/drawing/2014/main" id="{041614BD-A03E-90AA-19FF-BAE4A19638C4}"/>
              </a:ext>
            </a:extLst>
          </p:cNvPr>
          <p:cNvSpPr>
            <a:spLocks noGrp="1"/>
          </p:cNvSpPr>
          <p:nvPr>
            <p:ph type="body" sz="quarter" idx="34" hasCustomPrompt="1"/>
          </p:nvPr>
        </p:nvSpPr>
        <p:spPr>
          <a:xfrm>
            <a:off x="3230604" y="4723104"/>
            <a:ext cx="2742843" cy="264688"/>
          </a:xfrm>
        </p:spPr>
        <p:txBody>
          <a:bodyPr wrap="square">
            <a:spAutoFit/>
          </a:bodyPr>
          <a:lstStyle>
            <a:lvl1pPr marL="319976" indent="-319976">
              <a:buNone/>
              <a:defRPr sz="1600">
                <a:solidFill>
                  <a:schemeClr val="bg1"/>
                </a:solidFill>
                <a:latin typeface="+mj-lt"/>
              </a:defRPr>
            </a:lvl1pPr>
          </a:lstStyle>
          <a:p>
            <a:pPr lvl="0"/>
            <a:r>
              <a:rPr lang="en-US"/>
              <a:t>Subhead 2</a:t>
            </a:r>
          </a:p>
        </p:txBody>
      </p:sp>
      <p:sp>
        <p:nvSpPr>
          <p:cNvPr id="52" name="Text Placeholder 14">
            <a:extLst>
              <a:ext uri="{FF2B5EF4-FFF2-40B4-BE49-F238E27FC236}">
                <a16:creationId xmlns:a16="http://schemas.microsoft.com/office/drawing/2014/main" id="{2996E285-E95C-DAE2-37B5-ED6691CFB153}"/>
              </a:ext>
            </a:extLst>
          </p:cNvPr>
          <p:cNvSpPr>
            <a:spLocks noGrp="1"/>
          </p:cNvSpPr>
          <p:nvPr>
            <p:ph type="body" sz="quarter" idx="35" hasCustomPrompt="1"/>
          </p:nvPr>
        </p:nvSpPr>
        <p:spPr>
          <a:xfrm>
            <a:off x="6199129" y="5081525"/>
            <a:ext cx="2742843" cy="1509775"/>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53" name="Text Placeholder 14">
            <a:extLst>
              <a:ext uri="{FF2B5EF4-FFF2-40B4-BE49-F238E27FC236}">
                <a16:creationId xmlns:a16="http://schemas.microsoft.com/office/drawing/2014/main" id="{FB6EE503-CBB2-0921-23C0-17F38B9C57ED}"/>
              </a:ext>
            </a:extLst>
          </p:cNvPr>
          <p:cNvSpPr>
            <a:spLocks noGrp="1"/>
          </p:cNvSpPr>
          <p:nvPr>
            <p:ph type="body" sz="quarter" idx="36" hasCustomPrompt="1"/>
          </p:nvPr>
        </p:nvSpPr>
        <p:spPr>
          <a:xfrm>
            <a:off x="6199129" y="4723104"/>
            <a:ext cx="2742843" cy="264688"/>
          </a:xfrm>
        </p:spPr>
        <p:txBody>
          <a:bodyPr wrap="square">
            <a:spAutoFit/>
          </a:bodyPr>
          <a:lstStyle>
            <a:lvl1pPr marL="319976" indent="-319976">
              <a:buNone/>
              <a:defRPr sz="1600">
                <a:solidFill>
                  <a:schemeClr val="bg1"/>
                </a:solidFill>
                <a:latin typeface="+mj-lt"/>
              </a:defRPr>
            </a:lvl1pPr>
          </a:lstStyle>
          <a:p>
            <a:pPr lvl="0"/>
            <a:r>
              <a:rPr lang="en-US"/>
              <a:t>Subhead 3</a:t>
            </a:r>
          </a:p>
        </p:txBody>
      </p:sp>
      <p:sp>
        <p:nvSpPr>
          <p:cNvPr id="54" name="Text Placeholder 14">
            <a:extLst>
              <a:ext uri="{FF2B5EF4-FFF2-40B4-BE49-F238E27FC236}">
                <a16:creationId xmlns:a16="http://schemas.microsoft.com/office/drawing/2014/main" id="{1F179B14-31F3-1E33-CE07-EF868668F6A2}"/>
              </a:ext>
            </a:extLst>
          </p:cNvPr>
          <p:cNvSpPr>
            <a:spLocks noGrp="1"/>
          </p:cNvSpPr>
          <p:nvPr>
            <p:ph type="body" sz="quarter" idx="37" hasCustomPrompt="1"/>
          </p:nvPr>
        </p:nvSpPr>
        <p:spPr>
          <a:xfrm>
            <a:off x="9167845" y="5081525"/>
            <a:ext cx="2742843" cy="1509775"/>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55" name="Text Placeholder 14">
            <a:extLst>
              <a:ext uri="{FF2B5EF4-FFF2-40B4-BE49-F238E27FC236}">
                <a16:creationId xmlns:a16="http://schemas.microsoft.com/office/drawing/2014/main" id="{3F134CEF-1391-7DA0-62C8-62983B83F0C3}"/>
              </a:ext>
            </a:extLst>
          </p:cNvPr>
          <p:cNvSpPr>
            <a:spLocks noGrp="1"/>
          </p:cNvSpPr>
          <p:nvPr>
            <p:ph type="body" sz="quarter" idx="38" hasCustomPrompt="1"/>
          </p:nvPr>
        </p:nvSpPr>
        <p:spPr>
          <a:xfrm>
            <a:off x="9167846" y="4723104"/>
            <a:ext cx="2742843" cy="264688"/>
          </a:xfrm>
        </p:spPr>
        <p:txBody>
          <a:bodyPr wrap="square">
            <a:spAutoFit/>
          </a:bodyPr>
          <a:lstStyle>
            <a:lvl1pPr marL="319976" indent="-319976">
              <a:buNone/>
              <a:defRPr sz="1600">
                <a:solidFill>
                  <a:schemeClr val="bg1"/>
                </a:solidFill>
                <a:latin typeface="+mj-lt"/>
              </a:defRPr>
            </a:lvl1pPr>
          </a:lstStyle>
          <a:p>
            <a:pPr lvl="0"/>
            <a:r>
              <a:rPr lang="en-US"/>
              <a:t>Subhead 4</a:t>
            </a:r>
          </a:p>
        </p:txBody>
      </p:sp>
      <p:sp>
        <p:nvSpPr>
          <p:cNvPr id="56" name="Picture Placeholder 9">
            <a:extLst>
              <a:ext uri="{FF2B5EF4-FFF2-40B4-BE49-F238E27FC236}">
                <a16:creationId xmlns:a16="http://schemas.microsoft.com/office/drawing/2014/main" id="{FFC69876-0A17-97C0-4F42-FB6E271CC4B6}"/>
              </a:ext>
            </a:extLst>
          </p:cNvPr>
          <p:cNvSpPr>
            <a:spLocks noGrp="1"/>
          </p:cNvSpPr>
          <p:nvPr>
            <p:ph type="pic" sz="quarter" idx="39"/>
          </p:nvPr>
        </p:nvSpPr>
        <p:spPr>
          <a:xfrm>
            <a:off x="12419777" y="1946206"/>
            <a:ext cx="610995" cy="892217"/>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57" name="Text Placeholder 14">
            <a:extLst>
              <a:ext uri="{FF2B5EF4-FFF2-40B4-BE49-F238E27FC236}">
                <a16:creationId xmlns:a16="http://schemas.microsoft.com/office/drawing/2014/main" id="{34284A6B-1E2D-C705-7F23-64DF3804EE36}"/>
              </a:ext>
            </a:extLst>
          </p:cNvPr>
          <p:cNvSpPr>
            <a:spLocks noGrp="1"/>
          </p:cNvSpPr>
          <p:nvPr>
            <p:ph type="body" sz="quarter" idx="40" hasCustomPrompt="1"/>
          </p:nvPr>
        </p:nvSpPr>
        <p:spPr>
          <a:xfrm>
            <a:off x="12418302" y="3335335"/>
            <a:ext cx="610995" cy="264688"/>
          </a:xfrm>
        </p:spPr>
        <p:txBody>
          <a:bodyPr wrap="square">
            <a:noAutofit/>
          </a:bodyPr>
          <a:lstStyle>
            <a:lvl1pPr marL="182843" indent="-182843">
              <a:defRPr sz="900">
                <a:solidFill>
                  <a:schemeClr val="bg1"/>
                </a:solidFill>
              </a:defRPr>
            </a:lvl1pPr>
          </a:lstStyle>
          <a:p>
            <a:pPr lvl="0"/>
            <a:r>
              <a:rPr lang="en-US"/>
              <a:t>C5</a:t>
            </a:r>
          </a:p>
        </p:txBody>
      </p:sp>
      <p:sp>
        <p:nvSpPr>
          <p:cNvPr id="58" name="Text Placeholder 14">
            <a:extLst>
              <a:ext uri="{FF2B5EF4-FFF2-40B4-BE49-F238E27FC236}">
                <a16:creationId xmlns:a16="http://schemas.microsoft.com/office/drawing/2014/main" id="{45652B45-A378-BF69-FB90-FC15D5EF8095}"/>
              </a:ext>
            </a:extLst>
          </p:cNvPr>
          <p:cNvSpPr>
            <a:spLocks noGrp="1"/>
          </p:cNvSpPr>
          <p:nvPr>
            <p:ph type="body" sz="quarter" idx="41" hasCustomPrompt="1"/>
          </p:nvPr>
        </p:nvSpPr>
        <p:spPr>
          <a:xfrm>
            <a:off x="12418302" y="2976914"/>
            <a:ext cx="612261" cy="264688"/>
          </a:xfrm>
        </p:spPr>
        <p:txBody>
          <a:bodyPr wrap="square">
            <a:spAutoFit/>
          </a:bodyPr>
          <a:lstStyle>
            <a:lvl1pPr marL="319976" indent="-319976">
              <a:buNone/>
              <a:defRPr sz="1600">
                <a:solidFill>
                  <a:schemeClr val="bg1"/>
                </a:solidFill>
                <a:latin typeface="+mj-lt"/>
              </a:defRPr>
            </a:lvl1pPr>
          </a:lstStyle>
          <a:p>
            <a:pPr lvl="0"/>
            <a:r>
              <a:rPr lang="en-US"/>
              <a:t>T4</a:t>
            </a:r>
          </a:p>
        </p:txBody>
      </p:sp>
      <p:sp>
        <p:nvSpPr>
          <p:cNvPr id="59" name="Text Placeholder 7">
            <a:extLst>
              <a:ext uri="{FF2B5EF4-FFF2-40B4-BE49-F238E27FC236}">
                <a16:creationId xmlns:a16="http://schemas.microsoft.com/office/drawing/2014/main" id="{279C77C9-BAE4-9AB8-FC83-A9CEBD903476}"/>
              </a:ext>
            </a:extLst>
          </p:cNvPr>
          <p:cNvSpPr>
            <a:spLocks noGrp="1"/>
          </p:cNvSpPr>
          <p:nvPr>
            <p:ph type="body" sz="quarter" idx="42" hasCustomPrompt="1"/>
          </p:nvPr>
        </p:nvSpPr>
        <p:spPr>
          <a:xfrm>
            <a:off x="259032" y="1736684"/>
            <a:ext cx="2742843" cy="1101739"/>
          </a:xfrm>
        </p:spPr>
        <p:txBody>
          <a:bodyPr wrap="none" lIns="180000">
            <a:noAutofit/>
          </a:bodyPr>
          <a:lstStyle>
            <a:lvl1pPr>
              <a:buNone/>
              <a:defRPr lang="en-US" sz="6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01</a:t>
            </a:r>
          </a:p>
        </p:txBody>
      </p:sp>
      <p:sp>
        <p:nvSpPr>
          <p:cNvPr id="60" name="Text Placeholder 7">
            <a:extLst>
              <a:ext uri="{FF2B5EF4-FFF2-40B4-BE49-F238E27FC236}">
                <a16:creationId xmlns:a16="http://schemas.microsoft.com/office/drawing/2014/main" id="{18ECB028-C1BC-54DD-8CFA-095FE325D4F4}"/>
              </a:ext>
            </a:extLst>
          </p:cNvPr>
          <p:cNvSpPr>
            <a:spLocks noGrp="1"/>
          </p:cNvSpPr>
          <p:nvPr>
            <p:ph type="body" sz="quarter" idx="43" hasCustomPrompt="1"/>
          </p:nvPr>
        </p:nvSpPr>
        <p:spPr>
          <a:xfrm>
            <a:off x="3230604" y="1736684"/>
            <a:ext cx="2742843" cy="1101739"/>
          </a:xfrm>
        </p:spPr>
        <p:txBody>
          <a:bodyPr wrap="none" lIns="180000">
            <a:noAutofit/>
          </a:bodyPr>
          <a:lstStyle>
            <a:lvl1pPr>
              <a:buNone/>
              <a:defRPr lang="en-US" sz="6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02</a:t>
            </a:r>
          </a:p>
        </p:txBody>
      </p:sp>
      <p:sp>
        <p:nvSpPr>
          <p:cNvPr id="61" name="Text Placeholder 7">
            <a:extLst>
              <a:ext uri="{FF2B5EF4-FFF2-40B4-BE49-F238E27FC236}">
                <a16:creationId xmlns:a16="http://schemas.microsoft.com/office/drawing/2014/main" id="{07D6E186-D820-7C26-1EC4-02E21E919C69}"/>
              </a:ext>
            </a:extLst>
          </p:cNvPr>
          <p:cNvSpPr>
            <a:spLocks noGrp="1"/>
          </p:cNvSpPr>
          <p:nvPr>
            <p:ph type="body" sz="quarter" idx="44" hasCustomPrompt="1"/>
          </p:nvPr>
        </p:nvSpPr>
        <p:spPr>
          <a:xfrm>
            <a:off x="6199486" y="1736684"/>
            <a:ext cx="2742843" cy="1101739"/>
          </a:xfrm>
        </p:spPr>
        <p:txBody>
          <a:bodyPr wrap="none" lIns="180000">
            <a:noAutofit/>
          </a:bodyPr>
          <a:lstStyle>
            <a:lvl1pPr>
              <a:buNone/>
              <a:defRPr lang="en-US" sz="6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03</a:t>
            </a:r>
          </a:p>
        </p:txBody>
      </p:sp>
      <p:sp>
        <p:nvSpPr>
          <p:cNvPr id="62" name="Text Placeholder 7">
            <a:extLst>
              <a:ext uri="{FF2B5EF4-FFF2-40B4-BE49-F238E27FC236}">
                <a16:creationId xmlns:a16="http://schemas.microsoft.com/office/drawing/2014/main" id="{299E4669-E38D-9AA7-D973-9E44433A968E}"/>
              </a:ext>
            </a:extLst>
          </p:cNvPr>
          <p:cNvSpPr>
            <a:spLocks noGrp="1"/>
          </p:cNvSpPr>
          <p:nvPr>
            <p:ph type="body" sz="quarter" idx="45" hasCustomPrompt="1"/>
          </p:nvPr>
        </p:nvSpPr>
        <p:spPr>
          <a:xfrm>
            <a:off x="9167846" y="1736684"/>
            <a:ext cx="2742843" cy="1101739"/>
          </a:xfrm>
        </p:spPr>
        <p:txBody>
          <a:bodyPr wrap="none" lIns="180000">
            <a:noAutofit/>
          </a:bodyPr>
          <a:lstStyle>
            <a:lvl1pPr>
              <a:buNone/>
              <a:defRPr lang="en-US" sz="6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04</a:t>
            </a:r>
          </a:p>
        </p:txBody>
      </p:sp>
      <p:sp>
        <p:nvSpPr>
          <p:cNvPr id="63" name="Text Placeholder 7">
            <a:extLst>
              <a:ext uri="{FF2B5EF4-FFF2-40B4-BE49-F238E27FC236}">
                <a16:creationId xmlns:a16="http://schemas.microsoft.com/office/drawing/2014/main" id="{036A619D-ACD1-D67D-9F52-65DF127E3B83}"/>
              </a:ext>
            </a:extLst>
          </p:cNvPr>
          <p:cNvSpPr>
            <a:spLocks noGrp="1"/>
          </p:cNvSpPr>
          <p:nvPr>
            <p:ph type="body" sz="quarter" idx="46" hasCustomPrompt="1"/>
          </p:nvPr>
        </p:nvSpPr>
        <p:spPr>
          <a:xfrm>
            <a:off x="12419300" y="1947690"/>
            <a:ext cx="611994" cy="892217"/>
          </a:xfrm>
        </p:spPr>
        <p:txBody>
          <a:bodyPr wrap="none" lIns="180000">
            <a:noAutofit/>
          </a:bodyPr>
          <a:lstStyle>
            <a:lvl1pPr>
              <a:buNone/>
              <a:defRPr lang="en-US" sz="900"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05</a:t>
            </a:r>
          </a:p>
        </p:txBody>
      </p:sp>
    </p:spTree>
    <p:extLst>
      <p:ext uri="{BB962C8B-B14F-4D97-AF65-F5344CB8AC3E}">
        <p14:creationId xmlns:p14="http://schemas.microsoft.com/office/powerpoint/2010/main" val="271101004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nterior Process 5 (Dark)">
    <p:bg>
      <p:bgPr>
        <a:solidFill>
          <a:schemeClr val="tx1"/>
        </a:solidFill>
        <a:effectLst/>
      </p:bgPr>
    </p:bg>
    <p:spTree>
      <p:nvGrpSpPr>
        <p:cNvPr id="1" name=""/>
        <p:cNvGrpSpPr/>
        <p:nvPr/>
      </p:nvGrpSpPr>
      <p:grpSpPr>
        <a:xfrm>
          <a:off x="0" y="0"/>
          <a:ext cx="0" cy="0"/>
          <a:chOff x="0" y="0"/>
          <a:chExt cx="0" cy="0"/>
        </a:xfrm>
      </p:grpSpPr>
      <p:sp>
        <p:nvSpPr>
          <p:cNvPr id="44" name="Picture Placeholder 9">
            <a:extLst>
              <a:ext uri="{FF2B5EF4-FFF2-40B4-BE49-F238E27FC236}">
                <a16:creationId xmlns:a16="http://schemas.microsoft.com/office/drawing/2014/main" id="{8AC4EFB7-03B3-FAC4-64CD-3171909942F4}"/>
              </a:ext>
            </a:extLst>
          </p:cNvPr>
          <p:cNvSpPr>
            <a:spLocks noGrp="1"/>
          </p:cNvSpPr>
          <p:nvPr>
            <p:ph type="pic" sz="quarter" idx="13"/>
          </p:nvPr>
        </p:nvSpPr>
        <p:spPr>
          <a:xfrm>
            <a:off x="262766" y="1735200"/>
            <a:ext cx="2196720" cy="2194021"/>
          </a:xfrm>
          <a:prstGeom prst="rect">
            <a:avLst/>
          </a:prstGeom>
          <a:solidFill>
            <a:srgbClr val="353731"/>
          </a:solidFill>
        </p:spPr>
        <p:txBody>
          <a:bodyPr lIns="360000" tIns="180000" rIns="360000" bIns="18000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endParaRPr lang="en-US"/>
          </a:p>
        </p:txBody>
      </p:sp>
      <p:sp>
        <p:nvSpPr>
          <p:cNvPr id="45" name="Picture Placeholder 9">
            <a:extLst>
              <a:ext uri="{FF2B5EF4-FFF2-40B4-BE49-F238E27FC236}">
                <a16:creationId xmlns:a16="http://schemas.microsoft.com/office/drawing/2014/main" id="{5908B71D-CEED-984E-236A-1678291695A8}"/>
              </a:ext>
            </a:extLst>
          </p:cNvPr>
          <p:cNvSpPr>
            <a:spLocks noGrp="1"/>
          </p:cNvSpPr>
          <p:nvPr>
            <p:ph type="pic" sz="quarter" idx="14"/>
          </p:nvPr>
        </p:nvSpPr>
        <p:spPr>
          <a:xfrm>
            <a:off x="2631136" y="1735200"/>
            <a:ext cx="2196720" cy="2194021"/>
          </a:xfrm>
          <a:prstGeom prst="rect">
            <a:avLst/>
          </a:prstGeom>
          <a:solidFill>
            <a:srgbClr val="53544A"/>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46" name="Picture Placeholder 9">
            <a:extLst>
              <a:ext uri="{FF2B5EF4-FFF2-40B4-BE49-F238E27FC236}">
                <a16:creationId xmlns:a16="http://schemas.microsoft.com/office/drawing/2014/main" id="{F4BFF13D-BB49-A169-89D7-94E08348C83F}"/>
              </a:ext>
            </a:extLst>
          </p:cNvPr>
          <p:cNvSpPr>
            <a:spLocks noGrp="1"/>
          </p:cNvSpPr>
          <p:nvPr>
            <p:ph type="pic" sz="quarter" idx="15"/>
          </p:nvPr>
        </p:nvSpPr>
        <p:spPr>
          <a:xfrm>
            <a:off x="4999507" y="1735200"/>
            <a:ext cx="2196720" cy="2194021"/>
          </a:xfrm>
          <a:prstGeom prst="rect">
            <a:avLst/>
          </a:prstGeom>
          <a:solidFill>
            <a:srgbClr val="8B8C81"/>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a:solidFill>
                  <a:schemeClr val="bg1"/>
                </a:solidFill>
                <a:latin typeface="+mj-lt"/>
                <a:ea typeface="+mn-ea"/>
                <a:cs typeface="+mn-cs"/>
              </a:defRPr>
            </a:lvl1pPr>
          </a:lstStyle>
          <a:p>
            <a:pPr lvl="0">
              <a:buFont typeface="Arial" panose="020B0604020202020204" pitchFamily="34" charset="0"/>
              <a:buNone/>
            </a:pPr>
            <a:endParaRPr lang="en-US"/>
          </a:p>
        </p:txBody>
      </p:sp>
      <p:sp>
        <p:nvSpPr>
          <p:cNvPr id="47" name="Picture Placeholder 9">
            <a:extLst>
              <a:ext uri="{FF2B5EF4-FFF2-40B4-BE49-F238E27FC236}">
                <a16:creationId xmlns:a16="http://schemas.microsoft.com/office/drawing/2014/main" id="{C22B235C-1E74-E809-DCD8-A052A76B3885}"/>
              </a:ext>
            </a:extLst>
          </p:cNvPr>
          <p:cNvSpPr>
            <a:spLocks noGrp="1"/>
          </p:cNvSpPr>
          <p:nvPr>
            <p:ph type="pic" sz="quarter" idx="16"/>
          </p:nvPr>
        </p:nvSpPr>
        <p:spPr>
          <a:xfrm>
            <a:off x="7367878" y="1735200"/>
            <a:ext cx="2196720" cy="2194021"/>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solidFill>
                <a:schemeClr val="bg1"/>
              </a:solidFill>
            </a:endParaRPr>
          </a:p>
        </p:txBody>
      </p:sp>
      <p:sp>
        <p:nvSpPr>
          <p:cNvPr id="35" name="Text Placeholder 14">
            <a:extLst>
              <a:ext uri="{FF2B5EF4-FFF2-40B4-BE49-F238E27FC236}">
                <a16:creationId xmlns:a16="http://schemas.microsoft.com/office/drawing/2014/main" id="{D536BEE1-C007-E5CA-F68D-459C9FF79A3B}"/>
              </a:ext>
            </a:extLst>
          </p:cNvPr>
          <p:cNvSpPr>
            <a:spLocks noGrp="1"/>
          </p:cNvSpPr>
          <p:nvPr>
            <p:ph type="body" sz="quarter" idx="31" hasCustomPrompt="1"/>
          </p:nvPr>
        </p:nvSpPr>
        <p:spPr>
          <a:xfrm>
            <a:off x="262766" y="4552895"/>
            <a:ext cx="2196720" cy="1365518"/>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36" name="Text Placeholder 14">
            <a:extLst>
              <a:ext uri="{FF2B5EF4-FFF2-40B4-BE49-F238E27FC236}">
                <a16:creationId xmlns:a16="http://schemas.microsoft.com/office/drawing/2014/main" id="{2696C5D8-5851-2715-5F7C-E4803FEA262D}"/>
              </a:ext>
            </a:extLst>
          </p:cNvPr>
          <p:cNvSpPr>
            <a:spLocks noGrp="1"/>
          </p:cNvSpPr>
          <p:nvPr>
            <p:ph type="body" sz="quarter" idx="32" hasCustomPrompt="1"/>
          </p:nvPr>
        </p:nvSpPr>
        <p:spPr>
          <a:xfrm>
            <a:off x="262766" y="4194474"/>
            <a:ext cx="2201269" cy="264688"/>
          </a:xfrm>
        </p:spPr>
        <p:txBody>
          <a:bodyPr wrap="square">
            <a:spAutoFit/>
          </a:bodyPr>
          <a:lstStyle>
            <a:lvl1pPr marL="319976" indent="-319976">
              <a:buNone/>
              <a:defRPr sz="1600">
                <a:solidFill>
                  <a:schemeClr val="bg1"/>
                </a:solidFill>
                <a:latin typeface="+mj-lt"/>
              </a:defRPr>
            </a:lvl1pPr>
          </a:lstStyle>
          <a:p>
            <a:pPr lvl="0"/>
            <a:r>
              <a:rPr lang="en-US"/>
              <a:t>Subhead 1</a:t>
            </a:r>
          </a:p>
        </p:txBody>
      </p:sp>
      <p:sp>
        <p:nvSpPr>
          <p:cNvPr id="37" name="Text Placeholder 14">
            <a:extLst>
              <a:ext uri="{FF2B5EF4-FFF2-40B4-BE49-F238E27FC236}">
                <a16:creationId xmlns:a16="http://schemas.microsoft.com/office/drawing/2014/main" id="{5F17008E-AC24-0C86-7BE4-35C5F23C8DF4}"/>
              </a:ext>
            </a:extLst>
          </p:cNvPr>
          <p:cNvSpPr>
            <a:spLocks noGrp="1"/>
          </p:cNvSpPr>
          <p:nvPr>
            <p:ph type="body" sz="quarter" idx="33" hasCustomPrompt="1"/>
          </p:nvPr>
        </p:nvSpPr>
        <p:spPr>
          <a:xfrm>
            <a:off x="2609660" y="4552895"/>
            <a:ext cx="2228262" cy="1365518"/>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38" name="Text Placeholder 14">
            <a:extLst>
              <a:ext uri="{FF2B5EF4-FFF2-40B4-BE49-F238E27FC236}">
                <a16:creationId xmlns:a16="http://schemas.microsoft.com/office/drawing/2014/main" id="{61BA47FA-2273-138F-47C1-FDCC8CE02DCC}"/>
              </a:ext>
            </a:extLst>
          </p:cNvPr>
          <p:cNvSpPr>
            <a:spLocks noGrp="1"/>
          </p:cNvSpPr>
          <p:nvPr>
            <p:ph type="body" sz="quarter" idx="34" hasCustomPrompt="1"/>
          </p:nvPr>
        </p:nvSpPr>
        <p:spPr>
          <a:xfrm>
            <a:off x="2609660" y="4194474"/>
            <a:ext cx="2232877" cy="264688"/>
          </a:xfrm>
        </p:spPr>
        <p:txBody>
          <a:bodyPr wrap="square">
            <a:spAutoFit/>
          </a:bodyPr>
          <a:lstStyle>
            <a:lvl1pPr marL="319976" indent="-319976">
              <a:buNone/>
              <a:defRPr sz="1600">
                <a:solidFill>
                  <a:schemeClr val="bg1"/>
                </a:solidFill>
                <a:latin typeface="+mj-lt"/>
              </a:defRPr>
            </a:lvl1pPr>
          </a:lstStyle>
          <a:p>
            <a:pPr lvl="0"/>
            <a:r>
              <a:rPr lang="en-US"/>
              <a:t>Subhead 2</a:t>
            </a:r>
          </a:p>
        </p:txBody>
      </p:sp>
      <p:sp>
        <p:nvSpPr>
          <p:cNvPr id="39" name="Text Placeholder 14">
            <a:extLst>
              <a:ext uri="{FF2B5EF4-FFF2-40B4-BE49-F238E27FC236}">
                <a16:creationId xmlns:a16="http://schemas.microsoft.com/office/drawing/2014/main" id="{F172CEA7-4DF4-95ED-C94F-AC88B92537F2}"/>
              </a:ext>
            </a:extLst>
          </p:cNvPr>
          <p:cNvSpPr>
            <a:spLocks noGrp="1"/>
          </p:cNvSpPr>
          <p:nvPr>
            <p:ph type="body" sz="quarter" idx="35" hasCustomPrompt="1"/>
          </p:nvPr>
        </p:nvSpPr>
        <p:spPr>
          <a:xfrm>
            <a:off x="4997837" y="4552895"/>
            <a:ext cx="2200452" cy="1365518"/>
          </a:xfrm>
        </p:spPr>
        <p:txBody>
          <a:bodyPr wrap="square" rIns="0">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40" name="Text Placeholder 14">
            <a:extLst>
              <a:ext uri="{FF2B5EF4-FFF2-40B4-BE49-F238E27FC236}">
                <a16:creationId xmlns:a16="http://schemas.microsoft.com/office/drawing/2014/main" id="{42D9CFBA-6BB7-AF72-E220-91B1BE1AF514}"/>
              </a:ext>
            </a:extLst>
          </p:cNvPr>
          <p:cNvSpPr>
            <a:spLocks noGrp="1"/>
          </p:cNvSpPr>
          <p:nvPr>
            <p:ph type="body" sz="quarter" idx="36" hasCustomPrompt="1"/>
          </p:nvPr>
        </p:nvSpPr>
        <p:spPr>
          <a:xfrm>
            <a:off x="4997838" y="4194474"/>
            <a:ext cx="2205009" cy="264688"/>
          </a:xfrm>
        </p:spPr>
        <p:txBody>
          <a:bodyPr wrap="square">
            <a:spAutoFit/>
          </a:bodyPr>
          <a:lstStyle>
            <a:lvl1pPr marL="319976" indent="-319976">
              <a:buNone/>
              <a:defRPr sz="1600">
                <a:solidFill>
                  <a:schemeClr val="bg1"/>
                </a:solidFill>
                <a:latin typeface="+mj-lt"/>
              </a:defRPr>
            </a:lvl1pPr>
          </a:lstStyle>
          <a:p>
            <a:pPr lvl="0"/>
            <a:r>
              <a:rPr lang="en-US"/>
              <a:t>Subhead 3</a:t>
            </a:r>
          </a:p>
        </p:txBody>
      </p:sp>
      <p:sp>
        <p:nvSpPr>
          <p:cNvPr id="41" name="Text Placeholder 14">
            <a:extLst>
              <a:ext uri="{FF2B5EF4-FFF2-40B4-BE49-F238E27FC236}">
                <a16:creationId xmlns:a16="http://schemas.microsoft.com/office/drawing/2014/main" id="{42B214E9-3171-8803-6C89-63877FF27070}"/>
              </a:ext>
            </a:extLst>
          </p:cNvPr>
          <p:cNvSpPr>
            <a:spLocks noGrp="1"/>
          </p:cNvSpPr>
          <p:nvPr>
            <p:ph type="body" sz="quarter" idx="37" hasCustomPrompt="1"/>
          </p:nvPr>
        </p:nvSpPr>
        <p:spPr>
          <a:xfrm>
            <a:off x="7366493" y="4552895"/>
            <a:ext cx="2228262" cy="1365518"/>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42" name="Text Placeholder 14">
            <a:extLst>
              <a:ext uri="{FF2B5EF4-FFF2-40B4-BE49-F238E27FC236}">
                <a16:creationId xmlns:a16="http://schemas.microsoft.com/office/drawing/2014/main" id="{73AF64F8-C51F-F7A8-B431-002E205E2568}"/>
              </a:ext>
            </a:extLst>
          </p:cNvPr>
          <p:cNvSpPr>
            <a:spLocks noGrp="1"/>
          </p:cNvSpPr>
          <p:nvPr>
            <p:ph type="body" sz="quarter" idx="38" hasCustomPrompt="1"/>
          </p:nvPr>
        </p:nvSpPr>
        <p:spPr>
          <a:xfrm>
            <a:off x="7366494" y="4194474"/>
            <a:ext cx="2232877" cy="264688"/>
          </a:xfrm>
        </p:spPr>
        <p:txBody>
          <a:bodyPr wrap="square">
            <a:spAutoFit/>
          </a:bodyPr>
          <a:lstStyle>
            <a:lvl1pPr marL="319976" indent="-319976">
              <a:buNone/>
              <a:defRPr sz="1600">
                <a:solidFill>
                  <a:schemeClr val="bg1"/>
                </a:solidFill>
                <a:latin typeface="+mj-lt"/>
              </a:defRPr>
            </a:lvl1pPr>
          </a:lstStyle>
          <a:p>
            <a:pPr lvl="0"/>
            <a:r>
              <a:rPr lang="en-US"/>
              <a:t>Subhead 4</a:t>
            </a:r>
          </a:p>
        </p:txBody>
      </p:sp>
      <p:sp>
        <p:nvSpPr>
          <p:cNvPr id="5" name="Picture Placeholder 9">
            <a:extLst>
              <a:ext uri="{FF2B5EF4-FFF2-40B4-BE49-F238E27FC236}">
                <a16:creationId xmlns:a16="http://schemas.microsoft.com/office/drawing/2014/main" id="{8EFFD52D-51A0-41A3-6E57-D526C3E8BA8D}"/>
              </a:ext>
            </a:extLst>
          </p:cNvPr>
          <p:cNvSpPr>
            <a:spLocks noGrp="1"/>
          </p:cNvSpPr>
          <p:nvPr>
            <p:ph type="pic" sz="quarter" idx="39"/>
          </p:nvPr>
        </p:nvSpPr>
        <p:spPr>
          <a:xfrm>
            <a:off x="9736247" y="1735200"/>
            <a:ext cx="2196720" cy="2194021"/>
          </a:xfrm>
          <a:prstGeom prst="rect">
            <a:avLst/>
          </a:prstGeom>
          <a:solidFill>
            <a:srgbClr val="C2C4B8"/>
          </a:solidFill>
        </p:spPr>
        <p:txBody>
          <a:bodyPr vert="horz" wrap="square" lIns="360000" tIns="180000" rIns="360000" bIns="180000" rtlCol="0" anchor="t">
            <a:noAutofit/>
          </a:bodyPr>
          <a:lstStyle>
            <a:lvl1pPr algn="l">
              <a:buFont typeface="Arial" panose="020B0604020202020204" pitchFamily="34" charset="0"/>
              <a:buNone/>
              <a:defRPr lang="en-US" sz="5199" b="0" i="0" kern="1200" spc="-75" dirty="0">
                <a:solidFill>
                  <a:schemeClr val="bg1"/>
                </a:solidFill>
                <a:latin typeface="+mj-lt"/>
                <a:ea typeface="+mn-ea"/>
                <a:cs typeface="+mn-cs"/>
              </a:defRPr>
            </a:lvl1pPr>
          </a:lstStyle>
          <a:p>
            <a:pPr lvl="0">
              <a:buFont typeface="Arial" panose="020B0604020202020204" pitchFamily="34" charset="0"/>
              <a:buNone/>
            </a:pPr>
            <a:endParaRPr lang="en-US"/>
          </a:p>
        </p:txBody>
      </p:sp>
      <p:sp>
        <p:nvSpPr>
          <p:cNvPr id="12" name="Text Placeholder 14">
            <a:extLst>
              <a:ext uri="{FF2B5EF4-FFF2-40B4-BE49-F238E27FC236}">
                <a16:creationId xmlns:a16="http://schemas.microsoft.com/office/drawing/2014/main" id="{3CE067EF-AB5D-C548-DEED-632871381986}"/>
              </a:ext>
            </a:extLst>
          </p:cNvPr>
          <p:cNvSpPr>
            <a:spLocks noGrp="1"/>
          </p:cNvSpPr>
          <p:nvPr>
            <p:ph type="body" sz="quarter" idx="40" hasCustomPrompt="1"/>
          </p:nvPr>
        </p:nvSpPr>
        <p:spPr>
          <a:xfrm>
            <a:off x="9736247" y="4552895"/>
            <a:ext cx="2228262" cy="1365518"/>
          </a:xfrm>
        </p:spPr>
        <p:txBody>
          <a:bodyPr wrap="square">
            <a:no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3" name="Text Placeholder 14">
            <a:extLst>
              <a:ext uri="{FF2B5EF4-FFF2-40B4-BE49-F238E27FC236}">
                <a16:creationId xmlns:a16="http://schemas.microsoft.com/office/drawing/2014/main" id="{ABD7B2C6-63DC-308A-304D-477884DD8FBE}"/>
              </a:ext>
            </a:extLst>
          </p:cNvPr>
          <p:cNvSpPr>
            <a:spLocks noGrp="1"/>
          </p:cNvSpPr>
          <p:nvPr>
            <p:ph type="body" sz="quarter" idx="41" hasCustomPrompt="1"/>
          </p:nvPr>
        </p:nvSpPr>
        <p:spPr>
          <a:xfrm>
            <a:off x="9736247" y="4194474"/>
            <a:ext cx="2232877" cy="264688"/>
          </a:xfrm>
        </p:spPr>
        <p:txBody>
          <a:bodyPr wrap="square">
            <a:spAutoFit/>
          </a:bodyPr>
          <a:lstStyle>
            <a:lvl1pPr marL="319976" indent="-319976">
              <a:buNone/>
              <a:defRPr sz="1600">
                <a:solidFill>
                  <a:schemeClr val="bg1"/>
                </a:solidFill>
                <a:latin typeface="+mj-lt"/>
              </a:defRPr>
            </a:lvl1pPr>
          </a:lstStyle>
          <a:p>
            <a:pPr lvl="0"/>
            <a:r>
              <a:rPr lang="en-US"/>
              <a:t>Subhead 5</a:t>
            </a:r>
          </a:p>
        </p:txBody>
      </p:sp>
      <p:sp>
        <p:nvSpPr>
          <p:cNvPr id="6" name="Slide Number Placeholder 5">
            <a:extLst>
              <a:ext uri="{FF2B5EF4-FFF2-40B4-BE49-F238E27FC236}">
                <a16:creationId xmlns:a16="http://schemas.microsoft.com/office/drawing/2014/main" id="{89A33915-C837-795C-B054-5356874DDA3A}"/>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7" name="Text Placeholder 14">
            <a:extLst>
              <a:ext uri="{FF2B5EF4-FFF2-40B4-BE49-F238E27FC236}">
                <a16:creationId xmlns:a16="http://schemas.microsoft.com/office/drawing/2014/main" id="{AAD4B38F-5BB6-F764-7E91-CDD69E756400}"/>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8" name="Title 17">
            <a:extLst>
              <a:ext uri="{FF2B5EF4-FFF2-40B4-BE49-F238E27FC236}">
                <a16:creationId xmlns:a16="http://schemas.microsoft.com/office/drawing/2014/main" id="{4107AAE8-0D68-EC66-4ED4-D2A289B0B386}"/>
              </a:ext>
            </a:extLst>
          </p:cNvPr>
          <p:cNvSpPr>
            <a:spLocks noGrp="1"/>
          </p:cNvSpPr>
          <p:nvPr>
            <p:ph type="title" hasCustomPrompt="1"/>
          </p:nvPr>
        </p:nvSpPr>
        <p:spPr>
          <a:xfrm>
            <a:off x="262766" y="731667"/>
            <a:ext cx="3715550" cy="284694"/>
          </a:xfrm>
        </p:spPr>
        <p:txBody>
          <a:bodyPr anchor="t"/>
          <a:lstStyle>
            <a:lvl1pPr>
              <a:lnSpc>
                <a:spcPct val="90000"/>
              </a:lnSpc>
              <a:defRPr sz="2000" spc="0">
                <a:solidFill>
                  <a:schemeClr val="bg1"/>
                </a:solidFill>
              </a:defRPr>
            </a:lvl1pPr>
          </a:lstStyle>
          <a:p>
            <a:r>
              <a:rPr lang="en-US"/>
              <a:t>Header</a:t>
            </a:r>
          </a:p>
        </p:txBody>
      </p:sp>
      <p:sp>
        <p:nvSpPr>
          <p:cNvPr id="4" name="Text Placeholder 7">
            <a:extLst>
              <a:ext uri="{FF2B5EF4-FFF2-40B4-BE49-F238E27FC236}">
                <a16:creationId xmlns:a16="http://schemas.microsoft.com/office/drawing/2014/main" id="{2FB60EE1-DA4F-64BD-1625-E2413EA39F0E}"/>
              </a:ext>
            </a:extLst>
          </p:cNvPr>
          <p:cNvSpPr>
            <a:spLocks noGrp="1"/>
          </p:cNvSpPr>
          <p:nvPr>
            <p:ph type="body" sz="quarter" idx="42" hasCustomPrompt="1"/>
          </p:nvPr>
        </p:nvSpPr>
        <p:spPr>
          <a:xfrm>
            <a:off x="259033"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01</a:t>
            </a:r>
          </a:p>
        </p:txBody>
      </p:sp>
      <p:sp>
        <p:nvSpPr>
          <p:cNvPr id="9" name="Text Placeholder 7">
            <a:extLst>
              <a:ext uri="{FF2B5EF4-FFF2-40B4-BE49-F238E27FC236}">
                <a16:creationId xmlns:a16="http://schemas.microsoft.com/office/drawing/2014/main" id="{8B1A6B65-8BA6-4E41-0F5A-38677EDBFAFA}"/>
              </a:ext>
            </a:extLst>
          </p:cNvPr>
          <p:cNvSpPr>
            <a:spLocks noGrp="1"/>
          </p:cNvSpPr>
          <p:nvPr>
            <p:ph type="body" sz="quarter" idx="43" hasCustomPrompt="1"/>
          </p:nvPr>
        </p:nvSpPr>
        <p:spPr>
          <a:xfrm>
            <a:off x="2631136"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02</a:t>
            </a:r>
          </a:p>
        </p:txBody>
      </p:sp>
      <p:sp>
        <p:nvSpPr>
          <p:cNvPr id="10" name="Text Placeholder 7">
            <a:extLst>
              <a:ext uri="{FF2B5EF4-FFF2-40B4-BE49-F238E27FC236}">
                <a16:creationId xmlns:a16="http://schemas.microsoft.com/office/drawing/2014/main" id="{C9038E00-2626-1760-C836-290F63AFCE15}"/>
              </a:ext>
            </a:extLst>
          </p:cNvPr>
          <p:cNvSpPr>
            <a:spLocks noGrp="1"/>
          </p:cNvSpPr>
          <p:nvPr>
            <p:ph type="body" sz="quarter" idx="44" hasCustomPrompt="1"/>
          </p:nvPr>
        </p:nvSpPr>
        <p:spPr>
          <a:xfrm>
            <a:off x="4995773"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03</a:t>
            </a:r>
          </a:p>
        </p:txBody>
      </p:sp>
      <p:sp>
        <p:nvSpPr>
          <p:cNvPr id="11" name="Text Placeholder 7">
            <a:extLst>
              <a:ext uri="{FF2B5EF4-FFF2-40B4-BE49-F238E27FC236}">
                <a16:creationId xmlns:a16="http://schemas.microsoft.com/office/drawing/2014/main" id="{E00B4E03-7001-DDD0-7C7F-2123E3F6C414}"/>
              </a:ext>
            </a:extLst>
          </p:cNvPr>
          <p:cNvSpPr>
            <a:spLocks noGrp="1"/>
          </p:cNvSpPr>
          <p:nvPr>
            <p:ph type="body" sz="quarter" idx="45" hasCustomPrompt="1"/>
          </p:nvPr>
        </p:nvSpPr>
        <p:spPr>
          <a:xfrm>
            <a:off x="7364145"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04</a:t>
            </a:r>
          </a:p>
        </p:txBody>
      </p:sp>
      <p:sp>
        <p:nvSpPr>
          <p:cNvPr id="14" name="Text Placeholder 7">
            <a:extLst>
              <a:ext uri="{FF2B5EF4-FFF2-40B4-BE49-F238E27FC236}">
                <a16:creationId xmlns:a16="http://schemas.microsoft.com/office/drawing/2014/main" id="{09D35F57-1216-1003-E33F-74D58E7A894F}"/>
              </a:ext>
            </a:extLst>
          </p:cNvPr>
          <p:cNvSpPr>
            <a:spLocks noGrp="1"/>
          </p:cNvSpPr>
          <p:nvPr>
            <p:ph type="body" sz="quarter" idx="46" hasCustomPrompt="1"/>
          </p:nvPr>
        </p:nvSpPr>
        <p:spPr>
          <a:xfrm>
            <a:off x="9736248" y="1736684"/>
            <a:ext cx="2200453" cy="892217"/>
          </a:xfrm>
        </p:spPr>
        <p:txBody>
          <a:bodyPr wrap="none" lIns="180000">
            <a:noAutofit/>
          </a:bodyPr>
          <a:lstStyle>
            <a:lvl1pPr>
              <a:buNone/>
              <a:defRPr lang="en-US" sz="5199" b="0" i="0" kern="1200" spc="-75" dirty="0">
                <a:solidFill>
                  <a:schemeClr val="bg1"/>
                </a:solidFill>
                <a:latin typeface="+mj-lt"/>
                <a:ea typeface="+mn-ea"/>
                <a:cs typeface="+mn-cs"/>
              </a:defRPr>
            </a:lvl1pPr>
          </a:lstStyle>
          <a:p>
            <a:pPr marL="319976" lvl="0" indent="-319976" algn="l" defTabSz="323935" rtl="0" eaLnBrk="1" fontAlgn="base" latinLnBrk="0" hangingPunct="1">
              <a:lnSpc>
                <a:spcPct val="110000"/>
              </a:lnSpc>
              <a:spcBef>
                <a:spcPts val="0"/>
              </a:spcBef>
              <a:spcAft>
                <a:spcPts val="900"/>
              </a:spcAft>
              <a:buClrTx/>
              <a:buSzPct val="100000"/>
              <a:buFont typeface="Arial" panose="020B0604020202020204" pitchFamily="34" charset="0"/>
              <a:buNone/>
              <a:tabLst/>
            </a:pPr>
            <a:r>
              <a:rPr lang="en-US"/>
              <a:t>05</a:t>
            </a:r>
          </a:p>
        </p:txBody>
      </p:sp>
    </p:spTree>
    <p:extLst>
      <p:ext uri="{BB962C8B-B14F-4D97-AF65-F5344CB8AC3E}">
        <p14:creationId xmlns:p14="http://schemas.microsoft.com/office/powerpoint/2010/main" val="1962616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nterior Storyboard (Dark)">
    <p:bg>
      <p:bgPr>
        <a:solidFill>
          <a:schemeClr val="tx1"/>
        </a:solidFill>
        <a:effectLst/>
      </p:bgPr>
    </p:bg>
    <p:spTree>
      <p:nvGrpSpPr>
        <p:cNvPr id="1" name=""/>
        <p:cNvGrpSpPr/>
        <p:nvPr/>
      </p:nvGrpSpPr>
      <p:grpSpPr>
        <a:xfrm>
          <a:off x="0" y="0"/>
          <a:ext cx="0" cy="0"/>
          <a:chOff x="0" y="0"/>
          <a:chExt cx="0" cy="0"/>
        </a:xfrm>
      </p:grpSpPr>
      <p:sp>
        <p:nvSpPr>
          <p:cNvPr id="13" name="Text Placeholder 14">
            <a:extLst>
              <a:ext uri="{FF2B5EF4-FFF2-40B4-BE49-F238E27FC236}">
                <a16:creationId xmlns:a16="http://schemas.microsoft.com/office/drawing/2014/main" id="{0AB6FF7A-C5BD-4092-06AE-B81828342DD7}"/>
              </a:ext>
            </a:extLst>
          </p:cNvPr>
          <p:cNvSpPr>
            <a:spLocks noGrp="1"/>
          </p:cNvSpPr>
          <p:nvPr>
            <p:ph type="body" sz="quarter" idx="39" hasCustomPrompt="1"/>
          </p:nvPr>
        </p:nvSpPr>
        <p:spPr>
          <a:xfrm>
            <a:off x="262766" y="3364941"/>
            <a:ext cx="3707917" cy="453586"/>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rgbClr val="191919"/>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5" name="Straight Connector 4">
            <a:extLst>
              <a:ext uri="{FF2B5EF4-FFF2-40B4-BE49-F238E27FC236}">
                <a16:creationId xmlns:a16="http://schemas.microsoft.com/office/drawing/2014/main" id="{D3EC2CA4-01EC-30F5-3923-EAB2DE341694}"/>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7" name="Shape">
            <a:extLst>
              <a:ext uri="{FF2B5EF4-FFF2-40B4-BE49-F238E27FC236}">
                <a16:creationId xmlns:a16="http://schemas.microsoft.com/office/drawing/2014/main" id="{9C152045-BBAE-5CDD-1937-02211B00730D}"/>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9" name="Title 15">
            <a:extLst>
              <a:ext uri="{FF2B5EF4-FFF2-40B4-BE49-F238E27FC236}">
                <a16:creationId xmlns:a16="http://schemas.microsoft.com/office/drawing/2014/main" id="{50789E27-8B74-B0BF-0B8B-2697C6E65991}"/>
              </a:ext>
            </a:extLst>
          </p:cNvPr>
          <p:cNvSpPr>
            <a:spLocks noGrp="1"/>
          </p:cNvSpPr>
          <p:nvPr>
            <p:ph type="title" hasCustomPrompt="1"/>
          </p:nvPr>
        </p:nvSpPr>
        <p:spPr>
          <a:xfrm>
            <a:off x="262766" y="749552"/>
            <a:ext cx="3707917" cy="261610"/>
          </a:xfrm>
        </p:spPr>
        <p:txBody>
          <a:bodyPr/>
          <a:lstStyle>
            <a:lvl1pPr>
              <a:defRPr sz="2000" spc="0">
                <a:solidFill>
                  <a:schemeClr val="bg1"/>
                </a:solidFill>
              </a:defRPr>
            </a:lvl1pPr>
          </a:lstStyle>
          <a:p>
            <a:r>
              <a:rPr lang="en-US"/>
              <a:t>Header</a:t>
            </a:r>
          </a:p>
        </p:txBody>
      </p:sp>
      <p:sp>
        <p:nvSpPr>
          <p:cNvPr id="10" name="Text Placeholder 14">
            <a:extLst>
              <a:ext uri="{FF2B5EF4-FFF2-40B4-BE49-F238E27FC236}">
                <a16:creationId xmlns:a16="http://schemas.microsoft.com/office/drawing/2014/main" id="{ADDBC30C-62AB-2E94-268A-D3468CF328FE}"/>
              </a:ext>
            </a:extLst>
          </p:cNvPr>
          <p:cNvSpPr>
            <a:spLocks noGrp="1"/>
          </p:cNvSpPr>
          <p:nvPr>
            <p:ph type="body" sz="quarter" idx="37" hasCustomPrompt="1"/>
          </p:nvPr>
        </p:nvSpPr>
        <p:spPr>
          <a:xfrm>
            <a:off x="4241248" y="708152"/>
            <a:ext cx="4702357" cy="453586"/>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p>
        </p:txBody>
      </p:sp>
      <p:sp>
        <p:nvSpPr>
          <p:cNvPr id="11" name="Picture Placeholder 9">
            <a:extLst>
              <a:ext uri="{FF2B5EF4-FFF2-40B4-BE49-F238E27FC236}">
                <a16:creationId xmlns:a16="http://schemas.microsoft.com/office/drawing/2014/main" id="{C604B6A3-0E2F-173F-DD71-679F89C7A0AF}"/>
              </a:ext>
            </a:extLst>
          </p:cNvPr>
          <p:cNvSpPr>
            <a:spLocks noGrp="1"/>
          </p:cNvSpPr>
          <p:nvPr>
            <p:ph type="pic" sz="quarter" idx="13"/>
          </p:nvPr>
        </p:nvSpPr>
        <p:spPr>
          <a:xfrm>
            <a:off x="262766" y="1312294"/>
            <a:ext cx="3707917" cy="189280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4" name="Text Placeholder 14">
            <a:extLst>
              <a:ext uri="{FF2B5EF4-FFF2-40B4-BE49-F238E27FC236}">
                <a16:creationId xmlns:a16="http://schemas.microsoft.com/office/drawing/2014/main" id="{DB6F6562-FC62-BB32-EA34-3EB70C2EE18E}"/>
              </a:ext>
            </a:extLst>
          </p:cNvPr>
          <p:cNvSpPr>
            <a:spLocks noGrp="1"/>
          </p:cNvSpPr>
          <p:nvPr>
            <p:ph type="body" sz="quarter" idx="40" hasCustomPrompt="1"/>
          </p:nvPr>
        </p:nvSpPr>
        <p:spPr>
          <a:xfrm>
            <a:off x="4242042" y="3364941"/>
            <a:ext cx="3707917" cy="453586"/>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15" name="Picture Placeholder 9">
            <a:extLst>
              <a:ext uri="{FF2B5EF4-FFF2-40B4-BE49-F238E27FC236}">
                <a16:creationId xmlns:a16="http://schemas.microsoft.com/office/drawing/2014/main" id="{195466F1-E508-D2D8-6D5C-41473F748021}"/>
              </a:ext>
            </a:extLst>
          </p:cNvPr>
          <p:cNvSpPr>
            <a:spLocks noGrp="1"/>
          </p:cNvSpPr>
          <p:nvPr>
            <p:ph type="pic" sz="quarter" idx="41"/>
          </p:nvPr>
        </p:nvSpPr>
        <p:spPr>
          <a:xfrm>
            <a:off x="4242042" y="1312294"/>
            <a:ext cx="3707917" cy="189280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6" name="Text Placeholder 14">
            <a:extLst>
              <a:ext uri="{FF2B5EF4-FFF2-40B4-BE49-F238E27FC236}">
                <a16:creationId xmlns:a16="http://schemas.microsoft.com/office/drawing/2014/main" id="{16EB93F3-D8B7-F233-C5AE-D4F58817B4DA}"/>
              </a:ext>
            </a:extLst>
          </p:cNvPr>
          <p:cNvSpPr>
            <a:spLocks noGrp="1"/>
          </p:cNvSpPr>
          <p:nvPr>
            <p:ph type="body" sz="quarter" idx="42" hasCustomPrompt="1"/>
          </p:nvPr>
        </p:nvSpPr>
        <p:spPr>
          <a:xfrm>
            <a:off x="8221468" y="3364941"/>
            <a:ext cx="3707917" cy="453586"/>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17" name="Picture Placeholder 9">
            <a:extLst>
              <a:ext uri="{FF2B5EF4-FFF2-40B4-BE49-F238E27FC236}">
                <a16:creationId xmlns:a16="http://schemas.microsoft.com/office/drawing/2014/main" id="{4D682FAE-E648-3A87-2F8B-C3AE8DEEB06F}"/>
              </a:ext>
            </a:extLst>
          </p:cNvPr>
          <p:cNvSpPr>
            <a:spLocks noGrp="1"/>
          </p:cNvSpPr>
          <p:nvPr>
            <p:ph type="pic" sz="quarter" idx="43"/>
          </p:nvPr>
        </p:nvSpPr>
        <p:spPr>
          <a:xfrm>
            <a:off x="8221468" y="1312294"/>
            <a:ext cx="3707917" cy="189280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8" name="Text Placeholder 14">
            <a:extLst>
              <a:ext uri="{FF2B5EF4-FFF2-40B4-BE49-F238E27FC236}">
                <a16:creationId xmlns:a16="http://schemas.microsoft.com/office/drawing/2014/main" id="{6E4422A5-5488-C942-7EF7-4B55CD90FF66}"/>
              </a:ext>
            </a:extLst>
          </p:cNvPr>
          <p:cNvSpPr>
            <a:spLocks noGrp="1"/>
          </p:cNvSpPr>
          <p:nvPr>
            <p:ph type="body" sz="quarter" idx="44" hasCustomPrompt="1"/>
          </p:nvPr>
        </p:nvSpPr>
        <p:spPr>
          <a:xfrm>
            <a:off x="262766" y="6139456"/>
            <a:ext cx="3707917" cy="453586"/>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19" name="Picture Placeholder 9">
            <a:extLst>
              <a:ext uri="{FF2B5EF4-FFF2-40B4-BE49-F238E27FC236}">
                <a16:creationId xmlns:a16="http://schemas.microsoft.com/office/drawing/2014/main" id="{E446C710-080C-E915-E770-DF5D2FE18227}"/>
              </a:ext>
            </a:extLst>
          </p:cNvPr>
          <p:cNvSpPr>
            <a:spLocks noGrp="1"/>
          </p:cNvSpPr>
          <p:nvPr>
            <p:ph type="pic" sz="quarter" idx="45"/>
          </p:nvPr>
        </p:nvSpPr>
        <p:spPr>
          <a:xfrm>
            <a:off x="262766" y="4086809"/>
            <a:ext cx="3707917" cy="189280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0" name="Text Placeholder 14">
            <a:extLst>
              <a:ext uri="{FF2B5EF4-FFF2-40B4-BE49-F238E27FC236}">
                <a16:creationId xmlns:a16="http://schemas.microsoft.com/office/drawing/2014/main" id="{415846F0-DD8D-CD17-45AE-CCBD2D99F27A}"/>
              </a:ext>
            </a:extLst>
          </p:cNvPr>
          <p:cNvSpPr>
            <a:spLocks noGrp="1"/>
          </p:cNvSpPr>
          <p:nvPr>
            <p:ph type="body" sz="quarter" idx="46" hasCustomPrompt="1"/>
          </p:nvPr>
        </p:nvSpPr>
        <p:spPr>
          <a:xfrm>
            <a:off x="4242042" y="6139456"/>
            <a:ext cx="3707917" cy="453586"/>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22" name="Picture Placeholder 9">
            <a:extLst>
              <a:ext uri="{FF2B5EF4-FFF2-40B4-BE49-F238E27FC236}">
                <a16:creationId xmlns:a16="http://schemas.microsoft.com/office/drawing/2014/main" id="{4F9A3119-0093-A91A-7D8A-F0C2603C40AB}"/>
              </a:ext>
            </a:extLst>
          </p:cNvPr>
          <p:cNvSpPr>
            <a:spLocks noGrp="1"/>
          </p:cNvSpPr>
          <p:nvPr>
            <p:ph type="pic" sz="quarter" idx="47"/>
          </p:nvPr>
        </p:nvSpPr>
        <p:spPr>
          <a:xfrm>
            <a:off x="4242042" y="4086809"/>
            <a:ext cx="3707917" cy="189280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3" name="Text Placeholder 14">
            <a:extLst>
              <a:ext uri="{FF2B5EF4-FFF2-40B4-BE49-F238E27FC236}">
                <a16:creationId xmlns:a16="http://schemas.microsoft.com/office/drawing/2014/main" id="{0A9CBAA9-08F8-E284-8A59-49E6E3FC57D7}"/>
              </a:ext>
            </a:extLst>
          </p:cNvPr>
          <p:cNvSpPr>
            <a:spLocks noGrp="1"/>
          </p:cNvSpPr>
          <p:nvPr>
            <p:ph type="body" sz="quarter" idx="48" hasCustomPrompt="1"/>
          </p:nvPr>
        </p:nvSpPr>
        <p:spPr>
          <a:xfrm>
            <a:off x="8221468" y="6139456"/>
            <a:ext cx="3707917" cy="453586"/>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24" name="Picture Placeholder 9">
            <a:extLst>
              <a:ext uri="{FF2B5EF4-FFF2-40B4-BE49-F238E27FC236}">
                <a16:creationId xmlns:a16="http://schemas.microsoft.com/office/drawing/2014/main" id="{721BECB3-372B-9B53-FA40-0ABB0A05C897}"/>
              </a:ext>
            </a:extLst>
          </p:cNvPr>
          <p:cNvSpPr>
            <a:spLocks noGrp="1"/>
          </p:cNvSpPr>
          <p:nvPr>
            <p:ph type="pic" sz="quarter" idx="49"/>
          </p:nvPr>
        </p:nvSpPr>
        <p:spPr>
          <a:xfrm>
            <a:off x="8221468" y="4086809"/>
            <a:ext cx="3707917" cy="189280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6" name="Slide Number Placeholder 5">
            <a:extLst>
              <a:ext uri="{FF2B5EF4-FFF2-40B4-BE49-F238E27FC236}">
                <a16:creationId xmlns:a16="http://schemas.microsoft.com/office/drawing/2014/main" id="{502CA06A-B993-C244-FF46-7A4928C51EBE}"/>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40641689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nterior Picture Grid (Dark)">
    <p:bg>
      <p:bgPr>
        <a:solidFill>
          <a:schemeClr val="tx1"/>
        </a:solidFill>
        <a:effectLst/>
      </p:bgPr>
    </p:bg>
    <p:spTree>
      <p:nvGrpSpPr>
        <p:cNvPr id="1" name=""/>
        <p:cNvGrpSpPr/>
        <p:nvPr/>
      </p:nvGrpSpPr>
      <p:grpSpPr>
        <a:xfrm>
          <a:off x="0" y="0"/>
          <a:ext cx="0" cy="0"/>
          <a:chOff x="0" y="0"/>
          <a:chExt cx="0" cy="0"/>
        </a:xfrm>
      </p:grpSpPr>
      <p:sp>
        <p:nvSpPr>
          <p:cNvPr id="43" name="Picture Placeholder 9">
            <a:extLst>
              <a:ext uri="{FF2B5EF4-FFF2-40B4-BE49-F238E27FC236}">
                <a16:creationId xmlns:a16="http://schemas.microsoft.com/office/drawing/2014/main" id="{85C9B886-F3E4-5E12-9A00-84CD82AC5501}"/>
              </a:ext>
            </a:extLst>
          </p:cNvPr>
          <p:cNvSpPr>
            <a:spLocks noGrp="1"/>
          </p:cNvSpPr>
          <p:nvPr>
            <p:ph type="pic" sz="quarter" idx="44"/>
          </p:nvPr>
        </p:nvSpPr>
        <p:spPr>
          <a:xfrm>
            <a:off x="262617" y="4191007"/>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4" name="Picture Placeholder 9">
            <a:extLst>
              <a:ext uri="{FF2B5EF4-FFF2-40B4-BE49-F238E27FC236}">
                <a16:creationId xmlns:a16="http://schemas.microsoft.com/office/drawing/2014/main" id="{F8F94976-A702-C1F9-A837-6776C974B647}"/>
              </a:ext>
            </a:extLst>
          </p:cNvPr>
          <p:cNvSpPr>
            <a:spLocks noGrp="1"/>
          </p:cNvSpPr>
          <p:nvPr>
            <p:ph type="pic" sz="quarter" idx="45"/>
          </p:nvPr>
        </p:nvSpPr>
        <p:spPr>
          <a:xfrm>
            <a:off x="2253957" y="4191007"/>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5" name="Picture Placeholder 9">
            <a:extLst>
              <a:ext uri="{FF2B5EF4-FFF2-40B4-BE49-F238E27FC236}">
                <a16:creationId xmlns:a16="http://schemas.microsoft.com/office/drawing/2014/main" id="{491733F7-529D-CC79-65CB-FFFF026BCCC2}"/>
              </a:ext>
            </a:extLst>
          </p:cNvPr>
          <p:cNvSpPr>
            <a:spLocks noGrp="1"/>
          </p:cNvSpPr>
          <p:nvPr>
            <p:ph type="pic" sz="quarter" idx="46"/>
          </p:nvPr>
        </p:nvSpPr>
        <p:spPr>
          <a:xfrm>
            <a:off x="4237993" y="4191007"/>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6" name="Picture Placeholder 9">
            <a:extLst>
              <a:ext uri="{FF2B5EF4-FFF2-40B4-BE49-F238E27FC236}">
                <a16:creationId xmlns:a16="http://schemas.microsoft.com/office/drawing/2014/main" id="{6A1F7AA5-5BAB-2CF9-9D3F-E106BCE895EC}"/>
              </a:ext>
            </a:extLst>
          </p:cNvPr>
          <p:cNvSpPr>
            <a:spLocks noGrp="1"/>
          </p:cNvSpPr>
          <p:nvPr>
            <p:ph type="pic" sz="quarter" idx="47"/>
          </p:nvPr>
        </p:nvSpPr>
        <p:spPr>
          <a:xfrm>
            <a:off x="6229333" y="4191007"/>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7" name="Picture Placeholder 9">
            <a:extLst>
              <a:ext uri="{FF2B5EF4-FFF2-40B4-BE49-F238E27FC236}">
                <a16:creationId xmlns:a16="http://schemas.microsoft.com/office/drawing/2014/main" id="{CC8DDA27-CE84-DC52-6023-A2C4DE0F940F}"/>
              </a:ext>
            </a:extLst>
          </p:cNvPr>
          <p:cNvSpPr>
            <a:spLocks noGrp="1"/>
          </p:cNvSpPr>
          <p:nvPr>
            <p:ph type="pic" sz="quarter" idx="48"/>
          </p:nvPr>
        </p:nvSpPr>
        <p:spPr>
          <a:xfrm>
            <a:off x="8212575" y="4191007"/>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8" name="Picture Placeholder 9">
            <a:extLst>
              <a:ext uri="{FF2B5EF4-FFF2-40B4-BE49-F238E27FC236}">
                <a16:creationId xmlns:a16="http://schemas.microsoft.com/office/drawing/2014/main" id="{6718BFA9-E1B3-D6BB-7487-C006F510A57B}"/>
              </a:ext>
            </a:extLst>
          </p:cNvPr>
          <p:cNvSpPr>
            <a:spLocks noGrp="1"/>
          </p:cNvSpPr>
          <p:nvPr>
            <p:ph type="pic" sz="quarter" idx="49"/>
          </p:nvPr>
        </p:nvSpPr>
        <p:spPr>
          <a:xfrm>
            <a:off x="10195030" y="4191007"/>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9" name="Text Placeholder 14">
            <a:extLst>
              <a:ext uri="{FF2B5EF4-FFF2-40B4-BE49-F238E27FC236}">
                <a16:creationId xmlns:a16="http://schemas.microsoft.com/office/drawing/2014/main" id="{3CADC0AD-CA08-AEA2-21C6-E3AC795358D0}"/>
              </a:ext>
            </a:extLst>
          </p:cNvPr>
          <p:cNvSpPr>
            <a:spLocks noGrp="1"/>
          </p:cNvSpPr>
          <p:nvPr>
            <p:ph type="body" sz="quarter" idx="50" hasCustomPrompt="1"/>
          </p:nvPr>
        </p:nvSpPr>
        <p:spPr>
          <a:xfrm>
            <a:off x="262766" y="5999953"/>
            <a:ext cx="1720625"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50" name="Text Placeholder 14">
            <a:extLst>
              <a:ext uri="{FF2B5EF4-FFF2-40B4-BE49-F238E27FC236}">
                <a16:creationId xmlns:a16="http://schemas.microsoft.com/office/drawing/2014/main" id="{5DBFB30C-D9E0-5B84-1D3C-59BFA31CBE86}"/>
              </a:ext>
            </a:extLst>
          </p:cNvPr>
          <p:cNvSpPr>
            <a:spLocks noGrp="1"/>
          </p:cNvSpPr>
          <p:nvPr>
            <p:ph type="body" sz="quarter" idx="51" hasCustomPrompt="1"/>
          </p:nvPr>
        </p:nvSpPr>
        <p:spPr>
          <a:xfrm>
            <a:off x="2254115" y="5999953"/>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51" name="Text Placeholder 14">
            <a:extLst>
              <a:ext uri="{FF2B5EF4-FFF2-40B4-BE49-F238E27FC236}">
                <a16:creationId xmlns:a16="http://schemas.microsoft.com/office/drawing/2014/main" id="{5467940A-A0E4-39FE-276D-52982FC5B1D2}"/>
              </a:ext>
            </a:extLst>
          </p:cNvPr>
          <p:cNvSpPr>
            <a:spLocks noGrp="1"/>
          </p:cNvSpPr>
          <p:nvPr>
            <p:ph type="body" sz="quarter" idx="52" hasCustomPrompt="1"/>
          </p:nvPr>
        </p:nvSpPr>
        <p:spPr>
          <a:xfrm>
            <a:off x="4245455" y="5999953"/>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52" name="Text Placeholder 14">
            <a:extLst>
              <a:ext uri="{FF2B5EF4-FFF2-40B4-BE49-F238E27FC236}">
                <a16:creationId xmlns:a16="http://schemas.microsoft.com/office/drawing/2014/main" id="{1F97773C-D0B7-F881-B1A5-D8AEDF553E61}"/>
              </a:ext>
            </a:extLst>
          </p:cNvPr>
          <p:cNvSpPr>
            <a:spLocks noGrp="1"/>
          </p:cNvSpPr>
          <p:nvPr>
            <p:ph type="body" sz="quarter" idx="53" hasCustomPrompt="1"/>
          </p:nvPr>
        </p:nvSpPr>
        <p:spPr>
          <a:xfrm>
            <a:off x="6236796" y="5999953"/>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53" name="Text Placeholder 14">
            <a:extLst>
              <a:ext uri="{FF2B5EF4-FFF2-40B4-BE49-F238E27FC236}">
                <a16:creationId xmlns:a16="http://schemas.microsoft.com/office/drawing/2014/main" id="{2ECF84FA-0E79-D13F-83BD-198A87BF689C}"/>
              </a:ext>
            </a:extLst>
          </p:cNvPr>
          <p:cNvSpPr>
            <a:spLocks noGrp="1"/>
          </p:cNvSpPr>
          <p:nvPr>
            <p:ph type="body" sz="quarter" idx="54" hasCustomPrompt="1"/>
          </p:nvPr>
        </p:nvSpPr>
        <p:spPr>
          <a:xfrm>
            <a:off x="8228136" y="5999953"/>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54" name="Text Placeholder 14">
            <a:extLst>
              <a:ext uri="{FF2B5EF4-FFF2-40B4-BE49-F238E27FC236}">
                <a16:creationId xmlns:a16="http://schemas.microsoft.com/office/drawing/2014/main" id="{F69D5152-F0FC-DBAB-A69E-3CF712D6BBC1}"/>
              </a:ext>
            </a:extLst>
          </p:cNvPr>
          <p:cNvSpPr>
            <a:spLocks noGrp="1"/>
          </p:cNvSpPr>
          <p:nvPr>
            <p:ph type="body" sz="quarter" idx="55" hasCustomPrompt="1"/>
          </p:nvPr>
        </p:nvSpPr>
        <p:spPr>
          <a:xfrm>
            <a:off x="10219476" y="5999953"/>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solidFill>
                <a:schemeClr val="bg1"/>
              </a:solidFill>
            </a:endParaRPr>
          </a:p>
        </p:txBody>
      </p:sp>
      <p:cxnSp>
        <p:nvCxnSpPr>
          <p:cNvPr id="7" name="Straight Connector 6">
            <a:extLst>
              <a:ext uri="{FF2B5EF4-FFF2-40B4-BE49-F238E27FC236}">
                <a16:creationId xmlns:a16="http://schemas.microsoft.com/office/drawing/2014/main" id="{2EDBF4C0-48BD-0AA4-AC08-3488348A30AF}"/>
              </a:ext>
            </a:extLst>
          </p:cNvPr>
          <p:cNvCxnSpPr>
            <a:cxnSpLocks/>
          </p:cNvCxnSpPr>
          <p:nvPr/>
        </p:nvCxnSpPr>
        <p:spPr>
          <a:xfrm>
            <a:off x="257536" y="1504769"/>
            <a:ext cx="1166326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9" name="Picture Placeholder 9">
            <a:extLst>
              <a:ext uri="{FF2B5EF4-FFF2-40B4-BE49-F238E27FC236}">
                <a16:creationId xmlns:a16="http://schemas.microsoft.com/office/drawing/2014/main" id="{BC498253-E19A-9981-7491-0B0200501465}"/>
              </a:ext>
            </a:extLst>
          </p:cNvPr>
          <p:cNvSpPr>
            <a:spLocks noGrp="1"/>
          </p:cNvSpPr>
          <p:nvPr>
            <p:ph type="pic" sz="quarter" idx="13"/>
          </p:nvPr>
        </p:nvSpPr>
        <p:spPr>
          <a:xfrm>
            <a:off x="262617" y="1735906"/>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2" name="Picture Placeholder 9">
            <a:extLst>
              <a:ext uri="{FF2B5EF4-FFF2-40B4-BE49-F238E27FC236}">
                <a16:creationId xmlns:a16="http://schemas.microsoft.com/office/drawing/2014/main" id="{9C4EF51A-A56C-324C-7B1A-B7579A5A371E}"/>
              </a:ext>
            </a:extLst>
          </p:cNvPr>
          <p:cNvSpPr>
            <a:spLocks noGrp="1"/>
          </p:cNvSpPr>
          <p:nvPr>
            <p:ph type="pic" sz="quarter" idx="14"/>
          </p:nvPr>
        </p:nvSpPr>
        <p:spPr>
          <a:xfrm>
            <a:off x="2253957" y="1735906"/>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4" name="Picture Placeholder 9">
            <a:extLst>
              <a:ext uri="{FF2B5EF4-FFF2-40B4-BE49-F238E27FC236}">
                <a16:creationId xmlns:a16="http://schemas.microsoft.com/office/drawing/2014/main" id="{4F721F11-D41A-997F-55D6-70373D59D181}"/>
              </a:ext>
            </a:extLst>
          </p:cNvPr>
          <p:cNvSpPr>
            <a:spLocks noGrp="1"/>
          </p:cNvSpPr>
          <p:nvPr>
            <p:ph type="pic" sz="quarter" idx="15"/>
          </p:nvPr>
        </p:nvSpPr>
        <p:spPr>
          <a:xfrm>
            <a:off x="4237993" y="1735906"/>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6" name="Picture Placeholder 9">
            <a:extLst>
              <a:ext uri="{FF2B5EF4-FFF2-40B4-BE49-F238E27FC236}">
                <a16:creationId xmlns:a16="http://schemas.microsoft.com/office/drawing/2014/main" id="{4B87836F-5514-410A-006A-3F8EF5C8A2A0}"/>
              </a:ext>
            </a:extLst>
          </p:cNvPr>
          <p:cNvSpPr>
            <a:spLocks noGrp="1"/>
          </p:cNvSpPr>
          <p:nvPr>
            <p:ph type="pic" sz="quarter" idx="16"/>
          </p:nvPr>
        </p:nvSpPr>
        <p:spPr>
          <a:xfrm>
            <a:off x="6229333" y="1735906"/>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8" name="Picture Placeholder 9">
            <a:extLst>
              <a:ext uri="{FF2B5EF4-FFF2-40B4-BE49-F238E27FC236}">
                <a16:creationId xmlns:a16="http://schemas.microsoft.com/office/drawing/2014/main" id="{107E7A96-FD00-0FC7-A726-81E9C011D1EB}"/>
              </a:ext>
            </a:extLst>
          </p:cNvPr>
          <p:cNvSpPr>
            <a:spLocks noGrp="1"/>
          </p:cNvSpPr>
          <p:nvPr>
            <p:ph type="pic" sz="quarter" idx="17"/>
          </p:nvPr>
        </p:nvSpPr>
        <p:spPr>
          <a:xfrm>
            <a:off x="8212575" y="1735906"/>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0" name="Picture Placeholder 9">
            <a:extLst>
              <a:ext uri="{FF2B5EF4-FFF2-40B4-BE49-F238E27FC236}">
                <a16:creationId xmlns:a16="http://schemas.microsoft.com/office/drawing/2014/main" id="{B62A229C-FE8E-6E1A-4CCD-6B54E572722A}"/>
              </a:ext>
            </a:extLst>
          </p:cNvPr>
          <p:cNvSpPr>
            <a:spLocks noGrp="1"/>
          </p:cNvSpPr>
          <p:nvPr>
            <p:ph type="pic" sz="quarter" idx="18"/>
          </p:nvPr>
        </p:nvSpPr>
        <p:spPr>
          <a:xfrm>
            <a:off x="10195030" y="1735906"/>
            <a:ext cx="1724675" cy="172467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cxnSp>
        <p:nvCxnSpPr>
          <p:cNvPr id="11" name="Straight Connector 10">
            <a:extLst>
              <a:ext uri="{FF2B5EF4-FFF2-40B4-BE49-F238E27FC236}">
                <a16:creationId xmlns:a16="http://schemas.microsoft.com/office/drawing/2014/main" id="{CF4B7B71-D5EB-3F43-CF27-6D94A6701913}"/>
              </a:ext>
            </a:extLst>
          </p:cNvPr>
          <p:cNvCxnSpPr>
            <a:cxnSpLocks/>
          </p:cNvCxnSpPr>
          <p:nvPr userDrawn="1"/>
        </p:nvCxnSpPr>
        <p:spPr>
          <a:xfrm>
            <a:off x="257536" y="1504769"/>
            <a:ext cx="11663264"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7" name="Text Placeholder 14">
            <a:extLst>
              <a:ext uri="{FF2B5EF4-FFF2-40B4-BE49-F238E27FC236}">
                <a16:creationId xmlns:a16="http://schemas.microsoft.com/office/drawing/2014/main" id="{C457086F-2E26-D088-74D3-090BC12E603C}"/>
              </a:ext>
            </a:extLst>
          </p:cNvPr>
          <p:cNvSpPr>
            <a:spLocks noGrp="1"/>
          </p:cNvSpPr>
          <p:nvPr>
            <p:ph type="body" sz="quarter" idx="38" hasCustomPrompt="1"/>
          </p:nvPr>
        </p:nvSpPr>
        <p:spPr>
          <a:xfrm>
            <a:off x="262766" y="3544851"/>
            <a:ext cx="1720625"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19" name="Text Placeholder 14">
            <a:extLst>
              <a:ext uri="{FF2B5EF4-FFF2-40B4-BE49-F238E27FC236}">
                <a16:creationId xmlns:a16="http://schemas.microsoft.com/office/drawing/2014/main" id="{CC193CEC-8281-A77D-4837-045AC6253245}"/>
              </a:ext>
            </a:extLst>
          </p:cNvPr>
          <p:cNvSpPr>
            <a:spLocks noGrp="1"/>
          </p:cNvSpPr>
          <p:nvPr>
            <p:ph type="body" sz="quarter" idx="39" hasCustomPrompt="1"/>
          </p:nvPr>
        </p:nvSpPr>
        <p:spPr>
          <a:xfrm>
            <a:off x="2254115" y="3544851"/>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21" name="Text Placeholder 14">
            <a:extLst>
              <a:ext uri="{FF2B5EF4-FFF2-40B4-BE49-F238E27FC236}">
                <a16:creationId xmlns:a16="http://schemas.microsoft.com/office/drawing/2014/main" id="{FF6F26F2-0478-EACF-FD9A-457F531B24CF}"/>
              </a:ext>
            </a:extLst>
          </p:cNvPr>
          <p:cNvSpPr>
            <a:spLocks noGrp="1"/>
          </p:cNvSpPr>
          <p:nvPr>
            <p:ph type="body" sz="quarter" idx="40" hasCustomPrompt="1"/>
          </p:nvPr>
        </p:nvSpPr>
        <p:spPr>
          <a:xfrm>
            <a:off x="4245455" y="3544851"/>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40" name="Text Placeholder 14">
            <a:extLst>
              <a:ext uri="{FF2B5EF4-FFF2-40B4-BE49-F238E27FC236}">
                <a16:creationId xmlns:a16="http://schemas.microsoft.com/office/drawing/2014/main" id="{F8043EB6-CD12-E6E8-6CD5-59F8E958283E}"/>
              </a:ext>
            </a:extLst>
          </p:cNvPr>
          <p:cNvSpPr>
            <a:spLocks noGrp="1"/>
          </p:cNvSpPr>
          <p:nvPr>
            <p:ph type="body" sz="quarter" idx="41" hasCustomPrompt="1"/>
          </p:nvPr>
        </p:nvSpPr>
        <p:spPr>
          <a:xfrm>
            <a:off x="6236796" y="3544851"/>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41" name="Text Placeholder 14">
            <a:extLst>
              <a:ext uri="{FF2B5EF4-FFF2-40B4-BE49-F238E27FC236}">
                <a16:creationId xmlns:a16="http://schemas.microsoft.com/office/drawing/2014/main" id="{FE48E665-7BAD-2DF6-E021-51FDE8C4483A}"/>
              </a:ext>
            </a:extLst>
          </p:cNvPr>
          <p:cNvSpPr>
            <a:spLocks noGrp="1"/>
          </p:cNvSpPr>
          <p:nvPr>
            <p:ph type="body" sz="quarter" idx="42" hasCustomPrompt="1"/>
          </p:nvPr>
        </p:nvSpPr>
        <p:spPr>
          <a:xfrm>
            <a:off x="8228136" y="3544851"/>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42" name="Text Placeholder 14">
            <a:extLst>
              <a:ext uri="{FF2B5EF4-FFF2-40B4-BE49-F238E27FC236}">
                <a16:creationId xmlns:a16="http://schemas.microsoft.com/office/drawing/2014/main" id="{A89B74F3-7F23-BD89-88BB-A14E3E67AD5C}"/>
              </a:ext>
            </a:extLst>
          </p:cNvPr>
          <p:cNvSpPr>
            <a:spLocks noGrp="1"/>
          </p:cNvSpPr>
          <p:nvPr>
            <p:ph type="body" sz="quarter" idx="43" hasCustomPrompt="1"/>
          </p:nvPr>
        </p:nvSpPr>
        <p:spPr>
          <a:xfrm>
            <a:off x="10219476" y="3544851"/>
            <a:ext cx="1724516" cy="401649"/>
          </a:xfrm>
        </p:spPr>
        <p:txBody>
          <a:bodyPr wrap="square">
            <a:spAutoFit/>
          </a:bodyPr>
          <a:lstStyle>
            <a:lvl1pPr marL="0" indent="0">
              <a:buNone/>
              <a:defRPr sz="1200">
                <a:solidFill>
                  <a:schemeClr val="bg1"/>
                </a:solidFill>
                <a:latin typeface="+mj-lt"/>
              </a:defRPr>
            </a:lvl1pPr>
          </a:lstStyle>
          <a:p>
            <a:pPr lvl="0"/>
            <a:r>
              <a:rPr lang="en-US"/>
              <a:t>Subhead wrapping over two lines</a:t>
            </a:r>
          </a:p>
        </p:txBody>
      </p:sp>
      <p:sp>
        <p:nvSpPr>
          <p:cNvPr id="5" name="Slide Number Placeholder 5">
            <a:extLst>
              <a:ext uri="{FF2B5EF4-FFF2-40B4-BE49-F238E27FC236}">
                <a16:creationId xmlns:a16="http://schemas.microsoft.com/office/drawing/2014/main" id="{ADCD2EAC-2BCE-DE73-057C-0294CC80D191}"/>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14">
            <a:extLst>
              <a:ext uri="{FF2B5EF4-FFF2-40B4-BE49-F238E27FC236}">
                <a16:creationId xmlns:a16="http://schemas.microsoft.com/office/drawing/2014/main" id="{2243729C-6E16-9E60-E08C-C61016CE3201}"/>
              </a:ext>
            </a:extLst>
          </p:cNvPr>
          <p:cNvSpPr>
            <a:spLocks noGrp="1"/>
          </p:cNvSpPr>
          <p:nvPr>
            <p:ph type="body" sz="quarter" idx="29" hasCustomPrompt="1"/>
          </p:nvPr>
        </p:nvSpPr>
        <p:spPr>
          <a:xfrm>
            <a:off x="4241248" y="731667"/>
            <a:ext cx="4702357" cy="605935"/>
          </a:xfrm>
        </p:spPr>
        <p:txBody>
          <a:bodyPr wrap="square">
            <a:spAutoFit/>
          </a:bodyPr>
          <a:lstStyle>
            <a:lvl1pPr marL="182843" indent="-182843">
              <a:defRPr sz="900">
                <a:solidFill>
                  <a:schemeClr val="bg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p>
        </p:txBody>
      </p:sp>
      <p:sp>
        <p:nvSpPr>
          <p:cNvPr id="8" name="Title 17">
            <a:extLst>
              <a:ext uri="{FF2B5EF4-FFF2-40B4-BE49-F238E27FC236}">
                <a16:creationId xmlns:a16="http://schemas.microsoft.com/office/drawing/2014/main" id="{F6993D45-8C38-E943-4D5B-0213C84D9018}"/>
              </a:ext>
            </a:extLst>
          </p:cNvPr>
          <p:cNvSpPr>
            <a:spLocks noGrp="1"/>
          </p:cNvSpPr>
          <p:nvPr>
            <p:ph type="title" hasCustomPrompt="1"/>
          </p:nvPr>
        </p:nvSpPr>
        <p:spPr>
          <a:xfrm>
            <a:off x="262766" y="731667"/>
            <a:ext cx="3715550" cy="284694"/>
          </a:xfrm>
        </p:spPr>
        <p:txBody>
          <a:bodyPr anchor="t"/>
          <a:lstStyle>
            <a:lvl1pPr>
              <a:lnSpc>
                <a:spcPct val="90000"/>
              </a:lnSpc>
              <a:defRPr sz="2000" spc="0">
                <a:solidFill>
                  <a:schemeClr val="bg1"/>
                </a:solidFill>
              </a:defRPr>
            </a:lvl1pPr>
          </a:lstStyle>
          <a:p>
            <a:r>
              <a:rPr lang="en-US"/>
              <a:t>Header</a:t>
            </a:r>
          </a:p>
        </p:txBody>
      </p:sp>
    </p:spTree>
    <p:extLst>
      <p:ext uri="{BB962C8B-B14F-4D97-AF65-F5344CB8AC3E}">
        <p14:creationId xmlns:p14="http://schemas.microsoft.com/office/powerpoint/2010/main" val="4616292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nterior Collage 1.1 (Dark)">
    <p:bg>
      <p:bgPr>
        <a:solidFill>
          <a:schemeClr val="tx1"/>
        </a:solidFill>
        <a:effectLst/>
      </p:bgPr>
    </p:bg>
    <p:spTree>
      <p:nvGrpSpPr>
        <p:cNvPr id="1" name=""/>
        <p:cNvGrpSpPr/>
        <p:nvPr/>
      </p:nvGrpSpPr>
      <p:grpSpPr>
        <a:xfrm>
          <a:off x="0" y="0"/>
          <a:ext cx="0" cy="0"/>
          <a:chOff x="0" y="0"/>
          <a:chExt cx="0" cy="0"/>
        </a:xfrm>
      </p:grpSpPr>
      <p:sp>
        <p:nvSpPr>
          <p:cNvPr id="31" name="Picture Placeholder 9">
            <a:extLst>
              <a:ext uri="{FF2B5EF4-FFF2-40B4-BE49-F238E27FC236}">
                <a16:creationId xmlns:a16="http://schemas.microsoft.com/office/drawing/2014/main" id="{414F3A46-6C79-B4B1-C65B-3636B6B3DB33}"/>
              </a:ext>
            </a:extLst>
          </p:cNvPr>
          <p:cNvSpPr>
            <a:spLocks noGrp="1"/>
          </p:cNvSpPr>
          <p:nvPr>
            <p:ph type="pic" sz="quarter" idx="37"/>
          </p:nvPr>
        </p:nvSpPr>
        <p:spPr>
          <a:xfrm>
            <a:off x="262766"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3" name="Picture Placeholder 9">
            <a:extLst>
              <a:ext uri="{FF2B5EF4-FFF2-40B4-BE49-F238E27FC236}">
                <a16:creationId xmlns:a16="http://schemas.microsoft.com/office/drawing/2014/main" id="{6DA91201-807B-7F7B-A15C-3933A50E4033}"/>
              </a:ext>
            </a:extLst>
          </p:cNvPr>
          <p:cNvSpPr>
            <a:spLocks noGrp="1"/>
          </p:cNvSpPr>
          <p:nvPr>
            <p:ph type="pic" sz="quarter" idx="43"/>
          </p:nvPr>
        </p:nvSpPr>
        <p:spPr>
          <a:xfrm>
            <a:off x="262766"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4" name="Picture Placeholder 9">
            <a:extLst>
              <a:ext uri="{FF2B5EF4-FFF2-40B4-BE49-F238E27FC236}">
                <a16:creationId xmlns:a16="http://schemas.microsoft.com/office/drawing/2014/main" id="{A36546E3-93E3-A778-B668-BAEE9A09CA76}"/>
              </a:ext>
            </a:extLst>
          </p:cNvPr>
          <p:cNvSpPr>
            <a:spLocks noGrp="1"/>
          </p:cNvSpPr>
          <p:nvPr>
            <p:ph type="pic" sz="quarter" idx="44"/>
          </p:nvPr>
        </p:nvSpPr>
        <p:spPr>
          <a:xfrm>
            <a:off x="2304955"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5" name="Picture Placeholder 9">
            <a:extLst>
              <a:ext uri="{FF2B5EF4-FFF2-40B4-BE49-F238E27FC236}">
                <a16:creationId xmlns:a16="http://schemas.microsoft.com/office/drawing/2014/main" id="{8D7F82AF-A25F-3281-B2A8-165DB08771DB}"/>
              </a:ext>
            </a:extLst>
          </p:cNvPr>
          <p:cNvSpPr>
            <a:spLocks noGrp="1"/>
          </p:cNvSpPr>
          <p:nvPr>
            <p:ph type="pic" sz="quarter" idx="45"/>
          </p:nvPr>
        </p:nvSpPr>
        <p:spPr>
          <a:xfrm>
            <a:off x="4348801"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6" name="Picture Placeholder 9">
            <a:extLst>
              <a:ext uri="{FF2B5EF4-FFF2-40B4-BE49-F238E27FC236}">
                <a16:creationId xmlns:a16="http://schemas.microsoft.com/office/drawing/2014/main" id="{77846D10-B19A-7A06-CE1C-B4259CEDB20F}"/>
              </a:ext>
            </a:extLst>
          </p:cNvPr>
          <p:cNvSpPr>
            <a:spLocks noGrp="1"/>
          </p:cNvSpPr>
          <p:nvPr>
            <p:ph type="pic" sz="quarter" idx="46"/>
          </p:nvPr>
        </p:nvSpPr>
        <p:spPr>
          <a:xfrm>
            <a:off x="6392646"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7" name="Picture Placeholder 9">
            <a:extLst>
              <a:ext uri="{FF2B5EF4-FFF2-40B4-BE49-F238E27FC236}">
                <a16:creationId xmlns:a16="http://schemas.microsoft.com/office/drawing/2014/main" id="{1F0CB571-2CC5-3A2F-2978-74174DAA45FF}"/>
              </a:ext>
            </a:extLst>
          </p:cNvPr>
          <p:cNvSpPr>
            <a:spLocks noGrp="1"/>
          </p:cNvSpPr>
          <p:nvPr>
            <p:ph type="pic" sz="quarter" idx="47"/>
          </p:nvPr>
        </p:nvSpPr>
        <p:spPr>
          <a:xfrm>
            <a:off x="8436492"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8" name="Picture Placeholder 9">
            <a:extLst>
              <a:ext uri="{FF2B5EF4-FFF2-40B4-BE49-F238E27FC236}">
                <a16:creationId xmlns:a16="http://schemas.microsoft.com/office/drawing/2014/main" id="{E3EB4462-D286-A817-693C-92AEE36F0EED}"/>
              </a:ext>
            </a:extLst>
          </p:cNvPr>
          <p:cNvSpPr>
            <a:spLocks noGrp="1"/>
          </p:cNvSpPr>
          <p:nvPr>
            <p:ph type="pic" sz="quarter" idx="48"/>
          </p:nvPr>
        </p:nvSpPr>
        <p:spPr>
          <a:xfrm>
            <a:off x="10480337"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5" name="Picture Placeholder 9">
            <a:extLst>
              <a:ext uri="{FF2B5EF4-FFF2-40B4-BE49-F238E27FC236}">
                <a16:creationId xmlns:a16="http://schemas.microsoft.com/office/drawing/2014/main" id="{C5EE55A4-37A2-B4D8-C3AC-37CB40FA2765}"/>
              </a:ext>
            </a:extLst>
          </p:cNvPr>
          <p:cNvSpPr>
            <a:spLocks noGrp="1"/>
          </p:cNvSpPr>
          <p:nvPr>
            <p:ph type="pic" sz="quarter" idx="31"/>
          </p:nvPr>
        </p:nvSpPr>
        <p:spPr>
          <a:xfrm>
            <a:off x="262766"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26" name="Picture Placeholder 9">
            <a:extLst>
              <a:ext uri="{FF2B5EF4-FFF2-40B4-BE49-F238E27FC236}">
                <a16:creationId xmlns:a16="http://schemas.microsoft.com/office/drawing/2014/main" id="{1D15C063-808E-85A7-50C7-6E5B2FCD5AD6}"/>
              </a:ext>
            </a:extLst>
          </p:cNvPr>
          <p:cNvSpPr>
            <a:spLocks noGrp="1"/>
          </p:cNvSpPr>
          <p:nvPr>
            <p:ph type="pic" sz="quarter" idx="32"/>
          </p:nvPr>
        </p:nvSpPr>
        <p:spPr>
          <a:xfrm>
            <a:off x="2304955"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7" name="Picture Placeholder 9">
            <a:extLst>
              <a:ext uri="{FF2B5EF4-FFF2-40B4-BE49-F238E27FC236}">
                <a16:creationId xmlns:a16="http://schemas.microsoft.com/office/drawing/2014/main" id="{4B90FC3E-7F7E-90C9-3727-7F837C6F3BB5}"/>
              </a:ext>
            </a:extLst>
          </p:cNvPr>
          <p:cNvSpPr>
            <a:spLocks noGrp="1"/>
          </p:cNvSpPr>
          <p:nvPr>
            <p:ph type="pic" sz="quarter" idx="33"/>
          </p:nvPr>
        </p:nvSpPr>
        <p:spPr>
          <a:xfrm>
            <a:off x="4348801"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8" name="Picture Placeholder 9">
            <a:extLst>
              <a:ext uri="{FF2B5EF4-FFF2-40B4-BE49-F238E27FC236}">
                <a16:creationId xmlns:a16="http://schemas.microsoft.com/office/drawing/2014/main" id="{D7347812-B755-7A67-CEF3-9A783EC2714D}"/>
              </a:ext>
            </a:extLst>
          </p:cNvPr>
          <p:cNvSpPr>
            <a:spLocks noGrp="1"/>
          </p:cNvSpPr>
          <p:nvPr>
            <p:ph type="pic" sz="quarter" idx="34"/>
          </p:nvPr>
        </p:nvSpPr>
        <p:spPr>
          <a:xfrm>
            <a:off x="6392646"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9" name="Picture Placeholder 9">
            <a:extLst>
              <a:ext uri="{FF2B5EF4-FFF2-40B4-BE49-F238E27FC236}">
                <a16:creationId xmlns:a16="http://schemas.microsoft.com/office/drawing/2014/main" id="{DA31DF15-3CFD-8ECB-E60B-6F0BEE5C00DD}"/>
              </a:ext>
            </a:extLst>
          </p:cNvPr>
          <p:cNvSpPr>
            <a:spLocks noGrp="1"/>
          </p:cNvSpPr>
          <p:nvPr>
            <p:ph type="pic" sz="quarter" idx="35"/>
          </p:nvPr>
        </p:nvSpPr>
        <p:spPr>
          <a:xfrm>
            <a:off x="8436492"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0" name="Picture Placeholder 9">
            <a:extLst>
              <a:ext uri="{FF2B5EF4-FFF2-40B4-BE49-F238E27FC236}">
                <a16:creationId xmlns:a16="http://schemas.microsoft.com/office/drawing/2014/main" id="{8FB89C77-18AB-8B9C-D40D-9F9E06EDDEE5}"/>
              </a:ext>
            </a:extLst>
          </p:cNvPr>
          <p:cNvSpPr>
            <a:spLocks noGrp="1"/>
          </p:cNvSpPr>
          <p:nvPr>
            <p:ph type="pic" sz="quarter" idx="36"/>
          </p:nvPr>
        </p:nvSpPr>
        <p:spPr>
          <a:xfrm>
            <a:off x="10480337"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2" name="Picture Placeholder 9">
            <a:extLst>
              <a:ext uri="{FF2B5EF4-FFF2-40B4-BE49-F238E27FC236}">
                <a16:creationId xmlns:a16="http://schemas.microsoft.com/office/drawing/2014/main" id="{EFDC720D-9A69-3CE1-C1B4-9067527A25FD}"/>
              </a:ext>
            </a:extLst>
          </p:cNvPr>
          <p:cNvSpPr>
            <a:spLocks noGrp="1"/>
          </p:cNvSpPr>
          <p:nvPr>
            <p:ph type="pic" sz="quarter" idx="38"/>
          </p:nvPr>
        </p:nvSpPr>
        <p:spPr>
          <a:xfrm>
            <a:off x="2304955"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3" name="Picture Placeholder 9">
            <a:extLst>
              <a:ext uri="{FF2B5EF4-FFF2-40B4-BE49-F238E27FC236}">
                <a16:creationId xmlns:a16="http://schemas.microsoft.com/office/drawing/2014/main" id="{1A9AE1E9-1CFA-55D3-3DF0-7261488E0699}"/>
              </a:ext>
            </a:extLst>
          </p:cNvPr>
          <p:cNvSpPr>
            <a:spLocks noGrp="1"/>
          </p:cNvSpPr>
          <p:nvPr>
            <p:ph type="pic" sz="quarter" idx="39"/>
          </p:nvPr>
        </p:nvSpPr>
        <p:spPr>
          <a:xfrm>
            <a:off x="4348801"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4" name="Picture Placeholder 9">
            <a:extLst>
              <a:ext uri="{FF2B5EF4-FFF2-40B4-BE49-F238E27FC236}">
                <a16:creationId xmlns:a16="http://schemas.microsoft.com/office/drawing/2014/main" id="{A19B2CC4-547F-49CA-6526-7197F55615CF}"/>
              </a:ext>
            </a:extLst>
          </p:cNvPr>
          <p:cNvSpPr>
            <a:spLocks noGrp="1"/>
          </p:cNvSpPr>
          <p:nvPr>
            <p:ph type="pic" sz="quarter" idx="40"/>
          </p:nvPr>
        </p:nvSpPr>
        <p:spPr>
          <a:xfrm>
            <a:off x="6392646"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5" name="Picture Placeholder 9">
            <a:extLst>
              <a:ext uri="{FF2B5EF4-FFF2-40B4-BE49-F238E27FC236}">
                <a16:creationId xmlns:a16="http://schemas.microsoft.com/office/drawing/2014/main" id="{946D8120-6638-43CD-E142-F46BAB6BB855}"/>
              </a:ext>
            </a:extLst>
          </p:cNvPr>
          <p:cNvSpPr>
            <a:spLocks noGrp="1"/>
          </p:cNvSpPr>
          <p:nvPr>
            <p:ph type="pic" sz="quarter" idx="41"/>
          </p:nvPr>
        </p:nvSpPr>
        <p:spPr>
          <a:xfrm>
            <a:off x="8436492"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6" name="Picture Placeholder 9">
            <a:extLst>
              <a:ext uri="{FF2B5EF4-FFF2-40B4-BE49-F238E27FC236}">
                <a16:creationId xmlns:a16="http://schemas.microsoft.com/office/drawing/2014/main" id="{890A2031-10BD-625A-86DD-1D0CC2E40A54}"/>
              </a:ext>
            </a:extLst>
          </p:cNvPr>
          <p:cNvSpPr>
            <a:spLocks noGrp="1"/>
          </p:cNvSpPr>
          <p:nvPr>
            <p:ph type="pic" sz="quarter" idx="42"/>
          </p:nvPr>
        </p:nvSpPr>
        <p:spPr>
          <a:xfrm>
            <a:off x="10480337"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5" name="Slide Number Placeholder 5">
            <a:extLst>
              <a:ext uri="{FF2B5EF4-FFF2-40B4-BE49-F238E27FC236}">
                <a16:creationId xmlns:a16="http://schemas.microsoft.com/office/drawing/2014/main" id="{1AE628A5-ED58-A3B0-1085-968A9E997CF5}"/>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8819835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nterior Collage 1.2 (Dark)">
    <p:bg>
      <p:bgPr>
        <a:solidFill>
          <a:schemeClr val="tx1"/>
        </a:solidFill>
        <a:effectLst/>
      </p:bgPr>
    </p:bg>
    <p:spTree>
      <p:nvGrpSpPr>
        <p:cNvPr id="1" name=""/>
        <p:cNvGrpSpPr/>
        <p:nvPr/>
      </p:nvGrpSpPr>
      <p:grpSpPr>
        <a:xfrm>
          <a:off x="0" y="0"/>
          <a:ext cx="0" cy="0"/>
          <a:chOff x="0" y="0"/>
          <a:chExt cx="0" cy="0"/>
        </a:xfrm>
      </p:grpSpPr>
      <p:sp>
        <p:nvSpPr>
          <p:cNvPr id="24" name="Picture Placeholder 9">
            <a:extLst>
              <a:ext uri="{FF2B5EF4-FFF2-40B4-BE49-F238E27FC236}">
                <a16:creationId xmlns:a16="http://schemas.microsoft.com/office/drawing/2014/main" id="{02BA032F-0C7E-6C39-16BE-83DF2C624861}"/>
              </a:ext>
            </a:extLst>
          </p:cNvPr>
          <p:cNvSpPr>
            <a:spLocks noGrp="1"/>
          </p:cNvSpPr>
          <p:nvPr>
            <p:ph type="pic" sz="quarter" idx="37"/>
          </p:nvPr>
        </p:nvSpPr>
        <p:spPr>
          <a:xfrm>
            <a:off x="262766"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5" name="Picture Placeholder 9">
            <a:extLst>
              <a:ext uri="{FF2B5EF4-FFF2-40B4-BE49-F238E27FC236}">
                <a16:creationId xmlns:a16="http://schemas.microsoft.com/office/drawing/2014/main" id="{E41772E7-5B40-90F2-E589-5CDE69BC1D6F}"/>
              </a:ext>
            </a:extLst>
          </p:cNvPr>
          <p:cNvSpPr>
            <a:spLocks noGrp="1"/>
          </p:cNvSpPr>
          <p:nvPr>
            <p:ph type="pic" sz="quarter" idx="43"/>
          </p:nvPr>
        </p:nvSpPr>
        <p:spPr>
          <a:xfrm>
            <a:off x="262766"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6" name="Picture Placeholder 9">
            <a:extLst>
              <a:ext uri="{FF2B5EF4-FFF2-40B4-BE49-F238E27FC236}">
                <a16:creationId xmlns:a16="http://schemas.microsoft.com/office/drawing/2014/main" id="{0C6F8664-9FED-BFA0-E912-512D1791091C}"/>
              </a:ext>
            </a:extLst>
          </p:cNvPr>
          <p:cNvSpPr>
            <a:spLocks noGrp="1"/>
          </p:cNvSpPr>
          <p:nvPr>
            <p:ph type="pic" sz="quarter" idx="44"/>
          </p:nvPr>
        </p:nvSpPr>
        <p:spPr>
          <a:xfrm>
            <a:off x="2304955"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7" name="Picture Placeholder 9">
            <a:extLst>
              <a:ext uri="{FF2B5EF4-FFF2-40B4-BE49-F238E27FC236}">
                <a16:creationId xmlns:a16="http://schemas.microsoft.com/office/drawing/2014/main" id="{9BAFF3A1-B2AB-57EF-7216-B3AC7AB62A95}"/>
              </a:ext>
            </a:extLst>
          </p:cNvPr>
          <p:cNvSpPr>
            <a:spLocks noGrp="1"/>
          </p:cNvSpPr>
          <p:nvPr>
            <p:ph type="pic" sz="quarter" idx="45"/>
          </p:nvPr>
        </p:nvSpPr>
        <p:spPr>
          <a:xfrm>
            <a:off x="4348801"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8" name="Picture Placeholder 9">
            <a:extLst>
              <a:ext uri="{FF2B5EF4-FFF2-40B4-BE49-F238E27FC236}">
                <a16:creationId xmlns:a16="http://schemas.microsoft.com/office/drawing/2014/main" id="{80A79D59-5844-353F-A355-16B6B3A22E86}"/>
              </a:ext>
            </a:extLst>
          </p:cNvPr>
          <p:cNvSpPr>
            <a:spLocks noGrp="1"/>
          </p:cNvSpPr>
          <p:nvPr>
            <p:ph type="pic" sz="quarter" idx="46"/>
          </p:nvPr>
        </p:nvSpPr>
        <p:spPr>
          <a:xfrm>
            <a:off x="6392646"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9" name="Picture Placeholder 9">
            <a:extLst>
              <a:ext uri="{FF2B5EF4-FFF2-40B4-BE49-F238E27FC236}">
                <a16:creationId xmlns:a16="http://schemas.microsoft.com/office/drawing/2014/main" id="{5273E02F-B306-FEE8-2E2A-998150880A39}"/>
              </a:ext>
            </a:extLst>
          </p:cNvPr>
          <p:cNvSpPr>
            <a:spLocks noGrp="1"/>
          </p:cNvSpPr>
          <p:nvPr>
            <p:ph type="pic" sz="quarter" idx="47"/>
          </p:nvPr>
        </p:nvSpPr>
        <p:spPr>
          <a:xfrm>
            <a:off x="8436492" y="515503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1" name="Picture Placeholder 9">
            <a:extLst>
              <a:ext uri="{FF2B5EF4-FFF2-40B4-BE49-F238E27FC236}">
                <a16:creationId xmlns:a16="http://schemas.microsoft.com/office/drawing/2014/main" id="{48BB3589-59E9-D1C6-A087-4B68C49F65DF}"/>
              </a:ext>
            </a:extLst>
          </p:cNvPr>
          <p:cNvSpPr>
            <a:spLocks noGrp="1"/>
          </p:cNvSpPr>
          <p:nvPr>
            <p:ph type="pic" sz="quarter" idx="31"/>
          </p:nvPr>
        </p:nvSpPr>
        <p:spPr>
          <a:xfrm>
            <a:off x="262766"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2" name="Picture Placeholder 9">
            <a:extLst>
              <a:ext uri="{FF2B5EF4-FFF2-40B4-BE49-F238E27FC236}">
                <a16:creationId xmlns:a16="http://schemas.microsoft.com/office/drawing/2014/main" id="{29BC56FF-C753-705C-7A95-BFCE3BBD276A}"/>
              </a:ext>
            </a:extLst>
          </p:cNvPr>
          <p:cNvSpPr>
            <a:spLocks noGrp="1"/>
          </p:cNvSpPr>
          <p:nvPr>
            <p:ph type="pic" sz="quarter" idx="32"/>
          </p:nvPr>
        </p:nvSpPr>
        <p:spPr>
          <a:xfrm>
            <a:off x="2304955"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3" name="Picture Placeholder 9">
            <a:extLst>
              <a:ext uri="{FF2B5EF4-FFF2-40B4-BE49-F238E27FC236}">
                <a16:creationId xmlns:a16="http://schemas.microsoft.com/office/drawing/2014/main" id="{C90FC4B6-5FA5-16D5-9044-41A00345BAB9}"/>
              </a:ext>
            </a:extLst>
          </p:cNvPr>
          <p:cNvSpPr>
            <a:spLocks noGrp="1"/>
          </p:cNvSpPr>
          <p:nvPr>
            <p:ph type="pic" sz="quarter" idx="33"/>
          </p:nvPr>
        </p:nvSpPr>
        <p:spPr>
          <a:xfrm>
            <a:off x="4348801"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4" name="Picture Placeholder 9">
            <a:extLst>
              <a:ext uri="{FF2B5EF4-FFF2-40B4-BE49-F238E27FC236}">
                <a16:creationId xmlns:a16="http://schemas.microsoft.com/office/drawing/2014/main" id="{59D69C04-CC4C-80F5-C3E4-A747486A9945}"/>
              </a:ext>
            </a:extLst>
          </p:cNvPr>
          <p:cNvSpPr>
            <a:spLocks noGrp="1"/>
          </p:cNvSpPr>
          <p:nvPr>
            <p:ph type="pic" sz="quarter" idx="34"/>
          </p:nvPr>
        </p:nvSpPr>
        <p:spPr>
          <a:xfrm>
            <a:off x="6392646"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6" name="Picture Placeholder 9">
            <a:extLst>
              <a:ext uri="{FF2B5EF4-FFF2-40B4-BE49-F238E27FC236}">
                <a16:creationId xmlns:a16="http://schemas.microsoft.com/office/drawing/2014/main" id="{A68D2872-91B7-8B78-9CB9-9B212EFBC45C}"/>
              </a:ext>
            </a:extLst>
          </p:cNvPr>
          <p:cNvSpPr>
            <a:spLocks noGrp="1"/>
          </p:cNvSpPr>
          <p:nvPr>
            <p:ph type="pic" sz="quarter" idx="36"/>
          </p:nvPr>
        </p:nvSpPr>
        <p:spPr>
          <a:xfrm>
            <a:off x="10480337" y="795516"/>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8" name="Picture Placeholder 9">
            <a:extLst>
              <a:ext uri="{FF2B5EF4-FFF2-40B4-BE49-F238E27FC236}">
                <a16:creationId xmlns:a16="http://schemas.microsoft.com/office/drawing/2014/main" id="{F4B3DD27-7ACF-A93D-09FF-B3E7E3382045}"/>
              </a:ext>
            </a:extLst>
          </p:cNvPr>
          <p:cNvSpPr>
            <a:spLocks noGrp="1"/>
          </p:cNvSpPr>
          <p:nvPr>
            <p:ph type="pic" sz="quarter" idx="39"/>
          </p:nvPr>
        </p:nvSpPr>
        <p:spPr>
          <a:xfrm>
            <a:off x="4348801"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9" name="Picture Placeholder 9">
            <a:extLst>
              <a:ext uri="{FF2B5EF4-FFF2-40B4-BE49-F238E27FC236}">
                <a16:creationId xmlns:a16="http://schemas.microsoft.com/office/drawing/2014/main" id="{170F12CB-0EC7-7879-C67C-7797326E64BB}"/>
              </a:ext>
            </a:extLst>
          </p:cNvPr>
          <p:cNvSpPr>
            <a:spLocks noGrp="1"/>
          </p:cNvSpPr>
          <p:nvPr>
            <p:ph type="pic" sz="quarter" idx="40"/>
          </p:nvPr>
        </p:nvSpPr>
        <p:spPr>
          <a:xfrm>
            <a:off x="6392646"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0" name="Picture Placeholder 9">
            <a:extLst>
              <a:ext uri="{FF2B5EF4-FFF2-40B4-BE49-F238E27FC236}">
                <a16:creationId xmlns:a16="http://schemas.microsoft.com/office/drawing/2014/main" id="{3083E0A1-76D1-5B10-730E-0356936047EC}"/>
              </a:ext>
            </a:extLst>
          </p:cNvPr>
          <p:cNvSpPr>
            <a:spLocks noGrp="1"/>
          </p:cNvSpPr>
          <p:nvPr>
            <p:ph type="pic" sz="quarter" idx="41"/>
          </p:nvPr>
        </p:nvSpPr>
        <p:spPr>
          <a:xfrm>
            <a:off x="8436492"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1" name="Picture Placeholder 9">
            <a:extLst>
              <a:ext uri="{FF2B5EF4-FFF2-40B4-BE49-F238E27FC236}">
                <a16:creationId xmlns:a16="http://schemas.microsoft.com/office/drawing/2014/main" id="{B1EC3D66-E041-A988-F44E-2CDAD6447322}"/>
              </a:ext>
            </a:extLst>
          </p:cNvPr>
          <p:cNvSpPr>
            <a:spLocks noGrp="1"/>
          </p:cNvSpPr>
          <p:nvPr>
            <p:ph type="pic" sz="quarter" idx="42"/>
          </p:nvPr>
        </p:nvSpPr>
        <p:spPr>
          <a:xfrm>
            <a:off x="10480337" y="2975277"/>
            <a:ext cx="1434448" cy="143444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2B4869F0-5EDD-CA2E-9E36-673D0B0B1D49}"/>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50031429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nterior Collage 2.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Picture Placeholder 9">
            <a:extLst>
              <a:ext uri="{FF2B5EF4-FFF2-40B4-BE49-F238E27FC236}">
                <a16:creationId xmlns:a16="http://schemas.microsoft.com/office/drawing/2014/main" id="{79573AD3-1512-A3C1-57D1-76791DA6D33D}"/>
              </a:ext>
            </a:extLst>
          </p:cNvPr>
          <p:cNvSpPr>
            <a:spLocks noGrp="1"/>
          </p:cNvSpPr>
          <p:nvPr>
            <p:ph type="pic" sz="quarter" idx="31"/>
          </p:nvPr>
        </p:nvSpPr>
        <p:spPr>
          <a:xfrm>
            <a:off x="262615" y="4176393"/>
            <a:ext cx="2414907" cy="241490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D1F00655-973F-FD6A-C63E-200233E15892}"/>
              </a:ext>
            </a:extLst>
          </p:cNvPr>
          <p:cNvSpPr>
            <a:spLocks noGrp="1"/>
          </p:cNvSpPr>
          <p:nvPr>
            <p:ph type="pic" sz="quarter" idx="32"/>
          </p:nvPr>
        </p:nvSpPr>
        <p:spPr>
          <a:xfrm>
            <a:off x="2573434" y="3319765"/>
            <a:ext cx="2414907" cy="2414908"/>
          </a:xfrm>
          <a:prstGeom prst="rect">
            <a:avLst/>
          </a:prstGeom>
          <a:solidFill>
            <a:schemeClr val="accent6"/>
          </a:solidFill>
        </p:spPr>
        <p:txBody>
          <a:bodyPr>
            <a:noAutofit/>
          </a:bodyPr>
          <a:lstStyle>
            <a:lvl1pPr>
              <a:defRPr>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26C50B38-7F7A-B489-F499-BA136B985D6D}"/>
              </a:ext>
            </a:extLst>
          </p:cNvPr>
          <p:cNvSpPr>
            <a:spLocks noGrp="1"/>
          </p:cNvSpPr>
          <p:nvPr>
            <p:ph type="pic" sz="quarter" idx="33"/>
          </p:nvPr>
        </p:nvSpPr>
        <p:spPr>
          <a:xfrm>
            <a:off x="4884254" y="2463137"/>
            <a:ext cx="2414907" cy="241490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1" name="Picture Placeholder 9">
            <a:extLst>
              <a:ext uri="{FF2B5EF4-FFF2-40B4-BE49-F238E27FC236}">
                <a16:creationId xmlns:a16="http://schemas.microsoft.com/office/drawing/2014/main" id="{EB6F76FB-559D-8CE5-A862-E084509CCBB3}"/>
              </a:ext>
            </a:extLst>
          </p:cNvPr>
          <p:cNvSpPr>
            <a:spLocks noGrp="1"/>
          </p:cNvSpPr>
          <p:nvPr>
            <p:ph type="pic" sz="quarter" idx="34"/>
          </p:nvPr>
        </p:nvSpPr>
        <p:spPr>
          <a:xfrm>
            <a:off x="7195073" y="1606509"/>
            <a:ext cx="2414907" cy="2414908"/>
          </a:xfrm>
          <a:prstGeom prst="rect">
            <a:avLst/>
          </a:prstGeom>
          <a:solidFill>
            <a:schemeClr val="accent6"/>
          </a:solidFill>
        </p:spPr>
        <p:txBody>
          <a:bodyPr>
            <a:noAutofit/>
          </a:bodyPr>
          <a:lstStyle>
            <a:lvl1pPr>
              <a:defRPr>
                <a:solidFill>
                  <a:schemeClr val="bg1"/>
                </a:solidFill>
              </a:defRPr>
            </a:lvl1pPr>
          </a:lstStyle>
          <a:p>
            <a:r>
              <a:rPr lang="en-US"/>
              <a:t>Click icon to add picture</a:t>
            </a:r>
          </a:p>
        </p:txBody>
      </p:sp>
      <p:sp>
        <p:nvSpPr>
          <p:cNvPr id="12" name="Picture Placeholder 9">
            <a:extLst>
              <a:ext uri="{FF2B5EF4-FFF2-40B4-BE49-F238E27FC236}">
                <a16:creationId xmlns:a16="http://schemas.microsoft.com/office/drawing/2014/main" id="{FFDA8DAD-9128-FB1B-76AC-5D625583650D}"/>
              </a:ext>
            </a:extLst>
          </p:cNvPr>
          <p:cNvSpPr>
            <a:spLocks noGrp="1"/>
          </p:cNvSpPr>
          <p:nvPr>
            <p:ph type="pic" sz="quarter" idx="35"/>
          </p:nvPr>
        </p:nvSpPr>
        <p:spPr>
          <a:xfrm>
            <a:off x="9505893" y="749881"/>
            <a:ext cx="2414907" cy="2414908"/>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5" name="Slide Number Placeholder 5">
            <a:extLst>
              <a:ext uri="{FF2B5EF4-FFF2-40B4-BE49-F238E27FC236}">
                <a16:creationId xmlns:a16="http://schemas.microsoft.com/office/drawing/2014/main" id="{E4E4CCCA-1E42-6208-BF17-9FAD01223F8F}"/>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87386385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nterior Collage 3.0 (Dark)">
    <p:bg>
      <p:bgPr>
        <a:solidFill>
          <a:schemeClr val="tx1"/>
        </a:solidFill>
        <a:effectLst/>
      </p:bgPr>
    </p:bg>
    <p:spTree>
      <p:nvGrpSpPr>
        <p:cNvPr id="1" name=""/>
        <p:cNvGrpSpPr/>
        <p:nvPr/>
      </p:nvGrpSpPr>
      <p:grpSpPr>
        <a:xfrm>
          <a:off x="0" y="0"/>
          <a:ext cx="0" cy="0"/>
          <a:chOff x="0" y="0"/>
          <a:chExt cx="0" cy="0"/>
        </a:xfrm>
      </p:grpSpPr>
      <p:sp>
        <p:nvSpPr>
          <p:cNvPr id="6" name="Picture Placeholder 9">
            <a:extLst>
              <a:ext uri="{FF2B5EF4-FFF2-40B4-BE49-F238E27FC236}">
                <a16:creationId xmlns:a16="http://schemas.microsoft.com/office/drawing/2014/main" id="{2777E975-2A02-8AC2-F0DC-5FFDF12CE0E3}"/>
              </a:ext>
            </a:extLst>
          </p:cNvPr>
          <p:cNvSpPr>
            <a:spLocks noGrp="1"/>
          </p:cNvSpPr>
          <p:nvPr>
            <p:ph type="pic" sz="quarter" idx="34"/>
          </p:nvPr>
        </p:nvSpPr>
        <p:spPr>
          <a:xfrm>
            <a:off x="0" y="4671753"/>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8" name="Picture Placeholder 9">
            <a:extLst>
              <a:ext uri="{FF2B5EF4-FFF2-40B4-BE49-F238E27FC236}">
                <a16:creationId xmlns:a16="http://schemas.microsoft.com/office/drawing/2014/main" id="{F27E8AB6-FB7D-2037-B1BB-B7D9A36EA221}"/>
              </a:ext>
            </a:extLst>
          </p:cNvPr>
          <p:cNvSpPr>
            <a:spLocks noGrp="1"/>
          </p:cNvSpPr>
          <p:nvPr>
            <p:ph type="pic" sz="quarter" idx="36"/>
          </p:nvPr>
        </p:nvSpPr>
        <p:spPr>
          <a:xfrm>
            <a:off x="4940641"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42D3EB6C-7917-FE14-D867-4E2C338DB7C0}"/>
              </a:ext>
            </a:extLst>
          </p:cNvPr>
          <p:cNvSpPr>
            <a:spLocks noGrp="1"/>
          </p:cNvSpPr>
          <p:nvPr>
            <p:ph type="pic" sz="quarter" idx="37"/>
          </p:nvPr>
        </p:nvSpPr>
        <p:spPr>
          <a:xfrm>
            <a:off x="7420953"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43F11835-9A8C-3DFF-18AF-06E3BB3DE64D}"/>
              </a:ext>
            </a:extLst>
          </p:cNvPr>
          <p:cNvSpPr>
            <a:spLocks noGrp="1"/>
          </p:cNvSpPr>
          <p:nvPr>
            <p:ph type="pic" sz="quarter" idx="38"/>
          </p:nvPr>
        </p:nvSpPr>
        <p:spPr>
          <a:xfrm>
            <a:off x="9890235"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3" name="Picture Placeholder 9">
            <a:extLst>
              <a:ext uri="{FF2B5EF4-FFF2-40B4-BE49-F238E27FC236}">
                <a16:creationId xmlns:a16="http://schemas.microsoft.com/office/drawing/2014/main" id="{119970CF-7950-BA94-7724-72294457DE44}"/>
              </a:ext>
            </a:extLst>
          </p:cNvPr>
          <p:cNvSpPr>
            <a:spLocks noGrp="1"/>
          </p:cNvSpPr>
          <p:nvPr>
            <p:ph type="pic" sz="quarter" idx="40"/>
          </p:nvPr>
        </p:nvSpPr>
        <p:spPr>
          <a:xfrm>
            <a:off x="4938565" y="2349070"/>
            <a:ext cx="4771047" cy="4511842"/>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7" name="Picture Placeholder 9">
            <a:extLst>
              <a:ext uri="{FF2B5EF4-FFF2-40B4-BE49-F238E27FC236}">
                <a16:creationId xmlns:a16="http://schemas.microsoft.com/office/drawing/2014/main" id="{7BBDBFC9-DDF4-7A08-E46D-8C65F3CEB884}"/>
              </a:ext>
            </a:extLst>
          </p:cNvPr>
          <p:cNvSpPr>
            <a:spLocks noGrp="1"/>
          </p:cNvSpPr>
          <p:nvPr>
            <p:ph type="pic" sz="quarter" idx="43"/>
          </p:nvPr>
        </p:nvSpPr>
        <p:spPr>
          <a:xfrm>
            <a:off x="2482388"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0" name="Picture Placeholder 9">
            <a:extLst>
              <a:ext uri="{FF2B5EF4-FFF2-40B4-BE49-F238E27FC236}">
                <a16:creationId xmlns:a16="http://schemas.microsoft.com/office/drawing/2014/main" id="{ACF8D43F-B4EA-6B28-5207-6C9266C9C7A9}"/>
              </a:ext>
            </a:extLst>
          </p:cNvPr>
          <p:cNvSpPr>
            <a:spLocks noGrp="1"/>
          </p:cNvSpPr>
          <p:nvPr>
            <p:ph type="pic" sz="quarter" idx="46"/>
          </p:nvPr>
        </p:nvSpPr>
        <p:spPr>
          <a:xfrm>
            <a:off x="9896788"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 name="Picture Placeholder 9">
            <a:extLst>
              <a:ext uri="{FF2B5EF4-FFF2-40B4-BE49-F238E27FC236}">
                <a16:creationId xmlns:a16="http://schemas.microsoft.com/office/drawing/2014/main" id="{F00BC903-791B-BC06-2F95-B93161AFF477}"/>
              </a:ext>
            </a:extLst>
          </p:cNvPr>
          <p:cNvSpPr>
            <a:spLocks noGrp="1"/>
          </p:cNvSpPr>
          <p:nvPr>
            <p:ph type="pic" sz="quarter" idx="33"/>
          </p:nvPr>
        </p:nvSpPr>
        <p:spPr>
          <a:xfrm>
            <a:off x="9890235" y="2345458"/>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 name="Picture Placeholder 9">
            <a:extLst>
              <a:ext uri="{FF2B5EF4-FFF2-40B4-BE49-F238E27FC236}">
                <a16:creationId xmlns:a16="http://schemas.microsoft.com/office/drawing/2014/main" id="{21DDF5EF-B066-1C41-3A5D-CB28E5FF0D6F}"/>
              </a:ext>
            </a:extLst>
          </p:cNvPr>
          <p:cNvSpPr>
            <a:spLocks noGrp="1"/>
          </p:cNvSpPr>
          <p:nvPr>
            <p:ph type="pic" sz="quarter" idx="32"/>
          </p:nvPr>
        </p:nvSpPr>
        <p:spPr>
          <a:xfrm>
            <a:off x="0" y="-1"/>
            <a:ext cx="4784153" cy="453240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13359349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terior Collage 3.1 (Dark)">
    <p:bg>
      <p:bgPr>
        <a:solidFill>
          <a:schemeClr val="tx1"/>
        </a:solidFill>
        <a:effectLst/>
      </p:bgPr>
    </p:bg>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21DDF5EF-B066-1C41-3A5D-CB28E5FF0D6F}"/>
              </a:ext>
            </a:extLst>
          </p:cNvPr>
          <p:cNvSpPr>
            <a:spLocks noGrp="1"/>
          </p:cNvSpPr>
          <p:nvPr>
            <p:ph type="pic" sz="quarter" idx="32"/>
          </p:nvPr>
        </p:nvSpPr>
        <p:spPr>
          <a:xfrm>
            <a:off x="0" y="0"/>
            <a:ext cx="7229301" cy="6858000"/>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 name="Picture Placeholder 9">
            <a:extLst>
              <a:ext uri="{FF2B5EF4-FFF2-40B4-BE49-F238E27FC236}">
                <a16:creationId xmlns:a16="http://schemas.microsoft.com/office/drawing/2014/main" id="{CA5D229B-26B2-DA50-1F81-62BDF2D67E65}"/>
              </a:ext>
            </a:extLst>
          </p:cNvPr>
          <p:cNvSpPr>
            <a:spLocks noGrp="1"/>
          </p:cNvSpPr>
          <p:nvPr>
            <p:ph type="pic" sz="quarter" idx="40"/>
          </p:nvPr>
        </p:nvSpPr>
        <p:spPr>
          <a:xfrm>
            <a:off x="7420953" y="0"/>
            <a:ext cx="4784153" cy="4511842"/>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5" name="Picture Placeholder 9">
            <a:extLst>
              <a:ext uri="{FF2B5EF4-FFF2-40B4-BE49-F238E27FC236}">
                <a16:creationId xmlns:a16="http://schemas.microsoft.com/office/drawing/2014/main" id="{19A94769-DBAD-CB8E-3AD7-BF8E23734232}"/>
              </a:ext>
            </a:extLst>
          </p:cNvPr>
          <p:cNvSpPr>
            <a:spLocks noGrp="1"/>
          </p:cNvSpPr>
          <p:nvPr>
            <p:ph type="pic" sz="quarter" idx="45"/>
          </p:nvPr>
        </p:nvSpPr>
        <p:spPr>
          <a:xfrm>
            <a:off x="7420953"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7" name="Picture Placeholder 9">
            <a:extLst>
              <a:ext uri="{FF2B5EF4-FFF2-40B4-BE49-F238E27FC236}">
                <a16:creationId xmlns:a16="http://schemas.microsoft.com/office/drawing/2014/main" id="{AAEA71A6-6952-49C5-5A16-0772476E3993}"/>
              </a:ext>
            </a:extLst>
          </p:cNvPr>
          <p:cNvSpPr>
            <a:spLocks noGrp="1"/>
          </p:cNvSpPr>
          <p:nvPr>
            <p:ph type="pic" sz="quarter" idx="47"/>
          </p:nvPr>
        </p:nvSpPr>
        <p:spPr>
          <a:xfrm>
            <a:off x="9890235"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294001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Interior Collage 3.2 (Dark)">
    <p:bg>
      <p:bgPr>
        <a:solidFill>
          <a:schemeClr val="tx1"/>
        </a:solidFill>
        <a:effectLst/>
      </p:bgPr>
    </p:bg>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F27E8AB6-FB7D-2037-B1BB-B7D9A36EA221}"/>
              </a:ext>
            </a:extLst>
          </p:cNvPr>
          <p:cNvSpPr>
            <a:spLocks noGrp="1"/>
          </p:cNvSpPr>
          <p:nvPr>
            <p:ph type="pic" sz="quarter" idx="36"/>
          </p:nvPr>
        </p:nvSpPr>
        <p:spPr>
          <a:xfrm>
            <a:off x="4940641"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0" name="Picture Placeholder 9">
            <a:extLst>
              <a:ext uri="{FF2B5EF4-FFF2-40B4-BE49-F238E27FC236}">
                <a16:creationId xmlns:a16="http://schemas.microsoft.com/office/drawing/2014/main" id="{ACF8D43F-B4EA-6B28-5207-6C9266C9C7A9}"/>
              </a:ext>
            </a:extLst>
          </p:cNvPr>
          <p:cNvSpPr>
            <a:spLocks noGrp="1"/>
          </p:cNvSpPr>
          <p:nvPr>
            <p:ph type="pic" sz="quarter" idx="46"/>
          </p:nvPr>
        </p:nvSpPr>
        <p:spPr>
          <a:xfrm>
            <a:off x="4947194"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 name="Picture Placeholder 9">
            <a:extLst>
              <a:ext uri="{FF2B5EF4-FFF2-40B4-BE49-F238E27FC236}">
                <a16:creationId xmlns:a16="http://schemas.microsoft.com/office/drawing/2014/main" id="{F00BC903-791B-BC06-2F95-B93161AFF477}"/>
              </a:ext>
            </a:extLst>
          </p:cNvPr>
          <p:cNvSpPr>
            <a:spLocks noGrp="1"/>
          </p:cNvSpPr>
          <p:nvPr>
            <p:ph type="pic" sz="quarter" idx="33"/>
          </p:nvPr>
        </p:nvSpPr>
        <p:spPr>
          <a:xfrm>
            <a:off x="4940641" y="2345458"/>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 name="Picture Placeholder 9">
            <a:extLst>
              <a:ext uri="{FF2B5EF4-FFF2-40B4-BE49-F238E27FC236}">
                <a16:creationId xmlns:a16="http://schemas.microsoft.com/office/drawing/2014/main" id="{21DDF5EF-B066-1C41-3A5D-CB28E5FF0D6F}"/>
              </a:ext>
            </a:extLst>
          </p:cNvPr>
          <p:cNvSpPr>
            <a:spLocks noGrp="1"/>
          </p:cNvSpPr>
          <p:nvPr>
            <p:ph type="pic" sz="quarter" idx="32"/>
          </p:nvPr>
        </p:nvSpPr>
        <p:spPr>
          <a:xfrm>
            <a:off x="0" y="0"/>
            <a:ext cx="4762094" cy="6858000"/>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4" name="Picture Placeholder 9">
            <a:extLst>
              <a:ext uri="{FF2B5EF4-FFF2-40B4-BE49-F238E27FC236}">
                <a16:creationId xmlns:a16="http://schemas.microsoft.com/office/drawing/2014/main" id="{CA5D229B-26B2-DA50-1F81-62BDF2D67E65}"/>
              </a:ext>
            </a:extLst>
          </p:cNvPr>
          <p:cNvSpPr>
            <a:spLocks noGrp="1"/>
          </p:cNvSpPr>
          <p:nvPr>
            <p:ph type="pic" sz="quarter" idx="40"/>
          </p:nvPr>
        </p:nvSpPr>
        <p:spPr>
          <a:xfrm>
            <a:off x="7420953" y="0"/>
            <a:ext cx="4784153" cy="4511842"/>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5" name="Picture Placeholder 9">
            <a:extLst>
              <a:ext uri="{FF2B5EF4-FFF2-40B4-BE49-F238E27FC236}">
                <a16:creationId xmlns:a16="http://schemas.microsoft.com/office/drawing/2014/main" id="{19A94769-DBAD-CB8E-3AD7-BF8E23734232}"/>
              </a:ext>
            </a:extLst>
          </p:cNvPr>
          <p:cNvSpPr>
            <a:spLocks noGrp="1"/>
          </p:cNvSpPr>
          <p:nvPr>
            <p:ph type="pic" sz="quarter" idx="45"/>
          </p:nvPr>
        </p:nvSpPr>
        <p:spPr>
          <a:xfrm>
            <a:off x="7420953"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7" name="Picture Placeholder 9">
            <a:extLst>
              <a:ext uri="{FF2B5EF4-FFF2-40B4-BE49-F238E27FC236}">
                <a16:creationId xmlns:a16="http://schemas.microsoft.com/office/drawing/2014/main" id="{AAEA71A6-6952-49C5-5A16-0772476E3993}"/>
              </a:ext>
            </a:extLst>
          </p:cNvPr>
          <p:cNvSpPr>
            <a:spLocks noGrp="1"/>
          </p:cNvSpPr>
          <p:nvPr>
            <p:ph type="pic" sz="quarter" idx="47"/>
          </p:nvPr>
        </p:nvSpPr>
        <p:spPr>
          <a:xfrm>
            <a:off x="9890235"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303869427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Interior Collage 3.3 (Dark)">
    <p:bg>
      <p:bgPr>
        <a:solidFill>
          <a:schemeClr val="tx1"/>
        </a:solidFill>
        <a:effectLst/>
      </p:bgPr>
    </p:bg>
    <p:spTree>
      <p:nvGrpSpPr>
        <p:cNvPr id="1" name=""/>
        <p:cNvGrpSpPr/>
        <p:nvPr/>
      </p:nvGrpSpPr>
      <p:grpSpPr>
        <a:xfrm>
          <a:off x="0" y="0"/>
          <a:ext cx="0" cy="0"/>
          <a:chOff x="0" y="0"/>
          <a:chExt cx="0" cy="0"/>
        </a:xfrm>
      </p:grpSpPr>
      <p:sp>
        <p:nvSpPr>
          <p:cNvPr id="6" name="Picture Placeholder 9">
            <a:extLst>
              <a:ext uri="{FF2B5EF4-FFF2-40B4-BE49-F238E27FC236}">
                <a16:creationId xmlns:a16="http://schemas.microsoft.com/office/drawing/2014/main" id="{2777E975-2A02-8AC2-F0DC-5FFDF12CE0E3}"/>
              </a:ext>
            </a:extLst>
          </p:cNvPr>
          <p:cNvSpPr>
            <a:spLocks noGrp="1"/>
          </p:cNvSpPr>
          <p:nvPr>
            <p:ph type="pic" sz="quarter" idx="34"/>
          </p:nvPr>
        </p:nvSpPr>
        <p:spPr>
          <a:xfrm>
            <a:off x="0" y="4671753"/>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8" name="Picture Placeholder 9">
            <a:extLst>
              <a:ext uri="{FF2B5EF4-FFF2-40B4-BE49-F238E27FC236}">
                <a16:creationId xmlns:a16="http://schemas.microsoft.com/office/drawing/2014/main" id="{F27E8AB6-FB7D-2037-B1BB-B7D9A36EA221}"/>
              </a:ext>
            </a:extLst>
          </p:cNvPr>
          <p:cNvSpPr>
            <a:spLocks noGrp="1"/>
          </p:cNvSpPr>
          <p:nvPr>
            <p:ph type="pic" sz="quarter" idx="36"/>
          </p:nvPr>
        </p:nvSpPr>
        <p:spPr>
          <a:xfrm>
            <a:off x="4940641"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42D3EB6C-7917-FE14-D867-4E2C338DB7C0}"/>
              </a:ext>
            </a:extLst>
          </p:cNvPr>
          <p:cNvSpPr>
            <a:spLocks noGrp="1"/>
          </p:cNvSpPr>
          <p:nvPr>
            <p:ph type="pic" sz="quarter" idx="37"/>
          </p:nvPr>
        </p:nvSpPr>
        <p:spPr>
          <a:xfrm>
            <a:off x="7420953"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43F11835-9A8C-3DFF-18AF-06E3BB3DE64D}"/>
              </a:ext>
            </a:extLst>
          </p:cNvPr>
          <p:cNvSpPr>
            <a:spLocks noGrp="1"/>
          </p:cNvSpPr>
          <p:nvPr>
            <p:ph type="pic" sz="quarter" idx="38"/>
          </p:nvPr>
        </p:nvSpPr>
        <p:spPr>
          <a:xfrm>
            <a:off x="9890235"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3" name="Picture Placeholder 9">
            <a:extLst>
              <a:ext uri="{FF2B5EF4-FFF2-40B4-BE49-F238E27FC236}">
                <a16:creationId xmlns:a16="http://schemas.microsoft.com/office/drawing/2014/main" id="{119970CF-7950-BA94-7724-72294457DE44}"/>
              </a:ext>
            </a:extLst>
          </p:cNvPr>
          <p:cNvSpPr>
            <a:spLocks noGrp="1"/>
          </p:cNvSpPr>
          <p:nvPr>
            <p:ph type="pic" sz="quarter" idx="40"/>
          </p:nvPr>
        </p:nvSpPr>
        <p:spPr>
          <a:xfrm>
            <a:off x="7420953" y="2346158"/>
            <a:ext cx="4771047" cy="4511842"/>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7" name="Picture Placeholder 9">
            <a:extLst>
              <a:ext uri="{FF2B5EF4-FFF2-40B4-BE49-F238E27FC236}">
                <a16:creationId xmlns:a16="http://schemas.microsoft.com/office/drawing/2014/main" id="{7BBDBFC9-DDF4-7A08-E46D-8C65F3CEB884}"/>
              </a:ext>
            </a:extLst>
          </p:cNvPr>
          <p:cNvSpPr>
            <a:spLocks noGrp="1"/>
          </p:cNvSpPr>
          <p:nvPr>
            <p:ph type="pic" sz="quarter" idx="43"/>
          </p:nvPr>
        </p:nvSpPr>
        <p:spPr>
          <a:xfrm>
            <a:off x="2482388"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0" name="Picture Placeholder 9">
            <a:extLst>
              <a:ext uri="{FF2B5EF4-FFF2-40B4-BE49-F238E27FC236}">
                <a16:creationId xmlns:a16="http://schemas.microsoft.com/office/drawing/2014/main" id="{ACF8D43F-B4EA-6B28-5207-6C9266C9C7A9}"/>
              </a:ext>
            </a:extLst>
          </p:cNvPr>
          <p:cNvSpPr>
            <a:spLocks noGrp="1"/>
          </p:cNvSpPr>
          <p:nvPr>
            <p:ph type="pic" sz="quarter" idx="46"/>
          </p:nvPr>
        </p:nvSpPr>
        <p:spPr>
          <a:xfrm>
            <a:off x="4947194"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 name="Picture Placeholder 9">
            <a:extLst>
              <a:ext uri="{FF2B5EF4-FFF2-40B4-BE49-F238E27FC236}">
                <a16:creationId xmlns:a16="http://schemas.microsoft.com/office/drawing/2014/main" id="{F00BC903-791B-BC06-2F95-B93161AFF477}"/>
              </a:ext>
            </a:extLst>
          </p:cNvPr>
          <p:cNvSpPr>
            <a:spLocks noGrp="1"/>
          </p:cNvSpPr>
          <p:nvPr>
            <p:ph type="pic" sz="quarter" idx="33"/>
          </p:nvPr>
        </p:nvSpPr>
        <p:spPr>
          <a:xfrm>
            <a:off x="4940641" y="2345458"/>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2" name="Picture Placeholder 9">
            <a:extLst>
              <a:ext uri="{FF2B5EF4-FFF2-40B4-BE49-F238E27FC236}">
                <a16:creationId xmlns:a16="http://schemas.microsoft.com/office/drawing/2014/main" id="{21DDF5EF-B066-1C41-3A5D-CB28E5FF0D6F}"/>
              </a:ext>
            </a:extLst>
          </p:cNvPr>
          <p:cNvSpPr>
            <a:spLocks noGrp="1"/>
          </p:cNvSpPr>
          <p:nvPr>
            <p:ph type="pic" sz="quarter" idx="32"/>
          </p:nvPr>
        </p:nvSpPr>
        <p:spPr>
          <a:xfrm>
            <a:off x="0" y="-1"/>
            <a:ext cx="4784153" cy="4532405"/>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170155810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Interior Collage 3.4 (Dark)">
    <p:bg>
      <p:bgPr>
        <a:solidFill>
          <a:schemeClr val="tx1"/>
        </a:solidFill>
        <a:effectLst/>
      </p:bgPr>
    </p:bg>
    <p:spTree>
      <p:nvGrpSpPr>
        <p:cNvPr id="1" name=""/>
        <p:cNvGrpSpPr/>
        <p:nvPr/>
      </p:nvGrpSpPr>
      <p:grpSpPr>
        <a:xfrm>
          <a:off x="0" y="0"/>
          <a:ext cx="0" cy="0"/>
          <a:chOff x="0" y="0"/>
          <a:chExt cx="0" cy="0"/>
        </a:xfrm>
      </p:grpSpPr>
      <p:sp>
        <p:nvSpPr>
          <p:cNvPr id="4" name="Picture Placeholder 9">
            <a:extLst>
              <a:ext uri="{FF2B5EF4-FFF2-40B4-BE49-F238E27FC236}">
                <a16:creationId xmlns:a16="http://schemas.microsoft.com/office/drawing/2014/main" id="{012A4B2F-2114-2E2E-19AD-041E4AACF7DA}"/>
              </a:ext>
            </a:extLst>
          </p:cNvPr>
          <p:cNvSpPr>
            <a:spLocks noGrp="1"/>
          </p:cNvSpPr>
          <p:nvPr>
            <p:ph type="pic" sz="quarter" idx="32"/>
          </p:nvPr>
        </p:nvSpPr>
        <p:spPr>
          <a:xfrm>
            <a:off x="2486865" y="2345458"/>
            <a:ext cx="4762094" cy="4511842"/>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6" name="Picture Placeholder 9">
            <a:extLst>
              <a:ext uri="{FF2B5EF4-FFF2-40B4-BE49-F238E27FC236}">
                <a16:creationId xmlns:a16="http://schemas.microsoft.com/office/drawing/2014/main" id="{2777E975-2A02-8AC2-F0DC-5FFDF12CE0E3}"/>
              </a:ext>
            </a:extLst>
          </p:cNvPr>
          <p:cNvSpPr>
            <a:spLocks noGrp="1"/>
          </p:cNvSpPr>
          <p:nvPr>
            <p:ph type="pic" sz="quarter" idx="34"/>
          </p:nvPr>
        </p:nvSpPr>
        <p:spPr>
          <a:xfrm>
            <a:off x="0" y="4671753"/>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8" name="Picture Placeholder 9">
            <a:extLst>
              <a:ext uri="{FF2B5EF4-FFF2-40B4-BE49-F238E27FC236}">
                <a16:creationId xmlns:a16="http://schemas.microsoft.com/office/drawing/2014/main" id="{F27E8AB6-FB7D-2037-B1BB-B7D9A36EA221}"/>
              </a:ext>
            </a:extLst>
          </p:cNvPr>
          <p:cNvSpPr>
            <a:spLocks noGrp="1"/>
          </p:cNvSpPr>
          <p:nvPr>
            <p:ph type="pic" sz="quarter" idx="36"/>
          </p:nvPr>
        </p:nvSpPr>
        <p:spPr>
          <a:xfrm>
            <a:off x="0"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3" name="Picture Placeholder 9">
            <a:extLst>
              <a:ext uri="{FF2B5EF4-FFF2-40B4-BE49-F238E27FC236}">
                <a16:creationId xmlns:a16="http://schemas.microsoft.com/office/drawing/2014/main" id="{119970CF-7950-BA94-7724-72294457DE44}"/>
              </a:ext>
            </a:extLst>
          </p:cNvPr>
          <p:cNvSpPr>
            <a:spLocks noGrp="1"/>
          </p:cNvSpPr>
          <p:nvPr>
            <p:ph type="pic" sz="quarter" idx="40"/>
          </p:nvPr>
        </p:nvSpPr>
        <p:spPr>
          <a:xfrm>
            <a:off x="7420953" y="0"/>
            <a:ext cx="4784153" cy="4511842"/>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7" name="Picture Placeholder 9">
            <a:extLst>
              <a:ext uri="{FF2B5EF4-FFF2-40B4-BE49-F238E27FC236}">
                <a16:creationId xmlns:a16="http://schemas.microsoft.com/office/drawing/2014/main" id="{7BBDBFC9-DDF4-7A08-E46D-8C65F3CEB884}"/>
              </a:ext>
            </a:extLst>
          </p:cNvPr>
          <p:cNvSpPr>
            <a:spLocks noGrp="1"/>
          </p:cNvSpPr>
          <p:nvPr>
            <p:ph type="pic" sz="quarter" idx="43"/>
          </p:nvPr>
        </p:nvSpPr>
        <p:spPr>
          <a:xfrm>
            <a:off x="2482388"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3" name="Picture Placeholder 9">
            <a:extLst>
              <a:ext uri="{FF2B5EF4-FFF2-40B4-BE49-F238E27FC236}">
                <a16:creationId xmlns:a16="http://schemas.microsoft.com/office/drawing/2014/main" id="{F00BC903-791B-BC06-2F95-B93161AFF477}"/>
              </a:ext>
            </a:extLst>
          </p:cNvPr>
          <p:cNvSpPr>
            <a:spLocks noGrp="1"/>
          </p:cNvSpPr>
          <p:nvPr>
            <p:ph type="pic" sz="quarter" idx="33"/>
          </p:nvPr>
        </p:nvSpPr>
        <p:spPr>
          <a:xfrm>
            <a:off x="0" y="2345458"/>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5" name="Picture Placeholder 9">
            <a:extLst>
              <a:ext uri="{FF2B5EF4-FFF2-40B4-BE49-F238E27FC236}">
                <a16:creationId xmlns:a16="http://schemas.microsoft.com/office/drawing/2014/main" id="{3D1BA6A1-4247-7817-BC98-3A1B254A594F}"/>
              </a:ext>
            </a:extLst>
          </p:cNvPr>
          <p:cNvSpPr>
            <a:spLocks noGrp="1"/>
          </p:cNvSpPr>
          <p:nvPr>
            <p:ph type="pic" sz="quarter" idx="45"/>
          </p:nvPr>
        </p:nvSpPr>
        <p:spPr>
          <a:xfrm>
            <a:off x="7420953"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7" name="Picture Placeholder 9">
            <a:extLst>
              <a:ext uri="{FF2B5EF4-FFF2-40B4-BE49-F238E27FC236}">
                <a16:creationId xmlns:a16="http://schemas.microsoft.com/office/drawing/2014/main" id="{BE9E9866-CDC1-C0B3-B495-7AEE678D1569}"/>
              </a:ext>
            </a:extLst>
          </p:cNvPr>
          <p:cNvSpPr>
            <a:spLocks noGrp="1"/>
          </p:cNvSpPr>
          <p:nvPr>
            <p:ph type="pic" sz="quarter" idx="47"/>
          </p:nvPr>
        </p:nvSpPr>
        <p:spPr>
          <a:xfrm>
            <a:off x="9890235" y="4671754"/>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
        <p:nvSpPr>
          <p:cNvPr id="11" name="Picture Placeholder 9">
            <a:extLst>
              <a:ext uri="{FF2B5EF4-FFF2-40B4-BE49-F238E27FC236}">
                <a16:creationId xmlns:a16="http://schemas.microsoft.com/office/drawing/2014/main" id="{320D2C50-33E1-A17C-8446-F27EEDF30C98}"/>
              </a:ext>
            </a:extLst>
          </p:cNvPr>
          <p:cNvSpPr>
            <a:spLocks noGrp="1"/>
          </p:cNvSpPr>
          <p:nvPr>
            <p:ph type="pic" sz="quarter" idx="48"/>
          </p:nvPr>
        </p:nvSpPr>
        <p:spPr>
          <a:xfrm>
            <a:off x="4951671" y="0"/>
            <a:ext cx="2301765" cy="2186247"/>
          </a:xfrm>
          <a:prstGeom prst="rect">
            <a:avLst/>
          </a:prstGeom>
          <a:solidFill>
            <a:srgbClr val="53544A"/>
          </a:solidFill>
        </p:spPr>
        <p:txBody>
          <a:bodyPr>
            <a:noAutofit/>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33117097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tatement 1.0 (Dark)">
    <p:bg>
      <p:bgPr>
        <a:solidFill>
          <a:schemeClr val="tx1"/>
        </a:solidFill>
        <a:effectLst/>
      </p:bgPr>
    </p:bg>
    <p:spTree>
      <p:nvGrpSpPr>
        <p:cNvPr id="1" name=""/>
        <p:cNvGrpSpPr/>
        <p:nvPr/>
      </p:nvGrpSpPr>
      <p:grpSpPr>
        <a:xfrm>
          <a:off x="0" y="0"/>
          <a:ext cx="0" cy="0"/>
          <a:chOff x="0" y="0"/>
          <a:chExt cx="0" cy="0"/>
        </a:xfrm>
      </p:grpSpPr>
      <p:sp>
        <p:nvSpPr>
          <p:cNvPr id="31" name="Picture Placeholder 9">
            <a:extLst>
              <a:ext uri="{FF2B5EF4-FFF2-40B4-BE49-F238E27FC236}">
                <a16:creationId xmlns:a16="http://schemas.microsoft.com/office/drawing/2014/main" id="{414F3A46-6C79-B4B1-C65B-3636B6B3DB33}"/>
              </a:ext>
            </a:extLst>
          </p:cNvPr>
          <p:cNvSpPr>
            <a:spLocks noGrp="1"/>
          </p:cNvSpPr>
          <p:nvPr>
            <p:ph type="pic" sz="quarter" idx="37"/>
          </p:nvPr>
        </p:nvSpPr>
        <p:spPr>
          <a:xfrm>
            <a:off x="2002991" y="2933700"/>
            <a:ext cx="1641222" cy="1641223"/>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43" name="Picture Placeholder 9">
            <a:extLst>
              <a:ext uri="{FF2B5EF4-FFF2-40B4-BE49-F238E27FC236}">
                <a16:creationId xmlns:a16="http://schemas.microsoft.com/office/drawing/2014/main" id="{6DA91201-807B-7F7B-A15C-3933A50E4033}"/>
              </a:ext>
            </a:extLst>
          </p:cNvPr>
          <p:cNvSpPr>
            <a:spLocks noGrp="1"/>
          </p:cNvSpPr>
          <p:nvPr>
            <p:ph type="pic" sz="quarter" idx="43"/>
          </p:nvPr>
        </p:nvSpPr>
        <p:spPr>
          <a:xfrm>
            <a:off x="4250323" y="3532402"/>
            <a:ext cx="2241598" cy="2241599"/>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45" name="Picture Placeholder 9">
            <a:extLst>
              <a:ext uri="{FF2B5EF4-FFF2-40B4-BE49-F238E27FC236}">
                <a16:creationId xmlns:a16="http://schemas.microsoft.com/office/drawing/2014/main" id="{8D7F82AF-A25F-3281-B2A8-165DB08771DB}"/>
              </a:ext>
            </a:extLst>
          </p:cNvPr>
          <p:cNvSpPr>
            <a:spLocks noGrp="1"/>
          </p:cNvSpPr>
          <p:nvPr>
            <p:ph type="pic" sz="quarter" idx="45"/>
          </p:nvPr>
        </p:nvSpPr>
        <p:spPr>
          <a:xfrm>
            <a:off x="7246457" y="3224842"/>
            <a:ext cx="2364514" cy="2364515"/>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5" name="Picture Placeholder 9">
            <a:extLst>
              <a:ext uri="{FF2B5EF4-FFF2-40B4-BE49-F238E27FC236}">
                <a16:creationId xmlns:a16="http://schemas.microsoft.com/office/drawing/2014/main" id="{C5EE55A4-37A2-B4D8-C3AC-37CB40FA2765}"/>
              </a:ext>
            </a:extLst>
          </p:cNvPr>
          <p:cNvSpPr>
            <a:spLocks noGrp="1" noChangeAspect="1"/>
          </p:cNvSpPr>
          <p:nvPr>
            <p:ph type="pic" sz="quarter" idx="31"/>
          </p:nvPr>
        </p:nvSpPr>
        <p:spPr>
          <a:xfrm>
            <a:off x="2993296" y="1083192"/>
            <a:ext cx="2241598" cy="2241599"/>
          </a:xfrm>
          <a:prstGeom prst="rect">
            <a:avLst/>
          </a:prstGeom>
          <a:solidFill>
            <a:srgbClr val="53544A"/>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6" name="Picture Placeholder 9">
            <a:extLst>
              <a:ext uri="{FF2B5EF4-FFF2-40B4-BE49-F238E27FC236}">
                <a16:creationId xmlns:a16="http://schemas.microsoft.com/office/drawing/2014/main" id="{1D15C063-808E-85A7-50C7-6E5B2FCD5AD6}"/>
              </a:ext>
            </a:extLst>
          </p:cNvPr>
          <p:cNvSpPr>
            <a:spLocks noGrp="1"/>
          </p:cNvSpPr>
          <p:nvPr>
            <p:ph type="pic" sz="quarter" idx="32"/>
          </p:nvPr>
        </p:nvSpPr>
        <p:spPr>
          <a:xfrm>
            <a:off x="4988024" y="1274996"/>
            <a:ext cx="1508104" cy="1508105"/>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7" name="Picture Placeholder 9">
            <a:extLst>
              <a:ext uri="{FF2B5EF4-FFF2-40B4-BE49-F238E27FC236}">
                <a16:creationId xmlns:a16="http://schemas.microsoft.com/office/drawing/2014/main" id="{4B90FC3E-7F7E-90C9-3727-7F837C6F3BB5}"/>
              </a:ext>
            </a:extLst>
          </p:cNvPr>
          <p:cNvSpPr>
            <a:spLocks noGrp="1"/>
          </p:cNvSpPr>
          <p:nvPr>
            <p:ph type="pic" sz="quarter" idx="33"/>
          </p:nvPr>
        </p:nvSpPr>
        <p:spPr>
          <a:xfrm>
            <a:off x="5989429" y="2674948"/>
            <a:ext cx="1508104" cy="1508105"/>
          </a:xfrm>
          <a:prstGeom prst="rect">
            <a:avLst/>
          </a:prstGeom>
          <a:solidFill>
            <a:srgbClr val="53544A"/>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8" name="Picture Placeholder 9">
            <a:extLst>
              <a:ext uri="{FF2B5EF4-FFF2-40B4-BE49-F238E27FC236}">
                <a16:creationId xmlns:a16="http://schemas.microsoft.com/office/drawing/2014/main" id="{D7347812-B755-7A67-CEF3-9A783EC2714D}"/>
              </a:ext>
            </a:extLst>
          </p:cNvPr>
          <p:cNvSpPr>
            <a:spLocks noGrp="1"/>
          </p:cNvSpPr>
          <p:nvPr>
            <p:ph type="pic" sz="quarter" idx="34"/>
          </p:nvPr>
        </p:nvSpPr>
        <p:spPr>
          <a:xfrm>
            <a:off x="7229622" y="1088494"/>
            <a:ext cx="1793435" cy="1793437"/>
          </a:xfrm>
          <a:prstGeom prst="rect">
            <a:avLst/>
          </a:prstGeom>
          <a:solidFill>
            <a:schemeClr val="accent6"/>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29" name="Picture Placeholder 9">
            <a:extLst>
              <a:ext uri="{FF2B5EF4-FFF2-40B4-BE49-F238E27FC236}">
                <a16:creationId xmlns:a16="http://schemas.microsoft.com/office/drawing/2014/main" id="{DA31DF15-3CFD-8ECB-E60B-6F0BEE5C00DD}"/>
              </a:ext>
            </a:extLst>
          </p:cNvPr>
          <p:cNvSpPr>
            <a:spLocks noGrp="1"/>
          </p:cNvSpPr>
          <p:nvPr>
            <p:ph type="pic" sz="quarter" idx="35"/>
          </p:nvPr>
        </p:nvSpPr>
        <p:spPr>
          <a:xfrm>
            <a:off x="8973058" y="2133600"/>
            <a:ext cx="973267" cy="973268"/>
          </a:xfrm>
          <a:prstGeom prst="rect">
            <a:avLst/>
          </a:prstGeom>
          <a:solidFill>
            <a:srgbClr val="53544A"/>
          </a:solidFill>
        </p:spPr>
        <p:txBody>
          <a:bodyPr lIns="0" tIns="0" rIns="0">
            <a:noAutofit/>
          </a:bodyPr>
          <a:lstStyle>
            <a:lvl1pPr marL="228554" indent="-228554" algn="ctr">
              <a:spcAft>
                <a:spcPts val="600"/>
              </a:spcAft>
              <a:buNone/>
              <a:defRPr sz="1200">
                <a:solidFill>
                  <a:schemeClr val="bg1"/>
                </a:solidFill>
              </a:defRPr>
            </a:lvl1pPr>
          </a:lstStyle>
          <a:p>
            <a:r>
              <a:rPr lang="en-US"/>
              <a:t>Click icon to add picture</a:t>
            </a:r>
          </a:p>
        </p:txBody>
      </p:sp>
      <p:sp>
        <p:nvSpPr>
          <p:cNvPr id="6" name="Title 2">
            <a:extLst>
              <a:ext uri="{FF2B5EF4-FFF2-40B4-BE49-F238E27FC236}">
                <a16:creationId xmlns:a16="http://schemas.microsoft.com/office/drawing/2014/main" id="{E5F29476-6FAB-192A-D41D-7BEA14D5E3A3}"/>
              </a:ext>
            </a:extLst>
          </p:cNvPr>
          <p:cNvSpPr>
            <a:spLocks noGrp="1"/>
          </p:cNvSpPr>
          <p:nvPr>
            <p:ph type="title" hasCustomPrompt="1"/>
          </p:nvPr>
        </p:nvSpPr>
        <p:spPr>
          <a:xfrm>
            <a:off x="275154" y="5295900"/>
            <a:ext cx="3699429" cy="1015663"/>
          </a:xfrm>
        </p:spPr>
        <p:txBody>
          <a:bodyPr anchor="b"/>
          <a:lstStyle>
            <a:lvl1pPr algn="r">
              <a:defRPr sz="3999" spc="-75"/>
            </a:lvl1pPr>
          </a:lstStyle>
          <a:p>
            <a:pPr lvl="0"/>
            <a:r>
              <a:rPr lang="en-US"/>
              <a:t>Iconic</a:t>
            </a:r>
            <a:br>
              <a:rPr lang="en-US"/>
            </a:br>
            <a:r>
              <a:rPr lang="en-US"/>
              <a:t>statement.</a:t>
            </a:r>
          </a:p>
        </p:txBody>
      </p:sp>
      <p:sp>
        <p:nvSpPr>
          <p:cNvPr id="7" name="Shape">
            <a:extLst>
              <a:ext uri="{FF2B5EF4-FFF2-40B4-BE49-F238E27FC236}">
                <a16:creationId xmlns:a16="http://schemas.microsoft.com/office/drawing/2014/main" id="{42AEFDCD-7460-BC06-1BA3-6506AC3F3ED7}"/>
              </a:ext>
            </a:extLst>
          </p:cNvPr>
          <p:cNvSpPr/>
          <p:nvPr userDrawn="1"/>
        </p:nvSpPr>
        <p:spPr>
          <a:xfrm>
            <a:off x="2400781" y="2206186"/>
            <a:ext cx="270314" cy="270314"/>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Shape">
            <a:extLst>
              <a:ext uri="{FF2B5EF4-FFF2-40B4-BE49-F238E27FC236}">
                <a16:creationId xmlns:a16="http://schemas.microsoft.com/office/drawing/2014/main" id="{DCD7CBF4-445F-069C-BFC3-D839C37EA842}"/>
              </a:ext>
            </a:extLst>
          </p:cNvPr>
          <p:cNvSpPr/>
          <p:nvPr userDrawn="1"/>
        </p:nvSpPr>
        <p:spPr>
          <a:xfrm>
            <a:off x="10631268" y="2203992"/>
            <a:ext cx="875789" cy="268859"/>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397460994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tatement 2.0 (Dark)">
    <p:bg>
      <p:bgPr>
        <a:solidFill>
          <a:schemeClr val="tx1"/>
        </a:solidFill>
        <a:effectLst/>
      </p:bgPr>
    </p:bg>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CA21B709-75DD-75F4-0E06-A2EBD9F19426}"/>
              </a:ext>
            </a:extLst>
          </p:cNvPr>
          <p:cNvSpPr>
            <a:spLocks noGrp="1"/>
          </p:cNvSpPr>
          <p:nvPr>
            <p:ph type="pic" sz="quarter" idx="15"/>
          </p:nvPr>
        </p:nvSpPr>
        <p:spPr>
          <a:xfrm>
            <a:off x="6691827" y="794388"/>
            <a:ext cx="4067795" cy="4064630"/>
          </a:xfrm>
          <a:prstGeom prst="rect">
            <a:avLst/>
          </a:prstGeom>
          <a:solidFill>
            <a:srgbClr val="53544A"/>
          </a:solidFill>
        </p:spPr>
        <p:txBody>
          <a:bodyPr anchor="ctr">
            <a:noAutofit/>
          </a:bodyPr>
          <a:lstStyle>
            <a:lvl1pPr algn="ctr">
              <a:buNone/>
              <a:defRPr>
                <a:solidFill>
                  <a:schemeClr val="bg1"/>
                </a:solidFill>
              </a:defRPr>
            </a:lvl1pPr>
          </a:lstStyle>
          <a:p>
            <a:r>
              <a:rPr lang="en-US"/>
              <a:t>Click icon to add picture</a:t>
            </a:r>
          </a:p>
        </p:txBody>
      </p:sp>
      <p:sp>
        <p:nvSpPr>
          <p:cNvPr id="4" name="Shape">
            <a:extLst>
              <a:ext uri="{FF2B5EF4-FFF2-40B4-BE49-F238E27FC236}">
                <a16:creationId xmlns:a16="http://schemas.microsoft.com/office/drawing/2014/main" id="{FEC71DA8-D794-D47B-99E8-2596DC3A635D}"/>
              </a:ext>
            </a:extLst>
          </p:cNvPr>
          <p:cNvSpPr/>
          <p:nvPr userDrawn="1"/>
        </p:nvSpPr>
        <p:spPr>
          <a:xfrm>
            <a:off x="987537" y="5761382"/>
            <a:ext cx="269763" cy="269763"/>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D42A4330-ECC2-A12E-9A86-9DEAD472DA61}"/>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9" name="Title 3">
            <a:extLst>
              <a:ext uri="{FF2B5EF4-FFF2-40B4-BE49-F238E27FC236}">
                <a16:creationId xmlns:a16="http://schemas.microsoft.com/office/drawing/2014/main" id="{2ACCB1F5-E99F-BD08-9C6C-77F1026DC4C1}"/>
              </a:ext>
            </a:extLst>
          </p:cNvPr>
          <p:cNvSpPr>
            <a:spLocks noGrp="1"/>
          </p:cNvSpPr>
          <p:nvPr>
            <p:ph type="title" hasCustomPrompt="1"/>
          </p:nvPr>
        </p:nvSpPr>
        <p:spPr>
          <a:xfrm>
            <a:off x="1000822" y="1052569"/>
            <a:ext cx="5223761" cy="569387"/>
          </a:xfrm>
        </p:spPr>
        <p:txBody>
          <a:bodyPr wrap="square" anchor="b">
            <a:spAutoFit/>
          </a:bodyPr>
          <a:lstStyle>
            <a:lvl1pPr>
              <a:lnSpc>
                <a:spcPct val="90000"/>
              </a:lnSpc>
              <a:defRPr sz="4000"/>
            </a:lvl1pPr>
          </a:lstStyle>
          <a:p>
            <a:r>
              <a:rPr lang="en-US"/>
              <a:t>Lorem ipsum dolor</a:t>
            </a:r>
          </a:p>
        </p:txBody>
      </p:sp>
      <p:sp>
        <p:nvSpPr>
          <p:cNvPr id="10" name="Text Placeholder 14">
            <a:extLst>
              <a:ext uri="{FF2B5EF4-FFF2-40B4-BE49-F238E27FC236}">
                <a16:creationId xmlns:a16="http://schemas.microsoft.com/office/drawing/2014/main" id="{44972888-44DA-DF8D-0082-B6FFDBA53FF3}"/>
              </a:ext>
            </a:extLst>
          </p:cNvPr>
          <p:cNvSpPr>
            <a:spLocks noGrp="1"/>
          </p:cNvSpPr>
          <p:nvPr>
            <p:ph type="body" sz="quarter" idx="29" hasCustomPrompt="1"/>
          </p:nvPr>
        </p:nvSpPr>
        <p:spPr>
          <a:xfrm>
            <a:off x="999210" y="1603813"/>
            <a:ext cx="5225242" cy="330860"/>
          </a:xfrm>
        </p:spPr>
        <p:txBody>
          <a:bodyPr/>
          <a:lstStyle>
            <a:lvl1pPr marL="0" indent="0">
              <a:buFontTx/>
              <a:buNone/>
              <a:defRPr>
                <a:solidFill>
                  <a:schemeClr val="bg1"/>
                </a:solidFill>
              </a:defRPr>
            </a:lvl1pPr>
          </a:lstStyle>
          <a:p>
            <a:pPr lvl="0"/>
            <a:r>
              <a:rPr lang="en-US" err="1"/>
              <a:t>Consectetur</a:t>
            </a:r>
            <a:r>
              <a:rPr lang="en-US"/>
              <a:t> </a:t>
            </a:r>
            <a:r>
              <a:rPr lang="en-US" err="1"/>
              <a:t>adipiscing</a:t>
            </a:r>
            <a:r>
              <a:rPr lang="en-US"/>
              <a:t> </a:t>
            </a:r>
            <a:r>
              <a:rPr lang="en-US" err="1"/>
              <a:t>elit</a:t>
            </a:r>
            <a:r>
              <a:rPr lang="en-US"/>
              <a:t>, sed d eius</a:t>
            </a:r>
          </a:p>
        </p:txBody>
      </p:sp>
      <p:sp>
        <p:nvSpPr>
          <p:cNvPr id="11" name="Shape">
            <a:extLst>
              <a:ext uri="{FF2B5EF4-FFF2-40B4-BE49-F238E27FC236}">
                <a16:creationId xmlns:a16="http://schemas.microsoft.com/office/drawing/2014/main" id="{B276F6C0-F889-F4D3-C392-39B2D8BDB1D0}"/>
              </a:ext>
            </a:extLst>
          </p:cNvPr>
          <p:cNvSpPr/>
          <p:nvPr userDrawn="1"/>
        </p:nvSpPr>
        <p:spPr>
          <a:xfrm>
            <a:off x="7223125" y="5267922"/>
            <a:ext cx="875789" cy="268859"/>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2" name="Picture Placeholder 9">
            <a:extLst>
              <a:ext uri="{FF2B5EF4-FFF2-40B4-BE49-F238E27FC236}">
                <a16:creationId xmlns:a16="http://schemas.microsoft.com/office/drawing/2014/main" id="{4954FDFB-4AE8-CA36-357C-7D01469D3006}"/>
              </a:ext>
            </a:extLst>
          </p:cNvPr>
          <p:cNvSpPr>
            <a:spLocks noGrp="1"/>
          </p:cNvSpPr>
          <p:nvPr>
            <p:ph type="pic" sz="quarter" idx="14"/>
          </p:nvPr>
        </p:nvSpPr>
        <p:spPr>
          <a:xfrm>
            <a:off x="3584560" y="2280275"/>
            <a:ext cx="3256506" cy="3256506"/>
          </a:xfrm>
          <a:prstGeom prst="rect">
            <a:avLst/>
          </a:prstGeom>
          <a:solidFill>
            <a:schemeClr val="accent6"/>
          </a:solidFill>
        </p:spPr>
        <p:txBody>
          <a:bodyPr anchor="ctr">
            <a:noAutofit/>
          </a:bodyPr>
          <a:lstStyle>
            <a:lvl1pPr algn="ctr">
              <a:lnSpc>
                <a:spcPct val="100000"/>
              </a:lnSpc>
              <a:buNone/>
              <a:defRPr sz="1000">
                <a:solidFill>
                  <a:schemeClr val="bg1"/>
                </a:solidFill>
              </a:defRPr>
            </a:lvl1pPr>
          </a:lstStyle>
          <a:p>
            <a:r>
              <a:rPr lang="en-US"/>
              <a:t>Click icon to add picture</a:t>
            </a:r>
          </a:p>
        </p:txBody>
      </p:sp>
      <p:sp>
        <p:nvSpPr>
          <p:cNvPr id="13" name="Picture Placeholder 9">
            <a:extLst>
              <a:ext uri="{FF2B5EF4-FFF2-40B4-BE49-F238E27FC236}">
                <a16:creationId xmlns:a16="http://schemas.microsoft.com/office/drawing/2014/main" id="{16C75580-1391-1C47-6F44-89D0027010C1}"/>
              </a:ext>
            </a:extLst>
          </p:cNvPr>
          <p:cNvSpPr>
            <a:spLocks noGrp="1"/>
          </p:cNvSpPr>
          <p:nvPr>
            <p:ph type="pic" sz="quarter" idx="13"/>
          </p:nvPr>
        </p:nvSpPr>
        <p:spPr>
          <a:xfrm>
            <a:off x="1408671" y="3706018"/>
            <a:ext cx="2325129" cy="2325127"/>
          </a:xfrm>
          <a:prstGeom prst="rect">
            <a:avLst/>
          </a:prstGeom>
          <a:solidFill>
            <a:srgbClr val="53544A"/>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Tree>
    <p:extLst>
      <p:ext uri="{BB962C8B-B14F-4D97-AF65-F5344CB8AC3E}">
        <p14:creationId xmlns:p14="http://schemas.microsoft.com/office/powerpoint/2010/main" val="23800787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tatement 3.0 (Dark)">
    <p:bg>
      <p:bgPr>
        <a:solidFill>
          <a:srgbClr val="191919"/>
        </a:solidFill>
        <a:effectLst/>
      </p:bgPr>
    </p:bg>
    <p:spTree>
      <p:nvGrpSpPr>
        <p:cNvPr id="1" name=""/>
        <p:cNvGrpSpPr/>
        <p:nvPr/>
      </p:nvGrpSpPr>
      <p:grpSpPr>
        <a:xfrm>
          <a:off x="0" y="0"/>
          <a:ext cx="0" cy="0"/>
          <a:chOff x="0" y="0"/>
          <a:chExt cx="0" cy="0"/>
        </a:xfrm>
      </p:grpSpPr>
      <p:sp>
        <p:nvSpPr>
          <p:cNvPr id="2" name="Picture Placeholder 12">
            <a:extLst>
              <a:ext uri="{FF2B5EF4-FFF2-40B4-BE49-F238E27FC236}">
                <a16:creationId xmlns:a16="http://schemas.microsoft.com/office/drawing/2014/main" id="{0ACE03FE-A7E2-CB4D-E0BE-D1829C9E264C}"/>
              </a:ext>
            </a:extLst>
          </p:cNvPr>
          <p:cNvSpPr>
            <a:spLocks noGrp="1"/>
          </p:cNvSpPr>
          <p:nvPr>
            <p:ph type="pic" sz="quarter" idx="18" hasCustomPrompt="1"/>
          </p:nvPr>
        </p:nvSpPr>
        <p:spPr>
          <a:xfrm>
            <a:off x="10200175" y="1468834"/>
            <a:ext cx="1720625" cy="1720584"/>
          </a:xfrm>
          <a:prstGeom prst="rect">
            <a:avLst/>
          </a:prstGeom>
          <a:solidFill>
            <a:schemeClr val="accent6"/>
          </a:solidFill>
        </p:spPr>
        <p:txBody>
          <a:bodyPr anchor="ctr"/>
          <a:lstStyle>
            <a:lvl1pPr marL="7143" indent="-794" algn="ctr">
              <a:buNone/>
              <a:tabLst/>
              <a:defRPr sz="1000">
                <a:solidFill>
                  <a:schemeClr val="bg1"/>
                </a:solidFill>
              </a:defRPr>
            </a:lvl1pPr>
          </a:lstStyle>
          <a:p>
            <a:r>
              <a:rPr lang="en-US"/>
              <a:t>Click icon</a:t>
            </a:r>
            <a:br>
              <a:rPr lang="en-US"/>
            </a:br>
            <a:r>
              <a:rPr lang="en-US"/>
              <a:t>to add picture</a:t>
            </a:r>
          </a:p>
          <a:p>
            <a:endParaRPr lang="en-US"/>
          </a:p>
          <a:p>
            <a:endParaRPr lang="en-US"/>
          </a:p>
          <a:p>
            <a:endParaRPr lang="en-US"/>
          </a:p>
        </p:txBody>
      </p:sp>
      <p:sp>
        <p:nvSpPr>
          <p:cNvPr id="3" name="Picture Placeholder 12">
            <a:extLst>
              <a:ext uri="{FF2B5EF4-FFF2-40B4-BE49-F238E27FC236}">
                <a16:creationId xmlns:a16="http://schemas.microsoft.com/office/drawing/2014/main" id="{B57CFC60-74A3-63EC-6D83-CA7B8F4E3D32}"/>
              </a:ext>
            </a:extLst>
          </p:cNvPr>
          <p:cNvSpPr>
            <a:spLocks noGrp="1"/>
          </p:cNvSpPr>
          <p:nvPr>
            <p:ph type="pic" sz="quarter" idx="12"/>
          </p:nvPr>
        </p:nvSpPr>
        <p:spPr>
          <a:xfrm>
            <a:off x="262766" y="2337598"/>
            <a:ext cx="3703382" cy="3700688"/>
          </a:xfrm>
          <a:prstGeom prst="rect">
            <a:avLst/>
          </a:prstGeom>
          <a:solidFill>
            <a:schemeClr val="accent6"/>
          </a:solidFill>
        </p:spPr>
        <p:txBody>
          <a:bodyPr anchor="ctr"/>
          <a:lstStyle>
            <a:lvl1pPr marL="7143" indent="-794" algn="ctr">
              <a:buNone/>
              <a:tabLst/>
              <a:defRPr sz="1400">
                <a:solidFill>
                  <a:schemeClr val="bg1"/>
                </a:solidFill>
              </a:defRPr>
            </a:lvl1pPr>
          </a:lstStyle>
          <a:p>
            <a:r>
              <a:rPr lang="en-US"/>
              <a:t>Click icon to add picture</a:t>
            </a:r>
          </a:p>
        </p:txBody>
      </p:sp>
      <p:sp>
        <p:nvSpPr>
          <p:cNvPr id="6" name="Picture Placeholder 12">
            <a:extLst>
              <a:ext uri="{FF2B5EF4-FFF2-40B4-BE49-F238E27FC236}">
                <a16:creationId xmlns:a16="http://schemas.microsoft.com/office/drawing/2014/main" id="{7D25256E-4A2B-47DB-3C7D-C51032FB9898}"/>
              </a:ext>
            </a:extLst>
          </p:cNvPr>
          <p:cNvSpPr>
            <a:spLocks noGrp="1"/>
          </p:cNvSpPr>
          <p:nvPr>
            <p:ph type="pic" sz="quarter" idx="17" hasCustomPrompt="1"/>
          </p:nvPr>
        </p:nvSpPr>
        <p:spPr>
          <a:xfrm>
            <a:off x="3247603" y="5140763"/>
            <a:ext cx="1720625" cy="1717237"/>
          </a:xfrm>
          <a:prstGeom prst="rect">
            <a:avLst/>
          </a:prstGeom>
          <a:solidFill>
            <a:srgbClr val="53544A"/>
          </a:solidFill>
        </p:spPr>
        <p:txBody>
          <a:bodyPr anchor="ctr"/>
          <a:lstStyle>
            <a:lvl1pPr marL="7143" indent="-794" algn="ctr">
              <a:buNone/>
              <a:tabLst/>
              <a:defRPr sz="1000">
                <a:solidFill>
                  <a:schemeClr val="bg1"/>
                </a:solidFill>
              </a:defRPr>
            </a:lvl1pPr>
          </a:lstStyle>
          <a:p>
            <a:r>
              <a:rPr lang="en-US"/>
              <a:t>Click icon</a:t>
            </a:r>
            <a:br>
              <a:rPr lang="en-US"/>
            </a:br>
            <a:r>
              <a:rPr lang="en-US"/>
              <a:t>to add picture</a:t>
            </a:r>
          </a:p>
          <a:p>
            <a:endParaRPr lang="en-US"/>
          </a:p>
          <a:p>
            <a:endParaRPr lang="en-US"/>
          </a:p>
          <a:p>
            <a:endParaRPr lang="en-US"/>
          </a:p>
        </p:txBody>
      </p:sp>
      <p:sp>
        <p:nvSpPr>
          <p:cNvPr id="7" name="Picture Placeholder 12">
            <a:extLst>
              <a:ext uri="{FF2B5EF4-FFF2-40B4-BE49-F238E27FC236}">
                <a16:creationId xmlns:a16="http://schemas.microsoft.com/office/drawing/2014/main" id="{B1470643-1797-CB82-0F22-8D75A58545D7}"/>
              </a:ext>
            </a:extLst>
          </p:cNvPr>
          <p:cNvSpPr>
            <a:spLocks noGrp="1"/>
          </p:cNvSpPr>
          <p:nvPr>
            <p:ph type="pic" sz="quarter" idx="13" hasCustomPrompt="1"/>
          </p:nvPr>
        </p:nvSpPr>
        <p:spPr>
          <a:xfrm>
            <a:off x="6106642" y="2932"/>
            <a:ext cx="1467796" cy="1471712"/>
          </a:xfrm>
          <a:prstGeom prst="rect">
            <a:avLst/>
          </a:prstGeom>
          <a:solidFill>
            <a:schemeClr val="accent6"/>
          </a:solidFill>
        </p:spPr>
        <p:txBody>
          <a:bodyPr anchor="ctr"/>
          <a:lstStyle>
            <a:lvl1pPr marL="7143" indent="-794" algn="ctr">
              <a:buNone/>
              <a:tabLst/>
              <a:defRPr sz="1000">
                <a:solidFill>
                  <a:schemeClr val="bg1"/>
                </a:solidFill>
              </a:defRPr>
            </a:lvl1pPr>
          </a:lstStyle>
          <a:p>
            <a:r>
              <a:rPr lang="en-US"/>
              <a:t>Click icon</a:t>
            </a:r>
            <a:br>
              <a:rPr lang="en-US"/>
            </a:br>
            <a:r>
              <a:rPr lang="en-US"/>
              <a:t>to add picture</a:t>
            </a:r>
          </a:p>
          <a:p>
            <a:endParaRPr lang="en-US"/>
          </a:p>
          <a:p>
            <a:endParaRPr lang="en-US"/>
          </a:p>
        </p:txBody>
      </p:sp>
      <p:cxnSp>
        <p:nvCxnSpPr>
          <p:cNvPr id="8" name="Straight Connector 7">
            <a:extLst>
              <a:ext uri="{FF2B5EF4-FFF2-40B4-BE49-F238E27FC236}">
                <a16:creationId xmlns:a16="http://schemas.microsoft.com/office/drawing/2014/main" id="{68F3F980-7303-7433-7BA0-B2E600EEDB0F}"/>
              </a:ext>
            </a:extLst>
          </p:cNvPr>
          <p:cNvCxnSpPr>
            <a:cxnSpLocks/>
          </p:cNvCxnSpPr>
          <p:nvPr/>
        </p:nvCxnSpPr>
        <p:spPr>
          <a:xfrm>
            <a:off x="271200"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itle 3">
            <a:extLst>
              <a:ext uri="{FF2B5EF4-FFF2-40B4-BE49-F238E27FC236}">
                <a16:creationId xmlns:a16="http://schemas.microsoft.com/office/drawing/2014/main" id="{F9AAF923-B53F-523B-0D44-A393ECCBE8B4}"/>
              </a:ext>
            </a:extLst>
          </p:cNvPr>
          <p:cNvSpPr>
            <a:spLocks noGrp="1"/>
          </p:cNvSpPr>
          <p:nvPr>
            <p:ph type="title" hasCustomPrompt="1"/>
          </p:nvPr>
        </p:nvSpPr>
        <p:spPr>
          <a:xfrm>
            <a:off x="6229351" y="2971800"/>
            <a:ext cx="4702174" cy="786369"/>
          </a:xfrm>
        </p:spPr>
        <p:txBody>
          <a:bodyPr wrap="square">
            <a:spAutoFit/>
          </a:bodyPr>
          <a:lstStyle>
            <a:lvl1pPr>
              <a:lnSpc>
                <a:spcPct val="90000"/>
              </a:lnSpc>
              <a:defRPr sz="2800"/>
            </a:lvl1pPr>
          </a:lstStyle>
          <a:p>
            <a:r>
              <a:rPr lang="en-US"/>
              <a:t>Longer Headline to be</a:t>
            </a:r>
            <a:br>
              <a:rPr lang="en-US"/>
            </a:br>
            <a:r>
              <a:rPr lang="en-US"/>
              <a:t>Written here</a:t>
            </a:r>
          </a:p>
        </p:txBody>
      </p:sp>
      <p:sp>
        <p:nvSpPr>
          <p:cNvPr id="4" name="Shape">
            <a:extLst>
              <a:ext uri="{FF2B5EF4-FFF2-40B4-BE49-F238E27FC236}">
                <a16:creationId xmlns:a16="http://schemas.microsoft.com/office/drawing/2014/main" id="{1223C6F2-494B-BF1E-D5E4-D636EBF35B9A}"/>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139106554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tatement 4.0 (Dark)">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ADD1F97-8284-C0FB-0660-9DAE99173A6B}"/>
              </a:ext>
            </a:extLst>
          </p:cNvPr>
          <p:cNvCxnSpPr>
            <a:cxnSpLocks/>
          </p:cNvCxnSpPr>
          <p:nvPr userDrawn="1"/>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Picture Placeholder 9">
            <a:extLst>
              <a:ext uri="{FF2B5EF4-FFF2-40B4-BE49-F238E27FC236}">
                <a16:creationId xmlns:a16="http://schemas.microsoft.com/office/drawing/2014/main" id="{5BB12CB4-F5F3-7AC1-AE2C-FEA23CAE57B4}"/>
              </a:ext>
            </a:extLst>
          </p:cNvPr>
          <p:cNvSpPr>
            <a:spLocks noGrp="1"/>
          </p:cNvSpPr>
          <p:nvPr>
            <p:ph type="pic" sz="quarter" idx="13"/>
          </p:nvPr>
        </p:nvSpPr>
        <p:spPr>
          <a:xfrm>
            <a:off x="1" y="1031760"/>
            <a:ext cx="2146041" cy="2146041"/>
          </a:xfrm>
          <a:prstGeom prst="rect">
            <a:avLst/>
          </a:prstGeom>
          <a:solidFill>
            <a:srgbClr val="53544A"/>
          </a:solidFill>
        </p:spPr>
        <p:txBody>
          <a:bodyPr anchor="ctr">
            <a:noAutofit/>
          </a:bodyPr>
          <a:lstStyle>
            <a:lvl1pPr algn="ctr">
              <a:buFont typeface="Arial" panose="020B0604020202020204" pitchFamily="34" charset="0"/>
              <a:buNone/>
              <a:defRPr sz="1600">
                <a:solidFill>
                  <a:schemeClr val="bg1"/>
                </a:solidFill>
              </a:defRPr>
            </a:lvl1pPr>
          </a:lstStyle>
          <a:p>
            <a:r>
              <a:rPr lang="en-US"/>
              <a:t>Click icon to add picture</a:t>
            </a:r>
          </a:p>
        </p:txBody>
      </p:sp>
      <p:sp>
        <p:nvSpPr>
          <p:cNvPr id="9" name="Picture Placeholder 9">
            <a:extLst>
              <a:ext uri="{FF2B5EF4-FFF2-40B4-BE49-F238E27FC236}">
                <a16:creationId xmlns:a16="http://schemas.microsoft.com/office/drawing/2014/main" id="{F4128765-AC6B-97A3-0F71-9EBDD5666A70}"/>
              </a:ext>
            </a:extLst>
          </p:cNvPr>
          <p:cNvSpPr>
            <a:spLocks noGrp="1"/>
          </p:cNvSpPr>
          <p:nvPr>
            <p:ph type="pic" sz="quarter" idx="14"/>
          </p:nvPr>
        </p:nvSpPr>
        <p:spPr>
          <a:xfrm>
            <a:off x="1884785" y="2963196"/>
            <a:ext cx="1101012" cy="1101012"/>
          </a:xfrm>
          <a:prstGeom prst="rect">
            <a:avLst/>
          </a:prstGeom>
          <a:solidFill>
            <a:schemeClr val="accent6"/>
          </a:solidFill>
        </p:spPr>
        <p:txBody>
          <a:bodyPr anchor="ctr">
            <a:noAutofit/>
          </a:bodyPr>
          <a:lstStyle>
            <a:lvl1pPr algn="ctr">
              <a:lnSpc>
                <a:spcPct val="100000"/>
              </a:lnSpc>
              <a:buNone/>
              <a:defRPr sz="1000">
                <a:solidFill>
                  <a:schemeClr val="bg1"/>
                </a:solidFill>
              </a:defRPr>
            </a:lvl1pPr>
          </a:lstStyle>
          <a:p>
            <a:r>
              <a:rPr lang="en-US"/>
              <a:t>Click icon to add picture</a:t>
            </a:r>
          </a:p>
        </p:txBody>
      </p:sp>
      <p:sp>
        <p:nvSpPr>
          <p:cNvPr id="10" name="Picture Placeholder 9">
            <a:extLst>
              <a:ext uri="{FF2B5EF4-FFF2-40B4-BE49-F238E27FC236}">
                <a16:creationId xmlns:a16="http://schemas.microsoft.com/office/drawing/2014/main" id="{8D498DD5-8334-9B3C-9CBE-37B55B5E310D}"/>
              </a:ext>
            </a:extLst>
          </p:cNvPr>
          <p:cNvSpPr>
            <a:spLocks noGrp="1"/>
          </p:cNvSpPr>
          <p:nvPr>
            <p:ph type="pic" sz="quarter" idx="15"/>
          </p:nvPr>
        </p:nvSpPr>
        <p:spPr>
          <a:xfrm>
            <a:off x="6630345" y="504031"/>
            <a:ext cx="5290455" cy="5286338"/>
          </a:xfrm>
          <a:prstGeom prst="rect">
            <a:avLst/>
          </a:prstGeom>
          <a:solidFill>
            <a:srgbClr val="53544A"/>
          </a:solidFill>
        </p:spPr>
        <p:txBody>
          <a:bodyPr anchor="ctr">
            <a:noAutofit/>
          </a:bodyPr>
          <a:lstStyle>
            <a:lvl1pPr algn="ctr">
              <a:buNone/>
              <a:defRPr>
                <a:solidFill>
                  <a:schemeClr val="bg1"/>
                </a:solidFill>
              </a:defRPr>
            </a:lvl1pPr>
          </a:lstStyle>
          <a:p>
            <a:r>
              <a:rPr lang="en-US"/>
              <a:t>Click icon to add picture</a:t>
            </a:r>
          </a:p>
        </p:txBody>
      </p:sp>
      <p:sp>
        <p:nvSpPr>
          <p:cNvPr id="6" name="Shape">
            <a:extLst>
              <a:ext uri="{FF2B5EF4-FFF2-40B4-BE49-F238E27FC236}">
                <a16:creationId xmlns:a16="http://schemas.microsoft.com/office/drawing/2014/main" id="{CD1FEE7C-553C-4A8B-BC77-F8DF21CFAE2F}"/>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lide Number Placeholder 5">
            <a:extLst>
              <a:ext uri="{FF2B5EF4-FFF2-40B4-BE49-F238E27FC236}">
                <a16:creationId xmlns:a16="http://schemas.microsoft.com/office/drawing/2014/main" id="{00AA6222-3515-ED1E-22C8-0B196FE22912}"/>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7" name="Title 3">
            <a:extLst>
              <a:ext uri="{FF2B5EF4-FFF2-40B4-BE49-F238E27FC236}">
                <a16:creationId xmlns:a16="http://schemas.microsoft.com/office/drawing/2014/main" id="{D180E599-A8FD-8FCF-D78E-DB2A8484EB04}"/>
              </a:ext>
            </a:extLst>
          </p:cNvPr>
          <p:cNvSpPr>
            <a:spLocks noGrp="1"/>
          </p:cNvSpPr>
          <p:nvPr>
            <p:ph type="title" hasCustomPrompt="1"/>
          </p:nvPr>
        </p:nvSpPr>
        <p:spPr>
          <a:xfrm>
            <a:off x="4241248" y="4845632"/>
            <a:ext cx="4969427" cy="1174168"/>
          </a:xfrm>
        </p:spPr>
        <p:txBody>
          <a:bodyPr wrap="square">
            <a:spAutoFit/>
          </a:bodyPr>
          <a:lstStyle>
            <a:lvl1pPr>
              <a:lnSpc>
                <a:spcPct val="90000"/>
              </a:lnSpc>
              <a:defRPr sz="2800"/>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a:t>
            </a:r>
          </a:p>
        </p:txBody>
      </p:sp>
    </p:spTree>
    <p:extLst>
      <p:ext uri="{BB962C8B-B14F-4D97-AF65-F5344CB8AC3E}">
        <p14:creationId xmlns:p14="http://schemas.microsoft.com/office/powerpoint/2010/main" val="351647852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tatement 5.0 (Dark)">
    <p:bg>
      <p:bgPr>
        <a:solidFill>
          <a:schemeClr val="tx1"/>
        </a:solidFill>
        <a:effectLst/>
      </p:bgPr>
    </p:bg>
    <p:spTree>
      <p:nvGrpSpPr>
        <p:cNvPr id="1" name=""/>
        <p:cNvGrpSpPr/>
        <p:nvPr/>
      </p:nvGrpSpPr>
      <p:grpSpPr>
        <a:xfrm>
          <a:off x="0" y="0"/>
          <a:ext cx="0" cy="0"/>
          <a:chOff x="0" y="0"/>
          <a:chExt cx="0" cy="0"/>
        </a:xfrm>
      </p:grpSpPr>
      <p:sp>
        <p:nvSpPr>
          <p:cNvPr id="28" name="Picture Placeholder 9">
            <a:extLst>
              <a:ext uri="{FF2B5EF4-FFF2-40B4-BE49-F238E27FC236}">
                <a16:creationId xmlns:a16="http://schemas.microsoft.com/office/drawing/2014/main" id="{B54E1074-5BBA-6736-8077-5BA6D135BE26}"/>
              </a:ext>
            </a:extLst>
          </p:cNvPr>
          <p:cNvSpPr>
            <a:spLocks noGrp="1"/>
          </p:cNvSpPr>
          <p:nvPr>
            <p:ph type="pic" sz="quarter" idx="19"/>
          </p:nvPr>
        </p:nvSpPr>
        <p:spPr>
          <a:xfrm>
            <a:off x="0" y="0"/>
            <a:ext cx="6096000" cy="6857998"/>
          </a:xfrm>
          <a:prstGeom prst="rect">
            <a:avLst/>
          </a:prstGeom>
          <a:solidFill>
            <a:schemeClr val="bg1"/>
          </a:solidFill>
        </p:spPr>
        <p:txBody>
          <a:bodyPr anchor="t">
            <a:noAutofit/>
          </a:bodyPr>
          <a:lstStyle>
            <a:lvl1pPr marL="319976" marR="0" indent="-319976" algn="ctr" defTabSz="323935" rtl="0" eaLnBrk="1" fontAlgn="base" latinLnBrk="0" hangingPunct="1">
              <a:lnSpc>
                <a:spcPct val="100000"/>
              </a:lnSpc>
              <a:spcBef>
                <a:spcPts val="0"/>
              </a:spcBef>
              <a:spcAft>
                <a:spcPts val="900"/>
              </a:spcAft>
              <a:buClrTx/>
              <a:buSzPct val="100000"/>
              <a:buFont typeface="Segoe UI" panose="020B0502040204020203" pitchFamily="34" charset="0"/>
              <a:buNone/>
              <a:tabLst/>
              <a:defRPr sz="1600">
                <a:solidFill>
                  <a:schemeClr val="tx1"/>
                </a:solidFill>
              </a:defRPr>
            </a:lvl1pPr>
          </a:lstStyle>
          <a:p>
            <a:endParaRPr lang="en-US"/>
          </a:p>
        </p:txBody>
      </p:sp>
      <p:cxnSp>
        <p:nvCxnSpPr>
          <p:cNvPr id="2" name="Straight Connector 1">
            <a:extLst>
              <a:ext uri="{FF2B5EF4-FFF2-40B4-BE49-F238E27FC236}">
                <a16:creationId xmlns:a16="http://schemas.microsoft.com/office/drawing/2014/main" id="{5ADD1F97-8284-C0FB-0660-9DAE99173A6B}"/>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4" name="Straight Connector 3">
            <a:extLst>
              <a:ext uri="{FF2B5EF4-FFF2-40B4-BE49-F238E27FC236}">
                <a16:creationId xmlns:a16="http://schemas.microsoft.com/office/drawing/2014/main" id="{A5F2190E-3350-9007-2590-0FAF27D1874D}"/>
              </a:ext>
            </a:extLst>
          </p:cNvPr>
          <p:cNvCxnSpPr>
            <a:cxnSpLocks/>
          </p:cNvCxnSpPr>
          <p:nvPr/>
        </p:nvCxnSpPr>
        <p:spPr>
          <a:xfrm>
            <a:off x="262616" y="505123"/>
            <a:ext cx="5829092"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Shape">
            <a:extLst>
              <a:ext uri="{FF2B5EF4-FFF2-40B4-BE49-F238E27FC236}">
                <a16:creationId xmlns:a16="http://schemas.microsoft.com/office/drawing/2014/main" id="{8DFC4937-3FD6-DBAC-A89D-CF49E8E0CF0D}"/>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Picture Placeholder 9">
            <a:extLst>
              <a:ext uri="{FF2B5EF4-FFF2-40B4-BE49-F238E27FC236}">
                <a16:creationId xmlns:a16="http://schemas.microsoft.com/office/drawing/2014/main" id="{94552704-CFDF-EF3C-D33A-73CB7A209B65}"/>
              </a:ext>
            </a:extLst>
          </p:cNvPr>
          <p:cNvSpPr>
            <a:spLocks noGrp="1"/>
          </p:cNvSpPr>
          <p:nvPr>
            <p:ph type="pic" sz="quarter" idx="13"/>
          </p:nvPr>
        </p:nvSpPr>
        <p:spPr>
          <a:xfrm>
            <a:off x="1260311" y="1647695"/>
            <a:ext cx="3562610" cy="3562610"/>
          </a:xfrm>
          <a:prstGeom prst="rect">
            <a:avLst/>
          </a:prstGeom>
          <a:solidFill>
            <a:srgbClr val="C2C4B8"/>
          </a:solidFill>
        </p:spPr>
        <p:txBody>
          <a:bodyPr anchor="ctr">
            <a:noAutofit/>
          </a:bodyPr>
          <a:lstStyle>
            <a:lvl1pPr algn="ctr">
              <a:buNone/>
              <a:defRPr>
                <a:solidFill>
                  <a:schemeClr val="bg1"/>
                </a:solidFill>
              </a:defRPr>
            </a:lvl1pPr>
          </a:lstStyle>
          <a:p>
            <a:r>
              <a:rPr lang="en-US"/>
              <a:t>Click icon to add picture</a:t>
            </a:r>
          </a:p>
        </p:txBody>
      </p:sp>
      <p:sp>
        <p:nvSpPr>
          <p:cNvPr id="15" name="Shape">
            <a:extLst>
              <a:ext uri="{FF2B5EF4-FFF2-40B4-BE49-F238E27FC236}">
                <a16:creationId xmlns:a16="http://schemas.microsoft.com/office/drawing/2014/main" id="{B19FFF9A-0B30-8282-7937-71D6BD98FA85}"/>
              </a:ext>
            </a:extLst>
          </p:cNvPr>
          <p:cNvSpPr/>
          <p:nvPr userDrawn="1"/>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tx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cxnSp>
        <p:nvCxnSpPr>
          <p:cNvPr id="17" name="Straight Connector 16">
            <a:extLst>
              <a:ext uri="{FF2B5EF4-FFF2-40B4-BE49-F238E27FC236}">
                <a16:creationId xmlns:a16="http://schemas.microsoft.com/office/drawing/2014/main" id="{39D70D7E-BF71-0132-08FD-F862218D7CB7}"/>
              </a:ext>
            </a:extLst>
          </p:cNvPr>
          <p:cNvCxnSpPr>
            <a:cxnSpLocks/>
          </p:cNvCxnSpPr>
          <p:nvPr userDrawn="1"/>
        </p:nvCxnSpPr>
        <p:spPr>
          <a:xfrm>
            <a:off x="262616" y="505123"/>
            <a:ext cx="582909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Text Placeholder 20">
            <a:extLst>
              <a:ext uri="{FF2B5EF4-FFF2-40B4-BE49-F238E27FC236}">
                <a16:creationId xmlns:a16="http://schemas.microsoft.com/office/drawing/2014/main" id="{28E44542-7C2D-86AE-9DFD-30BB40FAA822}"/>
              </a:ext>
            </a:extLst>
          </p:cNvPr>
          <p:cNvSpPr>
            <a:spLocks noGrp="1"/>
          </p:cNvSpPr>
          <p:nvPr>
            <p:ph type="body" sz="quarter" idx="35" hasCustomPrompt="1"/>
          </p:nvPr>
        </p:nvSpPr>
        <p:spPr>
          <a:xfrm>
            <a:off x="6956314" y="4891522"/>
            <a:ext cx="1261781" cy="165430"/>
          </a:xfrm>
          <a:prstGeom prst="rect">
            <a:avLst/>
          </a:prstGeom>
        </p:spPr>
        <p:txBody>
          <a:bodyPr lIns="0" tIns="0" rIns="0" bIns="0" anchor="t">
            <a:spAutoFit/>
          </a:bodyPr>
          <a:lstStyle>
            <a:lvl1pPr marL="0" indent="0">
              <a:spcBef>
                <a:spcPts val="0"/>
              </a:spcBef>
              <a:buNone/>
              <a:defRPr sz="1000" b="1" i="0">
                <a:solidFill>
                  <a:schemeClr val="bg1"/>
                </a:solidFill>
                <a:latin typeface="+mj-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Quote Attribution</a:t>
            </a:r>
          </a:p>
        </p:txBody>
      </p:sp>
      <p:sp>
        <p:nvSpPr>
          <p:cNvPr id="31" name="Text Placeholder 20">
            <a:extLst>
              <a:ext uri="{FF2B5EF4-FFF2-40B4-BE49-F238E27FC236}">
                <a16:creationId xmlns:a16="http://schemas.microsoft.com/office/drawing/2014/main" id="{8731B8CF-2578-CD77-558D-A8A7E025E96D}"/>
              </a:ext>
            </a:extLst>
          </p:cNvPr>
          <p:cNvSpPr>
            <a:spLocks noGrp="1"/>
          </p:cNvSpPr>
          <p:nvPr>
            <p:ph type="body" sz="quarter" idx="36" hasCustomPrompt="1"/>
          </p:nvPr>
        </p:nvSpPr>
        <p:spPr>
          <a:xfrm>
            <a:off x="6956314" y="5071052"/>
            <a:ext cx="1261781" cy="165430"/>
          </a:xfrm>
          <a:prstGeom prst="rect">
            <a:avLst/>
          </a:prstGeom>
        </p:spPr>
        <p:txBody>
          <a:bodyPr wrap="square" lIns="0" tIns="0" rIns="0" bIns="0" anchor="t">
            <a:spAutoFit/>
          </a:bodyPr>
          <a:lstStyle>
            <a:lvl1pPr marL="0" indent="0">
              <a:spcBef>
                <a:spcPts val="0"/>
              </a:spcBef>
              <a:buNone/>
              <a:defRPr sz="1000" b="0" i="0">
                <a:solidFill>
                  <a:schemeClr val="bg1"/>
                </a:solidFill>
                <a:latin typeface="+mn-lt"/>
              </a:defRPr>
            </a:lvl1pPr>
            <a:lvl2pPr marL="0" indent="0">
              <a:spcBef>
                <a:spcPts val="0"/>
              </a:spcBef>
              <a:buNone/>
              <a:defRPr b="1" i="0">
                <a:latin typeface="Snowflake Sans Medium" panose="020B0505040401040103" pitchFamily="34" charset="0"/>
              </a:defRPr>
            </a:lvl2pPr>
            <a:lvl3pPr marL="0" indent="0">
              <a:spcBef>
                <a:spcPts val="0"/>
              </a:spcBef>
              <a:buNone/>
              <a:defRPr b="1" i="0">
                <a:latin typeface="Snowflake Sans Medium" panose="020B0505040401040103" pitchFamily="34" charset="0"/>
              </a:defRPr>
            </a:lvl3pPr>
            <a:lvl4pPr marL="0" indent="0">
              <a:spcBef>
                <a:spcPts val="0"/>
              </a:spcBef>
              <a:buNone/>
              <a:defRPr b="1" i="0">
                <a:latin typeface="Snowflake Sans Medium" panose="020B0505040401040103" pitchFamily="34" charset="0"/>
              </a:defRPr>
            </a:lvl4pPr>
            <a:lvl5pPr marL="0" indent="0">
              <a:spcBef>
                <a:spcPts val="0"/>
              </a:spcBef>
              <a:buNone/>
              <a:defRPr b="1" i="0">
                <a:latin typeface="Snowflake Sans Medium" panose="020B0505040401040103" pitchFamily="34" charset="0"/>
              </a:defRPr>
            </a:lvl5pPr>
          </a:lstStyle>
          <a:p>
            <a:pPr lvl="0"/>
            <a:r>
              <a:rPr lang="en-US"/>
              <a:t>Lorem Ipsum</a:t>
            </a:r>
          </a:p>
        </p:txBody>
      </p:sp>
      <p:sp>
        <p:nvSpPr>
          <p:cNvPr id="6" name="Slide Number Placeholder 5">
            <a:extLst>
              <a:ext uri="{FF2B5EF4-FFF2-40B4-BE49-F238E27FC236}">
                <a16:creationId xmlns:a16="http://schemas.microsoft.com/office/drawing/2014/main" id="{3D43FFC9-38C2-B4F8-4162-A5C53BC952DC}"/>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7" name="Text Placeholder 14">
            <a:extLst>
              <a:ext uri="{FF2B5EF4-FFF2-40B4-BE49-F238E27FC236}">
                <a16:creationId xmlns:a16="http://schemas.microsoft.com/office/drawing/2014/main" id="{1C1F1B34-6637-E7E7-212E-343F22CDF946}"/>
              </a:ext>
            </a:extLst>
          </p:cNvPr>
          <p:cNvSpPr>
            <a:spLocks noGrp="1"/>
          </p:cNvSpPr>
          <p:nvPr>
            <p:ph type="body" sz="quarter" idx="37" hasCustomPrompt="1"/>
          </p:nvPr>
        </p:nvSpPr>
        <p:spPr>
          <a:xfrm>
            <a:off x="6956313" y="2648016"/>
            <a:ext cx="3974583" cy="1949765"/>
          </a:xfrm>
        </p:spPr>
        <p:txBody>
          <a:bodyPr wrap="square">
            <a:spAutoFit/>
          </a:bodyPr>
          <a:lstStyle>
            <a:lvl1pPr marL="457200" indent="-457200">
              <a:lnSpc>
                <a:spcPct val="90000"/>
              </a:lnSpc>
              <a:defRPr sz="2800">
                <a:latin typeface="+mj-lt"/>
              </a:defRPr>
            </a:lvl1pPr>
          </a:lstStyle>
          <a:p>
            <a:pPr lvl="0"/>
            <a:r>
              <a:rPr lang="en-US"/>
              <a:t>Lorem ipsum dolor sit </a:t>
            </a:r>
            <a:r>
              <a:rPr lang="en-US" err="1"/>
              <a:t>amet</a:t>
            </a:r>
            <a:r>
              <a:rPr lang="en-US"/>
              <a:t>, </a:t>
            </a:r>
            <a:r>
              <a:rPr lang="en-US" err="1"/>
              <a:t>consec</a:t>
            </a:r>
            <a:r>
              <a:rPr lang="en-US"/>
              <a:t> </a:t>
            </a:r>
            <a:r>
              <a:rPr lang="en-US" err="1"/>
              <a:t>tetur</a:t>
            </a:r>
            <a:r>
              <a:rPr lang="en-US"/>
              <a:t> </a:t>
            </a:r>
            <a:r>
              <a:rPr lang="en-US" err="1"/>
              <a:t>adipiscing</a:t>
            </a:r>
            <a:r>
              <a:rPr lang="en-US"/>
              <a:t> </a:t>
            </a:r>
            <a:r>
              <a:rPr lang="en-US" err="1"/>
              <a:t>elit</a:t>
            </a:r>
            <a:r>
              <a:rPr lang="en-US"/>
              <a:t>, sed do </a:t>
            </a:r>
            <a:r>
              <a:rPr lang="en-US" err="1"/>
              <a:t>eiusmod</a:t>
            </a:r>
            <a:r>
              <a:rPr lang="en-US"/>
              <a:t> </a:t>
            </a:r>
            <a:r>
              <a:rPr lang="en-US" err="1"/>
              <a:t>tempor</a:t>
            </a:r>
            <a:endParaRPr lang="en-US"/>
          </a:p>
        </p:txBody>
      </p:sp>
    </p:spTree>
    <p:extLst>
      <p:ext uri="{BB962C8B-B14F-4D97-AF65-F5344CB8AC3E}">
        <p14:creationId xmlns:p14="http://schemas.microsoft.com/office/powerpoint/2010/main" val="338706866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tatement 6.0 (Dark)">
    <p:bg>
      <p:bgPr>
        <a:solidFill>
          <a:schemeClr val="tx1"/>
        </a:solidFill>
        <a:effectLst/>
      </p:bgPr>
    </p:bg>
    <p:spTree>
      <p:nvGrpSpPr>
        <p:cNvPr id="1" name=""/>
        <p:cNvGrpSpPr/>
        <p:nvPr/>
      </p:nvGrpSpPr>
      <p:grpSpPr>
        <a:xfrm>
          <a:off x="0" y="0"/>
          <a:ext cx="0" cy="0"/>
          <a:chOff x="0" y="0"/>
          <a:chExt cx="0" cy="0"/>
        </a:xfrm>
      </p:grpSpPr>
      <p:sp>
        <p:nvSpPr>
          <p:cNvPr id="31" name="Picture Placeholder 9">
            <a:extLst>
              <a:ext uri="{FF2B5EF4-FFF2-40B4-BE49-F238E27FC236}">
                <a16:creationId xmlns:a16="http://schemas.microsoft.com/office/drawing/2014/main" id="{414F3A46-6C79-B4B1-C65B-3636B6B3DB33}"/>
              </a:ext>
            </a:extLst>
          </p:cNvPr>
          <p:cNvSpPr>
            <a:spLocks noGrp="1"/>
          </p:cNvSpPr>
          <p:nvPr>
            <p:ph type="pic" sz="quarter" idx="37"/>
          </p:nvPr>
        </p:nvSpPr>
        <p:spPr>
          <a:xfrm>
            <a:off x="381744" y="2957988"/>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3" name="Picture Placeholder 9">
            <a:extLst>
              <a:ext uri="{FF2B5EF4-FFF2-40B4-BE49-F238E27FC236}">
                <a16:creationId xmlns:a16="http://schemas.microsoft.com/office/drawing/2014/main" id="{6DA91201-807B-7F7B-A15C-3933A50E4033}"/>
              </a:ext>
            </a:extLst>
          </p:cNvPr>
          <p:cNvSpPr>
            <a:spLocks noGrp="1"/>
          </p:cNvSpPr>
          <p:nvPr>
            <p:ph type="pic" sz="quarter" idx="43"/>
          </p:nvPr>
        </p:nvSpPr>
        <p:spPr>
          <a:xfrm>
            <a:off x="381744" y="5389563"/>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4" name="Picture Placeholder 9">
            <a:extLst>
              <a:ext uri="{FF2B5EF4-FFF2-40B4-BE49-F238E27FC236}">
                <a16:creationId xmlns:a16="http://schemas.microsoft.com/office/drawing/2014/main" id="{A36546E3-93E3-A778-B668-BAEE9A09CA76}"/>
              </a:ext>
            </a:extLst>
          </p:cNvPr>
          <p:cNvSpPr>
            <a:spLocks noGrp="1"/>
          </p:cNvSpPr>
          <p:nvPr>
            <p:ph type="pic" sz="quarter" idx="44"/>
          </p:nvPr>
        </p:nvSpPr>
        <p:spPr>
          <a:xfrm>
            <a:off x="2464768" y="5389563"/>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5" name="Picture Placeholder 9">
            <a:extLst>
              <a:ext uri="{FF2B5EF4-FFF2-40B4-BE49-F238E27FC236}">
                <a16:creationId xmlns:a16="http://schemas.microsoft.com/office/drawing/2014/main" id="{8D7F82AF-A25F-3281-B2A8-165DB08771DB}"/>
              </a:ext>
            </a:extLst>
          </p:cNvPr>
          <p:cNvSpPr>
            <a:spLocks noGrp="1"/>
          </p:cNvSpPr>
          <p:nvPr>
            <p:ph type="pic" sz="quarter" idx="45"/>
          </p:nvPr>
        </p:nvSpPr>
        <p:spPr>
          <a:xfrm>
            <a:off x="4547791" y="5389563"/>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6" name="Picture Placeholder 9">
            <a:extLst>
              <a:ext uri="{FF2B5EF4-FFF2-40B4-BE49-F238E27FC236}">
                <a16:creationId xmlns:a16="http://schemas.microsoft.com/office/drawing/2014/main" id="{77846D10-B19A-7A06-CE1C-B4259CEDB20F}"/>
              </a:ext>
            </a:extLst>
          </p:cNvPr>
          <p:cNvSpPr>
            <a:spLocks noGrp="1"/>
          </p:cNvSpPr>
          <p:nvPr>
            <p:ph type="pic" sz="quarter" idx="46"/>
          </p:nvPr>
        </p:nvSpPr>
        <p:spPr>
          <a:xfrm>
            <a:off x="6630814" y="5389563"/>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48" name="Picture Placeholder 9">
            <a:extLst>
              <a:ext uri="{FF2B5EF4-FFF2-40B4-BE49-F238E27FC236}">
                <a16:creationId xmlns:a16="http://schemas.microsoft.com/office/drawing/2014/main" id="{E3EB4462-D286-A817-693C-92AEE36F0EED}"/>
              </a:ext>
            </a:extLst>
          </p:cNvPr>
          <p:cNvSpPr>
            <a:spLocks noGrp="1"/>
          </p:cNvSpPr>
          <p:nvPr>
            <p:ph type="pic" sz="quarter" idx="48"/>
          </p:nvPr>
        </p:nvSpPr>
        <p:spPr>
          <a:xfrm>
            <a:off x="10796860" y="5389563"/>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5" name="Picture Placeholder 9">
            <a:extLst>
              <a:ext uri="{FF2B5EF4-FFF2-40B4-BE49-F238E27FC236}">
                <a16:creationId xmlns:a16="http://schemas.microsoft.com/office/drawing/2014/main" id="{C5EE55A4-37A2-B4D8-C3AC-37CB40FA2765}"/>
              </a:ext>
            </a:extLst>
          </p:cNvPr>
          <p:cNvSpPr>
            <a:spLocks noGrp="1" noChangeAspect="1"/>
          </p:cNvSpPr>
          <p:nvPr>
            <p:ph type="pic" sz="quarter" idx="31"/>
          </p:nvPr>
        </p:nvSpPr>
        <p:spPr>
          <a:xfrm>
            <a:off x="381744" y="455041"/>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6" name="Picture Placeholder 9">
            <a:extLst>
              <a:ext uri="{FF2B5EF4-FFF2-40B4-BE49-F238E27FC236}">
                <a16:creationId xmlns:a16="http://schemas.microsoft.com/office/drawing/2014/main" id="{1D15C063-808E-85A7-50C7-6E5B2FCD5AD6}"/>
              </a:ext>
            </a:extLst>
          </p:cNvPr>
          <p:cNvSpPr>
            <a:spLocks noGrp="1"/>
          </p:cNvSpPr>
          <p:nvPr>
            <p:ph type="pic" sz="quarter" idx="32"/>
          </p:nvPr>
        </p:nvSpPr>
        <p:spPr>
          <a:xfrm>
            <a:off x="2464767" y="455041"/>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7" name="Picture Placeholder 9">
            <a:extLst>
              <a:ext uri="{FF2B5EF4-FFF2-40B4-BE49-F238E27FC236}">
                <a16:creationId xmlns:a16="http://schemas.microsoft.com/office/drawing/2014/main" id="{4B90FC3E-7F7E-90C9-3727-7F837C6F3BB5}"/>
              </a:ext>
            </a:extLst>
          </p:cNvPr>
          <p:cNvSpPr>
            <a:spLocks noGrp="1"/>
          </p:cNvSpPr>
          <p:nvPr>
            <p:ph type="pic" sz="quarter" idx="33"/>
          </p:nvPr>
        </p:nvSpPr>
        <p:spPr>
          <a:xfrm>
            <a:off x="4547790" y="455041"/>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8" name="Picture Placeholder 9">
            <a:extLst>
              <a:ext uri="{FF2B5EF4-FFF2-40B4-BE49-F238E27FC236}">
                <a16:creationId xmlns:a16="http://schemas.microsoft.com/office/drawing/2014/main" id="{D7347812-B755-7A67-CEF3-9A783EC2714D}"/>
              </a:ext>
            </a:extLst>
          </p:cNvPr>
          <p:cNvSpPr>
            <a:spLocks noGrp="1"/>
          </p:cNvSpPr>
          <p:nvPr>
            <p:ph type="pic" sz="quarter" idx="34"/>
          </p:nvPr>
        </p:nvSpPr>
        <p:spPr>
          <a:xfrm>
            <a:off x="6630814" y="455041"/>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29" name="Picture Placeholder 9">
            <a:extLst>
              <a:ext uri="{FF2B5EF4-FFF2-40B4-BE49-F238E27FC236}">
                <a16:creationId xmlns:a16="http://schemas.microsoft.com/office/drawing/2014/main" id="{DA31DF15-3CFD-8ECB-E60B-6F0BEE5C00DD}"/>
              </a:ext>
            </a:extLst>
          </p:cNvPr>
          <p:cNvSpPr>
            <a:spLocks noGrp="1"/>
          </p:cNvSpPr>
          <p:nvPr>
            <p:ph type="pic" sz="quarter" idx="35"/>
          </p:nvPr>
        </p:nvSpPr>
        <p:spPr>
          <a:xfrm>
            <a:off x="8713837" y="455041"/>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30" name="Picture Placeholder 9">
            <a:extLst>
              <a:ext uri="{FF2B5EF4-FFF2-40B4-BE49-F238E27FC236}">
                <a16:creationId xmlns:a16="http://schemas.microsoft.com/office/drawing/2014/main" id="{8FB89C77-18AB-8B9C-D40D-9F9E06EDDEE5}"/>
              </a:ext>
            </a:extLst>
          </p:cNvPr>
          <p:cNvSpPr>
            <a:spLocks noGrp="1"/>
          </p:cNvSpPr>
          <p:nvPr>
            <p:ph type="pic" sz="quarter" idx="36"/>
          </p:nvPr>
        </p:nvSpPr>
        <p:spPr>
          <a:xfrm>
            <a:off x="10796860" y="455041"/>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35" name="Picture Placeholder 9">
            <a:extLst>
              <a:ext uri="{FF2B5EF4-FFF2-40B4-BE49-F238E27FC236}">
                <a16:creationId xmlns:a16="http://schemas.microsoft.com/office/drawing/2014/main" id="{946D8120-6638-43CD-E142-F46BAB6BB855}"/>
              </a:ext>
            </a:extLst>
          </p:cNvPr>
          <p:cNvSpPr>
            <a:spLocks noGrp="1"/>
          </p:cNvSpPr>
          <p:nvPr>
            <p:ph type="pic" sz="quarter" idx="41"/>
          </p:nvPr>
        </p:nvSpPr>
        <p:spPr>
          <a:xfrm>
            <a:off x="8713837" y="2957988"/>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36" name="Picture Placeholder 9">
            <a:extLst>
              <a:ext uri="{FF2B5EF4-FFF2-40B4-BE49-F238E27FC236}">
                <a16:creationId xmlns:a16="http://schemas.microsoft.com/office/drawing/2014/main" id="{890A2031-10BD-625A-86DD-1D0CC2E40A54}"/>
              </a:ext>
            </a:extLst>
          </p:cNvPr>
          <p:cNvSpPr>
            <a:spLocks noGrp="1"/>
          </p:cNvSpPr>
          <p:nvPr>
            <p:ph type="pic" sz="quarter" idx="42"/>
          </p:nvPr>
        </p:nvSpPr>
        <p:spPr>
          <a:xfrm>
            <a:off x="10796860" y="2957988"/>
            <a:ext cx="1013396" cy="1013397"/>
          </a:xfrm>
          <a:prstGeom prst="rect">
            <a:avLst/>
          </a:prstGeom>
          <a:solidFill>
            <a:srgbClr val="53544A"/>
          </a:solidFill>
        </p:spPr>
        <p:txBody>
          <a:bodyPr lIns="0" tIns="0" rIns="0">
            <a:noAutofit/>
          </a:bodyPr>
          <a:lstStyle>
            <a:lvl1pPr marL="228554" indent="-228554">
              <a:spcAft>
                <a:spcPts val="600"/>
              </a:spcAft>
              <a:defRPr sz="1200">
                <a:solidFill>
                  <a:schemeClr val="bg1"/>
                </a:solidFill>
              </a:defRPr>
            </a:lvl1pPr>
          </a:lstStyle>
          <a:p>
            <a:r>
              <a:rPr lang="en-US"/>
              <a:t>Click icon to add picture</a:t>
            </a:r>
          </a:p>
        </p:txBody>
      </p:sp>
      <p:sp>
        <p:nvSpPr>
          <p:cNvPr id="6" name="Title 2">
            <a:extLst>
              <a:ext uri="{FF2B5EF4-FFF2-40B4-BE49-F238E27FC236}">
                <a16:creationId xmlns:a16="http://schemas.microsoft.com/office/drawing/2014/main" id="{E5F29476-6FAB-192A-D41D-7BEA14D5E3A3}"/>
              </a:ext>
            </a:extLst>
          </p:cNvPr>
          <p:cNvSpPr>
            <a:spLocks noGrp="1"/>
          </p:cNvSpPr>
          <p:nvPr>
            <p:ph type="title" hasCustomPrompt="1"/>
          </p:nvPr>
        </p:nvSpPr>
        <p:spPr>
          <a:xfrm>
            <a:off x="2464767" y="2267696"/>
            <a:ext cx="5568834" cy="2412584"/>
          </a:xfrm>
        </p:spPr>
        <p:txBody>
          <a:bodyPr anchor="ctr"/>
          <a:lstStyle>
            <a:lvl1pPr>
              <a:defRPr sz="6399" spc="-150">
                <a:solidFill>
                  <a:schemeClr val="bg1"/>
                </a:solidFill>
              </a:defRPr>
            </a:lvl1pPr>
          </a:lstStyle>
          <a:p>
            <a:pPr lvl="0"/>
            <a:r>
              <a:rPr lang="en-US"/>
              <a:t>Lorem ipsum dolor sit </a:t>
            </a:r>
            <a:r>
              <a:rPr lang="en-US" err="1"/>
              <a:t>amet</a:t>
            </a:r>
            <a:r>
              <a:rPr lang="en-US"/>
              <a:t> </a:t>
            </a:r>
            <a:r>
              <a:rPr lang="en-US" err="1"/>
              <a:t>consec</a:t>
            </a:r>
            <a:r>
              <a:rPr lang="en-US"/>
              <a:t>.</a:t>
            </a:r>
          </a:p>
        </p:txBody>
      </p:sp>
      <p:sp>
        <p:nvSpPr>
          <p:cNvPr id="7" name="Shape">
            <a:extLst>
              <a:ext uri="{FF2B5EF4-FFF2-40B4-BE49-F238E27FC236}">
                <a16:creationId xmlns:a16="http://schemas.microsoft.com/office/drawing/2014/main" id="{42AEFDCD-7460-BC06-1BA3-6506AC3F3ED7}"/>
              </a:ext>
            </a:extLst>
          </p:cNvPr>
          <p:cNvSpPr/>
          <p:nvPr userDrawn="1"/>
        </p:nvSpPr>
        <p:spPr>
          <a:xfrm>
            <a:off x="381744" y="2092121"/>
            <a:ext cx="270314" cy="270314"/>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Shape">
            <a:extLst>
              <a:ext uri="{FF2B5EF4-FFF2-40B4-BE49-F238E27FC236}">
                <a16:creationId xmlns:a16="http://schemas.microsoft.com/office/drawing/2014/main" id="{DCD7CBF4-445F-069C-BFC3-D839C37EA842}"/>
              </a:ext>
            </a:extLst>
          </p:cNvPr>
          <p:cNvSpPr/>
          <p:nvPr userDrawn="1"/>
        </p:nvSpPr>
        <p:spPr>
          <a:xfrm>
            <a:off x="8782640" y="6134100"/>
            <a:ext cx="875789" cy="268859"/>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141931672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End 1.0 (Dark)">
    <p:bg>
      <p:bgPr>
        <a:solidFill>
          <a:schemeClr val="tx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13B2BF84-5BE7-18D5-1B3F-A40FC8841C0F}"/>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8" name="Title 1">
            <a:extLst>
              <a:ext uri="{FF2B5EF4-FFF2-40B4-BE49-F238E27FC236}">
                <a16:creationId xmlns:a16="http://schemas.microsoft.com/office/drawing/2014/main" id="{A2FD8A03-EF14-3F7D-B4FB-8F8317AEE0D8}"/>
              </a:ext>
            </a:extLst>
          </p:cNvPr>
          <p:cNvSpPr>
            <a:spLocks noGrp="1"/>
          </p:cNvSpPr>
          <p:nvPr>
            <p:ph type="title" hasCustomPrompt="1"/>
          </p:nvPr>
        </p:nvSpPr>
        <p:spPr>
          <a:xfrm>
            <a:off x="262616" y="3114694"/>
            <a:ext cx="8672403" cy="837152"/>
          </a:xfrm>
        </p:spPr>
        <p:txBody>
          <a:bodyPr anchor="ctr">
            <a:spAutoFit/>
          </a:bodyPr>
          <a:lstStyle>
            <a:lvl1pPr>
              <a:defRPr sz="6400" spc="-150">
                <a:solidFill>
                  <a:schemeClr val="bg1"/>
                </a:solidFill>
              </a:defRPr>
            </a:lvl1pPr>
          </a:lstStyle>
          <a:p>
            <a:pPr lvl="0"/>
            <a:r>
              <a:rPr lang="en-US"/>
              <a:t>Thank you</a:t>
            </a:r>
          </a:p>
        </p:txBody>
      </p:sp>
      <p:sp>
        <p:nvSpPr>
          <p:cNvPr id="9" name="Shape">
            <a:extLst>
              <a:ext uri="{FF2B5EF4-FFF2-40B4-BE49-F238E27FC236}">
                <a16:creationId xmlns:a16="http://schemas.microsoft.com/office/drawing/2014/main" id="{BC3F7105-85EA-EEDA-AF17-89B0812A93E0}"/>
              </a:ext>
            </a:extLst>
          </p:cNvPr>
          <p:cNvSpPr/>
          <p:nvPr userDrawn="1"/>
        </p:nvSpPr>
        <p:spPr>
          <a:xfrm>
            <a:off x="262616" y="6401801"/>
            <a:ext cx="620712" cy="190552"/>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105487645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End 2.0 (Dark)">
    <p:bg>
      <p:bgPr>
        <a:solidFill>
          <a:srgbClr val="191919"/>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1F59B46C-0A87-EC8E-63E7-C8B3030398D5}"/>
              </a:ext>
            </a:extLst>
          </p:cNvPr>
          <p:cNvCxnSpPr>
            <a:cxnSpLocks/>
          </p:cNvCxnSpPr>
          <p:nvPr/>
        </p:nvCxnSpPr>
        <p:spPr>
          <a:xfrm>
            <a:off x="262616" y="505123"/>
            <a:ext cx="11658184"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Shape">
            <a:extLst>
              <a:ext uri="{FF2B5EF4-FFF2-40B4-BE49-F238E27FC236}">
                <a16:creationId xmlns:a16="http://schemas.microsoft.com/office/drawing/2014/main" id="{F7BA329F-5BAF-3936-46A2-3557EEBB5C23}"/>
              </a:ext>
            </a:extLst>
          </p:cNvPr>
          <p:cNvSpPr/>
          <p:nvPr/>
        </p:nvSpPr>
        <p:spPr>
          <a:xfrm>
            <a:off x="262616" y="195113"/>
            <a:ext cx="190505" cy="190505"/>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hape">
            <a:extLst>
              <a:ext uri="{FF2B5EF4-FFF2-40B4-BE49-F238E27FC236}">
                <a16:creationId xmlns:a16="http://schemas.microsoft.com/office/drawing/2014/main" id="{C25BA493-08F9-2C51-CCB1-1B17E34F8BA0}"/>
              </a:ext>
            </a:extLst>
          </p:cNvPr>
          <p:cNvSpPr/>
          <p:nvPr/>
        </p:nvSpPr>
        <p:spPr>
          <a:xfrm>
            <a:off x="262616" y="3251652"/>
            <a:ext cx="1188228" cy="364774"/>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18" name="Text Placeholder 14">
            <a:extLst>
              <a:ext uri="{FF2B5EF4-FFF2-40B4-BE49-F238E27FC236}">
                <a16:creationId xmlns:a16="http://schemas.microsoft.com/office/drawing/2014/main" id="{E7ECB864-F136-54CE-0DE6-54B1AE1A6764}"/>
              </a:ext>
            </a:extLst>
          </p:cNvPr>
          <p:cNvSpPr>
            <a:spLocks noGrp="1"/>
          </p:cNvSpPr>
          <p:nvPr>
            <p:ph type="body" sz="quarter" idx="31" hasCustomPrompt="1"/>
          </p:nvPr>
        </p:nvSpPr>
        <p:spPr>
          <a:xfrm>
            <a:off x="262615" y="5889563"/>
            <a:ext cx="2984987" cy="684418"/>
          </a:xfrm>
        </p:spPr>
        <p:txBody>
          <a:bodyPr wrap="square" anchor="t">
            <a:spAutoFit/>
          </a:bodyPr>
          <a:lstStyle>
            <a:lvl1pPr marL="182843" marR="0" indent="-182843" algn="l" defTabSz="323935" rtl="0" eaLnBrk="1" fontAlgn="base" latinLnBrk="0" hangingPunct="1">
              <a:lnSpc>
                <a:spcPct val="110000"/>
              </a:lnSpc>
              <a:spcBef>
                <a:spcPts val="0"/>
              </a:spcBef>
              <a:spcAft>
                <a:spcPts val="900"/>
              </a:spcAft>
              <a:buClrTx/>
              <a:buSzPct val="100000"/>
              <a:buFont typeface="Segoe UI" panose="020B0502040204020203" pitchFamily="34" charset="0"/>
              <a:buChar char="■"/>
              <a:tabLst/>
              <a:defRPr sz="900">
                <a:solidFill>
                  <a:schemeClr val="bg1"/>
                </a:solidFill>
              </a:defRPr>
            </a:lvl1pPr>
          </a:lstStyle>
          <a:p>
            <a:pPr lvl="0"/>
            <a:r>
              <a:rPr lang="en-US" err="1"/>
              <a:t>Firstname</a:t>
            </a:r>
            <a:r>
              <a:rPr lang="en-US"/>
              <a:t> Lastname |  first.last@vml.com</a:t>
            </a:r>
          </a:p>
          <a:p>
            <a:pPr marL="182843" marR="0" lvl="0" indent="-182843" algn="l" defTabSz="323935" rtl="0" eaLnBrk="1" fontAlgn="base" latinLnBrk="0" hangingPunct="1">
              <a:lnSpc>
                <a:spcPct val="110000"/>
              </a:lnSpc>
              <a:spcBef>
                <a:spcPts val="0"/>
              </a:spcBef>
              <a:spcAft>
                <a:spcPts val="900"/>
              </a:spcAft>
              <a:buClrTx/>
              <a:buSzPct val="100000"/>
              <a:buFont typeface="Segoe UI" panose="020B0502040204020203" pitchFamily="34" charset="0"/>
              <a:buChar char="■"/>
              <a:tabLst/>
              <a:defRPr/>
            </a:pPr>
            <a:r>
              <a:rPr lang="en-US" err="1"/>
              <a:t>Firstname</a:t>
            </a:r>
            <a:r>
              <a:rPr lang="en-US"/>
              <a:t> Lastname |  first.last@vml.com</a:t>
            </a:r>
          </a:p>
          <a:p>
            <a:pPr marL="182843" marR="0" lvl="0" indent="-182843" algn="l" defTabSz="323935" rtl="0" eaLnBrk="1" fontAlgn="base" latinLnBrk="0" hangingPunct="1">
              <a:lnSpc>
                <a:spcPct val="110000"/>
              </a:lnSpc>
              <a:spcBef>
                <a:spcPts val="0"/>
              </a:spcBef>
              <a:spcAft>
                <a:spcPts val="900"/>
              </a:spcAft>
              <a:buClrTx/>
              <a:buSzPct val="100000"/>
              <a:buFont typeface="Segoe UI" panose="020B0502040204020203" pitchFamily="34" charset="0"/>
              <a:buChar char="■"/>
              <a:tabLst/>
              <a:defRPr/>
            </a:pPr>
            <a:r>
              <a:rPr lang="en-US" err="1"/>
              <a:t>Firstname</a:t>
            </a:r>
            <a:r>
              <a:rPr lang="en-US"/>
              <a:t> Lastname |  first.last@vml.com</a:t>
            </a:r>
          </a:p>
        </p:txBody>
      </p:sp>
      <p:sp>
        <p:nvSpPr>
          <p:cNvPr id="19" name="Text Placeholder 14">
            <a:extLst>
              <a:ext uri="{FF2B5EF4-FFF2-40B4-BE49-F238E27FC236}">
                <a16:creationId xmlns:a16="http://schemas.microsoft.com/office/drawing/2014/main" id="{A8D3F238-8B89-4E03-B76E-8DE817532C69}"/>
              </a:ext>
            </a:extLst>
          </p:cNvPr>
          <p:cNvSpPr>
            <a:spLocks noGrp="1"/>
          </p:cNvSpPr>
          <p:nvPr>
            <p:ph type="body" sz="quarter" idx="32" hasCustomPrompt="1"/>
          </p:nvPr>
        </p:nvSpPr>
        <p:spPr>
          <a:xfrm>
            <a:off x="262615" y="5504450"/>
            <a:ext cx="2984987" cy="198516"/>
          </a:xfrm>
        </p:spPr>
        <p:txBody>
          <a:bodyPr wrap="square">
            <a:spAutoFit/>
          </a:bodyPr>
          <a:lstStyle>
            <a:lvl1pPr marL="319976" indent="-319976">
              <a:buNone/>
              <a:defRPr sz="1200">
                <a:solidFill>
                  <a:schemeClr val="bg1"/>
                </a:solidFill>
                <a:latin typeface="+mj-lt"/>
              </a:defRPr>
            </a:lvl1pPr>
          </a:lstStyle>
          <a:p>
            <a:pPr lvl="0"/>
            <a:r>
              <a:rPr lang="en-US"/>
              <a:t>For Questions, Contact:</a:t>
            </a:r>
          </a:p>
        </p:txBody>
      </p:sp>
      <p:cxnSp>
        <p:nvCxnSpPr>
          <p:cNvPr id="20" name="Straight Connector 19">
            <a:extLst>
              <a:ext uri="{FF2B5EF4-FFF2-40B4-BE49-F238E27FC236}">
                <a16:creationId xmlns:a16="http://schemas.microsoft.com/office/drawing/2014/main" id="{8C463524-75F6-094B-C30C-7FEE12C85B35}"/>
              </a:ext>
            </a:extLst>
          </p:cNvPr>
          <p:cNvCxnSpPr>
            <a:cxnSpLocks/>
          </p:cNvCxnSpPr>
          <p:nvPr userDrawn="1"/>
        </p:nvCxnSpPr>
        <p:spPr>
          <a:xfrm>
            <a:off x="262616" y="5796057"/>
            <a:ext cx="2984986"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809A01D7-DFBB-35A6-810F-F143D3977A0B}"/>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98270751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End 3.0 (Dark)">
    <p:bg>
      <p:bgPr>
        <a:solidFill>
          <a:schemeClr val="tx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F7BA329F-5BAF-3936-46A2-3557EEBB5C23}"/>
              </a:ext>
            </a:extLst>
          </p:cNvPr>
          <p:cNvSpPr/>
          <p:nvPr/>
        </p:nvSpPr>
        <p:spPr>
          <a:xfrm>
            <a:off x="5898865" y="5974273"/>
            <a:ext cx="394268" cy="394268"/>
          </a:xfrm>
          <a:custGeom>
            <a:avLst/>
            <a:gdLst/>
            <a:ahLst/>
            <a:cxnLst>
              <a:cxn ang="0">
                <a:pos x="wd2" y="hd2"/>
              </a:cxn>
              <a:cxn ang="5400000">
                <a:pos x="wd2" y="hd2"/>
              </a:cxn>
              <a:cxn ang="10800000">
                <a:pos x="wd2" y="hd2"/>
              </a:cxn>
              <a:cxn ang="16200000">
                <a:pos x="wd2" y="hd2"/>
              </a:cxn>
            </a:cxnLst>
            <a:rect l="0" t="0" r="r" b="b"/>
            <a:pathLst>
              <a:path w="21600" h="21600" extrusionOk="0">
                <a:moveTo>
                  <a:pt x="2042" y="0"/>
                </a:moveTo>
                <a:lnTo>
                  <a:pt x="0" y="1"/>
                </a:lnTo>
                <a:lnTo>
                  <a:pt x="0" y="2039"/>
                </a:lnTo>
                <a:lnTo>
                  <a:pt x="8764" y="10802"/>
                </a:lnTo>
                <a:lnTo>
                  <a:pt x="1" y="19560"/>
                </a:lnTo>
                <a:lnTo>
                  <a:pt x="2" y="21600"/>
                </a:lnTo>
                <a:lnTo>
                  <a:pt x="2041" y="21600"/>
                </a:lnTo>
                <a:lnTo>
                  <a:pt x="10798" y="12839"/>
                </a:lnTo>
                <a:lnTo>
                  <a:pt x="19561" y="21600"/>
                </a:lnTo>
                <a:lnTo>
                  <a:pt x="21600" y="21600"/>
                </a:lnTo>
                <a:lnTo>
                  <a:pt x="21599" y="19561"/>
                </a:lnTo>
                <a:lnTo>
                  <a:pt x="12837" y="10802"/>
                </a:lnTo>
                <a:lnTo>
                  <a:pt x="21600" y="2039"/>
                </a:lnTo>
                <a:lnTo>
                  <a:pt x="21600" y="2"/>
                </a:lnTo>
                <a:lnTo>
                  <a:pt x="19558" y="2"/>
                </a:lnTo>
                <a:lnTo>
                  <a:pt x="10799" y="8761"/>
                </a:lnTo>
                <a:lnTo>
                  <a:pt x="2042" y="0"/>
                </a:lnTo>
                <a:close/>
                <a:moveTo>
                  <a:pt x="4973" y="1"/>
                </a:moveTo>
                <a:lnTo>
                  <a:pt x="10801" y="5833"/>
                </a:lnTo>
                <a:lnTo>
                  <a:pt x="16629" y="1"/>
                </a:lnTo>
                <a:lnTo>
                  <a:pt x="12946" y="1"/>
                </a:lnTo>
                <a:lnTo>
                  <a:pt x="10801" y="2147"/>
                </a:lnTo>
                <a:lnTo>
                  <a:pt x="8656" y="1"/>
                </a:lnTo>
                <a:lnTo>
                  <a:pt x="4973" y="1"/>
                </a:lnTo>
                <a:close/>
                <a:moveTo>
                  <a:pt x="2" y="4973"/>
                </a:moveTo>
                <a:lnTo>
                  <a:pt x="2" y="8656"/>
                </a:lnTo>
                <a:lnTo>
                  <a:pt x="2147" y="10802"/>
                </a:lnTo>
                <a:lnTo>
                  <a:pt x="2" y="12946"/>
                </a:lnTo>
                <a:lnTo>
                  <a:pt x="2" y="16630"/>
                </a:lnTo>
                <a:lnTo>
                  <a:pt x="5834" y="10802"/>
                </a:lnTo>
                <a:lnTo>
                  <a:pt x="2" y="4973"/>
                </a:lnTo>
                <a:close/>
                <a:moveTo>
                  <a:pt x="21600" y="4973"/>
                </a:moveTo>
                <a:lnTo>
                  <a:pt x="15768" y="10802"/>
                </a:lnTo>
                <a:lnTo>
                  <a:pt x="21600" y="16630"/>
                </a:lnTo>
                <a:lnTo>
                  <a:pt x="21600" y="12946"/>
                </a:lnTo>
                <a:lnTo>
                  <a:pt x="19454" y="10802"/>
                </a:lnTo>
                <a:lnTo>
                  <a:pt x="21600" y="8656"/>
                </a:lnTo>
                <a:lnTo>
                  <a:pt x="21600" y="4973"/>
                </a:lnTo>
                <a:close/>
                <a:moveTo>
                  <a:pt x="10801" y="15767"/>
                </a:moveTo>
                <a:lnTo>
                  <a:pt x="4973" y="21599"/>
                </a:lnTo>
                <a:lnTo>
                  <a:pt x="8656" y="21599"/>
                </a:lnTo>
                <a:lnTo>
                  <a:pt x="10801" y="19453"/>
                </a:lnTo>
                <a:lnTo>
                  <a:pt x="12946" y="21599"/>
                </a:lnTo>
                <a:lnTo>
                  <a:pt x="16629" y="21599"/>
                </a:lnTo>
                <a:lnTo>
                  <a:pt x="10801" y="15767"/>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
        <p:nvSpPr>
          <p:cNvPr id="5" name="Shape">
            <a:extLst>
              <a:ext uri="{FF2B5EF4-FFF2-40B4-BE49-F238E27FC236}">
                <a16:creationId xmlns:a16="http://schemas.microsoft.com/office/drawing/2014/main" id="{C25BA493-08F9-2C51-CCB1-1B17E34F8BA0}"/>
              </a:ext>
            </a:extLst>
          </p:cNvPr>
          <p:cNvSpPr/>
          <p:nvPr/>
        </p:nvSpPr>
        <p:spPr>
          <a:xfrm>
            <a:off x="5472514" y="3240712"/>
            <a:ext cx="1246973" cy="382808"/>
          </a:xfrm>
          <a:custGeom>
            <a:avLst/>
            <a:gdLst/>
            <a:ahLst/>
            <a:cxnLst>
              <a:cxn ang="0">
                <a:pos x="wd2" y="hd2"/>
              </a:cxn>
              <a:cxn ang="5400000">
                <a:pos x="wd2" y="hd2"/>
              </a:cxn>
              <a:cxn ang="10800000">
                <a:pos x="wd2" y="hd2"/>
              </a:cxn>
              <a:cxn ang="16200000">
                <a:pos x="wd2" y="hd2"/>
              </a:cxn>
            </a:cxnLst>
            <a:rect l="0" t="0" r="r" b="b"/>
            <a:pathLst>
              <a:path w="21600" h="21600" extrusionOk="0">
                <a:moveTo>
                  <a:pt x="7098" y="0"/>
                </a:moveTo>
                <a:lnTo>
                  <a:pt x="5110" y="11"/>
                </a:lnTo>
                <a:lnTo>
                  <a:pt x="3550" y="14551"/>
                </a:lnTo>
                <a:lnTo>
                  <a:pt x="1986" y="8"/>
                </a:lnTo>
                <a:lnTo>
                  <a:pt x="0" y="1"/>
                </a:lnTo>
                <a:lnTo>
                  <a:pt x="2503" y="21591"/>
                </a:lnTo>
                <a:lnTo>
                  <a:pt x="4596" y="21591"/>
                </a:lnTo>
                <a:lnTo>
                  <a:pt x="7098" y="0"/>
                </a:lnTo>
                <a:close/>
                <a:moveTo>
                  <a:pt x="8048" y="3"/>
                </a:moveTo>
                <a:lnTo>
                  <a:pt x="6837" y="21588"/>
                </a:lnTo>
                <a:lnTo>
                  <a:pt x="8756" y="21592"/>
                </a:lnTo>
                <a:lnTo>
                  <a:pt x="9236" y="9188"/>
                </a:lnTo>
                <a:lnTo>
                  <a:pt x="10288" y="21600"/>
                </a:lnTo>
                <a:lnTo>
                  <a:pt x="12008" y="21600"/>
                </a:lnTo>
                <a:lnTo>
                  <a:pt x="13061" y="9162"/>
                </a:lnTo>
                <a:lnTo>
                  <a:pt x="13540" y="21586"/>
                </a:lnTo>
                <a:lnTo>
                  <a:pt x="15457" y="21584"/>
                </a:lnTo>
                <a:lnTo>
                  <a:pt x="14251" y="9"/>
                </a:lnTo>
                <a:lnTo>
                  <a:pt x="12220" y="9"/>
                </a:lnTo>
                <a:lnTo>
                  <a:pt x="11148" y="12698"/>
                </a:lnTo>
                <a:lnTo>
                  <a:pt x="10076" y="5"/>
                </a:lnTo>
                <a:lnTo>
                  <a:pt x="8048" y="3"/>
                </a:lnTo>
                <a:close/>
                <a:moveTo>
                  <a:pt x="16405" y="12"/>
                </a:moveTo>
                <a:lnTo>
                  <a:pt x="16405" y="16067"/>
                </a:lnTo>
                <a:lnTo>
                  <a:pt x="16405" y="21580"/>
                </a:lnTo>
                <a:lnTo>
                  <a:pt x="18243" y="21580"/>
                </a:lnTo>
                <a:lnTo>
                  <a:pt x="20960" y="21580"/>
                </a:lnTo>
                <a:lnTo>
                  <a:pt x="21600" y="16067"/>
                </a:lnTo>
                <a:lnTo>
                  <a:pt x="18243" y="16067"/>
                </a:lnTo>
                <a:lnTo>
                  <a:pt x="18243" y="12"/>
                </a:lnTo>
                <a:lnTo>
                  <a:pt x="16405" y="12"/>
                </a:lnTo>
                <a:close/>
              </a:path>
            </a:pathLst>
          </a:custGeom>
          <a:solidFill>
            <a:schemeClr val="bg1"/>
          </a:solidFill>
          <a:ln w="12700">
            <a:miter lim="400000"/>
          </a:ln>
        </p:spPr>
        <p:txBody>
          <a:bodyPr lIns="50793" tIns="50793" rIns="50793" bIns="50793" anchor="ctr"/>
          <a:lstStyle/>
          <a:p>
            <a:pPr algn="ctr" defTabSz="825335">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3199"/>
          </a:p>
        </p:txBody>
      </p:sp>
    </p:spTree>
    <p:extLst>
      <p:ext uri="{BB962C8B-B14F-4D97-AF65-F5344CB8AC3E}">
        <p14:creationId xmlns:p14="http://schemas.microsoft.com/office/powerpoint/2010/main" val="390671759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Empty (Dar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92696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 Id="rId46"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slideLayout" Target="../slideLayouts/slideLayout56.xml"/><Relationship Id="rId13" Type="http://schemas.openxmlformats.org/officeDocument/2006/relationships/slideLayout" Target="../slideLayouts/slideLayout57.xml"/><Relationship Id="rId14" Type="http://schemas.openxmlformats.org/officeDocument/2006/relationships/slideLayout" Target="../slideLayouts/slideLayout58.xml"/><Relationship Id="rId15" Type="http://schemas.openxmlformats.org/officeDocument/2006/relationships/slideLayout" Target="../slideLayouts/slideLayout59.xml"/><Relationship Id="rId16" Type="http://schemas.openxmlformats.org/officeDocument/2006/relationships/slideLayout" Target="../slideLayouts/slideLayout60.xml"/><Relationship Id="rId17" Type="http://schemas.openxmlformats.org/officeDocument/2006/relationships/slideLayout" Target="../slideLayouts/slideLayout61.xml"/><Relationship Id="rId18" Type="http://schemas.openxmlformats.org/officeDocument/2006/relationships/slideLayout" Target="../slideLayouts/slideLayout62.xml"/><Relationship Id="rId19" Type="http://schemas.openxmlformats.org/officeDocument/2006/relationships/slideLayout" Target="../slideLayouts/slideLayout63.xml"/><Relationship Id="rId20" Type="http://schemas.openxmlformats.org/officeDocument/2006/relationships/slideLayout" Target="../slideLayouts/slideLayout64.xml"/><Relationship Id="rId21" Type="http://schemas.openxmlformats.org/officeDocument/2006/relationships/slideLayout" Target="../slideLayouts/slideLayout65.xml"/><Relationship Id="rId22" Type="http://schemas.openxmlformats.org/officeDocument/2006/relationships/slideLayout" Target="../slideLayouts/slideLayout66.xml"/><Relationship Id="rId23" Type="http://schemas.openxmlformats.org/officeDocument/2006/relationships/slideLayout" Target="../slideLayouts/slideLayout67.xml"/><Relationship Id="rId24" Type="http://schemas.openxmlformats.org/officeDocument/2006/relationships/slideLayout" Target="../slideLayouts/slideLayout68.xml"/><Relationship Id="rId25" Type="http://schemas.openxmlformats.org/officeDocument/2006/relationships/slideLayout" Target="../slideLayouts/slideLayout69.xml"/><Relationship Id="rId26" Type="http://schemas.openxmlformats.org/officeDocument/2006/relationships/slideLayout" Target="../slideLayouts/slideLayout70.xml"/><Relationship Id="rId27" Type="http://schemas.openxmlformats.org/officeDocument/2006/relationships/slideLayout" Target="../slideLayouts/slideLayout71.xml"/><Relationship Id="rId28" Type="http://schemas.openxmlformats.org/officeDocument/2006/relationships/slideLayout" Target="../slideLayouts/slideLayout72.xml"/><Relationship Id="rId29" Type="http://schemas.openxmlformats.org/officeDocument/2006/relationships/slideLayout" Target="../slideLayouts/slideLayout73.xml"/><Relationship Id="rId30" Type="http://schemas.openxmlformats.org/officeDocument/2006/relationships/slideLayout" Target="../slideLayouts/slideLayout74.xml"/><Relationship Id="rId31" Type="http://schemas.openxmlformats.org/officeDocument/2006/relationships/slideLayout" Target="../slideLayouts/slideLayout75.xml"/><Relationship Id="rId32" Type="http://schemas.openxmlformats.org/officeDocument/2006/relationships/slideLayout" Target="../slideLayouts/slideLayout76.xml"/><Relationship Id="rId33" Type="http://schemas.openxmlformats.org/officeDocument/2006/relationships/slideLayout" Target="../slideLayouts/slideLayout77.xml"/><Relationship Id="rId34" Type="http://schemas.openxmlformats.org/officeDocument/2006/relationships/slideLayout" Target="../slideLayouts/slideLayout78.xml"/><Relationship Id="rId35" Type="http://schemas.openxmlformats.org/officeDocument/2006/relationships/slideLayout" Target="../slideLayouts/slideLayout79.xml"/><Relationship Id="rId36" Type="http://schemas.openxmlformats.org/officeDocument/2006/relationships/slideLayout" Target="../slideLayouts/slideLayout80.xml"/><Relationship Id="rId37" Type="http://schemas.openxmlformats.org/officeDocument/2006/relationships/slideLayout" Target="../slideLayouts/slideLayout81.xml"/><Relationship Id="rId38" Type="http://schemas.openxmlformats.org/officeDocument/2006/relationships/slideLayout" Target="../slideLayouts/slideLayout82.xml"/><Relationship Id="rId39" Type="http://schemas.openxmlformats.org/officeDocument/2006/relationships/slideLayout" Target="../slideLayouts/slideLayout83.xml"/><Relationship Id="rId40" Type="http://schemas.openxmlformats.org/officeDocument/2006/relationships/slideLayout" Target="../slideLayouts/slideLayout84.xml"/><Relationship Id="rId41" Type="http://schemas.openxmlformats.org/officeDocument/2006/relationships/slideLayout" Target="../slideLayouts/slideLayout85.xml"/><Relationship Id="rId42" Type="http://schemas.openxmlformats.org/officeDocument/2006/relationships/slideLayout" Target="../slideLayouts/slideLayout86.xml"/><Relationship Id="rId43" Type="http://schemas.openxmlformats.org/officeDocument/2006/relationships/theme" Target="../theme/theme2.xml"/><Relationship Id="rId4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471675" y="281148"/>
            <a:ext cx="457708" cy="138500"/>
          </a:xfrm>
          <a:prstGeom prst="rect">
            <a:avLst/>
          </a:prstGeom>
        </p:spPr>
        <p:txBody>
          <a:bodyPr vert="horz" wrap="square" lIns="0" tIns="0" rIns="0" bIns="0" rtlCol="0" anchor="ctr">
            <a:spAutoFit/>
          </a:bodyPr>
          <a:lstStyle>
            <a:lvl1pPr algn="r">
              <a:defRPr sz="900" b="1" i="0">
                <a:solidFill>
                  <a:schemeClr val="tx1"/>
                </a:solidFill>
                <a:latin typeface="+mj-lt"/>
              </a:defRPr>
            </a:lvl1pPr>
          </a:lstStyle>
          <a:p>
            <a:fld id="{48F63A3B-78C7-47BE-AE5E-E10140E04643}" type="slidenum">
              <a:rPr lang="en-US" smtClean="0"/>
              <a:pPr/>
              <a:t>‹#›</a:t>
            </a:fld>
            <a:endParaRPr lang="en-US">
              <a:latin typeface="+mj-lt"/>
            </a:endParaRPr>
          </a:p>
        </p:txBody>
      </p:sp>
      <p:sp>
        <p:nvSpPr>
          <p:cNvPr id="3" name="Title Placeholder 2">
            <a:extLst>
              <a:ext uri="{FF2B5EF4-FFF2-40B4-BE49-F238E27FC236}">
                <a16:creationId xmlns:a16="http://schemas.microsoft.com/office/drawing/2014/main" id="{CBC0C5D6-9A52-14A6-5A51-997AE63C36D5}"/>
              </a:ext>
            </a:extLst>
          </p:cNvPr>
          <p:cNvSpPr>
            <a:spLocks noGrp="1"/>
          </p:cNvSpPr>
          <p:nvPr>
            <p:ph type="title"/>
            <p:custDataLst>
              <p:tags r:id="rId46"/>
            </p:custDataLst>
          </p:nvPr>
        </p:nvSpPr>
        <p:spPr>
          <a:xfrm>
            <a:off x="262766" y="639661"/>
            <a:ext cx="11663396" cy="523220"/>
          </a:xfrm>
          <a:prstGeom prst="rect">
            <a:avLst/>
          </a:prstGeom>
        </p:spPr>
        <p:txBody>
          <a:bodyPr vert="horz" wrap="square" lIns="0" tIns="0" rIns="0" bIns="0" rtlCol="0" anchor="t">
            <a:spAutoFit/>
          </a:bodyPr>
          <a:lstStyle/>
          <a:p>
            <a:r>
              <a:rPr lang="en-US"/>
              <a:t>Click to edit Master title style</a:t>
            </a:r>
          </a:p>
        </p:txBody>
      </p:sp>
      <p:sp>
        <p:nvSpPr>
          <p:cNvPr id="4" name="Text Placeholder 3">
            <a:extLst>
              <a:ext uri="{FF2B5EF4-FFF2-40B4-BE49-F238E27FC236}">
                <a16:creationId xmlns:a16="http://schemas.microsoft.com/office/drawing/2014/main" id="{CEBA28CD-4AA2-40A3-A15A-D185F776DEF1}"/>
              </a:ext>
            </a:extLst>
          </p:cNvPr>
          <p:cNvSpPr>
            <a:spLocks noGrp="1"/>
          </p:cNvSpPr>
          <p:nvPr>
            <p:ph type="body" idx="1"/>
          </p:nvPr>
        </p:nvSpPr>
        <p:spPr>
          <a:xfrm>
            <a:off x="262766" y="1559407"/>
            <a:ext cx="11662717" cy="6141168"/>
          </a:xfrm>
          <a:prstGeom prst="rect">
            <a:avLst/>
          </a:prstGeom>
        </p:spPr>
        <p:txBody>
          <a:bodyPr vert="horz" wrap="square" lIns="0" tIns="0" rIns="0" bIns="0" rtlCol="0">
            <a:spAutoFit/>
          </a:bodyPr>
          <a:lstStyle/>
          <a:p>
            <a:pPr lvl="0"/>
            <a:r>
              <a:rPr lang="en-US"/>
              <a:t>Click to edit Master text styles + bullets</a:t>
            </a:r>
          </a:p>
          <a:p>
            <a:pPr lvl="1"/>
            <a:r>
              <a:rPr lang="en-US"/>
              <a:t>Second level</a:t>
            </a:r>
          </a:p>
          <a:p>
            <a:pPr lvl="2"/>
            <a:r>
              <a:rPr lang="en-US"/>
              <a:t>Third level</a:t>
            </a:r>
          </a:p>
          <a:p>
            <a:pPr lvl="3"/>
            <a:r>
              <a:rPr lang="en-US"/>
              <a:t>Fourth level</a:t>
            </a:r>
          </a:p>
          <a:p>
            <a:pPr lvl="4"/>
            <a:r>
              <a:rPr lang="en-US"/>
              <a:t>Fifth level (max) </a:t>
            </a:r>
          </a:p>
          <a:p>
            <a:pPr lvl="4"/>
            <a:r>
              <a:rPr lang="en-US"/>
              <a:t>Sixth level</a:t>
            </a:r>
          </a:p>
          <a:p>
            <a:pPr lvl="4"/>
            <a:r>
              <a:rPr lang="en-US"/>
              <a:t>Seventh level</a:t>
            </a:r>
          </a:p>
          <a:p>
            <a:pPr lvl="4"/>
            <a:r>
              <a:rPr lang="en-US"/>
              <a:t>Eight level</a:t>
            </a:r>
          </a:p>
          <a:p>
            <a:pPr lvl="4"/>
            <a:r>
              <a:rPr lang="en-US"/>
              <a:t>Ninth level</a:t>
            </a:r>
          </a:p>
          <a:p>
            <a:pPr marL="0" indent="0">
              <a:buNone/>
            </a:pPr>
            <a:r>
              <a:rPr lang="en-US"/>
              <a:t>Click to edit Master text style</a:t>
            </a:r>
          </a:p>
          <a:p>
            <a:pPr marL="341932" lvl="1" indent="0">
              <a:buNone/>
            </a:pPr>
            <a:r>
              <a:rPr lang="en-US"/>
              <a:t>Second level</a:t>
            </a:r>
          </a:p>
          <a:p>
            <a:pPr marL="611878" lvl="2" indent="0">
              <a:buNone/>
            </a:pPr>
            <a:r>
              <a:rPr lang="en-US"/>
              <a:t>Third level</a:t>
            </a:r>
          </a:p>
          <a:p>
            <a:pPr marL="845831" lvl="3" indent="0">
              <a:buNone/>
            </a:pPr>
            <a:r>
              <a:rPr lang="en-US"/>
              <a:t>Fourth level</a:t>
            </a:r>
          </a:p>
          <a:p>
            <a:pPr marL="1061788" lvl="4" indent="0">
              <a:buNone/>
            </a:pPr>
            <a:r>
              <a:rPr lang="en-US"/>
              <a:t>Fifth level (max)</a:t>
            </a:r>
          </a:p>
          <a:p>
            <a:pPr marL="1061788" lvl="4" indent="0">
              <a:buNone/>
            </a:pPr>
            <a:r>
              <a:rPr lang="en-US"/>
              <a:t>Sixth level</a:t>
            </a:r>
          </a:p>
          <a:p>
            <a:pPr marL="1061788" lvl="4" indent="0">
              <a:buNone/>
            </a:pPr>
            <a:r>
              <a:rPr lang="en-US"/>
              <a:t>Seventh level</a:t>
            </a:r>
          </a:p>
          <a:p>
            <a:pPr marL="1061788" lvl="4" indent="0">
              <a:buNone/>
            </a:pPr>
            <a:r>
              <a:rPr lang="en-US"/>
              <a:t>Eight level</a:t>
            </a:r>
          </a:p>
          <a:p>
            <a:pPr marL="1061788" lvl="4" indent="0">
              <a:buNone/>
            </a:pPr>
            <a:r>
              <a:rPr lang="en-US"/>
              <a:t>Ninth level </a:t>
            </a:r>
          </a:p>
        </p:txBody>
      </p:sp>
      <p:grpSp>
        <p:nvGrpSpPr>
          <p:cNvPr id="49" name="Group 48">
            <a:extLst>
              <a:ext uri="{FF2B5EF4-FFF2-40B4-BE49-F238E27FC236}">
                <a16:creationId xmlns:a16="http://schemas.microsoft.com/office/drawing/2014/main" id="{1ED6F108-BC7E-BD81-5225-8C7AB87182C5}"/>
              </a:ext>
            </a:extLst>
          </p:cNvPr>
          <p:cNvGrpSpPr>
            <a:grpSpLocks noChangeAspect="1"/>
          </p:cNvGrpSpPr>
          <p:nvPr userDrawn="1"/>
        </p:nvGrpSpPr>
        <p:grpSpPr>
          <a:xfrm>
            <a:off x="12344400" y="0"/>
            <a:ext cx="549097" cy="1389433"/>
            <a:chOff x="24867471" y="1229882"/>
            <a:chExt cx="1807065" cy="4570222"/>
          </a:xfrm>
        </p:grpSpPr>
        <p:sp>
          <p:nvSpPr>
            <p:cNvPr id="10" name="Rectangle 9">
              <a:extLst>
                <a:ext uri="{FF2B5EF4-FFF2-40B4-BE49-F238E27FC236}">
                  <a16:creationId xmlns:a16="http://schemas.microsoft.com/office/drawing/2014/main" id="{411EE233-FA67-B107-A67A-46A663C7D471}"/>
                </a:ext>
              </a:extLst>
            </p:cNvPr>
            <p:cNvSpPr/>
            <p:nvPr userDrawn="1"/>
          </p:nvSpPr>
          <p:spPr>
            <a:xfrm>
              <a:off x="24867471" y="1229882"/>
              <a:ext cx="455422" cy="455422"/>
            </a:xfrm>
            <a:prstGeom prst="rect">
              <a:avLst/>
            </a:prstGeom>
            <a:solidFill>
              <a:srgbClr val="8B8C8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16" name="Rectangle 15">
              <a:extLst>
                <a:ext uri="{FF2B5EF4-FFF2-40B4-BE49-F238E27FC236}">
                  <a16:creationId xmlns:a16="http://schemas.microsoft.com/office/drawing/2014/main" id="{99A54963-E401-D782-2008-B781BCC16ED1}"/>
                </a:ext>
              </a:extLst>
            </p:cNvPr>
            <p:cNvSpPr/>
            <p:nvPr userDrawn="1"/>
          </p:nvSpPr>
          <p:spPr>
            <a:xfrm>
              <a:off x="24867471" y="1915682"/>
              <a:ext cx="455422" cy="45542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19" name="Rectangle 18">
              <a:extLst>
                <a:ext uri="{FF2B5EF4-FFF2-40B4-BE49-F238E27FC236}">
                  <a16:creationId xmlns:a16="http://schemas.microsoft.com/office/drawing/2014/main" id="{626B0F8E-D330-9B3B-B782-0050BB7F4E0B}"/>
                </a:ext>
              </a:extLst>
            </p:cNvPr>
            <p:cNvSpPr/>
            <p:nvPr userDrawn="1"/>
          </p:nvSpPr>
          <p:spPr>
            <a:xfrm>
              <a:off x="24867471" y="2601482"/>
              <a:ext cx="455422" cy="45542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2" name="Rectangle 21">
              <a:extLst>
                <a:ext uri="{FF2B5EF4-FFF2-40B4-BE49-F238E27FC236}">
                  <a16:creationId xmlns:a16="http://schemas.microsoft.com/office/drawing/2014/main" id="{3878BC34-52F7-43B9-5B65-6720BF61627C}"/>
                </a:ext>
              </a:extLst>
            </p:cNvPr>
            <p:cNvSpPr/>
            <p:nvPr userDrawn="1"/>
          </p:nvSpPr>
          <p:spPr>
            <a:xfrm>
              <a:off x="24867471" y="3287282"/>
              <a:ext cx="455422" cy="45542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5" name="Rectangle 24">
              <a:extLst>
                <a:ext uri="{FF2B5EF4-FFF2-40B4-BE49-F238E27FC236}">
                  <a16:creationId xmlns:a16="http://schemas.microsoft.com/office/drawing/2014/main" id="{BCF591CA-34D0-CDAF-012A-921E94C72282}"/>
                </a:ext>
              </a:extLst>
            </p:cNvPr>
            <p:cNvSpPr/>
            <p:nvPr userDrawn="1"/>
          </p:nvSpPr>
          <p:spPr>
            <a:xfrm>
              <a:off x="24867471" y="3973082"/>
              <a:ext cx="455422" cy="45542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8" name="Rectangle 27">
              <a:extLst>
                <a:ext uri="{FF2B5EF4-FFF2-40B4-BE49-F238E27FC236}">
                  <a16:creationId xmlns:a16="http://schemas.microsoft.com/office/drawing/2014/main" id="{E3CD4902-DE5F-22F8-F6FA-1381A4D999CC}"/>
                </a:ext>
              </a:extLst>
            </p:cNvPr>
            <p:cNvSpPr/>
            <p:nvPr userDrawn="1"/>
          </p:nvSpPr>
          <p:spPr>
            <a:xfrm>
              <a:off x="24867471" y="4658882"/>
              <a:ext cx="455422" cy="45542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1" name="Rectangle 30">
              <a:extLst>
                <a:ext uri="{FF2B5EF4-FFF2-40B4-BE49-F238E27FC236}">
                  <a16:creationId xmlns:a16="http://schemas.microsoft.com/office/drawing/2014/main" id="{FF906070-BA5C-CBDA-9BCA-3EB05609D228}"/>
                </a:ext>
              </a:extLst>
            </p:cNvPr>
            <p:cNvSpPr/>
            <p:nvPr userDrawn="1"/>
          </p:nvSpPr>
          <p:spPr>
            <a:xfrm>
              <a:off x="24867471" y="5344682"/>
              <a:ext cx="455422" cy="45542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3" name="Rectangle 32">
              <a:extLst>
                <a:ext uri="{FF2B5EF4-FFF2-40B4-BE49-F238E27FC236}">
                  <a16:creationId xmlns:a16="http://schemas.microsoft.com/office/drawing/2014/main" id="{FD4656C8-E6B6-BD64-A003-90A136150220}"/>
                </a:ext>
              </a:extLst>
            </p:cNvPr>
            <p:cNvSpPr/>
            <p:nvPr userDrawn="1"/>
          </p:nvSpPr>
          <p:spPr>
            <a:xfrm>
              <a:off x="25543292" y="1229882"/>
              <a:ext cx="455422" cy="455422"/>
            </a:xfrm>
            <a:prstGeom prst="rect">
              <a:avLst/>
            </a:prstGeom>
            <a:solidFill>
              <a:srgbClr val="C2C4B8"/>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4" name="Rectangle 33">
              <a:extLst>
                <a:ext uri="{FF2B5EF4-FFF2-40B4-BE49-F238E27FC236}">
                  <a16:creationId xmlns:a16="http://schemas.microsoft.com/office/drawing/2014/main" id="{C4B0D297-9464-52F5-361F-94208AA1F879}"/>
                </a:ext>
              </a:extLst>
            </p:cNvPr>
            <p:cNvSpPr/>
            <p:nvPr userDrawn="1"/>
          </p:nvSpPr>
          <p:spPr>
            <a:xfrm>
              <a:off x="25543292" y="1915682"/>
              <a:ext cx="455422" cy="455422"/>
            </a:xfrm>
            <a:prstGeom prst="rect">
              <a:avLst/>
            </a:prstGeom>
            <a:solidFill>
              <a:srgbClr val="36373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5" name="Rectangle 34">
              <a:extLst>
                <a:ext uri="{FF2B5EF4-FFF2-40B4-BE49-F238E27FC236}">
                  <a16:creationId xmlns:a16="http://schemas.microsoft.com/office/drawing/2014/main" id="{38F8AFDB-C124-8FAE-2024-084031832ED2}"/>
                </a:ext>
              </a:extLst>
            </p:cNvPr>
            <p:cNvSpPr/>
            <p:nvPr userDrawn="1"/>
          </p:nvSpPr>
          <p:spPr>
            <a:xfrm>
              <a:off x="25543292" y="2601482"/>
              <a:ext cx="455422" cy="455422"/>
            </a:xfrm>
            <a:prstGeom prst="rect">
              <a:avLst/>
            </a:prstGeom>
            <a:solidFill>
              <a:srgbClr val="CC7D57"/>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6" name="Rectangle 35">
              <a:extLst>
                <a:ext uri="{FF2B5EF4-FFF2-40B4-BE49-F238E27FC236}">
                  <a16:creationId xmlns:a16="http://schemas.microsoft.com/office/drawing/2014/main" id="{FF76DA30-AE48-18E9-2DBA-45C048E7C094}"/>
                </a:ext>
              </a:extLst>
            </p:cNvPr>
            <p:cNvSpPr/>
            <p:nvPr userDrawn="1"/>
          </p:nvSpPr>
          <p:spPr>
            <a:xfrm>
              <a:off x="25543292" y="3287282"/>
              <a:ext cx="455422" cy="455422"/>
            </a:xfrm>
            <a:prstGeom prst="rect">
              <a:avLst/>
            </a:prstGeom>
            <a:solidFill>
              <a:srgbClr val="D3A34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7" name="Rectangle 36">
              <a:extLst>
                <a:ext uri="{FF2B5EF4-FFF2-40B4-BE49-F238E27FC236}">
                  <a16:creationId xmlns:a16="http://schemas.microsoft.com/office/drawing/2014/main" id="{33927D3D-1C43-0F46-C663-C6D5BA9F94C0}"/>
                </a:ext>
              </a:extLst>
            </p:cNvPr>
            <p:cNvSpPr/>
            <p:nvPr userDrawn="1"/>
          </p:nvSpPr>
          <p:spPr>
            <a:xfrm>
              <a:off x="25543292" y="3973082"/>
              <a:ext cx="455422" cy="455422"/>
            </a:xfrm>
            <a:prstGeom prst="rect">
              <a:avLst/>
            </a:prstGeom>
            <a:solidFill>
              <a:srgbClr val="859166"/>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8" name="Rectangle 37">
              <a:extLst>
                <a:ext uri="{FF2B5EF4-FFF2-40B4-BE49-F238E27FC236}">
                  <a16:creationId xmlns:a16="http://schemas.microsoft.com/office/drawing/2014/main" id="{E04E1D28-3948-0FDA-0883-3B5138288B68}"/>
                </a:ext>
              </a:extLst>
            </p:cNvPr>
            <p:cNvSpPr/>
            <p:nvPr userDrawn="1"/>
          </p:nvSpPr>
          <p:spPr>
            <a:xfrm>
              <a:off x="25543292" y="4658882"/>
              <a:ext cx="455422" cy="455422"/>
            </a:xfrm>
            <a:prstGeom prst="rect">
              <a:avLst/>
            </a:prstGeom>
            <a:solidFill>
              <a:srgbClr val="5E889C"/>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9" name="Rectangle 38">
              <a:extLst>
                <a:ext uri="{FF2B5EF4-FFF2-40B4-BE49-F238E27FC236}">
                  <a16:creationId xmlns:a16="http://schemas.microsoft.com/office/drawing/2014/main" id="{43B6AB27-E597-D2B5-3086-097F4D9F8FE1}"/>
                </a:ext>
              </a:extLst>
            </p:cNvPr>
            <p:cNvSpPr/>
            <p:nvPr userDrawn="1"/>
          </p:nvSpPr>
          <p:spPr>
            <a:xfrm>
              <a:off x="25543292" y="5344682"/>
              <a:ext cx="455422" cy="455422"/>
            </a:xfrm>
            <a:prstGeom prst="rect">
              <a:avLst/>
            </a:prstGeom>
            <a:solidFill>
              <a:srgbClr val="9E7696"/>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40" name="Rectangle 39">
              <a:extLst>
                <a:ext uri="{FF2B5EF4-FFF2-40B4-BE49-F238E27FC236}">
                  <a16:creationId xmlns:a16="http://schemas.microsoft.com/office/drawing/2014/main" id="{4A359034-0C77-9397-F097-5779317ED29B}"/>
                </a:ext>
              </a:extLst>
            </p:cNvPr>
            <p:cNvSpPr/>
            <p:nvPr userDrawn="1"/>
          </p:nvSpPr>
          <p:spPr>
            <a:xfrm>
              <a:off x="26219114" y="1229882"/>
              <a:ext cx="455422" cy="45542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41" name="Rectangle 40">
              <a:extLst>
                <a:ext uri="{FF2B5EF4-FFF2-40B4-BE49-F238E27FC236}">
                  <a16:creationId xmlns:a16="http://schemas.microsoft.com/office/drawing/2014/main" id="{99705029-8E9A-918C-75EA-54BB2C647B6C}"/>
                </a:ext>
              </a:extLst>
            </p:cNvPr>
            <p:cNvSpPr/>
            <p:nvPr userDrawn="1"/>
          </p:nvSpPr>
          <p:spPr>
            <a:xfrm>
              <a:off x="26219114" y="1915682"/>
              <a:ext cx="455422" cy="455422"/>
            </a:xfrm>
            <a:prstGeom prst="rect">
              <a:avLst/>
            </a:prstGeom>
            <a:solidFill>
              <a:srgbClr val="53544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42" name="Rectangle 41">
              <a:extLst>
                <a:ext uri="{FF2B5EF4-FFF2-40B4-BE49-F238E27FC236}">
                  <a16:creationId xmlns:a16="http://schemas.microsoft.com/office/drawing/2014/main" id="{4652B2B8-0F1A-D117-4DF2-D582C01380D2}"/>
                </a:ext>
              </a:extLst>
            </p:cNvPr>
            <p:cNvSpPr/>
            <p:nvPr userDrawn="1"/>
          </p:nvSpPr>
          <p:spPr>
            <a:xfrm>
              <a:off x="26219114" y="2601482"/>
              <a:ext cx="455422" cy="455422"/>
            </a:xfrm>
            <a:prstGeom prst="rect">
              <a:avLst/>
            </a:prstGeom>
            <a:solidFill>
              <a:srgbClr val="FCC7B4"/>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43" name="Rectangle 42">
              <a:extLst>
                <a:ext uri="{FF2B5EF4-FFF2-40B4-BE49-F238E27FC236}">
                  <a16:creationId xmlns:a16="http://schemas.microsoft.com/office/drawing/2014/main" id="{4F448BA3-BEEC-5ADE-09D9-86601D90FB5E}"/>
                </a:ext>
              </a:extLst>
            </p:cNvPr>
            <p:cNvSpPr/>
            <p:nvPr userDrawn="1"/>
          </p:nvSpPr>
          <p:spPr>
            <a:xfrm>
              <a:off x="26219114" y="3287282"/>
              <a:ext cx="455422" cy="455422"/>
            </a:xfrm>
            <a:prstGeom prst="rect">
              <a:avLst/>
            </a:prstGeom>
            <a:solidFill>
              <a:srgbClr val="F9D28C"/>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44" name="Rectangle 43">
              <a:extLst>
                <a:ext uri="{FF2B5EF4-FFF2-40B4-BE49-F238E27FC236}">
                  <a16:creationId xmlns:a16="http://schemas.microsoft.com/office/drawing/2014/main" id="{B20511FE-F9D0-5E5F-0B11-87433F99A7E6}"/>
                </a:ext>
              </a:extLst>
            </p:cNvPr>
            <p:cNvSpPr/>
            <p:nvPr userDrawn="1"/>
          </p:nvSpPr>
          <p:spPr>
            <a:xfrm>
              <a:off x="26219114" y="3973082"/>
              <a:ext cx="455422" cy="455422"/>
            </a:xfrm>
            <a:prstGeom prst="rect">
              <a:avLst/>
            </a:prstGeom>
            <a:solidFill>
              <a:srgbClr val="B5BF9B"/>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45" name="Rectangle 44">
              <a:extLst>
                <a:ext uri="{FF2B5EF4-FFF2-40B4-BE49-F238E27FC236}">
                  <a16:creationId xmlns:a16="http://schemas.microsoft.com/office/drawing/2014/main" id="{56FB2A9F-9097-BC68-4F66-22ECEF61A8B9}"/>
                </a:ext>
              </a:extLst>
            </p:cNvPr>
            <p:cNvSpPr/>
            <p:nvPr userDrawn="1"/>
          </p:nvSpPr>
          <p:spPr>
            <a:xfrm>
              <a:off x="26219114" y="4658882"/>
              <a:ext cx="455422" cy="455422"/>
            </a:xfrm>
            <a:prstGeom prst="rect">
              <a:avLst/>
            </a:prstGeom>
            <a:solidFill>
              <a:srgbClr val="98AAAF"/>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46" name="Rectangle 45">
              <a:extLst>
                <a:ext uri="{FF2B5EF4-FFF2-40B4-BE49-F238E27FC236}">
                  <a16:creationId xmlns:a16="http://schemas.microsoft.com/office/drawing/2014/main" id="{F2412109-9832-209E-0B95-52B10A9DAF73}"/>
                </a:ext>
              </a:extLst>
            </p:cNvPr>
            <p:cNvSpPr/>
            <p:nvPr userDrawn="1"/>
          </p:nvSpPr>
          <p:spPr>
            <a:xfrm>
              <a:off x="26219114" y="5344682"/>
              <a:ext cx="455422" cy="455422"/>
            </a:xfrm>
            <a:prstGeom prst="rect">
              <a:avLst/>
            </a:prstGeom>
            <a:solidFill>
              <a:srgbClr val="B1A0B0"/>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grpSp>
      <p:sp>
        <p:nvSpPr>
          <p:cNvPr id="2" name="Date Placeholder 1">
            <a:extLst>
              <a:ext uri="{FF2B5EF4-FFF2-40B4-BE49-F238E27FC236}">
                <a16:creationId xmlns:a16="http://schemas.microsoft.com/office/drawing/2014/main" id="{502EE230-6299-7ABA-CB6A-1D57E65554EA}"/>
              </a:ext>
            </a:extLst>
          </p:cNvPr>
          <p:cNvSpPr>
            <a:spLocks noGrp="1"/>
          </p:cNvSpPr>
          <p:nvPr>
            <p:ph type="dt" sz="half" idx="2"/>
          </p:nvPr>
        </p:nvSpPr>
        <p:spPr>
          <a:xfrm>
            <a:off x="10645946" y="281191"/>
            <a:ext cx="792244" cy="138457"/>
          </a:xfrm>
          <a:prstGeom prst="rect">
            <a:avLst/>
          </a:prstGeom>
        </p:spPr>
        <p:txBody>
          <a:bodyPr vert="horz" lIns="91440" tIns="45720" rIns="91440" bIns="45720" rtlCol="0" anchor="ctr"/>
          <a:lstStyle>
            <a:lvl1pPr algn="l">
              <a:defRPr lang="en-US" sz="900" b="0" i="0" kern="1200" smtClean="0">
                <a:solidFill>
                  <a:schemeClr val="tx1"/>
                </a:solidFill>
                <a:latin typeface="Snowflake Sans Book" panose="020B0505040401040103" pitchFamily="34" charset="0"/>
                <a:ea typeface="+mn-ea"/>
                <a:cs typeface="+mn-cs"/>
              </a:defRPr>
            </a:lvl1pPr>
          </a:lstStyle>
          <a:p>
            <a:fld id="{79018C7D-48B1-7D4E-833E-C9960236B3EA}" type="datetimeFigureOut">
              <a:rPr lang="en-US" smtClean="0"/>
              <a:pPr/>
              <a:t>2/3/2026</a:t>
            </a:fld>
            <a:endParaRPr lang="en-US" sz="900" b="0" i="0" kern="1200">
              <a:solidFill>
                <a:schemeClr val="tx1"/>
              </a:solidFill>
              <a:latin typeface="Snowflake Sans Book" panose="020B0505040401040103" pitchFamily="34" charset="0"/>
              <a:ea typeface="+mn-ea"/>
              <a:cs typeface="+mn-cs"/>
            </a:endParaRPr>
          </a:p>
        </p:txBody>
      </p:sp>
      <p:sp>
        <p:nvSpPr>
          <p:cNvPr id="5" name="Footer Placeholder 4">
            <a:extLst>
              <a:ext uri="{FF2B5EF4-FFF2-40B4-BE49-F238E27FC236}">
                <a16:creationId xmlns:a16="http://schemas.microsoft.com/office/drawing/2014/main" id="{81F3C4F6-ED9C-122D-2718-7C00149D1347}"/>
              </a:ext>
            </a:extLst>
          </p:cNvPr>
          <p:cNvSpPr>
            <a:spLocks noGrp="1"/>
          </p:cNvSpPr>
          <p:nvPr>
            <p:ph type="ftr" sz="quarter" idx="3"/>
          </p:nvPr>
        </p:nvSpPr>
        <p:spPr>
          <a:xfrm>
            <a:off x="8864731" y="281148"/>
            <a:ext cx="1747730" cy="138500"/>
          </a:xfrm>
          <a:prstGeom prst="rect">
            <a:avLst/>
          </a:prstGeom>
        </p:spPr>
        <p:txBody>
          <a:bodyPr vert="horz" lIns="91440" tIns="45720" rIns="91440" bIns="45720" rtlCol="0" anchor="ctr"/>
          <a:lstStyle>
            <a:lvl1pPr algn="r">
              <a:defRPr lang="en-US" sz="900" b="0" i="0" kern="1200">
                <a:solidFill>
                  <a:schemeClr val="tx1"/>
                </a:solidFill>
                <a:latin typeface="Snowflake Sans Book" panose="020B0505040401040103" pitchFamily="34" charset="0"/>
                <a:ea typeface="+mn-ea"/>
                <a:cs typeface="+mn-cs"/>
              </a:defRPr>
            </a:lvl1pPr>
          </a:lstStyle>
          <a:p>
            <a:pPr algn="r"/>
            <a:endParaRPr lang="en-US"/>
          </a:p>
        </p:txBody>
      </p:sp>
    </p:spTree>
    <p:extLst>
      <p:ext uri="{BB962C8B-B14F-4D97-AF65-F5344CB8AC3E}">
        <p14:creationId xmlns:p14="http://schemas.microsoft.com/office/powerpoint/2010/main" val="226932848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77" r:id="rId3"/>
    <p:sldLayoutId id="2147483682" r:id="rId4"/>
    <p:sldLayoutId id="2147483685" r:id="rId5"/>
    <p:sldLayoutId id="2147483809" r:id="rId6"/>
    <p:sldLayoutId id="2147483688" r:id="rId7"/>
    <p:sldLayoutId id="2147483689" r:id="rId8"/>
    <p:sldLayoutId id="2147483690" r:id="rId9"/>
    <p:sldLayoutId id="2147483691" r:id="rId10"/>
    <p:sldLayoutId id="2147483692" r:id="rId11"/>
    <p:sldLayoutId id="2147483693" r:id="rId12"/>
    <p:sldLayoutId id="2147483801" r:id="rId13"/>
    <p:sldLayoutId id="2147483694" r:id="rId14"/>
    <p:sldLayoutId id="2147483802" r:id="rId15"/>
    <p:sldLayoutId id="2147483696" r:id="rId16"/>
    <p:sldLayoutId id="2147483697" r:id="rId17"/>
    <p:sldLayoutId id="2147483698" r:id="rId18"/>
    <p:sldLayoutId id="2147483699"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813" r:id="rId28"/>
    <p:sldLayoutId id="2147483711" r:id="rId29"/>
    <p:sldLayoutId id="2147483712" r:id="rId30"/>
    <p:sldLayoutId id="2147483713" r:id="rId31"/>
    <p:sldLayoutId id="2147483714" r:id="rId32"/>
    <p:sldLayoutId id="2147483795" r:id="rId33"/>
    <p:sldLayoutId id="2147483804" r:id="rId34"/>
    <p:sldLayoutId id="2147483676" r:id="rId35"/>
    <p:sldLayoutId id="2147483700" r:id="rId36"/>
    <p:sldLayoutId id="2147483702" r:id="rId37"/>
    <p:sldLayoutId id="2147483793" r:id="rId38"/>
    <p:sldLayoutId id="2147483715" r:id="rId39"/>
    <p:sldLayoutId id="2147483716" r:id="rId40"/>
    <p:sldLayoutId id="2147483717" r:id="rId41"/>
    <p:sldLayoutId id="2147483718" r:id="rId42"/>
    <p:sldLayoutId id="2147483808" r:id="rId43"/>
    <p:sldLayoutId id="2147483810" r:id="rId44"/>
  </p:sldLayoutIdLst>
  <p:hf hdr="0" ftr="0" dt="0"/>
  <p:txStyles>
    <p:titleStyle>
      <a:lvl1pPr marL="0" indent="0" algn="l" defTabSz="914217" rtl="0" eaLnBrk="1" latinLnBrk="0" hangingPunct="1">
        <a:lnSpc>
          <a:spcPct val="80000"/>
        </a:lnSpc>
        <a:spcBef>
          <a:spcPct val="0"/>
        </a:spcBef>
        <a:buFont typeface="System Font Regular" panose="020F0502020204030204" pitchFamily="34" charset="0"/>
        <a:buNone/>
        <a:tabLst/>
        <a:defRPr sz="3999" b="0" i="0" kern="1200" spc="-75">
          <a:solidFill>
            <a:schemeClr val="tx1"/>
          </a:solidFill>
          <a:latin typeface="+mj-lt"/>
          <a:ea typeface="+mj-ea"/>
          <a:cs typeface="+mj-cs"/>
        </a:defRPr>
      </a:lvl1pPr>
    </p:titleStyle>
    <p:bodyStyle>
      <a:lvl1pPr marL="342900" indent="-342900" algn="l" defTabSz="323935" rtl="0" eaLnBrk="1" fontAlgn="auto" latinLnBrk="0" hangingPunct="1">
        <a:lnSpc>
          <a:spcPct val="110000"/>
        </a:lnSpc>
        <a:spcBef>
          <a:spcPts val="0"/>
        </a:spcBef>
        <a:spcAft>
          <a:spcPts val="1000"/>
        </a:spcAft>
        <a:buClrTx/>
        <a:buSzPct val="100000"/>
        <a:buFont typeface="Snowflake Sans Book" panose="020B0505040401040103" pitchFamily="34" charset="0"/>
        <a:buChar char="□"/>
        <a:tabLst/>
        <a:defRPr lang="en-US" sz="2000" b="0" i="0" kern="1200" dirty="0">
          <a:solidFill>
            <a:schemeClr val="tx1"/>
          </a:solidFill>
          <a:latin typeface="+mn-lt"/>
          <a:ea typeface="+mn-ea"/>
          <a:cs typeface="+mn-cs"/>
        </a:defRPr>
      </a:lvl1pPr>
      <a:lvl2pPr marL="594241" indent="-274265" algn="l" defTabSz="323935" rtl="0" eaLnBrk="1" fontAlgn="auto" latinLnBrk="0" hangingPunct="1">
        <a:lnSpc>
          <a:spcPct val="110000"/>
        </a:lnSpc>
        <a:spcBef>
          <a:spcPts val="0"/>
        </a:spcBef>
        <a:spcAft>
          <a:spcPts val="1000"/>
        </a:spcAft>
        <a:buClrTx/>
        <a:buSzPct val="100000"/>
        <a:buFont typeface="Snowflake Sans Book" panose="020B0505040401040103" pitchFamily="34" charset="0"/>
        <a:buChar char="□"/>
        <a:tabLst/>
        <a:defRPr lang="en-US" sz="1600" b="0" i="0" kern="1200" dirty="0">
          <a:solidFill>
            <a:schemeClr val="tx1"/>
          </a:solidFill>
          <a:latin typeface="+mn-lt"/>
          <a:ea typeface="+mn-ea"/>
          <a:cs typeface="+mn-cs"/>
        </a:defRPr>
      </a:lvl2pPr>
      <a:lvl3pPr marL="822795" indent="-228554" algn="l" defTabSz="914217" rtl="0" eaLnBrk="1" fontAlgn="auto" latinLnBrk="0" hangingPunct="1">
        <a:lnSpc>
          <a:spcPct val="110000"/>
        </a:lnSpc>
        <a:spcBef>
          <a:spcPts val="0"/>
        </a:spcBef>
        <a:spcAft>
          <a:spcPts val="1000"/>
        </a:spcAft>
        <a:buClrTx/>
        <a:buSzPct val="100000"/>
        <a:buFont typeface="Snowflake Sans Book" panose="020B0505040401040103" pitchFamily="34" charset="0"/>
        <a:buChar char="□"/>
        <a:tabLst/>
        <a:defRPr lang="en-US" sz="1400" b="0" i="0" kern="1200" dirty="0">
          <a:solidFill>
            <a:schemeClr val="tx1"/>
          </a:solidFill>
          <a:latin typeface="+mn-lt"/>
          <a:ea typeface="+mn-ea"/>
          <a:cs typeface="+mn-cs"/>
        </a:defRPr>
      </a:lvl3pPr>
      <a:lvl4pPr marL="1051350" indent="-228554" algn="l" defTabSz="323935" rtl="0" eaLnBrk="1" fontAlgn="auto" latinLnBrk="0" hangingPunct="1">
        <a:lnSpc>
          <a:spcPct val="110000"/>
        </a:lnSpc>
        <a:spcBef>
          <a:spcPts val="0"/>
        </a:spcBef>
        <a:spcAft>
          <a:spcPts val="1000"/>
        </a:spcAft>
        <a:buClrTx/>
        <a:buSzPct val="100000"/>
        <a:buFont typeface="Snowflake Sans Book" panose="020B0505040401040103" pitchFamily="34" charset="0"/>
        <a:buChar char="□"/>
        <a:tabLst/>
        <a:defRPr lang="en-US" sz="1200" b="0" i="0" kern="1200" dirty="0">
          <a:solidFill>
            <a:schemeClr val="tx1"/>
          </a:solidFill>
          <a:latin typeface="+mn-lt"/>
          <a:ea typeface="+mn-ea"/>
          <a:cs typeface="+mn-cs"/>
        </a:defRPr>
      </a:lvl4pPr>
      <a:lvl5pPr marL="1234193" indent="-182843" algn="l" defTabSz="323935" rtl="0" eaLnBrk="1" fontAlgn="auto" latinLnBrk="0" hangingPunct="1">
        <a:lnSpc>
          <a:spcPct val="110000"/>
        </a:lnSpc>
        <a:spcBef>
          <a:spcPts val="0"/>
        </a:spcBef>
        <a:spcAft>
          <a:spcPts val="1000"/>
        </a:spcAft>
        <a:buClrTx/>
        <a:buSzPct val="100000"/>
        <a:buFont typeface="Snowflake Sans Book" panose="020B0505040401040103" pitchFamily="34" charset="0"/>
        <a:buChar char="□"/>
        <a:tabLst/>
        <a:defRPr lang="en-US" sz="1000" b="0" i="0" kern="1200" dirty="0">
          <a:solidFill>
            <a:schemeClr val="tx1"/>
          </a:solidFill>
          <a:latin typeface="+mn-lt"/>
          <a:ea typeface="+mn-ea"/>
          <a:cs typeface="+mn-cs"/>
        </a:defRPr>
      </a:lvl5pPr>
      <a:lvl6pPr marL="1209433" marR="0" indent="0" algn="l" defTabSz="914217" rtl="0" eaLnBrk="1" fontAlgn="auto" latinLnBrk="0" hangingPunct="1">
        <a:lnSpc>
          <a:spcPct val="60000"/>
        </a:lnSpc>
        <a:spcBef>
          <a:spcPts val="0"/>
        </a:spcBef>
        <a:spcAft>
          <a:spcPts val="1000"/>
        </a:spcAft>
        <a:buClrTx/>
        <a:buSzPct val="100000"/>
        <a:buFont typeface="Segoe UI" panose="020B0502040204020203" pitchFamily="34" charset="0"/>
        <a:buNone/>
        <a:tabLst/>
        <a:defRPr lang="en-US" sz="1000" b="0" i="0" kern="1200" dirty="0">
          <a:solidFill>
            <a:schemeClr val="tx1"/>
          </a:solidFill>
          <a:latin typeface="+mn-lt"/>
          <a:ea typeface="+mn-ea"/>
          <a:cs typeface="+mn-cs"/>
        </a:defRPr>
      </a:lvl6pPr>
      <a:lvl7pPr marL="1390372" marR="0" indent="0" algn="l" defTabSz="914217" rtl="0" eaLnBrk="1" fontAlgn="auto" latinLnBrk="0" hangingPunct="1">
        <a:lnSpc>
          <a:spcPct val="60000"/>
        </a:lnSpc>
        <a:spcBef>
          <a:spcPts val="0"/>
        </a:spcBef>
        <a:spcAft>
          <a:spcPts val="1000"/>
        </a:spcAft>
        <a:buClrTx/>
        <a:buSzTx/>
        <a:buFont typeface="Segoe UI" panose="020B0502040204020203" pitchFamily="34" charset="0"/>
        <a:buNone/>
        <a:tabLst/>
        <a:defRPr lang="en-US" sz="1000" b="0" i="0" kern="1200" dirty="0">
          <a:solidFill>
            <a:schemeClr val="tx1"/>
          </a:solidFill>
          <a:latin typeface="+mn-lt"/>
          <a:ea typeface="+mn-ea"/>
          <a:cs typeface="+mn-cs"/>
        </a:defRPr>
      </a:lvl7pPr>
      <a:lvl8pPr marL="1571311" marR="0" indent="0" algn="l" defTabSz="914217" rtl="0" eaLnBrk="1" fontAlgn="auto" latinLnBrk="0" hangingPunct="1">
        <a:lnSpc>
          <a:spcPct val="60000"/>
        </a:lnSpc>
        <a:spcBef>
          <a:spcPts val="0"/>
        </a:spcBef>
        <a:spcAft>
          <a:spcPts val="1000"/>
        </a:spcAft>
        <a:buClrTx/>
        <a:buSzTx/>
        <a:buFont typeface="Segoe UI" panose="020B0502040204020203" pitchFamily="34" charset="0"/>
        <a:buNone/>
        <a:tabLst/>
        <a:defRPr lang="en-US" sz="1000" b="0" i="0" kern="1200" dirty="0">
          <a:solidFill>
            <a:schemeClr val="tx1"/>
          </a:solidFill>
          <a:latin typeface="+mn-lt"/>
          <a:ea typeface="+mn-ea"/>
          <a:cs typeface="+mn-cs"/>
        </a:defRPr>
      </a:lvl8pPr>
      <a:lvl9pPr marL="1747488" marR="0" indent="0" algn="l" defTabSz="914217" rtl="0" eaLnBrk="1" fontAlgn="auto" latinLnBrk="0" hangingPunct="1">
        <a:lnSpc>
          <a:spcPct val="60000"/>
        </a:lnSpc>
        <a:spcBef>
          <a:spcPts val="0"/>
        </a:spcBef>
        <a:spcAft>
          <a:spcPts val="1000"/>
        </a:spcAft>
        <a:buClrTx/>
        <a:buSzTx/>
        <a:buFont typeface="Segoe UI" panose="020B0502040204020203" pitchFamily="34" charset="0"/>
        <a:buNone/>
        <a:tabLst/>
        <a:defRPr lang="en-US" sz="1000" b="0" i="0" kern="1200" dirty="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6" userDrawn="1">
          <p15:clr>
            <a:srgbClr val="F26B43"/>
          </p15:clr>
        </p15:guide>
        <p15:guide id="37" pos="7680" userDrawn="1">
          <p15:clr>
            <a:srgbClr val="F26B43"/>
          </p15:clr>
        </p15:guide>
        <p15:guide id="38" pos="164" userDrawn="1">
          <p15:clr>
            <a:srgbClr val="F26B43"/>
          </p15:clr>
        </p15:guide>
        <p15:guide id="40" pos="792" userDrawn="1">
          <p15:clr>
            <a:srgbClr val="F26B43"/>
          </p15:clr>
        </p15:guide>
        <p15:guide id="41" pos="1252" userDrawn="1">
          <p15:clr>
            <a:srgbClr val="F26B43"/>
          </p15:clr>
        </p15:guide>
        <p15:guide id="42" pos="1420" userDrawn="1">
          <p15:clr>
            <a:srgbClr val="F26B43"/>
          </p15:clr>
        </p15:guide>
        <p15:guide id="43" pos="1878" userDrawn="1">
          <p15:clr>
            <a:srgbClr val="F26B43"/>
          </p15:clr>
        </p15:guide>
        <p15:guide id="44" pos="2046" userDrawn="1">
          <p15:clr>
            <a:srgbClr val="F26B43"/>
          </p15:clr>
        </p15:guide>
        <p15:guide id="45" pos="2504" userDrawn="1">
          <p15:clr>
            <a:srgbClr val="F26B43"/>
          </p15:clr>
        </p15:guide>
        <p15:guide id="46" pos="2672" userDrawn="1">
          <p15:clr>
            <a:srgbClr val="F26B43"/>
          </p15:clr>
        </p15:guide>
        <p15:guide id="47" pos="3130" userDrawn="1">
          <p15:clr>
            <a:srgbClr val="F26B43"/>
          </p15:clr>
        </p15:guide>
        <p15:guide id="48" pos="3298" userDrawn="1">
          <p15:clr>
            <a:srgbClr val="F26B43"/>
          </p15:clr>
        </p15:guide>
        <p15:guide id="49" pos="3756" userDrawn="1">
          <p15:clr>
            <a:srgbClr val="F26B43"/>
          </p15:clr>
        </p15:guide>
        <p15:guide id="50" pos="3924" userDrawn="1">
          <p15:clr>
            <a:srgbClr val="F26B43"/>
          </p15:clr>
        </p15:guide>
        <p15:guide id="51" pos="4382" userDrawn="1">
          <p15:clr>
            <a:srgbClr val="F26B43"/>
          </p15:clr>
        </p15:guide>
        <p15:guide id="52" pos="4550" userDrawn="1">
          <p15:clr>
            <a:srgbClr val="F26B43"/>
          </p15:clr>
        </p15:guide>
        <p15:guide id="53" pos="5008" userDrawn="1">
          <p15:clr>
            <a:srgbClr val="F26B43"/>
          </p15:clr>
        </p15:guide>
        <p15:guide id="54" pos="5176" userDrawn="1">
          <p15:clr>
            <a:srgbClr val="F26B43"/>
          </p15:clr>
        </p15:guide>
        <p15:guide id="55" pos="5634" userDrawn="1">
          <p15:clr>
            <a:srgbClr val="F26B43"/>
          </p15:clr>
        </p15:guide>
        <p15:guide id="56" pos="5802" userDrawn="1">
          <p15:clr>
            <a:srgbClr val="F26B43"/>
          </p15:clr>
        </p15:guide>
        <p15:guide id="57" pos="6260" userDrawn="1">
          <p15:clr>
            <a:srgbClr val="F26B43"/>
          </p15:clr>
        </p15:guide>
        <p15:guide id="58" pos="6428" userDrawn="1">
          <p15:clr>
            <a:srgbClr val="F26B43"/>
          </p15:clr>
        </p15:guide>
        <p15:guide id="59" pos="6886" userDrawn="1">
          <p15:clr>
            <a:srgbClr val="F26B43"/>
          </p15:clr>
        </p15:guide>
        <p15:guide id="60" pos="7054" userDrawn="1">
          <p15:clr>
            <a:srgbClr val="F26B43"/>
          </p15:clr>
        </p15:guide>
        <p15:guide id="61" pos="7512" userDrawn="1">
          <p15:clr>
            <a:srgbClr val="F26B43"/>
          </p15:clr>
        </p15:guide>
        <p15:guide id="62" orient="horz" userDrawn="1">
          <p15:clr>
            <a:srgbClr val="F26B43"/>
          </p15:clr>
        </p15:guide>
        <p15:guide id="63" orient="horz" pos="4320" userDrawn="1">
          <p15:clr>
            <a:srgbClr val="F26B43"/>
          </p15:clr>
        </p15:guide>
        <p15:guide id="64" orient="horz" pos="2160" userDrawn="1">
          <p15:clr>
            <a:srgbClr val="F26B43"/>
          </p15:clr>
        </p15:guide>
        <p15:guide id="65" orient="horz" pos="4152" userDrawn="1">
          <p15:clr>
            <a:srgbClr val="F26B43"/>
          </p15:clr>
        </p15:guide>
        <p15:guide id="66" pos="3840" userDrawn="1">
          <p15:clr>
            <a:srgbClr val="F26B43"/>
          </p15:clr>
        </p15:guide>
        <p15:guide id="67" orient="horz" pos="243" userDrawn="1">
          <p15:clr>
            <a:srgbClr val="F26B43"/>
          </p15:clr>
        </p15:guide>
        <p15:guide id="68" orient="horz" pos="122" userDrawn="1">
          <p15:clr>
            <a:srgbClr val="F26B43"/>
          </p15:clr>
        </p15:guide>
        <p15:guide id="69" orient="horz" pos="318" userDrawn="1">
          <p15:clr>
            <a:srgbClr val="F26B43"/>
          </p15:clr>
        </p15:guide>
        <p15:guide id="70" orient="horz" pos="925" userDrawn="1">
          <p15:clr>
            <a:srgbClr val="F26B43"/>
          </p15:clr>
        </p15:guide>
        <p15:guide id="71" pos="62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CBC0C5D6-9A52-14A6-5A51-997AE63C36D5}"/>
              </a:ext>
            </a:extLst>
          </p:cNvPr>
          <p:cNvSpPr>
            <a:spLocks noGrp="1"/>
          </p:cNvSpPr>
          <p:nvPr>
            <p:ph type="title"/>
            <p:custDataLst>
              <p:tags r:id="rId44"/>
            </p:custDataLst>
          </p:nvPr>
        </p:nvSpPr>
        <p:spPr>
          <a:xfrm>
            <a:off x="262766" y="639661"/>
            <a:ext cx="11663396" cy="523220"/>
          </a:xfrm>
          <a:prstGeom prst="rect">
            <a:avLst/>
          </a:prstGeom>
        </p:spPr>
        <p:txBody>
          <a:bodyPr vert="horz" wrap="square" lIns="0" tIns="0" rIns="0" bIns="0" rtlCol="0" anchor="t">
            <a:spAutoFit/>
          </a:bodyPr>
          <a:lstStyle/>
          <a:p>
            <a:r>
              <a:rPr lang="en-US"/>
              <a:t>Click to edit Master title style</a:t>
            </a:r>
          </a:p>
        </p:txBody>
      </p:sp>
      <p:sp>
        <p:nvSpPr>
          <p:cNvPr id="4" name="Text Placeholder 3">
            <a:extLst>
              <a:ext uri="{FF2B5EF4-FFF2-40B4-BE49-F238E27FC236}">
                <a16:creationId xmlns:a16="http://schemas.microsoft.com/office/drawing/2014/main" id="{CEBA28CD-4AA2-40A3-A15A-D185F776DEF1}"/>
              </a:ext>
            </a:extLst>
          </p:cNvPr>
          <p:cNvSpPr>
            <a:spLocks noGrp="1"/>
          </p:cNvSpPr>
          <p:nvPr>
            <p:ph type="body" idx="1"/>
          </p:nvPr>
        </p:nvSpPr>
        <p:spPr>
          <a:xfrm>
            <a:off x="262766" y="1559407"/>
            <a:ext cx="11662717" cy="5968044"/>
          </a:xfrm>
          <a:prstGeom prst="rect">
            <a:avLst/>
          </a:prstGeom>
        </p:spPr>
        <p:txBody>
          <a:bodyPr vert="horz" wrap="square" lIns="0" tIns="0" rIns="0" bIns="0" rtlCol="0">
            <a:spAutoFit/>
          </a:bodyPr>
          <a:lstStyle/>
          <a:p>
            <a:pPr lvl="0"/>
            <a:r>
              <a:rPr lang="en-US"/>
              <a:t>Click to edit Master text styles + bullets</a:t>
            </a:r>
          </a:p>
          <a:p>
            <a:pPr lvl="1"/>
            <a:r>
              <a:rPr lang="en-US"/>
              <a:t>Second level</a:t>
            </a:r>
          </a:p>
          <a:p>
            <a:pPr lvl="2"/>
            <a:r>
              <a:rPr lang="en-US"/>
              <a:t>Third level</a:t>
            </a:r>
          </a:p>
          <a:p>
            <a:pPr lvl="3"/>
            <a:r>
              <a:rPr lang="en-US"/>
              <a:t>Fourth level</a:t>
            </a:r>
          </a:p>
          <a:p>
            <a:pPr lvl="4"/>
            <a:r>
              <a:rPr lang="en-US"/>
              <a:t>Fifth level (max) </a:t>
            </a:r>
          </a:p>
          <a:p>
            <a:pPr lvl="4"/>
            <a:r>
              <a:rPr lang="en-US"/>
              <a:t>Sixth level</a:t>
            </a:r>
          </a:p>
          <a:p>
            <a:pPr lvl="4"/>
            <a:r>
              <a:rPr lang="en-US"/>
              <a:t>Seventh level</a:t>
            </a:r>
          </a:p>
          <a:p>
            <a:pPr lvl="4"/>
            <a:r>
              <a:rPr lang="en-US"/>
              <a:t>Eight level</a:t>
            </a:r>
          </a:p>
          <a:p>
            <a:pPr lvl="4"/>
            <a:r>
              <a:rPr lang="en-US"/>
              <a:t>Ninth level</a:t>
            </a:r>
          </a:p>
          <a:p>
            <a:pPr marL="0" indent="0">
              <a:buNone/>
            </a:pPr>
            <a:r>
              <a:rPr lang="en-US"/>
              <a:t>Click to edit Master text style</a:t>
            </a:r>
          </a:p>
          <a:p>
            <a:pPr marL="341932" lvl="1" indent="0">
              <a:buNone/>
            </a:pPr>
            <a:r>
              <a:rPr lang="en-US"/>
              <a:t>Second level</a:t>
            </a:r>
          </a:p>
          <a:p>
            <a:pPr marL="611878" lvl="2" indent="0">
              <a:buNone/>
            </a:pPr>
            <a:r>
              <a:rPr lang="en-US"/>
              <a:t>Third level</a:t>
            </a:r>
          </a:p>
          <a:p>
            <a:pPr marL="845831" lvl="3" indent="0">
              <a:buNone/>
            </a:pPr>
            <a:r>
              <a:rPr lang="en-US"/>
              <a:t>Fourth level</a:t>
            </a:r>
          </a:p>
          <a:p>
            <a:pPr marL="1061788" lvl="4" indent="0">
              <a:buNone/>
            </a:pPr>
            <a:r>
              <a:rPr lang="en-US"/>
              <a:t>Fifth level (max)</a:t>
            </a:r>
          </a:p>
          <a:p>
            <a:pPr marL="1061788" lvl="4" indent="0">
              <a:buNone/>
            </a:pPr>
            <a:r>
              <a:rPr lang="en-US"/>
              <a:t>Sixth level</a:t>
            </a:r>
          </a:p>
          <a:p>
            <a:pPr marL="1061788" lvl="4" indent="0">
              <a:buNone/>
            </a:pPr>
            <a:r>
              <a:rPr lang="en-US"/>
              <a:t>Seventh level</a:t>
            </a:r>
          </a:p>
          <a:p>
            <a:pPr marL="1061788" lvl="4" indent="0">
              <a:buNone/>
            </a:pPr>
            <a:r>
              <a:rPr lang="en-US"/>
              <a:t>Eight level</a:t>
            </a:r>
          </a:p>
          <a:p>
            <a:pPr marL="1061788" lvl="4" indent="0">
              <a:buNone/>
            </a:pPr>
            <a:r>
              <a:rPr lang="en-US"/>
              <a:t>Ninth level </a:t>
            </a:r>
          </a:p>
        </p:txBody>
      </p:sp>
      <p:grpSp>
        <p:nvGrpSpPr>
          <p:cNvPr id="2" name="Group 1">
            <a:extLst>
              <a:ext uri="{FF2B5EF4-FFF2-40B4-BE49-F238E27FC236}">
                <a16:creationId xmlns:a16="http://schemas.microsoft.com/office/drawing/2014/main" id="{B63E0F2C-3AB1-73C7-D521-45FA831C82CA}"/>
              </a:ext>
            </a:extLst>
          </p:cNvPr>
          <p:cNvGrpSpPr>
            <a:grpSpLocks noChangeAspect="1"/>
          </p:cNvGrpSpPr>
          <p:nvPr userDrawn="1"/>
        </p:nvGrpSpPr>
        <p:grpSpPr>
          <a:xfrm>
            <a:off x="12344400" y="0"/>
            <a:ext cx="549097" cy="1389433"/>
            <a:chOff x="24867471" y="1229882"/>
            <a:chExt cx="1807065" cy="4570222"/>
          </a:xfrm>
        </p:grpSpPr>
        <p:sp>
          <p:nvSpPr>
            <p:cNvPr id="5" name="Rectangle 4">
              <a:extLst>
                <a:ext uri="{FF2B5EF4-FFF2-40B4-BE49-F238E27FC236}">
                  <a16:creationId xmlns:a16="http://schemas.microsoft.com/office/drawing/2014/main" id="{C8A48A52-7162-7CE4-3CC3-5B416890CC77}"/>
                </a:ext>
              </a:extLst>
            </p:cNvPr>
            <p:cNvSpPr/>
            <p:nvPr userDrawn="1"/>
          </p:nvSpPr>
          <p:spPr>
            <a:xfrm>
              <a:off x="24867471" y="1229882"/>
              <a:ext cx="455422" cy="455422"/>
            </a:xfrm>
            <a:prstGeom prst="rect">
              <a:avLst/>
            </a:prstGeom>
            <a:solidFill>
              <a:srgbClr val="8B8C8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7" name="Rectangle 6">
              <a:extLst>
                <a:ext uri="{FF2B5EF4-FFF2-40B4-BE49-F238E27FC236}">
                  <a16:creationId xmlns:a16="http://schemas.microsoft.com/office/drawing/2014/main" id="{FAC73DF8-B338-4009-6A19-C7A809823130}"/>
                </a:ext>
              </a:extLst>
            </p:cNvPr>
            <p:cNvSpPr/>
            <p:nvPr userDrawn="1"/>
          </p:nvSpPr>
          <p:spPr>
            <a:xfrm>
              <a:off x="24867471" y="1915682"/>
              <a:ext cx="455422" cy="45542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8" name="Rectangle 7">
              <a:extLst>
                <a:ext uri="{FF2B5EF4-FFF2-40B4-BE49-F238E27FC236}">
                  <a16:creationId xmlns:a16="http://schemas.microsoft.com/office/drawing/2014/main" id="{D372DA35-BFEE-C357-1545-61E75BE812DD}"/>
                </a:ext>
              </a:extLst>
            </p:cNvPr>
            <p:cNvSpPr/>
            <p:nvPr userDrawn="1"/>
          </p:nvSpPr>
          <p:spPr>
            <a:xfrm>
              <a:off x="24867471" y="2601482"/>
              <a:ext cx="455422" cy="45542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9" name="Rectangle 8">
              <a:extLst>
                <a:ext uri="{FF2B5EF4-FFF2-40B4-BE49-F238E27FC236}">
                  <a16:creationId xmlns:a16="http://schemas.microsoft.com/office/drawing/2014/main" id="{765DE771-96C9-8336-5FA6-5C6A1AE77D05}"/>
                </a:ext>
              </a:extLst>
            </p:cNvPr>
            <p:cNvSpPr/>
            <p:nvPr userDrawn="1"/>
          </p:nvSpPr>
          <p:spPr>
            <a:xfrm>
              <a:off x="24867471" y="3287282"/>
              <a:ext cx="455422" cy="45542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11" name="Rectangle 10">
              <a:extLst>
                <a:ext uri="{FF2B5EF4-FFF2-40B4-BE49-F238E27FC236}">
                  <a16:creationId xmlns:a16="http://schemas.microsoft.com/office/drawing/2014/main" id="{E97F1187-095D-673A-4FC9-F3F99D5FFFCA}"/>
                </a:ext>
              </a:extLst>
            </p:cNvPr>
            <p:cNvSpPr/>
            <p:nvPr userDrawn="1"/>
          </p:nvSpPr>
          <p:spPr>
            <a:xfrm>
              <a:off x="24867471" y="3973082"/>
              <a:ext cx="455422" cy="45542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12" name="Rectangle 11">
              <a:extLst>
                <a:ext uri="{FF2B5EF4-FFF2-40B4-BE49-F238E27FC236}">
                  <a16:creationId xmlns:a16="http://schemas.microsoft.com/office/drawing/2014/main" id="{391748CA-FC2D-68CD-F6AB-57FD117615E3}"/>
                </a:ext>
              </a:extLst>
            </p:cNvPr>
            <p:cNvSpPr/>
            <p:nvPr userDrawn="1"/>
          </p:nvSpPr>
          <p:spPr>
            <a:xfrm>
              <a:off x="24867471" y="4658882"/>
              <a:ext cx="455422" cy="45542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13" name="Rectangle 12">
              <a:extLst>
                <a:ext uri="{FF2B5EF4-FFF2-40B4-BE49-F238E27FC236}">
                  <a16:creationId xmlns:a16="http://schemas.microsoft.com/office/drawing/2014/main" id="{8460E3E8-316B-B639-1F22-7D07E0CEEE81}"/>
                </a:ext>
              </a:extLst>
            </p:cNvPr>
            <p:cNvSpPr/>
            <p:nvPr userDrawn="1"/>
          </p:nvSpPr>
          <p:spPr>
            <a:xfrm>
              <a:off x="24867471" y="5344682"/>
              <a:ext cx="455422" cy="45542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14" name="Rectangle 13">
              <a:extLst>
                <a:ext uri="{FF2B5EF4-FFF2-40B4-BE49-F238E27FC236}">
                  <a16:creationId xmlns:a16="http://schemas.microsoft.com/office/drawing/2014/main" id="{1D2AF4FB-71D9-EFA0-90B4-4476E6F2E157}"/>
                </a:ext>
              </a:extLst>
            </p:cNvPr>
            <p:cNvSpPr/>
            <p:nvPr userDrawn="1"/>
          </p:nvSpPr>
          <p:spPr>
            <a:xfrm>
              <a:off x="25543292" y="1229882"/>
              <a:ext cx="455422" cy="455422"/>
            </a:xfrm>
            <a:prstGeom prst="rect">
              <a:avLst/>
            </a:prstGeom>
            <a:solidFill>
              <a:srgbClr val="C2C4B8"/>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15" name="Rectangle 14">
              <a:extLst>
                <a:ext uri="{FF2B5EF4-FFF2-40B4-BE49-F238E27FC236}">
                  <a16:creationId xmlns:a16="http://schemas.microsoft.com/office/drawing/2014/main" id="{C5096824-FCDC-523A-02C6-CF5A08615C20}"/>
                </a:ext>
              </a:extLst>
            </p:cNvPr>
            <p:cNvSpPr/>
            <p:nvPr userDrawn="1"/>
          </p:nvSpPr>
          <p:spPr>
            <a:xfrm>
              <a:off x="25543292" y="1915682"/>
              <a:ext cx="455422" cy="455422"/>
            </a:xfrm>
            <a:prstGeom prst="rect">
              <a:avLst/>
            </a:prstGeom>
            <a:solidFill>
              <a:srgbClr val="36373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17" name="Rectangle 16">
              <a:extLst>
                <a:ext uri="{FF2B5EF4-FFF2-40B4-BE49-F238E27FC236}">
                  <a16:creationId xmlns:a16="http://schemas.microsoft.com/office/drawing/2014/main" id="{2D2C8862-DE44-86C5-4F2C-7AFA70C131A1}"/>
                </a:ext>
              </a:extLst>
            </p:cNvPr>
            <p:cNvSpPr/>
            <p:nvPr userDrawn="1"/>
          </p:nvSpPr>
          <p:spPr>
            <a:xfrm>
              <a:off x="25543292" y="2601482"/>
              <a:ext cx="455422" cy="455422"/>
            </a:xfrm>
            <a:prstGeom prst="rect">
              <a:avLst/>
            </a:prstGeom>
            <a:solidFill>
              <a:srgbClr val="CC7D57"/>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18" name="Rectangle 17">
              <a:extLst>
                <a:ext uri="{FF2B5EF4-FFF2-40B4-BE49-F238E27FC236}">
                  <a16:creationId xmlns:a16="http://schemas.microsoft.com/office/drawing/2014/main" id="{C5F627B9-E4ED-A75E-758A-BB4B6A6766D1}"/>
                </a:ext>
              </a:extLst>
            </p:cNvPr>
            <p:cNvSpPr/>
            <p:nvPr userDrawn="1"/>
          </p:nvSpPr>
          <p:spPr>
            <a:xfrm>
              <a:off x="25543292" y="3287282"/>
              <a:ext cx="455422" cy="455422"/>
            </a:xfrm>
            <a:prstGeom prst="rect">
              <a:avLst/>
            </a:prstGeom>
            <a:solidFill>
              <a:srgbClr val="D3A34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0" name="Rectangle 19">
              <a:extLst>
                <a:ext uri="{FF2B5EF4-FFF2-40B4-BE49-F238E27FC236}">
                  <a16:creationId xmlns:a16="http://schemas.microsoft.com/office/drawing/2014/main" id="{05BDF27A-AA34-458B-B311-6C41B77ADC15}"/>
                </a:ext>
              </a:extLst>
            </p:cNvPr>
            <p:cNvSpPr/>
            <p:nvPr userDrawn="1"/>
          </p:nvSpPr>
          <p:spPr>
            <a:xfrm>
              <a:off x="25543292" y="3973082"/>
              <a:ext cx="455422" cy="455422"/>
            </a:xfrm>
            <a:prstGeom prst="rect">
              <a:avLst/>
            </a:prstGeom>
            <a:solidFill>
              <a:srgbClr val="859166"/>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1" name="Rectangle 20">
              <a:extLst>
                <a:ext uri="{FF2B5EF4-FFF2-40B4-BE49-F238E27FC236}">
                  <a16:creationId xmlns:a16="http://schemas.microsoft.com/office/drawing/2014/main" id="{BBF46883-77AC-1D1C-346C-1CC26047A930}"/>
                </a:ext>
              </a:extLst>
            </p:cNvPr>
            <p:cNvSpPr/>
            <p:nvPr userDrawn="1"/>
          </p:nvSpPr>
          <p:spPr>
            <a:xfrm>
              <a:off x="25543292" y="4658882"/>
              <a:ext cx="455422" cy="455422"/>
            </a:xfrm>
            <a:prstGeom prst="rect">
              <a:avLst/>
            </a:prstGeom>
            <a:solidFill>
              <a:srgbClr val="5E889C"/>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3" name="Rectangle 22">
              <a:extLst>
                <a:ext uri="{FF2B5EF4-FFF2-40B4-BE49-F238E27FC236}">
                  <a16:creationId xmlns:a16="http://schemas.microsoft.com/office/drawing/2014/main" id="{9F613128-46C5-8267-8E17-5AD43BD44FEA}"/>
                </a:ext>
              </a:extLst>
            </p:cNvPr>
            <p:cNvSpPr/>
            <p:nvPr userDrawn="1"/>
          </p:nvSpPr>
          <p:spPr>
            <a:xfrm>
              <a:off x="25543292" y="5344682"/>
              <a:ext cx="455422" cy="455422"/>
            </a:xfrm>
            <a:prstGeom prst="rect">
              <a:avLst/>
            </a:prstGeom>
            <a:solidFill>
              <a:srgbClr val="9E7696"/>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4" name="Rectangle 23">
              <a:extLst>
                <a:ext uri="{FF2B5EF4-FFF2-40B4-BE49-F238E27FC236}">
                  <a16:creationId xmlns:a16="http://schemas.microsoft.com/office/drawing/2014/main" id="{8B4DA4AA-CE22-738F-0DAF-4D11338F6CBB}"/>
                </a:ext>
              </a:extLst>
            </p:cNvPr>
            <p:cNvSpPr/>
            <p:nvPr userDrawn="1"/>
          </p:nvSpPr>
          <p:spPr>
            <a:xfrm>
              <a:off x="26219114" y="1229882"/>
              <a:ext cx="455422" cy="45542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6" name="Rectangle 25">
              <a:extLst>
                <a:ext uri="{FF2B5EF4-FFF2-40B4-BE49-F238E27FC236}">
                  <a16:creationId xmlns:a16="http://schemas.microsoft.com/office/drawing/2014/main" id="{B3D94597-F81C-DFDF-95FF-87FA70BE823F}"/>
                </a:ext>
              </a:extLst>
            </p:cNvPr>
            <p:cNvSpPr/>
            <p:nvPr userDrawn="1"/>
          </p:nvSpPr>
          <p:spPr>
            <a:xfrm>
              <a:off x="26219114" y="1915682"/>
              <a:ext cx="455422" cy="455422"/>
            </a:xfrm>
            <a:prstGeom prst="rect">
              <a:avLst/>
            </a:prstGeom>
            <a:solidFill>
              <a:srgbClr val="53544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7" name="Rectangle 26">
              <a:extLst>
                <a:ext uri="{FF2B5EF4-FFF2-40B4-BE49-F238E27FC236}">
                  <a16:creationId xmlns:a16="http://schemas.microsoft.com/office/drawing/2014/main" id="{F80EC637-AC2C-28AB-5CE0-EDBE51E811B1}"/>
                </a:ext>
              </a:extLst>
            </p:cNvPr>
            <p:cNvSpPr/>
            <p:nvPr userDrawn="1"/>
          </p:nvSpPr>
          <p:spPr>
            <a:xfrm>
              <a:off x="26219114" y="2601482"/>
              <a:ext cx="455422" cy="455422"/>
            </a:xfrm>
            <a:prstGeom prst="rect">
              <a:avLst/>
            </a:prstGeom>
            <a:solidFill>
              <a:srgbClr val="FCC7B4"/>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29" name="Rectangle 28">
              <a:extLst>
                <a:ext uri="{FF2B5EF4-FFF2-40B4-BE49-F238E27FC236}">
                  <a16:creationId xmlns:a16="http://schemas.microsoft.com/office/drawing/2014/main" id="{5444D3E0-7910-46F4-CF82-3230D960D579}"/>
                </a:ext>
              </a:extLst>
            </p:cNvPr>
            <p:cNvSpPr/>
            <p:nvPr userDrawn="1"/>
          </p:nvSpPr>
          <p:spPr>
            <a:xfrm>
              <a:off x="26219114" y="3287282"/>
              <a:ext cx="455422" cy="455422"/>
            </a:xfrm>
            <a:prstGeom prst="rect">
              <a:avLst/>
            </a:prstGeom>
            <a:solidFill>
              <a:srgbClr val="F9D28C"/>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0" name="Rectangle 29">
              <a:extLst>
                <a:ext uri="{FF2B5EF4-FFF2-40B4-BE49-F238E27FC236}">
                  <a16:creationId xmlns:a16="http://schemas.microsoft.com/office/drawing/2014/main" id="{34A1B4E9-7DF0-122D-0786-B2ECC8250A32}"/>
                </a:ext>
              </a:extLst>
            </p:cNvPr>
            <p:cNvSpPr/>
            <p:nvPr userDrawn="1"/>
          </p:nvSpPr>
          <p:spPr>
            <a:xfrm>
              <a:off x="26219114" y="3973082"/>
              <a:ext cx="455422" cy="455422"/>
            </a:xfrm>
            <a:prstGeom prst="rect">
              <a:avLst/>
            </a:prstGeom>
            <a:solidFill>
              <a:srgbClr val="B5BF9B"/>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32" name="Rectangle 31">
              <a:extLst>
                <a:ext uri="{FF2B5EF4-FFF2-40B4-BE49-F238E27FC236}">
                  <a16:creationId xmlns:a16="http://schemas.microsoft.com/office/drawing/2014/main" id="{0D0B3BFD-0B41-CE8A-9915-CBFDB32BD9AA}"/>
                </a:ext>
              </a:extLst>
            </p:cNvPr>
            <p:cNvSpPr/>
            <p:nvPr userDrawn="1"/>
          </p:nvSpPr>
          <p:spPr>
            <a:xfrm>
              <a:off x="26219114" y="4658882"/>
              <a:ext cx="455422" cy="455422"/>
            </a:xfrm>
            <a:prstGeom prst="rect">
              <a:avLst/>
            </a:prstGeom>
            <a:solidFill>
              <a:srgbClr val="98AAAF"/>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sp>
          <p:nvSpPr>
            <p:cNvPr id="47" name="Rectangle 46">
              <a:extLst>
                <a:ext uri="{FF2B5EF4-FFF2-40B4-BE49-F238E27FC236}">
                  <a16:creationId xmlns:a16="http://schemas.microsoft.com/office/drawing/2014/main" id="{9DFDA00B-68E6-9FD9-890D-D434EB1AC561}"/>
                </a:ext>
              </a:extLst>
            </p:cNvPr>
            <p:cNvSpPr/>
            <p:nvPr userDrawn="1"/>
          </p:nvSpPr>
          <p:spPr>
            <a:xfrm>
              <a:off x="26219114" y="5344682"/>
              <a:ext cx="455422" cy="455422"/>
            </a:xfrm>
            <a:prstGeom prst="rect">
              <a:avLst/>
            </a:prstGeom>
            <a:solidFill>
              <a:srgbClr val="B1A0B0"/>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marL="179964" indent="-179964" algn="l">
                <a:lnSpc>
                  <a:spcPct val="110000"/>
                </a:lnSpc>
                <a:spcAft>
                  <a:spcPts val="900"/>
                </a:spcAft>
                <a:buFont typeface="Snowflake Sans Light" panose="020B0305040401040103" pitchFamily="34" charset="0"/>
                <a:buChar char="□"/>
              </a:pPr>
              <a:endParaRPr lang="en-US" sz="1000">
                <a:solidFill>
                  <a:schemeClr val="tx1"/>
                </a:solidFill>
              </a:endParaRPr>
            </a:p>
          </p:txBody>
        </p:sp>
      </p:grpSp>
      <p:sp>
        <p:nvSpPr>
          <p:cNvPr id="6" name="Slide Number Placeholder 5">
            <a:extLst>
              <a:ext uri="{FF2B5EF4-FFF2-40B4-BE49-F238E27FC236}">
                <a16:creationId xmlns:a16="http://schemas.microsoft.com/office/drawing/2014/main" id="{9113853A-5294-C845-9AA4-7EFC4EC04B59}"/>
              </a:ext>
            </a:extLst>
          </p:cNvPr>
          <p:cNvSpPr>
            <a:spLocks noGrp="1"/>
          </p:cNvSpPr>
          <p:nvPr>
            <p:ph type="sldNum" sz="quarter" idx="4"/>
          </p:nvPr>
        </p:nvSpPr>
        <p:spPr>
          <a:xfrm>
            <a:off x="11471675" y="281148"/>
            <a:ext cx="457708" cy="138500"/>
          </a:xfrm>
          <a:prstGeom prst="rect">
            <a:avLst/>
          </a:prstGeom>
        </p:spPr>
        <p:txBody>
          <a:bodyPr vert="horz" wrap="square" lIns="0" tIns="0" rIns="0" bIns="0" rtlCol="0" anchor="ctr">
            <a:spAutoFit/>
          </a:bodyPr>
          <a:lstStyle>
            <a:lvl1pPr algn="r">
              <a:defRPr sz="900" b="1" i="0">
                <a:solidFill>
                  <a:schemeClr val="bg1"/>
                </a:solidFill>
                <a:latin typeface="+mj-lt"/>
              </a:defRPr>
            </a:lvl1pPr>
          </a:lstStyle>
          <a:p>
            <a:fld id="{48F63A3B-78C7-47BE-AE5E-E10140E04643}" type="slidenum">
              <a:rPr lang="en-US" smtClean="0"/>
              <a:pPr/>
              <a:t>‹#›</a:t>
            </a:fld>
            <a:endParaRPr lang="en-US">
              <a:solidFill>
                <a:schemeClr val="bg1"/>
              </a:solidFill>
            </a:endParaRPr>
          </a:p>
        </p:txBody>
      </p:sp>
      <p:sp>
        <p:nvSpPr>
          <p:cNvPr id="25" name="Footer Placeholder 4">
            <a:extLst>
              <a:ext uri="{FF2B5EF4-FFF2-40B4-BE49-F238E27FC236}">
                <a16:creationId xmlns:a16="http://schemas.microsoft.com/office/drawing/2014/main" id="{D0EAE9A5-185D-BFE8-A5F5-9AC4E1B13AA0}"/>
              </a:ext>
            </a:extLst>
          </p:cNvPr>
          <p:cNvSpPr>
            <a:spLocks noGrp="1"/>
          </p:cNvSpPr>
          <p:nvPr>
            <p:ph type="ftr" sz="quarter" idx="3"/>
          </p:nvPr>
        </p:nvSpPr>
        <p:spPr>
          <a:xfrm>
            <a:off x="8864731" y="281148"/>
            <a:ext cx="1747730" cy="138500"/>
          </a:xfrm>
          <a:prstGeom prst="rect">
            <a:avLst/>
          </a:prstGeom>
        </p:spPr>
        <p:txBody>
          <a:bodyPr vert="horz" lIns="91440" tIns="45720" rIns="91440" bIns="45720" rtlCol="0" anchor="ctr"/>
          <a:lstStyle>
            <a:lvl1pPr algn="r">
              <a:defRPr lang="en-US" sz="900" b="0" i="0" kern="1200">
                <a:solidFill>
                  <a:schemeClr val="bg1"/>
                </a:solidFill>
                <a:latin typeface="Snowflake Sans Book" panose="020B0505040401040103" pitchFamily="34" charset="0"/>
                <a:ea typeface="+mn-ea"/>
                <a:cs typeface="+mn-cs"/>
              </a:defRPr>
            </a:lvl1pPr>
          </a:lstStyle>
          <a:p>
            <a:endParaRPr lang="en-GB">
              <a:solidFill>
                <a:schemeClr val="bg1"/>
              </a:solidFill>
            </a:endParaRPr>
          </a:p>
        </p:txBody>
      </p:sp>
      <p:sp>
        <p:nvSpPr>
          <p:cNvPr id="28" name="Date Placeholder 1">
            <a:extLst>
              <a:ext uri="{FF2B5EF4-FFF2-40B4-BE49-F238E27FC236}">
                <a16:creationId xmlns:a16="http://schemas.microsoft.com/office/drawing/2014/main" id="{6053B788-EEE0-4301-733B-FD5E7DAC1253}"/>
              </a:ext>
            </a:extLst>
          </p:cNvPr>
          <p:cNvSpPr>
            <a:spLocks noGrp="1"/>
          </p:cNvSpPr>
          <p:nvPr>
            <p:ph type="dt" sz="half" idx="2"/>
          </p:nvPr>
        </p:nvSpPr>
        <p:spPr>
          <a:xfrm>
            <a:off x="10645946" y="281191"/>
            <a:ext cx="792244" cy="138457"/>
          </a:xfrm>
          <a:prstGeom prst="rect">
            <a:avLst/>
          </a:prstGeom>
        </p:spPr>
        <p:txBody>
          <a:bodyPr vert="horz" lIns="91440" tIns="45720" rIns="91440" bIns="45720" rtlCol="0" anchor="ctr"/>
          <a:lstStyle>
            <a:lvl1pPr algn="l">
              <a:defRPr lang="en-US" sz="900" b="0" i="0" kern="1200" smtClean="0">
                <a:solidFill>
                  <a:schemeClr val="bg1"/>
                </a:solidFill>
                <a:latin typeface="Snowflake Sans Book" panose="020B0505040401040103" pitchFamily="34" charset="0"/>
                <a:ea typeface="+mn-ea"/>
                <a:cs typeface="+mn-cs"/>
              </a:defRPr>
            </a:lvl1pPr>
          </a:lstStyle>
          <a:p>
            <a:fld id="{79018C7D-48B1-7D4E-833E-C9960236B3EA}" type="datetimeFigureOut">
              <a:rPr lang="en-GB" smtClean="0"/>
              <a:pPr/>
              <a:t>03/02/2026</a:t>
            </a:fld>
            <a:endParaRPr lang="en-GB">
              <a:solidFill>
                <a:schemeClr val="bg1"/>
              </a:solidFill>
            </a:endParaRPr>
          </a:p>
        </p:txBody>
      </p:sp>
    </p:spTree>
    <p:extLst>
      <p:ext uri="{BB962C8B-B14F-4D97-AF65-F5344CB8AC3E}">
        <p14:creationId xmlns:p14="http://schemas.microsoft.com/office/powerpoint/2010/main" val="338423187"/>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34" r:id="rId3"/>
    <p:sldLayoutId id="2147483739" r:id="rId4"/>
    <p:sldLayoutId id="2147483742" r:id="rId5"/>
    <p:sldLayoutId id="2147483811" r:id="rId6"/>
    <p:sldLayoutId id="2147483745" r:id="rId7"/>
    <p:sldLayoutId id="2147483746" r:id="rId8"/>
    <p:sldLayoutId id="2147483747" r:id="rId9"/>
    <p:sldLayoutId id="2147483748" r:id="rId10"/>
    <p:sldLayoutId id="2147483749" r:id="rId11"/>
    <p:sldLayoutId id="2147483750" r:id="rId12"/>
    <p:sldLayoutId id="2147483797" r:id="rId13"/>
    <p:sldLayoutId id="2147483751" r:id="rId14"/>
    <p:sldLayoutId id="2147483798" r:id="rId15"/>
    <p:sldLayoutId id="2147483753" r:id="rId16"/>
    <p:sldLayoutId id="2147483754" r:id="rId17"/>
    <p:sldLayoutId id="2147483755" r:id="rId18"/>
    <p:sldLayoutId id="2147483756" r:id="rId19"/>
    <p:sldLayoutId id="2147483760" r:id="rId20"/>
    <p:sldLayoutId id="2147483761" r:id="rId21"/>
    <p:sldLayoutId id="2147483762" r:id="rId22"/>
    <p:sldLayoutId id="2147483763" r:id="rId23"/>
    <p:sldLayoutId id="2147483764" r:id="rId24"/>
    <p:sldLayoutId id="2147483765" r:id="rId25"/>
    <p:sldLayoutId id="2147483766" r:id="rId26"/>
    <p:sldLayoutId id="2147483767" r:id="rId27"/>
    <p:sldLayoutId id="2147483812" r:id="rId28"/>
    <p:sldLayoutId id="2147483768" r:id="rId29"/>
    <p:sldLayoutId id="2147483769" r:id="rId30"/>
    <p:sldLayoutId id="2147483770" r:id="rId31"/>
    <p:sldLayoutId id="2147483771" r:id="rId32"/>
    <p:sldLayoutId id="2147483796" r:id="rId33"/>
    <p:sldLayoutId id="2147483806" r:id="rId34"/>
    <p:sldLayoutId id="2147483733" r:id="rId35"/>
    <p:sldLayoutId id="2147483807" r:id="rId36"/>
    <p:sldLayoutId id="2147483759" r:id="rId37"/>
    <p:sldLayoutId id="2147483794" r:id="rId38"/>
    <p:sldLayoutId id="2147483772" r:id="rId39"/>
    <p:sldLayoutId id="2147483773" r:id="rId40"/>
    <p:sldLayoutId id="2147483774" r:id="rId41"/>
    <p:sldLayoutId id="2147483775" r:id="rId42"/>
  </p:sldLayoutIdLst>
  <p:hf hdr="0" ftr="0" dt="0"/>
  <p:txStyles>
    <p:titleStyle>
      <a:lvl1pPr marL="0" indent="0" algn="l" defTabSz="914217" rtl="0" eaLnBrk="1" latinLnBrk="0" hangingPunct="1">
        <a:lnSpc>
          <a:spcPct val="80000"/>
        </a:lnSpc>
        <a:spcBef>
          <a:spcPct val="0"/>
        </a:spcBef>
        <a:buNone/>
        <a:tabLst/>
        <a:defRPr sz="3999" b="0" i="0" kern="1200" spc="-75">
          <a:solidFill>
            <a:schemeClr val="bg1"/>
          </a:solidFill>
          <a:latin typeface="+mj-lt"/>
          <a:ea typeface="+mj-ea"/>
          <a:cs typeface="+mj-cs"/>
        </a:defRPr>
      </a:lvl1pPr>
    </p:titleStyle>
    <p:bodyStyle>
      <a:lvl1pPr marL="342900" indent="-342900" algn="l" defTabSz="323935" rtl="0" eaLnBrk="1" fontAlgn="auto" latinLnBrk="0" hangingPunct="1">
        <a:lnSpc>
          <a:spcPct val="110000"/>
        </a:lnSpc>
        <a:spcBef>
          <a:spcPts val="0"/>
        </a:spcBef>
        <a:spcAft>
          <a:spcPts val="1000"/>
        </a:spcAft>
        <a:buClr>
          <a:schemeClr val="bg1"/>
        </a:buClr>
        <a:buSzPct val="100000"/>
        <a:buFont typeface="Snowflake Sans Book" panose="020B0505040401040103" pitchFamily="34" charset="0"/>
        <a:buChar char="□"/>
        <a:tabLst/>
        <a:defRPr lang="en-US" sz="2000" b="0" i="0" kern="1200" dirty="0">
          <a:solidFill>
            <a:schemeClr val="bg1"/>
          </a:solidFill>
          <a:latin typeface="+mn-lt"/>
          <a:ea typeface="+mn-ea"/>
          <a:cs typeface="+mn-cs"/>
        </a:defRPr>
      </a:lvl1pPr>
      <a:lvl2pPr marL="594241" indent="-274265" algn="l" defTabSz="323935" rtl="0" eaLnBrk="1" fontAlgn="auto" latinLnBrk="0" hangingPunct="1">
        <a:lnSpc>
          <a:spcPct val="110000"/>
        </a:lnSpc>
        <a:spcBef>
          <a:spcPts val="0"/>
        </a:spcBef>
        <a:spcAft>
          <a:spcPts val="1000"/>
        </a:spcAft>
        <a:buClrTx/>
        <a:buSzPct val="100000"/>
        <a:buFont typeface="Snowflake Sans Book" panose="020B0505040401040103" pitchFamily="34" charset="0"/>
        <a:buChar char="□"/>
        <a:tabLst/>
        <a:defRPr lang="en-US" sz="1600" b="0" i="0" kern="1200" dirty="0">
          <a:solidFill>
            <a:schemeClr val="bg1"/>
          </a:solidFill>
          <a:latin typeface="+mn-lt"/>
          <a:ea typeface="+mn-ea"/>
          <a:cs typeface="+mn-cs"/>
        </a:defRPr>
      </a:lvl2pPr>
      <a:lvl3pPr marL="822795" indent="-228554" algn="l" defTabSz="914217" rtl="0" eaLnBrk="1" fontAlgn="auto" latinLnBrk="0" hangingPunct="1">
        <a:lnSpc>
          <a:spcPct val="110000"/>
        </a:lnSpc>
        <a:spcBef>
          <a:spcPts val="0"/>
        </a:spcBef>
        <a:spcAft>
          <a:spcPts val="1000"/>
        </a:spcAft>
        <a:buClrTx/>
        <a:buSzPct val="100000"/>
        <a:buFont typeface="Snowflake Sans Book" panose="020B0505040401040103" pitchFamily="34" charset="0"/>
        <a:buChar char="□"/>
        <a:tabLst/>
        <a:defRPr lang="en-US" sz="1400" b="0" i="0" kern="1200" dirty="0">
          <a:solidFill>
            <a:schemeClr val="bg1"/>
          </a:solidFill>
          <a:latin typeface="+mn-lt"/>
          <a:ea typeface="+mn-ea"/>
          <a:cs typeface="+mn-cs"/>
        </a:defRPr>
      </a:lvl3pPr>
      <a:lvl4pPr marL="1051350" indent="-228554" algn="l" defTabSz="323935" rtl="0" eaLnBrk="1" fontAlgn="auto" latinLnBrk="0" hangingPunct="1">
        <a:lnSpc>
          <a:spcPct val="110000"/>
        </a:lnSpc>
        <a:spcBef>
          <a:spcPts val="0"/>
        </a:spcBef>
        <a:spcAft>
          <a:spcPts val="1000"/>
        </a:spcAft>
        <a:buClrTx/>
        <a:buSzPct val="100000"/>
        <a:buFont typeface="Snowflake Sans Book" panose="020B0505040401040103" pitchFamily="34" charset="0"/>
        <a:buChar char="□"/>
        <a:tabLst/>
        <a:defRPr lang="en-US" sz="1200" b="0" i="0" kern="1200" dirty="0">
          <a:solidFill>
            <a:schemeClr val="bg1"/>
          </a:solidFill>
          <a:latin typeface="+mn-lt"/>
          <a:ea typeface="+mn-ea"/>
          <a:cs typeface="+mn-cs"/>
        </a:defRPr>
      </a:lvl4pPr>
      <a:lvl5pPr marL="1234193" indent="-182843" algn="l" defTabSz="323935" rtl="0" eaLnBrk="1" fontAlgn="auto" latinLnBrk="0" hangingPunct="1">
        <a:lnSpc>
          <a:spcPct val="110000"/>
        </a:lnSpc>
        <a:spcBef>
          <a:spcPts val="0"/>
        </a:spcBef>
        <a:spcAft>
          <a:spcPts val="1000"/>
        </a:spcAft>
        <a:buClrTx/>
        <a:buSzPct val="100000"/>
        <a:buFont typeface="Snowflake Sans Book" panose="020B0505040401040103" pitchFamily="34" charset="0"/>
        <a:buChar char="□"/>
        <a:tabLst/>
        <a:defRPr lang="en-US" sz="1000" b="0" i="0" kern="1200" dirty="0">
          <a:solidFill>
            <a:schemeClr val="bg1"/>
          </a:solidFill>
          <a:latin typeface="+mn-lt"/>
          <a:ea typeface="+mn-ea"/>
          <a:cs typeface="+mn-cs"/>
        </a:defRPr>
      </a:lvl5pPr>
      <a:lvl6pPr marL="1371326" marR="0" indent="-137133" algn="l" defTabSz="914217" rtl="0" eaLnBrk="1" fontAlgn="auto" latinLnBrk="0" hangingPunct="1">
        <a:lnSpc>
          <a:spcPct val="60000"/>
        </a:lnSpc>
        <a:spcBef>
          <a:spcPts val="0"/>
        </a:spcBef>
        <a:spcAft>
          <a:spcPts val="1000"/>
        </a:spcAft>
        <a:buClrTx/>
        <a:buSzPct val="100000"/>
        <a:buFont typeface="Segoe UI" panose="020B0502040204020203" pitchFamily="34" charset="0"/>
        <a:buNone/>
        <a:tabLst/>
        <a:defRPr lang="en-US" sz="1000" b="0" i="0" kern="1200" dirty="0">
          <a:solidFill>
            <a:schemeClr val="bg1"/>
          </a:solidFill>
          <a:latin typeface="+mn-lt"/>
          <a:ea typeface="+mn-ea"/>
          <a:cs typeface="+mn-cs"/>
        </a:defRPr>
      </a:lvl6pPr>
      <a:lvl7pPr marL="1390372" marR="0" indent="0" algn="l" defTabSz="914217" rtl="0" eaLnBrk="1" fontAlgn="auto" latinLnBrk="0" hangingPunct="1">
        <a:lnSpc>
          <a:spcPct val="60000"/>
        </a:lnSpc>
        <a:spcBef>
          <a:spcPts val="0"/>
        </a:spcBef>
        <a:spcAft>
          <a:spcPts val="1000"/>
        </a:spcAft>
        <a:buClrTx/>
        <a:buSzTx/>
        <a:buFont typeface="Segoe UI" panose="020B0502040204020203" pitchFamily="34" charset="0"/>
        <a:buNone/>
        <a:tabLst/>
        <a:defRPr lang="en-US" sz="1000" b="0" i="0" kern="1200" dirty="0">
          <a:solidFill>
            <a:schemeClr val="bg1"/>
          </a:solidFill>
          <a:latin typeface="+mn-lt"/>
          <a:ea typeface="+mn-ea"/>
          <a:cs typeface="+mn-cs"/>
        </a:defRPr>
      </a:lvl7pPr>
      <a:lvl8pPr marL="1571311" marR="0" indent="0" algn="l" defTabSz="914217" rtl="0" eaLnBrk="1" fontAlgn="auto" latinLnBrk="0" hangingPunct="1">
        <a:lnSpc>
          <a:spcPct val="60000"/>
        </a:lnSpc>
        <a:spcBef>
          <a:spcPts val="0"/>
        </a:spcBef>
        <a:spcAft>
          <a:spcPts val="1000"/>
        </a:spcAft>
        <a:buClrTx/>
        <a:buSzTx/>
        <a:buFont typeface="Segoe UI" panose="020B0502040204020203" pitchFamily="34" charset="0"/>
        <a:buNone/>
        <a:tabLst/>
        <a:defRPr lang="en-US" sz="1000" b="0" i="0" kern="1200" dirty="0">
          <a:solidFill>
            <a:schemeClr val="bg1"/>
          </a:solidFill>
          <a:latin typeface="+mn-lt"/>
          <a:ea typeface="+mn-ea"/>
          <a:cs typeface="+mn-cs"/>
        </a:defRPr>
      </a:lvl8pPr>
      <a:lvl9pPr marL="1747488" marR="0" indent="0" algn="l" defTabSz="914217" rtl="0" eaLnBrk="1" fontAlgn="auto" latinLnBrk="0" hangingPunct="1">
        <a:lnSpc>
          <a:spcPct val="60000"/>
        </a:lnSpc>
        <a:spcBef>
          <a:spcPts val="0"/>
        </a:spcBef>
        <a:spcAft>
          <a:spcPts val="1000"/>
        </a:spcAft>
        <a:buClrTx/>
        <a:buSzTx/>
        <a:buFont typeface="Segoe UI" panose="020B0502040204020203" pitchFamily="34" charset="0"/>
        <a:buNone/>
        <a:tabLst/>
        <a:defRPr lang="en-US" sz="1000" b="0" i="0" kern="1200" dirty="0">
          <a:solidFill>
            <a:schemeClr val="bg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6" userDrawn="1">
          <p15:clr>
            <a:srgbClr val="F26B43"/>
          </p15:clr>
        </p15:guide>
        <p15:guide id="37" pos="7680" userDrawn="1">
          <p15:clr>
            <a:srgbClr val="F26B43"/>
          </p15:clr>
        </p15:guide>
        <p15:guide id="38" pos="164" userDrawn="1">
          <p15:clr>
            <a:srgbClr val="F26B43"/>
          </p15:clr>
        </p15:guide>
        <p15:guide id="40" pos="792" userDrawn="1">
          <p15:clr>
            <a:srgbClr val="F26B43"/>
          </p15:clr>
        </p15:guide>
        <p15:guide id="41" pos="1252" userDrawn="1">
          <p15:clr>
            <a:srgbClr val="F26B43"/>
          </p15:clr>
        </p15:guide>
        <p15:guide id="42" pos="1420" userDrawn="1">
          <p15:clr>
            <a:srgbClr val="F26B43"/>
          </p15:clr>
        </p15:guide>
        <p15:guide id="43" pos="1878" userDrawn="1">
          <p15:clr>
            <a:srgbClr val="F26B43"/>
          </p15:clr>
        </p15:guide>
        <p15:guide id="44" pos="2046" userDrawn="1">
          <p15:clr>
            <a:srgbClr val="F26B43"/>
          </p15:clr>
        </p15:guide>
        <p15:guide id="45" pos="2504" userDrawn="1">
          <p15:clr>
            <a:srgbClr val="F26B43"/>
          </p15:clr>
        </p15:guide>
        <p15:guide id="46" pos="2672" userDrawn="1">
          <p15:clr>
            <a:srgbClr val="F26B43"/>
          </p15:clr>
        </p15:guide>
        <p15:guide id="47" pos="3130" userDrawn="1">
          <p15:clr>
            <a:srgbClr val="F26B43"/>
          </p15:clr>
        </p15:guide>
        <p15:guide id="48" pos="3298" userDrawn="1">
          <p15:clr>
            <a:srgbClr val="F26B43"/>
          </p15:clr>
        </p15:guide>
        <p15:guide id="49" pos="3756" userDrawn="1">
          <p15:clr>
            <a:srgbClr val="F26B43"/>
          </p15:clr>
        </p15:guide>
        <p15:guide id="50" pos="3924" userDrawn="1">
          <p15:clr>
            <a:srgbClr val="F26B43"/>
          </p15:clr>
        </p15:guide>
        <p15:guide id="51" pos="4382" userDrawn="1">
          <p15:clr>
            <a:srgbClr val="F26B43"/>
          </p15:clr>
        </p15:guide>
        <p15:guide id="52" pos="4550" userDrawn="1">
          <p15:clr>
            <a:srgbClr val="F26B43"/>
          </p15:clr>
        </p15:guide>
        <p15:guide id="53" pos="5008" userDrawn="1">
          <p15:clr>
            <a:srgbClr val="F26B43"/>
          </p15:clr>
        </p15:guide>
        <p15:guide id="54" pos="5176" userDrawn="1">
          <p15:clr>
            <a:srgbClr val="F26B43"/>
          </p15:clr>
        </p15:guide>
        <p15:guide id="55" pos="5634" userDrawn="1">
          <p15:clr>
            <a:srgbClr val="F26B43"/>
          </p15:clr>
        </p15:guide>
        <p15:guide id="56" pos="5802" userDrawn="1">
          <p15:clr>
            <a:srgbClr val="F26B43"/>
          </p15:clr>
        </p15:guide>
        <p15:guide id="57" pos="6260" userDrawn="1">
          <p15:clr>
            <a:srgbClr val="F26B43"/>
          </p15:clr>
        </p15:guide>
        <p15:guide id="58" pos="6428" userDrawn="1">
          <p15:clr>
            <a:srgbClr val="F26B43"/>
          </p15:clr>
        </p15:guide>
        <p15:guide id="59" pos="6886" userDrawn="1">
          <p15:clr>
            <a:srgbClr val="F26B43"/>
          </p15:clr>
        </p15:guide>
        <p15:guide id="60" pos="7054" userDrawn="1">
          <p15:clr>
            <a:srgbClr val="F26B43"/>
          </p15:clr>
        </p15:guide>
        <p15:guide id="61" pos="7512" userDrawn="1">
          <p15:clr>
            <a:srgbClr val="F26B43"/>
          </p15:clr>
        </p15:guide>
        <p15:guide id="62" orient="horz" userDrawn="1">
          <p15:clr>
            <a:srgbClr val="F26B43"/>
          </p15:clr>
        </p15:guide>
        <p15:guide id="63" orient="horz" pos="4320" userDrawn="1">
          <p15:clr>
            <a:srgbClr val="F26B43"/>
          </p15:clr>
        </p15:guide>
        <p15:guide id="64" orient="horz" pos="2160" userDrawn="1">
          <p15:clr>
            <a:srgbClr val="F26B43"/>
          </p15:clr>
        </p15:guide>
        <p15:guide id="65" orient="horz" pos="4152" userDrawn="1">
          <p15:clr>
            <a:srgbClr val="F26B43"/>
          </p15:clr>
        </p15:guide>
        <p15:guide id="66" pos="3840" userDrawn="1">
          <p15:clr>
            <a:srgbClr val="F26B43"/>
          </p15:clr>
        </p15:guide>
        <p15:guide id="67" orient="horz" pos="243" userDrawn="1">
          <p15:clr>
            <a:srgbClr val="F26B43"/>
          </p15:clr>
        </p15:guide>
        <p15:guide id="68" orient="horz" pos="122" userDrawn="1">
          <p15:clr>
            <a:srgbClr val="F26B43"/>
          </p15:clr>
        </p15:guide>
        <p15:guide id="69" orient="horz" pos="318" userDrawn="1">
          <p15:clr>
            <a:srgbClr val="F26B43"/>
          </p15:clr>
        </p15:guide>
        <p15:guide id="70" orient="horz" pos="925" userDrawn="1">
          <p15:clr>
            <a:srgbClr val="F26B43"/>
          </p15:clr>
        </p15:guide>
        <p15:guide id="71" pos="6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8000"/>
              <a:t>Confidence 2026:</a:t>
            </a:r>
          </a:p>
          <a:p>
            <a:r>
              <a:rPr sz="8000"/>
              <a:t>Our Impact,</a:t>
            </a:r>
          </a:p>
          <a:p>
            <a:r>
              <a:rPr sz="8000"/>
              <a:t>Our Future</a:t>
            </a:r>
          </a:p>
        </p:txBody>
      </p:sp>
      <p:sp>
        <p:nvSpPr>
          <p:cNvPr id="3" name="Text Placeholder 2"/>
          <p:cNvSpPr>
            <a:spLocks noGrp="1"/>
          </p:cNvSpPr>
          <p:nvPr>
            <p:ph type="body" idx="13" sz="quarter"/>
          </p:nvPr>
        </p:nvSpPr>
        <p:spPr/>
        <p:txBody>
          <a:bodyPr/>
          <a:lstStyle/>
          <a:p>
            <a:r>
              <a:t>Oct 2026</a:t>
            </a:r>
          </a:p>
        </p:txBody>
      </p:sp>
      <p:sp>
        <p:nvSpPr>
          <p:cNvPr id="4" name="Text Placeholder 3"/>
          <p:cNvSpPr>
            <a:spLocks noGrp="1"/>
          </p:cNvSpPr>
          <p:nvPr>
            <p:ph type="body" idx="14" sz="quarter"/>
          </p:nvPr>
        </p:nvSpPr>
        <p:spPr/>
        <p:txBody>
          <a:bodyPr/>
          <a:lstStyle/>
          <a:p>
            <a:r>
              <a:t>Working draft</a:t>
            </a:r>
          </a:p>
        </p:txBody>
      </p:sp>
      <p:sp>
        <p:nvSpPr>
          <p:cNvPr id="5" name="Text Placeholder 4"/>
          <p:cNvSpPr>
            <a:spLocks noGrp="1"/>
          </p:cNvSpPr>
          <p:nvPr>
            <p:ph type="body" idx="15" sz="quarter"/>
          </p:nvPr>
        </p:nvSpPr>
        <p:spPr/>
        <p:txBody>
          <a:bodyPr/>
          <a:lstStyle/>
          <a:p>
            <a:r>
              <a:t>Target: Nov 23 or 24, 2026</a:t>
            </a:r>
          </a:p>
        </p:txBody>
      </p:sp>
      <p:sp>
        <p:nvSpPr>
          <p:cNvPr id="6" name="TextBox 5"/>
          <p:cNvSpPr txBox="1"/>
          <p:nvPr/>
        </p:nvSpPr>
        <p:spPr>
          <a:xfrm>
            <a:off x="265176" y="4892040"/>
            <a:ext cx="8229600" cy="457200"/>
          </a:xfrm>
          <a:prstGeom prst="rect">
            <a:avLst/>
          </a:prstGeom>
          <a:noFill/>
        </p:spPr>
        <p:txBody>
          <a:bodyPr wrap="square" lIns="0" rIns="0" tIns="0" bIns="0" anchor="t"/>
          <a:lstStyle/>
          <a:p>
            <a:pPr algn="l">
              <a:spcAft>
                <a:spcPts val="0"/>
              </a:spcAft>
            </a:pPr>
            <a:r>
              <a:rPr sz="2000" b="0" i="0">
                <a:solidFill>
                  <a:srgbClr val="D3A34A"/>
                </a:solidFill>
                <a:latin typeface="+mn-lt"/>
              </a:rPr>
              <a:t>Year-End All Hands  |  Planning proposal for Confidence Leads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proposal: a 2026 Impact Report and 2027 Future Outlook, not a traditional celebration</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11667744" cy="548640"/>
          </a:xfrm>
          <a:prstGeom prst="rect">
            <a:avLst/>
          </a:prstGeom>
          <a:noFill/>
        </p:spPr>
        <p:txBody>
          <a:bodyPr wrap="square" lIns="0" rIns="0" tIns="0" bIns="0" anchor="t"/>
          <a:lstStyle/>
          <a:p>
            <a:pPr algn="l">
              <a:spcAft>
                <a:spcPts val="0"/>
              </a:spcAft>
            </a:pPr>
            <a:r>
              <a:rPr sz="2600" b="0" i="0">
                <a:solidFill>
                  <a:srgbClr val="191919"/>
                </a:solidFill>
                <a:latin typeface="+mj-lt"/>
              </a:rPr>
              <a:t>Recognize our impact.  </a:t>
            </a:r>
            <a:r>
              <a:rPr sz="2600" b="0" i="0">
                <a:solidFill>
                  <a:srgbClr val="191919"/>
                </a:solidFill>
                <a:latin typeface="+mj-lt"/>
              </a:rPr>
              <a:t>Appreciate our people.  </a:t>
            </a:r>
            <a:r>
              <a:rPr sz="2600" b="0" i="0">
                <a:solidFill>
                  <a:srgbClr val="B37A00"/>
                </a:solidFill>
                <a:latin typeface="+mj-lt"/>
              </a:rPr>
              <a:t>Imagine our future.</a:t>
            </a:r>
          </a:p>
        </p:txBody>
      </p:sp>
      <p:sp>
        <p:nvSpPr>
          <p:cNvPr id="7" name="Rectangle 6"/>
          <p:cNvSpPr/>
          <p:nvPr/>
        </p:nvSpPr>
        <p:spPr>
          <a:xfrm>
            <a:off x="265176" y="2743200"/>
            <a:ext cx="3706368" cy="260604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3776" y="2926080"/>
            <a:ext cx="2011680" cy="640080"/>
          </a:xfrm>
          <a:prstGeom prst="rect">
            <a:avLst/>
          </a:prstGeom>
          <a:noFill/>
        </p:spPr>
        <p:txBody>
          <a:bodyPr wrap="square" lIns="0" rIns="0" tIns="0" bIns="0" anchor="t"/>
          <a:lstStyle/>
          <a:p>
            <a:pPr algn="l">
              <a:spcAft>
                <a:spcPts val="0"/>
              </a:spcAft>
            </a:pPr>
            <a:r>
              <a:rPr sz="4000" b="0" i="0">
                <a:solidFill>
                  <a:srgbClr val="191919"/>
                </a:solidFill>
                <a:latin typeface="+mj-lt"/>
              </a:rPr>
              <a:t>01</a:t>
            </a:r>
          </a:p>
        </p:txBody>
      </p:sp>
      <p:sp>
        <p:nvSpPr>
          <p:cNvPr id="9" name="TextBox 8"/>
          <p:cNvSpPr txBox="1"/>
          <p:nvPr/>
        </p:nvSpPr>
        <p:spPr>
          <a:xfrm>
            <a:off x="2645664" y="3035808"/>
            <a:ext cx="1097280" cy="365760"/>
          </a:xfrm>
          <a:prstGeom prst="rect">
            <a:avLst/>
          </a:prstGeom>
          <a:noFill/>
        </p:spPr>
        <p:txBody>
          <a:bodyPr wrap="square" lIns="0" rIns="0" tIns="0" bIns="0" anchor="t"/>
          <a:lstStyle/>
          <a:p>
            <a:pPr algn="r">
              <a:spcAft>
                <a:spcPts val="0"/>
              </a:spcAft>
            </a:pPr>
            <a:r>
              <a:rPr sz="1400" b="0" i="0">
                <a:solidFill>
                  <a:srgbClr val="53544A"/>
                </a:solidFill>
                <a:latin typeface="+mn-lt"/>
              </a:rPr>
              <a:t>15 min</a:t>
            </a:r>
          </a:p>
        </p:txBody>
      </p:sp>
      <p:sp>
        <p:nvSpPr>
          <p:cNvPr id="10" name="TextBox 9"/>
          <p:cNvSpPr txBox="1"/>
          <p:nvPr/>
        </p:nvSpPr>
        <p:spPr>
          <a:xfrm>
            <a:off x="493776" y="3657600"/>
            <a:ext cx="3249168" cy="411480"/>
          </a:xfrm>
          <a:prstGeom prst="rect">
            <a:avLst/>
          </a:prstGeom>
          <a:noFill/>
        </p:spPr>
        <p:txBody>
          <a:bodyPr wrap="square" lIns="0" rIns="0" tIns="0" bIns="0" anchor="t"/>
          <a:lstStyle/>
          <a:p>
            <a:pPr algn="l">
              <a:spcAft>
                <a:spcPts val="0"/>
              </a:spcAft>
            </a:pPr>
            <a:r>
              <a:rPr sz="2200" b="0" i="0">
                <a:solidFill>
                  <a:srgbClr val="191919"/>
                </a:solidFill>
                <a:latin typeface="+mj-lt"/>
              </a:rPr>
              <a:t>Our Impact</a:t>
            </a:r>
          </a:p>
        </p:txBody>
      </p:sp>
      <p:sp>
        <p:nvSpPr>
          <p:cNvPr id="11" name="TextBox 10"/>
          <p:cNvSpPr txBox="1"/>
          <p:nvPr/>
        </p:nvSpPr>
        <p:spPr>
          <a:xfrm>
            <a:off x="493776" y="4160520"/>
            <a:ext cx="3249168" cy="1097280"/>
          </a:xfrm>
          <a:prstGeom prst="rect">
            <a:avLst/>
          </a:prstGeom>
          <a:noFill/>
        </p:spPr>
        <p:txBody>
          <a:bodyPr wrap="square" lIns="0" rIns="0" tIns="0" bIns="0" anchor="t"/>
          <a:lstStyle/>
          <a:p>
            <a:pPr algn="l">
              <a:lnSpc>
                <a:spcPct val="110000"/>
              </a:lnSpc>
              <a:spcAft>
                <a:spcPts val="0"/>
              </a:spcAft>
            </a:pPr>
            <a:r>
              <a:rPr sz="1400" b="0" i="0">
                <a:solidFill>
                  <a:srgbClr val="191919"/>
                </a:solidFill>
                <a:latin typeface="+mn-lt"/>
              </a:rPr>
              <a:t>Show the breadth, scale and value of what Confidence delivered across clients, disciplines and capabilities.</a:t>
            </a:r>
          </a:p>
        </p:txBody>
      </p:sp>
      <p:sp>
        <p:nvSpPr>
          <p:cNvPr id="12" name="Rectangle 11"/>
          <p:cNvSpPr/>
          <p:nvPr/>
        </p:nvSpPr>
        <p:spPr>
          <a:xfrm>
            <a:off x="4245864" y="2743200"/>
            <a:ext cx="3706368" cy="260604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74464" y="2926080"/>
            <a:ext cx="2011680" cy="640080"/>
          </a:xfrm>
          <a:prstGeom prst="rect">
            <a:avLst/>
          </a:prstGeom>
          <a:noFill/>
        </p:spPr>
        <p:txBody>
          <a:bodyPr wrap="square" lIns="0" rIns="0" tIns="0" bIns="0" anchor="t"/>
          <a:lstStyle/>
          <a:p>
            <a:pPr algn="l">
              <a:spcAft>
                <a:spcPts val="0"/>
              </a:spcAft>
            </a:pPr>
            <a:r>
              <a:rPr sz="4000" b="0" i="0">
                <a:solidFill>
                  <a:srgbClr val="191919"/>
                </a:solidFill>
                <a:latin typeface="+mj-lt"/>
              </a:rPr>
              <a:t>02</a:t>
            </a:r>
          </a:p>
        </p:txBody>
      </p:sp>
      <p:sp>
        <p:nvSpPr>
          <p:cNvPr id="14" name="TextBox 13"/>
          <p:cNvSpPr txBox="1"/>
          <p:nvPr/>
        </p:nvSpPr>
        <p:spPr>
          <a:xfrm>
            <a:off x="6626352" y="3035808"/>
            <a:ext cx="1097280" cy="365760"/>
          </a:xfrm>
          <a:prstGeom prst="rect">
            <a:avLst/>
          </a:prstGeom>
          <a:noFill/>
        </p:spPr>
        <p:txBody>
          <a:bodyPr wrap="square" lIns="0" rIns="0" tIns="0" bIns="0" anchor="t"/>
          <a:lstStyle/>
          <a:p>
            <a:pPr algn="r">
              <a:spcAft>
                <a:spcPts val="0"/>
              </a:spcAft>
            </a:pPr>
            <a:r>
              <a:rPr sz="1400" b="0" i="0">
                <a:solidFill>
                  <a:srgbClr val="53544A"/>
                </a:solidFill>
                <a:latin typeface="+mn-lt"/>
              </a:rPr>
              <a:t>8 min</a:t>
            </a:r>
          </a:p>
        </p:txBody>
      </p:sp>
      <p:sp>
        <p:nvSpPr>
          <p:cNvPr id="15" name="TextBox 14"/>
          <p:cNvSpPr txBox="1"/>
          <p:nvPr/>
        </p:nvSpPr>
        <p:spPr>
          <a:xfrm>
            <a:off x="4474464" y="3657600"/>
            <a:ext cx="3249168" cy="411480"/>
          </a:xfrm>
          <a:prstGeom prst="rect">
            <a:avLst/>
          </a:prstGeom>
          <a:noFill/>
        </p:spPr>
        <p:txBody>
          <a:bodyPr wrap="square" lIns="0" rIns="0" tIns="0" bIns="0" anchor="t"/>
          <a:lstStyle/>
          <a:p>
            <a:pPr algn="l">
              <a:spcAft>
                <a:spcPts val="0"/>
              </a:spcAft>
            </a:pPr>
            <a:r>
              <a:rPr sz="2200" b="0" i="0">
                <a:solidFill>
                  <a:srgbClr val="191919"/>
                </a:solidFill>
                <a:latin typeface="+mj-lt"/>
              </a:rPr>
              <a:t>Our People</a:t>
            </a:r>
          </a:p>
        </p:txBody>
      </p:sp>
      <p:sp>
        <p:nvSpPr>
          <p:cNvPr id="16" name="TextBox 15"/>
          <p:cNvSpPr txBox="1"/>
          <p:nvPr/>
        </p:nvSpPr>
        <p:spPr>
          <a:xfrm>
            <a:off x="4474464" y="4160520"/>
            <a:ext cx="3249168" cy="1097280"/>
          </a:xfrm>
          <a:prstGeom prst="rect">
            <a:avLst/>
          </a:prstGeom>
          <a:noFill/>
        </p:spPr>
        <p:txBody>
          <a:bodyPr wrap="square" lIns="0" rIns="0" tIns="0" bIns="0" anchor="t"/>
          <a:lstStyle/>
          <a:p>
            <a:pPr algn="l">
              <a:lnSpc>
                <a:spcPct val="110000"/>
              </a:lnSpc>
              <a:spcAft>
                <a:spcPts val="0"/>
              </a:spcAft>
            </a:pPr>
            <a:r>
              <a:rPr sz="1400" b="0" i="0">
                <a:solidFill>
                  <a:srgbClr val="191919"/>
                </a:solidFill>
                <a:latin typeface="+mn-lt"/>
              </a:rPr>
              <a:t>Recognize the people behind the work: how we grew, collaborated and supported one another through a hard year.</a:t>
            </a:r>
          </a:p>
        </p:txBody>
      </p:sp>
      <p:sp>
        <p:nvSpPr>
          <p:cNvPr id="17" name="Rectangle 16"/>
          <p:cNvSpPr/>
          <p:nvPr/>
        </p:nvSpPr>
        <p:spPr>
          <a:xfrm>
            <a:off x="8226551" y="2743200"/>
            <a:ext cx="3706368" cy="260604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55152" y="2926080"/>
            <a:ext cx="2011680" cy="640080"/>
          </a:xfrm>
          <a:prstGeom prst="rect">
            <a:avLst/>
          </a:prstGeom>
          <a:noFill/>
        </p:spPr>
        <p:txBody>
          <a:bodyPr wrap="square" lIns="0" rIns="0" tIns="0" bIns="0" anchor="t"/>
          <a:lstStyle/>
          <a:p>
            <a:pPr algn="l">
              <a:spcAft>
                <a:spcPts val="0"/>
              </a:spcAft>
            </a:pPr>
            <a:r>
              <a:rPr sz="4000" b="0" i="0">
                <a:solidFill>
                  <a:srgbClr val="B37A00"/>
                </a:solidFill>
                <a:latin typeface="+mj-lt"/>
              </a:rPr>
              <a:t>03</a:t>
            </a:r>
          </a:p>
        </p:txBody>
      </p:sp>
      <p:sp>
        <p:nvSpPr>
          <p:cNvPr id="19" name="TextBox 18"/>
          <p:cNvSpPr txBox="1"/>
          <p:nvPr/>
        </p:nvSpPr>
        <p:spPr>
          <a:xfrm>
            <a:off x="10607040" y="3035808"/>
            <a:ext cx="1097280" cy="365760"/>
          </a:xfrm>
          <a:prstGeom prst="rect">
            <a:avLst/>
          </a:prstGeom>
          <a:noFill/>
        </p:spPr>
        <p:txBody>
          <a:bodyPr wrap="square" lIns="0" rIns="0" tIns="0" bIns="0" anchor="t"/>
          <a:lstStyle/>
          <a:p>
            <a:pPr algn="r">
              <a:spcAft>
                <a:spcPts val="0"/>
              </a:spcAft>
            </a:pPr>
            <a:r>
              <a:rPr sz="1400" b="0" i="0">
                <a:solidFill>
                  <a:srgbClr val="53544A"/>
                </a:solidFill>
                <a:latin typeface="+mn-lt"/>
              </a:rPr>
              <a:t>17 min</a:t>
            </a:r>
          </a:p>
        </p:txBody>
      </p:sp>
      <p:sp>
        <p:nvSpPr>
          <p:cNvPr id="20" name="TextBox 19"/>
          <p:cNvSpPr txBox="1"/>
          <p:nvPr/>
        </p:nvSpPr>
        <p:spPr>
          <a:xfrm>
            <a:off x="8455152" y="3657600"/>
            <a:ext cx="3249168" cy="411480"/>
          </a:xfrm>
          <a:prstGeom prst="rect">
            <a:avLst/>
          </a:prstGeom>
          <a:noFill/>
        </p:spPr>
        <p:txBody>
          <a:bodyPr wrap="square" lIns="0" rIns="0" tIns="0" bIns="0" anchor="t"/>
          <a:lstStyle/>
          <a:p>
            <a:pPr algn="l">
              <a:spcAft>
                <a:spcPts val="0"/>
              </a:spcAft>
            </a:pPr>
            <a:r>
              <a:rPr sz="2200" b="0" i="0">
                <a:solidFill>
                  <a:srgbClr val="191919"/>
                </a:solidFill>
                <a:latin typeface="+mj-lt"/>
              </a:rPr>
              <a:t>Our Future</a:t>
            </a:r>
          </a:p>
        </p:txBody>
      </p:sp>
      <p:sp>
        <p:nvSpPr>
          <p:cNvPr id="21" name="TextBox 20"/>
          <p:cNvSpPr txBox="1"/>
          <p:nvPr/>
        </p:nvSpPr>
        <p:spPr>
          <a:xfrm>
            <a:off x="8455152" y="4160520"/>
            <a:ext cx="3249168" cy="1097280"/>
          </a:xfrm>
          <a:prstGeom prst="rect">
            <a:avLst/>
          </a:prstGeom>
          <a:noFill/>
        </p:spPr>
        <p:txBody>
          <a:bodyPr wrap="square" lIns="0" rIns="0" tIns="0" bIns="0" anchor="t"/>
          <a:lstStyle/>
          <a:p>
            <a:pPr algn="l">
              <a:lnSpc>
                <a:spcPct val="110000"/>
              </a:lnSpc>
              <a:spcAft>
                <a:spcPts val="0"/>
              </a:spcAft>
            </a:pPr>
            <a:r>
              <a:rPr sz="1400" b="0" i="0">
                <a:solidFill>
                  <a:srgbClr val="191919"/>
                </a:solidFill>
                <a:latin typeface="+mn-lt"/>
              </a:rPr>
              <a:t>Three Future 100-inspired predictions, then a live, cross-practice “yes, and” conversation about 2027.</a:t>
            </a:r>
          </a:p>
        </p:txBody>
      </p:sp>
      <p:sp>
        <p:nvSpPr>
          <p:cNvPr id="22" name="TextBox 21"/>
          <p:cNvSpPr txBox="1"/>
          <p:nvPr/>
        </p:nvSpPr>
        <p:spPr>
          <a:xfrm>
            <a:off x="265176" y="5669280"/>
            <a:ext cx="11667744" cy="731520"/>
          </a:xfrm>
          <a:prstGeom prst="rect">
            <a:avLst/>
          </a:prstGeom>
          <a:noFill/>
        </p:spPr>
        <p:txBody>
          <a:bodyPr wrap="square" lIns="0" rIns="0" tIns="0" bIns="0" anchor="t"/>
          <a:lstStyle/>
          <a:p>
            <a:pPr algn="l">
              <a:spcAft>
                <a:spcPts val="0"/>
              </a:spcAft>
            </a:pPr>
            <a:r>
              <a:rPr sz="1400" b="0" i="0">
                <a:solidFill>
                  <a:srgbClr val="53544A"/>
                </a:solidFill>
                <a:latin typeface="+mj-lt"/>
              </a:rPr>
              <a:t>Plus 10 min of Confidence leadership updates and a 5-min open and close.  </a:t>
            </a:r>
            <a:r>
              <a:rPr sz="1400" b="0" i="0">
                <a:solidFill>
                  <a:srgbClr val="53544A"/>
                </a:solidFill>
                <a:latin typeface="+mn-lt"/>
              </a:rPr>
              <a:t>60 minutes total. Target Nov 23 or 24, 2026; fallback first week of December.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we need from this group today</a:t>
            </a:r>
          </a:p>
        </p:txBody>
      </p:sp>
      <p:sp>
        <p:nvSpPr>
          <p:cNvPr id="5" name="Slide Number Placeholder 5">
            <a:extLst>
              <a:ext uri="{FF2B5EF4-FFF2-40B4-BE49-F238E27FC236}">
                <a16:creationId xmlns:a16="http://schemas.microsoft.com/office/drawing/2014/main" id="{1BA8521B-2356-0663-BA12-355EA31562A3}"/>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sp>
        <p:nvSpPr>
          <p:cNvPr id="6" name="TextBox 5"/>
          <p:cNvSpPr txBox="1"/>
          <p:nvPr/>
        </p:nvSpPr>
        <p:spPr>
          <a:xfrm>
            <a:off x="265176" y="1874519"/>
            <a:ext cx="2011680" cy="1097280"/>
          </a:xfrm>
          <a:prstGeom prst="rect">
            <a:avLst/>
          </a:prstGeom>
          <a:noFill/>
        </p:spPr>
        <p:txBody>
          <a:bodyPr wrap="square" lIns="0" rIns="0" tIns="0" bIns="0" anchor="t"/>
          <a:lstStyle/>
          <a:p>
            <a:pPr algn="l">
              <a:spcAft>
                <a:spcPts val="0"/>
              </a:spcAft>
            </a:pPr>
            <a:r>
              <a:rPr sz="7200" b="0" i="0">
                <a:solidFill>
                  <a:srgbClr val="D3A34A"/>
                </a:solidFill>
                <a:latin typeface="+mj-lt"/>
              </a:rPr>
              <a:t>01</a:t>
            </a:r>
          </a:p>
        </p:txBody>
      </p:sp>
      <p:cxnSp>
        <p:nvCxnSpPr>
          <p:cNvPr id="7" name="Connector 6"/>
          <p:cNvCxnSpPr/>
          <p:nvPr/>
        </p:nvCxnSpPr>
        <p:spPr>
          <a:xfrm>
            <a:off x="265176" y="3063240"/>
            <a:ext cx="3645407"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65176" y="3246120"/>
            <a:ext cx="3462528" cy="914400"/>
          </a:xfrm>
          <a:prstGeom prst="rect">
            <a:avLst/>
          </a:prstGeom>
          <a:noFill/>
        </p:spPr>
        <p:txBody>
          <a:bodyPr wrap="square" lIns="0" rIns="0" tIns="0" bIns="0" anchor="t"/>
          <a:lstStyle/>
          <a:p>
            <a:pPr algn="l">
              <a:lnSpc>
                <a:spcPct val="105000"/>
              </a:lnSpc>
              <a:spcAft>
                <a:spcPts val="0"/>
              </a:spcAft>
            </a:pPr>
            <a:r>
              <a:rPr sz="2200" b="0" i="0">
                <a:solidFill>
                  <a:srgbClr val="F5F5F5"/>
                </a:solidFill>
                <a:latin typeface="+mj-lt"/>
              </a:rPr>
              <a:t>Does the concept feel right?</a:t>
            </a:r>
          </a:p>
        </p:txBody>
      </p:sp>
      <p:sp>
        <p:nvSpPr>
          <p:cNvPr id="9" name="TextBox 8"/>
          <p:cNvSpPr txBox="1"/>
          <p:nvPr/>
        </p:nvSpPr>
        <p:spPr>
          <a:xfrm>
            <a:off x="265176" y="4434840"/>
            <a:ext cx="3462528" cy="1188720"/>
          </a:xfrm>
          <a:prstGeom prst="rect">
            <a:avLst/>
          </a:prstGeom>
          <a:noFill/>
        </p:spPr>
        <p:txBody>
          <a:bodyPr wrap="square" lIns="0" rIns="0" tIns="0" bIns="0" anchor="t"/>
          <a:lstStyle/>
          <a:p>
            <a:pPr algn="l">
              <a:lnSpc>
                <a:spcPct val="115000"/>
              </a:lnSpc>
              <a:spcAft>
                <a:spcPts val="0"/>
              </a:spcAft>
            </a:pPr>
            <a:r>
              <a:rPr sz="1400" b="0" i="0">
                <a:solidFill>
                  <a:srgbClr val="C2C4B8"/>
                </a:solidFill>
                <a:latin typeface="+mn-lt"/>
              </a:rPr>
              <a:t>Impact, People and Future, in 60 minutes, shortly after November reporting and before Thanksgiving.</a:t>
            </a:r>
          </a:p>
        </p:txBody>
      </p:sp>
      <p:sp>
        <p:nvSpPr>
          <p:cNvPr id="10" name="TextBox 9"/>
          <p:cNvSpPr txBox="1"/>
          <p:nvPr/>
        </p:nvSpPr>
        <p:spPr>
          <a:xfrm>
            <a:off x="4276344" y="1874519"/>
            <a:ext cx="2011680" cy="1097280"/>
          </a:xfrm>
          <a:prstGeom prst="rect">
            <a:avLst/>
          </a:prstGeom>
          <a:noFill/>
        </p:spPr>
        <p:txBody>
          <a:bodyPr wrap="square" lIns="0" rIns="0" tIns="0" bIns="0" anchor="t"/>
          <a:lstStyle/>
          <a:p>
            <a:pPr algn="l">
              <a:spcAft>
                <a:spcPts val="0"/>
              </a:spcAft>
            </a:pPr>
            <a:r>
              <a:rPr sz="7200" b="0" i="0">
                <a:solidFill>
                  <a:srgbClr val="D3A34A"/>
                </a:solidFill>
                <a:latin typeface="+mj-lt"/>
              </a:rPr>
              <a:t>02</a:t>
            </a:r>
          </a:p>
        </p:txBody>
      </p:sp>
      <p:cxnSp>
        <p:nvCxnSpPr>
          <p:cNvPr id="11" name="Connector 10"/>
          <p:cNvCxnSpPr/>
          <p:nvPr/>
        </p:nvCxnSpPr>
        <p:spPr>
          <a:xfrm>
            <a:off x="4276344" y="3063240"/>
            <a:ext cx="3645408"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76344" y="3246120"/>
            <a:ext cx="3462528" cy="914400"/>
          </a:xfrm>
          <a:prstGeom prst="rect">
            <a:avLst/>
          </a:prstGeom>
          <a:noFill/>
        </p:spPr>
        <p:txBody>
          <a:bodyPr wrap="square" lIns="0" rIns="0" tIns="0" bIns="0" anchor="t"/>
          <a:lstStyle/>
          <a:p>
            <a:pPr algn="l">
              <a:lnSpc>
                <a:spcPct val="105000"/>
              </a:lnSpc>
              <a:spcAft>
                <a:spcPts val="0"/>
              </a:spcAft>
            </a:pPr>
            <a:r>
              <a:rPr sz="2200" b="0" i="0">
                <a:solidFill>
                  <a:srgbClr val="F5F5F5"/>
                </a:solidFill>
                <a:latin typeface="+mj-lt"/>
              </a:rPr>
              <a:t>Which stories best represent our practice?</a:t>
            </a:r>
          </a:p>
        </p:txBody>
      </p:sp>
      <p:sp>
        <p:nvSpPr>
          <p:cNvPr id="13" name="TextBox 12"/>
          <p:cNvSpPr txBox="1"/>
          <p:nvPr/>
        </p:nvSpPr>
        <p:spPr>
          <a:xfrm>
            <a:off x="4276344" y="4434840"/>
            <a:ext cx="3462528" cy="1188720"/>
          </a:xfrm>
          <a:prstGeom prst="rect">
            <a:avLst/>
          </a:prstGeom>
          <a:noFill/>
        </p:spPr>
        <p:txBody>
          <a:bodyPr wrap="square" lIns="0" rIns="0" tIns="0" bIns="0" anchor="t"/>
          <a:lstStyle/>
          <a:p>
            <a:pPr algn="l">
              <a:lnSpc>
                <a:spcPct val="115000"/>
              </a:lnSpc>
              <a:spcAft>
                <a:spcPts val="0"/>
              </a:spcAft>
            </a:pPr>
            <a:r>
              <a:rPr sz="1400" b="0" i="0">
                <a:solidFill>
                  <a:srgbClr val="C2C4B8"/>
                </a:solidFill>
                <a:latin typeface="+mn-lt"/>
              </a:rPr>
              <a:t>United Rentals, Sherwin-Williams and Mazda as featured stories, plus six to eight highlights from across the practice.</a:t>
            </a:r>
          </a:p>
        </p:txBody>
      </p:sp>
      <p:sp>
        <p:nvSpPr>
          <p:cNvPr id="14" name="TextBox 13"/>
          <p:cNvSpPr txBox="1"/>
          <p:nvPr/>
        </p:nvSpPr>
        <p:spPr>
          <a:xfrm>
            <a:off x="8287511" y="1874519"/>
            <a:ext cx="2011680" cy="1097280"/>
          </a:xfrm>
          <a:prstGeom prst="rect">
            <a:avLst/>
          </a:prstGeom>
          <a:noFill/>
        </p:spPr>
        <p:txBody>
          <a:bodyPr wrap="square" lIns="0" rIns="0" tIns="0" bIns="0" anchor="t"/>
          <a:lstStyle/>
          <a:p>
            <a:pPr algn="l">
              <a:spcAft>
                <a:spcPts val="0"/>
              </a:spcAft>
            </a:pPr>
            <a:r>
              <a:rPr sz="7200" b="0" i="0">
                <a:solidFill>
                  <a:srgbClr val="D3A34A"/>
                </a:solidFill>
                <a:latin typeface="+mj-lt"/>
              </a:rPr>
              <a:t>03</a:t>
            </a:r>
          </a:p>
        </p:txBody>
      </p:sp>
      <p:cxnSp>
        <p:nvCxnSpPr>
          <p:cNvPr id="15" name="Connector 14"/>
          <p:cNvCxnSpPr/>
          <p:nvPr/>
        </p:nvCxnSpPr>
        <p:spPr>
          <a:xfrm>
            <a:off x="8287511" y="3063240"/>
            <a:ext cx="3645408"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87511" y="3246120"/>
            <a:ext cx="3462528" cy="914400"/>
          </a:xfrm>
          <a:prstGeom prst="rect">
            <a:avLst/>
          </a:prstGeom>
          <a:noFill/>
        </p:spPr>
        <p:txBody>
          <a:bodyPr wrap="square" lIns="0" rIns="0" tIns="0" bIns="0" anchor="t"/>
          <a:lstStyle/>
          <a:p>
            <a:pPr algn="l">
              <a:lnSpc>
                <a:spcPct val="105000"/>
              </a:lnSpc>
              <a:spcAft>
                <a:spcPts val="0"/>
              </a:spcAft>
            </a:pPr>
            <a:r>
              <a:rPr sz="2200" b="0" i="0">
                <a:solidFill>
                  <a:srgbClr val="F5F5F5"/>
                </a:solidFill>
                <a:latin typeface="+mj-lt"/>
              </a:rPr>
              <a:t>How ambitious should the future discussion be?</a:t>
            </a:r>
          </a:p>
        </p:txBody>
      </p:sp>
      <p:sp>
        <p:nvSpPr>
          <p:cNvPr id="17" name="TextBox 16"/>
          <p:cNvSpPr txBox="1"/>
          <p:nvPr/>
        </p:nvSpPr>
        <p:spPr>
          <a:xfrm>
            <a:off x="8287511" y="4434840"/>
            <a:ext cx="3462528" cy="1188720"/>
          </a:xfrm>
          <a:prstGeom prst="rect">
            <a:avLst/>
          </a:prstGeom>
          <a:noFill/>
        </p:spPr>
        <p:txBody>
          <a:bodyPr wrap="square" lIns="0" rIns="0" tIns="0" bIns="0" anchor="t"/>
          <a:lstStyle/>
          <a:p>
            <a:pPr algn="l">
              <a:lnSpc>
                <a:spcPct val="115000"/>
              </a:lnSpc>
              <a:spcAft>
                <a:spcPts val="0"/>
              </a:spcAft>
            </a:pPr>
            <a:r>
              <a:rPr sz="1400" b="0" i="0">
                <a:solidFill>
                  <a:srgbClr val="C2C4B8"/>
                </a:solidFill>
                <a:latin typeface="+mn-lt"/>
              </a:rPr>
              <a:t>A live popcorn conversation fits 60 minutes. Small-group breakouts would need about 70.</a:t>
            </a:r>
          </a:p>
        </p:txBody>
      </p:sp>
      <p:sp>
        <p:nvSpPr>
          <p:cNvPr id="18" name="TextBox 17"/>
          <p:cNvSpPr txBox="1"/>
          <p:nvPr/>
        </p:nvSpPr>
        <p:spPr>
          <a:xfrm>
            <a:off x="265176" y="5897880"/>
            <a:ext cx="11667744" cy="457200"/>
          </a:xfrm>
          <a:prstGeom prst="rect">
            <a:avLst/>
          </a:prstGeom>
          <a:noFill/>
        </p:spPr>
        <p:txBody>
          <a:bodyPr wrap="square" lIns="0" rIns="0" tIns="0" bIns="0" anchor="t"/>
          <a:lstStyle/>
          <a:p>
            <a:pPr algn="l">
              <a:spcAft>
                <a:spcPts val="0"/>
              </a:spcAft>
            </a:pPr>
            <a:r>
              <a:rPr sz="1400" b="0" i="0">
                <a:solidFill>
                  <a:srgbClr val="F5F5F5"/>
                </a:solidFill>
                <a:latin typeface="+mj-lt"/>
              </a:rPr>
              <a:t>Then confirm the practical pieces:  </a:t>
            </a:r>
            <a:r>
              <a:rPr sz="1400" b="0" i="0">
                <a:solidFill>
                  <a:srgbClr val="C2C4B8"/>
                </a:solidFill>
                <a:latin typeface="+mn-lt"/>
              </a:rPr>
              <a:t>planning lead (Travis), a small planning group, an AQ host, and how we collect impact data and nominations.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this format: the year we've had calls for impact and perspective, not just celebration</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3931920" cy="320040"/>
          </a:xfrm>
          <a:prstGeom prst="rect">
            <a:avLst/>
          </a:prstGeom>
          <a:noFill/>
        </p:spPr>
        <p:txBody>
          <a:bodyPr wrap="square" lIns="0" rIns="0" tIns="0" bIns="0" anchor="t"/>
          <a:lstStyle/>
          <a:p>
            <a:pPr algn="l">
              <a:spcAft>
                <a:spcPts val="0"/>
              </a:spcAft>
            </a:pPr>
            <a:r>
              <a:rPr sz="1600" b="0" i="0">
                <a:solidFill>
                  <a:srgbClr val="191919"/>
                </a:solidFill>
                <a:latin typeface="+mj-lt"/>
              </a:rPr>
              <a:t>What Kylie asked for</a:t>
            </a:r>
          </a:p>
        </p:txBody>
      </p:sp>
      <p:sp>
        <p:nvSpPr>
          <p:cNvPr id="7" name="TextBox 6"/>
          <p:cNvSpPr txBox="1"/>
          <p:nvPr/>
        </p:nvSpPr>
        <p:spPr>
          <a:xfrm>
            <a:off x="265176" y="2240280"/>
            <a:ext cx="3931920" cy="3017520"/>
          </a:xfrm>
          <a:prstGeom prst="rect">
            <a:avLst/>
          </a:prstGeom>
          <a:noFill/>
        </p:spPr>
        <p:txBody>
          <a:bodyPr wrap="square" lIns="0" rIns="0" tIns="0" bIns="0" anchor="t"/>
          <a:lstStyle/>
          <a:p>
            <a:pPr algn="l" marL="274320" indent="-274320">
              <a:lnSpc>
                <a:spcPct val="105000"/>
              </a:lnSpc>
              <a:spcAft>
                <a:spcPts val="800"/>
              </a:spcAft>
              <a:buFont typeface="+mn-lt"/>
              <a:buChar char="□"/>
            </a:pPr>
            <a:r>
              <a:rPr sz="1400" b="0" i="0">
                <a:solidFill>
                  <a:srgbClr val="191919"/>
                </a:solidFill>
                <a:latin typeface="+mn-lt"/>
              </a:rPr>
              <a:t>An impact-focused retrospective, not an overly celebratory one</a:t>
            </a:r>
          </a:p>
          <a:p>
            <a:pPr algn="l" marL="274320" indent="-274320">
              <a:lnSpc>
                <a:spcPct val="105000"/>
              </a:lnSpc>
              <a:spcAft>
                <a:spcPts val="800"/>
              </a:spcAft>
              <a:buFont typeface="+mn-lt"/>
              <a:buChar char="□"/>
            </a:pPr>
            <a:r>
              <a:rPr sz="1400" b="0" i="0">
                <a:solidFill>
                  <a:srgbClr val="191919"/>
                </a:solidFill>
                <a:latin typeface="+mn-lt"/>
              </a:rPr>
              <a:t>Recognition tied to actual contributions</a:t>
            </a:r>
          </a:p>
          <a:p>
            <a:pPr algn="l" marL="274320" indent="-274320">
              <a:lnSpc>
                <a:spcPct val="105000"/>
              </a:lnSpc>
              <a:spcAft>
                <a:spcPts val="800"/>
              </a:spcAft>
              <a:buFont typeface="+mn-lt"/>
              <a:buChar char="□"/>
            </a:pPr>
            <a:r>
              <a:rPr sz="1400" b="0" i="0">
                <a:solidFill>
                  <a:srgbClr val="191919"/>
                </a:solidFill>
                <a:latin typeface="+mn-lt"/>
              </a:rPr>
              <a:t>Inspiration from VML's Future 100</a:t>
            </a:r>
          </a:p>
          <a:p>
            <a:pPr algn="l" marL="274320" indent="-274320">
              <a:lnSpc>
                <a:spcPct val="105000"/>
              </a:lnSpc>
              <a:spcAft>
                <a:spcPts val="800"/>
              </a:spcAft>
              <a:buFont typeface="+mn-lt"/>
              <a:buChar char="□"/>
            </a:pPr>
            <a:r>
              <a:rPr sz="1400" b="0" i="0">
                <a:solidFill>
                  <a:srgbClr val="191919"/>
                </a:solidFill>
                <a:latin typeface="+mn-lt"/>
              </a:rPr>
              <a:t>A popcorn-style conversation that builds on ideas</a:t>
            </a:r>
          </a:p>
          <a:p>
            <a:pPr algn="l" marL="274320" indent="-274320">
              <a:lnSpc>
                <a:spcPct val="105000"/>
              </a:lnSpc>
              <a:spcAft>
                <a:spcPts val="800"/>
              </a:spcAft>
              <a:buFont typeface="+mn-lt"/>
              <a:buChar char="□"/>
            </a:pPr>
            <a:r>
              <a:rPr sz="1400" b="0" i="0">
                <a:solidFill>
                  <a:srgbClr val="191919"/>
                </a:solidFill>
                <a:latin typeface="+mn-lt"/>
              </a:rPr>
              <a:t>Room to imagine reinventing the practice, not just improving it</a:t>
            </a:r>
          </a:p>
        </p:txBody>
      </p:sp>
      <p:sp>
        <p:nvSpPr>
          <p:cNvPr id="8" name="TextBox 7"/>
          <p:cNvSpPr txBox="1"/>
          <p:nvPr/>
        </p:nvSpPr>
        <p:spPr>
          <a:xfrm>
            <a:off x="4572000" y="1783080"/>
            <a:ext cx="7360920" cy="320040"/>
          </a:xfrm>
          <a:prstGeom prst="rect">
            <a:avLst/>
          </a:prstGeom>
          <a:noFill/>
        </p:spPr>
        <p:txBody>
          <a:bodyPr wrap="square" lIns="0" rIns="0" tIns="0" bIns="0" anchor="t"/>
          <a:lstStyle/>
          <a:p>
            <a:pPr algn="l">
              <a:spcAft>
                <a:spcPts val="0"/>
              </a:spcAft>
            </a:pPr>
            <a:r>
              <a:rPr sz="1600" b="0" i="0">
                <a:solidFill>
                  <a:srgbClr val="191919"/>
                </a:solidFill>
                <a:latin typeface="+mj-lt"/>
              </a:rPr>
              <a:t>What the 2026 Technology Reports tell us</a:t>
            </a:r>
          </a:p>
        </p:txBody>
      </p:sp>
      <p:sp>
        <p:nvSpPr>
          <p:cNvPr id="9" name="TextBox 8"/>
          <p:cNvSpPr txBox="1"/>
          <p:nvPr/>
        </p:nvSpPr>
        <p:spPr>
          <a:xfrm>
            <a:off x="4572000" y="2240280"/>
            <a:ext cx="457200" cy="457200"/>
          </a:xfrm>
          <a:prstGeom prst="rect">
            <a:avLst/>
          </a:prstGeom>
          <a:noFill/>
        </p:spPr>
        <p:txBody>
          <a:bodyPr wrap="square" lIns="0" rIns="0" tIns="0" bIns="0" anchor="t"/>
          <a:lstStyle/>
          <a:p>
            <a:pPr algn="l">
              <a:spcAft>
                <a:spcPts val="0"/>
              </a:spcAft>
            </a:pPr>
            <a:r>
              <a:rPr sz="1400" b="0" i="0">
                <a:solidFill>
                  <a:srgbClr val="B37A00"/>
                </a:solidFill>
                <a:latin typeface="+mj-lt"/>
              </a:rPr>
              <a:t>01</a:t>
            </a:r>
          </a:p>
        </p:txBody>
      </p:sp>
      <p:sp>
        <p:nvSpPr>
          <p:cNvPr id="10" name="TextBox 9"/>
          <p:cNvSpPr txBox="1"/>
          <p:nvPr/>
        </p:nvSpPr>
        <p:spPr>
          <a:xfrm>
            <a:off x="5029200" y="2240280"/>
            <a:ext cx="3566160" cy="50292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AI moved from experimentation into delivery</a:t>
            </a:r>
          </a:p>
        </p:txBody>
      </p:sp>
      <p:sp>
        <p:nvSpPr>
          <p:cNvPr id="11" name="TextBox 10"/>
          <p:cNvSpPr txBox="1"/>
          <p:nvPr/>
        </p:nvSpPr>
        <p:spPr>
          <a:xfrm>
            <a:off x="8686800" y="2240280"/>
            <a:ext cx="3246120" cy="502920"/>
          </a:xfrm>
          <a:prstGeom prst="rect">
            <a:avLst/>
          </a:prstGeom>
          <a:noFill/>
        </p:spPr>
        <p:txBody>
          <a:bodyPr wrap="square" lIns="0" rIns="0" tIns="0" bIns="0" anchor="t"/>
          <a:lstStyle/>
          <a:p>
            <a:pPr algn="l">
              <a:lnSpc>
                <a:spcPct val="100000"/>
              </a:lnSpc>
              <a:spcAft>
                <a:spcPts val="0"/>
              </a:spcAft>
            </a:pPr>
            <a:r>
              <a:rPr sz="1300" b="0" i="0">
                <a:solidFill>
                  <a:srgbClr val="53544A"/>
                </a:solidFill>
                <a:latin typeface="+mn-lt"/>
              </a:rPr>
              <a:t>Analysis, development, QA, agent governance and reporting</a:t>
            </a:r>
          </a:p>
        </p:txBody>
      </p:sp>
      <p:cxnSp>
        <p:nvCxnSpPr>
          <p:cNvPr id="12" name="Connector 11"/>
          <p:cNvCxnSpPr/>
          <p:nvPr/>
        </p:nvCxnSpPr>
        <p:spPr>
          <a:xfrm>
            <a:off x="4572000" y="2724912"/>
            <a:ext cx="736092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0" y="2788920"/>
            <a:ext cx="457200" cy="457200"/>
          </a:xfrm>
          <a:prstGeom prst="rect">
            <a:avLst/>
          </a:prstGeom>
          <a:noFill/>
        </p:spPr>
        <p:txBody>
          <a:bodyPr wrap="square" lIns="0" rIns="0" tIns="0" bIns="0" anchor="t"/>
          <a:lstStyle/>
          <a:p>
            <a:pPr algn="l">
              <a:spcAft>
                <a:spcPts val="0"/>
              </a:spcAft>
            </a:pPr>
            <a:r>
              <a:rPr sz="1400" b="0" i="0">
                <a:solidFill>
                  <a:srgbClr val="B37A00"/>
                </a:solidFill>
                <a:latin typeface="+mj-lt"/>
              </a:rPr>
              <a:t>02</a:t>
            </a:r>
          </a:p>
        </p:txBody>
      </p:sp>
      <p:sp>
        <p:nvSpPr>
          <p:cNvPr id="14" name="TextBox 13"/>
          <p:cNvSpPr txBox="1"/>
          <p:nvPr/>
        </p:nvSpPr>
        <p:spPr>
          <a:xfrm>
            <a:off x="5029200" y="2788920"/>
            <a:ext cx="3566160" cy="50292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Quality engineering became continuous</a:t>
            </a:r>
          </a:p>
        </p:txBody>
      </p:sp>
      <p:sp>
        <p:nvSpPr>
          <p:cNvPr id="15" name="TextBox 14"/>
          <p:cNvSpPr txBox="1"/>
          <p:nvPr/>
        </p:nvSpPr>
        <p:spPr>
          <a:xfrm>
            <a:off x="8686800" y="2788920"/>
            <a:ext cx="3246120" cy="502920"/>
          </a:xfrm>
          <a:prstGeom prst="rect">
            <a:avLst/>
          </a:prstGeom>
          <a:noFill/>
        </p:spPr>
        <p:txBody>
          <a:bodyPr wrap="square" lIns="0" rIns="0" tIns="0" bIns="0" anchor="t"/>
          <a:lstStyle/>
          <a:p>
            <a:pPr algn="l">
              <a:lnSpc>
                <a:spcPct val="100000"/>
              </a:lnSpc>
              <a:spcAft>
                <a:spcPts val="0"/>
              </a:spcAft>
            </a:pPr>
            <a:r>
              <a:rPr sz="1300" b="0" i="0">
                <a:solidFill>
                  <a:srgbClr val="53544A"/>
                </a:solidFill>
                <a:latin typeface="+mn-lt"/>
              </a:rPr>
              <a:t>More automation, earlier validation, better quality metrics</a:t>
            </a:r>
          </a:p>
        </p:txBody>
      </p:sp>
      <p:cxnSp>
        <p:nvCxnSpPr>
          <p:cNvPr id="16" name="Connector 15"/>
          <p:cNvCxnSpPr/>
          <p:nvPr/>
        </p:nvCxnSpPr>
        <p:spPr>
          <a:xfrm>
            <a:off x="4572000" y="3273552"/>
            <a:ext cx="736092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0" y="3337560"/>
            <a:ext cx="457200" cy="457200"/>
          </a:xfrm>
          <a:prstGeom prst="rect">
            <a:avLst/>
          </a:prstGeom>
          <a:noFill/>
        </p:spPr>
        <p:txBody>
          <a:bodyPr wrap="square" lIns="0" rIns="0" tIns="0" bIns="0" anchor="t"/>
          <a:lstStyle/>
          <a:p>
            <a:pPr algn="l">
              <a:spcAft>
                <a:spcPts val="0"/>
              </a:spcAft>
            </a:pPr>
            <a:r>
              <a:rPr sz="1400" b="0" i="0">
                <a:solidFill>
                  <a:srgbClr val="B37A00"/>
                </a:solidFill>
                <a:latin typeface="+mj-lt"/>
              </a:rPr>
              <a:t>03</a:t>
            </a:r>
          </a:p>
        </p:txBody>
      </p:sp>
      <p:sp>
        <p:nvSpPr>
          <p:cNvPr id="18" name="TextBox 17"/>
          <p:cNvSpPr txBox="1"/>
          <p:nvPr/>
        </p:nvSpPr>
        <p:spPr>
          <a:xfrm>
            <a:off x="5029200" y="3337560"/>
            <a:ext cx="3566160" cy="50292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Shared delivery practices became a differentiator</a:t>
            </a:r>
          </a:p>
        </p:txBody>
      </p:sp>
      <p:sp>
        <p:nvSpPr>
          <p:cNvPr id="19" name="TextBox 18"/>
          <p:cNvSpPr txBox="1"/>
          <p:nvPr/>
        </p:nvSpPr>
        <p:spPr>
          <a:xfrm>
            <a:off x="8686800" y="3337560"/>
            <a:ext cx="3246120" cy="502920"/>
          </a:xfrm>
          <a:prstGeom prst="rect">
            <a:avLst/>
          </a:prstGeom>
          <a:noFill/>
        </p:spPr>
        <p:txBody>
          <a:bodyPr wrap="square" lIns="0" rIns="0" tIns="0" bIns="0" anchor="t"/>
          <a:lstStyle/>
          <a:p>
            <a:pPr algn="l">
              <a:lnSpc>
                <a:spcPct val="100000"/>
              </a:lnSpc>
              <a:spcAft>
                <a:spcPts val="0"/>
              </a:spcAft>
            </a:pPr>
            <a:r>
              <a:rPr sz="1300" b="0" i="0">
                <a:solidFill>
                  <a:srgbClr val="53544A"/>
                </a:solidFill>
                <a:latin typeface="+mn-lt"/>
              </a:rPr>
              <a:t>Common Agile frameworks, templates, onboarding, governance</a:t>
            </a:r>
          </a:p>
        </p:txBody>
      </p:sp>
      <p:cxnSp>
        <p:nvCxnSpPr>
          <p:cNvPr id="20" name="Connector 19"/>
          <p:cNvCxnSpPr/>
          <p:nvPr/>
        </p:nvCxnSpPr>
        <p:spPr>
          <a:xfrm>
            <a:off x="4572000" y="3822192"/>
            <a:ext cx="736092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0" y="3886200"/>
            <a:ext cx="457200" cy="457200"/>
          </a:xfrm>
          <a:prstGeom prst="rect">
            <a:avLst/>
          </a:prstGeom>
          <a:noFill/>
        </p:spPr>
        <p:txBody>
          <a:bodyPr wrap="square" lIns="0" rIns="0" tIns="0" bIns="0" anchor="t"/>
          <a:lstStyle/>
          <a:p>
            <a:pPr algn="l">
              <a:spcAft>
                <a:spcPts val="0"/>
              </a:spcAft>
            </a:pPr>
            <a:r>
              <a:rPr sz="1400" b="0" i="0">
                <a:solidFill>
                  <a:srgbClr val="B37A00"/>
                </a:solidFill>
                <a:latin typeface="+mj-lt"/>
              </a:rPr>
              <a:t>04</a:t>
            </a:r>
          </a:p>
        </p:txBody>
      </p:sp>
      <p:sp>
        <p:nvSpPr>
          <p:cNvPr id="22" name="TextBox 21"/>
          <p:cNvSpPr txBox="1"/>
          <p:nvPr/>
        </p:nvSpPr>
        <p:spPr>
          <a:xfrm>
            <a:off x="5029200" y="3886200"/>
            <a:ext cx="3566160" cy="50292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We grew into a strategic partner</a:t>
            </a:r>
          </a:p>
        </p:txBody>
      </p:sp>
      <p:sp>
        <p:nvSpPr>
          <p:cNvPr id="23" name="TextBox 22"/>
          <p:cNvSpPr txBox="1"/>
          <p:nvPr/>
        </p:nvSpPr>
        <p:spPr>
          <a:xfrm>
            <a:off x="8686800" y="3886200"/>
            <a:ext cx="3246120" cy="502920"/>
          </a:xfrm>
          <a:prstGeom prst="rect">
            <a:avLst/>
          </a:prstGeom>
          <a:noFill/>
        </p:spPr>
        <p:txBody>
          <a:bodyPr wrap="square" lIns="0" rIns="0" tIns="0" bIns="0" anchor="t"/>
          <a:lstStyle/>
          <a:p>
            <a:pPr algn="l">
              <a:lnSpc>
                <a:spcPct val="100000"/>
              </a:lnSpc>
              <a:spcAft>
                <a:spcPts val="0"/>
              </a:spcAft>
            </a:pPr>
            <a:r>
              <a:rPr sz="1300" b="0" i="0">
                <a:solidFill>
                  <a:srgbClr val="53544A"/>
                </a:solidFill>
                <a:latin typeface="+mn-lt"/>
              </a:rPr>
              <a:t>Shaping solutions, managing risk, influencing technology decisions</a:t>
            </a:r>
          </a:p>
        </p:txBody>
      </p:sp>
      <p:cxnSp>
        <p:nvCxnSpPr>
          <p:cNvPr id="24" name="Connector 23"/>
          <p:cNvCxnSpPr/>
          <p:nvPr/>
        </p:nvCxnSpPr>
        <p:spPr>
          <a:xfrm>
            <a:off x="4572000" y="4370832"/>
            <a:ext cx="736092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0" y="4434840"/>
            <a:ext cx="457200" cy="457200"/>
          </a:xfrm>
          <a:prstGeom prst="rect">
            <a:avLst/>
          </a:prstGeom>
          <a:noFill/>
        </p:spPr>
        <p:txBody>
          <a:bodyPr wrap="square" lIns="0" rIns="0" tIns="0" bIns="0" anchor="t"/>
          <a:lstStyle/>
          <a:p>
            <a:pPr algn="l">
              <a:spcAft>
                <a:spcPts val="0"/>
              </a:spcAft>
            </a:pPr>
            <a:r>
              <a:rPr sz="1400" b="0" i="0">
                <a:solidFill>
                  <a:srgbClr val="B37A00"/>
                </a:solidFill>
                <a:latin typeface="+mj-lt"/>
              </a:rPr>
              <a:t>05</a:t>
            </a:r>
          </a:p>
        </p:txBody>
      </p:sp>
      <p:sp>
        <p:nvSpPr>
          <p:cNvPr id="26" name="TextBox 25"/>
          <p:cNvSpPr txBox="1"/>
          <p:nvPr/>
        </p:nvSpPr>
        <p:spPr>
          <a:xfrm>
            <a:off x="5029200" y="4434840"/>
            <a:ext cx="3566160" cy="50292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Our people delivered through change</a:t>
            </a:r>
          </a:p>
        </p:txBody>
      </p:sp>
      <p:sp>
        <p:nvSpPr>
          <p:cNvPr id="27" name="TextBox 26"/>
          <p:cNvSpPr txBox="1"/>
          <p:nvPr/>
        </p:nvSpPr>
        <p:spPr>
          <a:xfrm>
            <a:off x="8686800" y="4434840"/>
            <a:ext cx="3246120" cy="502920"/>
          </a:xfrm>
          <a:prstGeom prst="rect">
            <a:avLst/>
          </a:prstGeom>
          <a:noFill/>
        </p:spPr>
        <p:txBody>
          <a:bodyPr wrap="square" lIns="0" rIns="0" tIns="0" bIns="0" anchor="t"/>
          <a:lstStyle/>
          <a:p>
            <a:pPr algn="l">
              <a:lnSpc>
                <a:spcPct val="100000"/>
              </a:lnSpc>
              <a:spcAft>
                <a:spcPts val="0"/>
              </a:spcAft>
            </a:pPr>
            <a:r>
              <a:rPr sz="1300" b="0" i="0">
                <a:solidFill>
                  <a:srgbClr val="53544A"/>
                </a:solidFill>
                <a:latin typeface="+mn-lt"/>
              </a:rPr>
              <a:t>Delays, transitions and shifting priorities, with commitments kept</a:t>
            </a:r>
          </a:p>
        </p:txBody>
      </p:sp>
      <p:cxnSp>
        <p:nvCxnSpPr>
          <p:cNvPr id="28" name="Connector 27"/>
          <p:cNvCxnSpPr/>
          <p:nvPr/>
        </p:nvCxnSpPr>
        <p:spPr>
          <a:xfrm>
            <a:off x="4572000" y="4919472"/>
            <a:ext cx="736092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265176" y="5120640"/>
            <a:ext cx="11667744" cy="128016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85215" y="5285232"/>
            <a:ext cx="11027664" cy="1005840"/>
          </a:xfrm>
          <a:prstGeom prst="rect">
            <a:avLst/>
          </a:prstGeom>
          <a:noFill/>
        </p:spPr>
        <p:txBody>
          <a:bodyPr wrap="square" lIns="0" rIns="0" tIns="0" bIns="0" anchor="t"/>
          <a:lstStyle/>
          <a:p>
            <a:pPr algn="l">
              <a:lnSpc>
                <a:spcPct val="105000"/>
              </a:lnSpc>
              <a:spcAft>
                <a:spcPts val="600"/>
              </a:spcAft>
            </a:pPr>
            <a:r>
              <a:rPr sz="1600" b="0" i="0">
                <a:solidFill>
                  <a:srgbClr val="F5F5F5"/>
                </a:solidFill>
                <a:latin typeface="+mj-lt"/>
              </a:rPr>
              <a:t>The story: 2026 was the year we evolved from individual project successes toward reusable capabilities that strengthen delivery across Confidence.</a:t>
            </a:r>
          </a:p>
          <a:p>
            <a:pPr algn="l">
              <a:lnSpc>
                <a:spcPct val="105000"/>
              </a:lnSpc>
              <a:spcAft>
                <a:spcPts val="0"/>
              </a:spcAft>
            </a:pPr>
            <a:r>
              <a:rPr sz="1500" b="0" i="0">
                <a:solidFill>
                  <a:srgbClr val="F9D28C"/>
                </a:solidFill>
                <a:latin typeface="+mn-lt"/>
              </a:rPr>
              <a:t>The bridge: if our work, capabilities and roles have already evolved this much, what could Confidence look like in 2027?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Run of show: 60 minutes, with most of the time on Impact, People and Future</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Rectangle 5"/>
          <p:cNvSpPr/>
          <p:nvPr/>
        </p:nvSpPr>
        <p:spPr>
          <a:xfrm>
            <a:off x="265176" y="1828800"/>
            <a:ext cx="935736" cy="502920"/>
          </a:xfrm>
          <a:prstGeom prst="rect">
            <a:avLst/>
          </a:prstGeom>
          <a:solidFill>
            <a:srgbClr val="C2C4B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191919"/>
                </a:solidFill>
                <a:latin typeface="+mj-lt"/>
              </a:rPr>
              <a:t>5 min</a:t>
            </a:r>
          </a:p>
        </p:txBody>
      </p:sp>
      <p:sp>
        <p:nvSpPr>
          <p:cNvPr id="7" name="Rectangle 6"/>
          <p:cNvSpPr/>
          <p:nvPr/>
        </p:nvSpPr>
        <p:spPr>
          <a:xfrm>
            <a:off x="1237488" y="1828800"/>
            <a:ext cx="1908048" cy="502920"/>
          </a:xfrm>
          <a:prstGeom prst="rect">
            <a:avLst/>
          </a:prstGeom>
          <a:solidFill>
            <a:srgbClr val="C2C4B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191919"/>
                </a:solidFill>
                <a:latin typeface="+mj-lt"/>
              </a:rPr>
              <a:t>10 min</a:t>
            </a:r>
          </a:p>
        </p:txBody>
      </p:sp>
      <p:sp>
        <p:nvSpPr>
          <p:cNvPr id="8" name="Rectangle 7"/>
          <p:cNvSpPr/>
          <p:nvPr/>
        </p:nvSpPr>
        <p:spPr>
          <a:xfrm>
            <a:off x="3182112" y="1828800"/>
            <a:ext cx="2880360" cy="50292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F5F5F5"/>
                </a:solidFill>
                <a:latin typeface="+mj-lt"/>
              </a:rPr>
              <a:t>15 min</a:t>
            </a:r>
          </a:p>
        </p:txBody>
      </p:sp>
      <p:sp>
        <p:nvSpPr>
          <p:cNvPr id="9" name="Rectangle 8"/>
          <p:cNvSpPr/>
          <p:nvPr/>
        </p:nvSpPr>
        <p:spPr>
          <a:xfrm>
            <a:off x="6099048" y="1828800"/>
            <a:ext cx="1519123" cy="50292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F5F5F5"/>
                </a:solidFill>
                <a:latin typeface="+mj-lt"/>
              </a:rPr>
              <a:t>8 min</a:t>
            </a:r>
          </a:p>
        </p:txBody>
      </p:sp>
      <p:sp>
        <p:nvSpPr>
          <p:cNvPr id="10" name="Rectangle 9"/>
          <p:cNvSpPr/>
          <p:nvPr/>
        </p:nvSpPr>
        <p:spPr>
          <a:xfrm>
            <a:off x="7654747" y="1828800"/>
            <a:ext cx="935736" cy="50292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F5F5F5"/>
                </a:solidFill>
                <a:latin typeface="+mj-lt"/>
              </a:rPr>
              <a:t>5 min</a:t>
            </a:r>
          </a:p>
        </p:txBody>
      </p:sp>
      <p:sp>
        <p:nvSpPr>
          <p:cNvPr id="11" name="Rectangle 10"/>
          <p:cNvSpPr/>
          <p:nvPr/>
        </p:nvSpPr>
        <p:spPr>
          <a:xfrm>
            <a:off x="8627059" y="1828800"/>
            <a:ext cx="2296972" cy="502920"/>
          </a:xfrm>
          <a:prstGeom prst="rect">
            <a:avLst/>
          </a:prstGeom>
          <a:solidFill>
            <a:srgbClr val="D3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191919"/>
                </a:solidFill>
                <a:latin typeface="+mj-lt"/>
              </a:rPr>
              <a:t>12 min</a:t>
            </a:r>
          </a:p>
        </p:txBody>
      </p:sp>
      <p:sp>
        <p:nvSpPr>
          <p:cNvPr id="12" name="Rectangle 11"/>
          <p:cNvSpPr/>
          <p:nvPr/>
        </p:nvSpPr>
        <p:spPr>
          <a:xfrm>
            <a:off x="10960608" y="1828800"/>
            <a:ext cx="935736" cy="502920"/>
          </a:xfrm>
          <a:prstGeom prst="rect">
            <a:avLst/>
          </a:prstGeom>
          <a:solidFill>
            <a:srgbClr val="C2C4B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191919"/>
                </a:solidFill>
                <a:latin typeface="+mj-lt"/>
              </a:rPr>
              <a:t>5 min</a:t>
            </a:r>
          </a:p>
        </p:txBody>
      </p:sp>
      <p:sp>
        <p:nvSpPr>
          <p:cNvPr id="13" name="TextBox 12"/>
          <p:cNvSpPr txBox="1"/>
          <p:nvPr/>
        </p:nvSpPr>
        <p:spPr>
          <a:xfrm>
            <a:off x="265176" y="2386584"/>
            <a:ext cx="731520" cy="228600"/>
          </a:xfrm>
          <a:prstGeom prst="rect">
            <a:avLst/>
          </a:prstGeom>
          <a:noFill/>
        </p:spPr>
        <p:txBody>
          <a:bodyPr wrap="square" lIns="0" rIns="0" tIns="0" bIns="0" anchor="t"/>
          <a:lstStyle/>
          <a:p>
            <a:pPr algn="l">
              <a:spcAft>
                <a:spcPts val="0"/>
              </a:spcAft>
            </a:pPr>
            <a:r>
              <a:rPr sz="1000" b="0" i="0">
                <a:solidFill>
                  <a:srgbClr val="53544A"/>
                </a:solidFill>
                <a:latin typeface="+mn-lt"/>
              </a:rPr>
              <a:t>0′</a:t>
            </a:r>
          </a:p>
        </p:txBody>
      </p:sp>
      <p:sp>
        <p:nvSpPr>
          <p:cNvPr id="14" name="TextBox 13"/>
          <p:cNvSpPr txBox="1"/>
          <p:nvPr/>
        </p:nvSpPr>
        <p:spPr>
          <a:xfrm>
            <a:off x="2816352" y="2386584"/>
            <a:ext cx="731520" cy="228600"/>
          </a:xfrm>
          <a:prstGeom prst="rect">
            <a:avLst/>
          </a:prstGeom>
          <a:noFill/>
        </p:spPr>
        <p:txBody>
          <a:bodyPr wrap="square" lIns="0" rIns="0" tIns="0" bIns="0" anchor="t"/>
          <a:lstStyle/>
          <a:p>
            <a:pPr algn="ctr">
              <a:spcAft>
                <a:spcPts val="0"/>
              </a:spcAft>
            </a:pPr>
            <a:r>
              <a:rPr sz="1000" b="0" i="0">
                <a:solidFill>
                  <a:srgbClr val="53544A"/>
                </a:solidFill>
                <a:latin typeface="+mn-lt"/>
              </a:rPr>
              <a:t>15′</a:t>
            </a:r>
          </a:p>
        </p:txBody>
      </p:sp>
      <p:sp>
        <p:nvSpPr>
          <p:cNvPr id="15" name="TextBox 14"/>
          <p:cNvSpPr txBox="1"/>
          <p:nvPr/>
        </p:nvSpPr>
        <p:spPr>
          <a:xfrm>
            <a:off x="5733288" y="2386584"/>
            <a:ext cx="731520" cy="228600"/>
          </a:xfrm>
          <a:prstGeom prst="rect">
            <a:avLst/>
          </a:prstGeom>
          <a:noFill/>
        </p:spPr>
        <p:txBody>
          <a:bodyPr wrap="square" lIns="0" rIns="0" tIns="0" bIns="0" anchor="t"/>
          <a:lstStyle/>
          <a:p>
            <a:pPr algn="ctr">
              <a:spcAft>
                <a:spcPts val="0"/>
              </a:spcAft>
            </a:pPr>
            <a:r>
              <a:rPr sz="1000" b="0" i="0">
                <a:solidFill>
                  <a:srgbClr val="53544A"/>
                </a:solidFill>
                <a:latin typeface="+mn-lt"/>
              </a:rPr>
              <a:t>30′</a:t>
            </a:r>
          </a:p>
        </p:txBody>
      </p:sp>
      <p:sp>
        <p:nvSpPr>
          <p:cNvPr id="16" name="TextBox 15"/>
          <p:cNvSpPr txBox="1"/>
          <p:nvPr/>
        </p:nvSpPr>
        <p:spPr>
          <a:xfrm>
            <a:off x="8650224" y="2386584"/>
            <a:ext cx="731520" cy="228600"/>
          </a:xfrm>
          <a:prstGeom prst="rect">
            <a:avLst/>
          </a:prstGeom>
          <a:noFill/>
        </p:spPr>
        <p:txBody>
          <a:bodyPr wrap="square" lIns="0" rIns="0" tIns="0" bIns="0" anchor="t"/>
          <a:lstStyle/>
          <a:p>
            <a:pPr algn="ctr">
              <a:spcAft>
                <a:spcPts val="0"/>
              </a:spcAft>
            </a:pPr>
            <a:r>
              <a:rPr sz="1000" b="0" i="0">
                <a:solidFill>
                  <a:srgbClr val="53544A"/>
                </a:solidFill>
                <a:latin typeface="+mn-lt"/>
              </a:rPr>
              <a:t>45′</a:t>
            </a:r>
          </a:p>
        </p:txBody>
      </p:sp>
      <p:sp>
        <p:nvSpPr>
          <p:cNvPr id="17" name="TextBox 16"/>
          <p:cNvSpPr txBox="1"/>
          <p:nvPr/>
        </p:nvSpPr>
        <p:spPr>
          <a:xfrm>
            <a:off x="11201400" y="2386584"/>
            <a:ext cx="731520" cy="228600"/>
          </a:xfrm>
          <a:prstGeom prst="rect">
            <a:avLst/>
          </a:prstGeom>
          <a:noFill/>
        </p:spPr>
        <p:txBody>
          <a:bodyPr wrap="square" lIns="0" rIns="0" tIns="0" bIns="0" anchor="t"/>
          <a:lstStyle/>
          <a:p>
            <a:pPr algn="r">
              <a:spcAft>
                <a:spcPts val="0"/>
              </a:spcAft>
            </a:pPr>
            <a:r>
              <a:rPr sz="1000" b="0" i="0">
                <a:solidFill>
                  <a:srgbClr val="53544A"/>
                </a:solidFill>
                <a:latin typeface="+mn-lt"/>
              </a:rPr>
              <a:t>60′</a:t>
            </a:r>
          </a:p>
        </p:txBody>
      </p:sp>
      <p:sp>
        <p:nvSpPr>
          <p:cNvPr id="18" name="TextBox 17"/>
          <p:cNvSpPr txBox="1"/>
          <p:nvPr/>
        </p:nvSpPr>
        <p:spPr>
          <a:xfrm>
            <a:off x="676656" y="2697479"/>
            <a:ext cx="1188720" cy="274320"/>
          </a:xfrm>
          <a:prstGeom prst="rect">
            <a:avLst/>
          </a:prstGeom>
          <a:noFill/>
        </p:spPr>
        <p:txBody>
          <a:bodyPr wrap="square" lIns="0" rIns="0" tIns="0" bIns="0" anchor="t"/>
          <a:lstStyle/>
          <a:p>
            <a:pPr algn="l">
              <a:spcAft>
                <a:spcPts val="0"/>
              </a:spcAft>
            </a:pPr>
            <a:r>
              <a:rPr sz="1100" b="0" i="0">
                <a:solidFill>
                  <a:srgbClr val="53544A"/>
                </a:solidFill>
                <a:latin typeface="+mj-lt"/>
              </a:rPr>
              <a:t>Time</a:t>
            </a:r>
          </a:p>
        </p:txBody>
      </p:sp>
      <p:sp>
        <p:nvSpPr>
          <p:cNvPr id="19" name="TextBox 18"/>
          <p:cNvSpPr txBox="1"/>
          <p:nvPr/>
        </p:nvSpPr>
        <p:spPr>
          <a:xfrm>
            <a:off x="1911095" y="2697479"/>
            <a:ext cx="3657600" cy="274320"/>
          </a:xfrm>
          <a:prstGeom prst="rect">
            <a:avLst/>
          </a:prstGeom>
          <a:noFill/>
        </p:spPr>
        <p:txBody>
          <a:bodyPr wrap="square" lIns="0" rIns="0" tIns="0" bIns="0" anchor="t"/>
          <a:lstStyle/>
          <a:p>
            <a:pPr algn="l">
              <a:spcAft>
                <a:spcPts val="0"/>
              </a:spcAft>
            </a:pPr>
            <a:r>
              <a:rPr sz="1100" b="0" i="0">
                <a:solidFill>
                  <a:srgbClr val="53544A"/>
                </a:solidFill>
                <a:latin typeface="+mj-lt"/>
              </a:rPr>
              <a:t>Segment</a:t>
            </a:r>
          </a:p>
        </p:txBody>
      </p:sp>
      <p:sp>
        <p:nvSpPr>
          <p:cNvPr id="20" name="TextBox 19"/>
          <p:cNvSpPr txBox="1"/>
          <p:nvPr/>
        </p:nvSpPr>
        <p:spPr>
          <a:xfrm>
            <a:off x="5843016" y="2697479"/>
            <a:ext cx="3657600" cy="274320"/>
          </a:xfrm>
          <a:prstGeom prst="rect">
            <a:avLst/>
          </a:prstGeom>
          <a:noFill/>
        </p:spPr>
        <p:txBody>
          <a:bodyPr wrap="square" lIns="0" rIns="0" tIns="0" bIns="0" anchor="t"/>
          <a:lstStyle/>
          <a:p>
            <a:pPr algn="l">
              <a:spcAft>
                <a:spcPts val="0"/>
              </a:spcAft>
            </a:pPr>
            <a:r>
              <a:rPr sz="1100" b="0" i="0">
                <a:solidFill>
                  <a:srgbClr val="53544A"/>
                </a:solidFill>
                <a:latin typeface="+mj-lt"/>
              </a:rPr>
              <a:t>Focus</a:t>
            </a:r>
          </a:p>
        </p:txBody>
      </p:sp>
      <p:sp>
        <p:nvSpPr>
          <p:cNvPr id="21" name="TextBox 20"/>
          <p:cNvSpPr txBox="1"/>
          <p:nvPr/>
        </p:nvSpPr>
        <p:spPr>
          <a:xfrm>
            <a:off x="9683496" y="2697479"/>
            <a:ext cx="2194560" cy="274320"/>
          </a:xfrm>
          <a:prstGeom prst="rect">
            <a:avLst/>
          </a:prstGeom>
          <a:noFill/>
        </p:spPr>
        <p:txBody>
          <a:bodyPr wrap="square" lIns="0" rIns="0" tIns="0" bIns="0" anchor="t"/>
          <a:lstStyle/>
          <a:p>
            <a:pPr algn="l">
              <a:spcAft>
                <a:spcPts val="0"/>
              </a:spcAft>
            </a:pPr>
            <a:r>
              <a:rPr sz="1100" b="0" i="0">
                <a:solidFill>
                  <a:srgbClr val="53544A"/>
                </a:solidFill>
                <a:latin typeface="+mj-lt"/>
              </a:rPr>
              <a:t>Who</a:t>
            </a:r>
          </a:p>
        </p:txBody>
      </p:sp>
      <p:sp>
        <p:nvSpPr>
          <p:cNvPr id="22" name="Rectangle 21"/>
          <p:cNvSpPr/>
          <p:nvPr/>
        </p:nvSpPr>
        <p:spPr>
          <a:xfrm>
            <a:off x="265176" y="3154679"/>
            <a:ext cx="182880" cy="182880"/>
          </a:xfrm>
          <a:prstGeom prst="rect">
            <a:avLst/>
          </a:prstGeom>
          <a:solidFill>
            <a:srgbClr val="C2C4B8"/>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6656" y="3108960"/>
            <a:ext cx="1188720" cy="320040"/>
          </a:xfrm>
          <a:prstGeom prst="rect">
            <a:avLst/>
          </a:prstGeom>
          <a:noFill/>
        </p:spPr>
        <p:txBody>
          <a:bodyPr wrap="square" lIns="0" rIns="0" tIns="0" bIns="0" anchor="t"/>
          <a:lstStyle/>
          <a:p>
            <a:pPr algn="l">
              <a:spcAft>
                <a:spcPts val="0"/>
              </a:spcAft>
            </a:pPr>
            <a:r>
              <a:rPr sz="1400" b="0" i="0">
                <a:solidFill>
                  <a:srgbClr val="53544A"/>
                </a:solidFill>
                <a:latin typeface="+mn-lt"/>
              </a:rPr>
              <a:t>00–05</a:t>
            </a:r>
          </a:p>
        </p:txBody>
      </p:sp>
      <p:sp>
        <p:nvSpPr>
          <p:cNvPr id="24" name="TextBox 23"/>
          <p:cNvSpPr txBox="1"/>
          <p:nvPr/>
        </p:nvSpPr>
        <p:spPr>
          <a:xfrm>
            <a:off x="1911095" y="3108960"/>
            <a:ext cx="3840480" cy="320040"/>
          </a:xfrm>
          <a:prstGeom prst="rect">
            <a:avLst/>
          </a:prstGeom>
          <a:noFill/>
        </p:spPr>
        <p:txBody>
          <a:bodyPr wrap="square" lIns="0" rIns="0" tIns="0" bIns="0" anchor="t"/>
          <a:lstStyle/>
          <a:p>
            <a:pPr algn="l">
              <a:spcAft>
                <a:spcPts val="0"/>
              </a:spcAft>
            </a:pPr>
            <a:r>
              <a:rPr sz="1400" b="0" i="0">
                <a:solidFill>
                  <a:srgbClr val="191919"/>
                </a:solidFill>
                <a:latin typeface="+mj-lt"/>
              </a:rPr>
              <a:t>Welcome and opening</a:t>
            </a:r>
          </a:p>
        </p:txBody>
      </p:sp>
      <p:sp>
        <p:nvSpPr>
          <p:cNvPr id="25" name="TextBox 24"/>
          <p:cNvSpPr txBox="1"/>
          <p:nvPr/>
        </p:nvSpPr>
        <p:spPr>
          <a:xfrm>
            <a:off x="5843016" y="3108960"/>
            <a:ext cx="3749039" cy="320040"/>
          </a:xfrm>
          <a:prstGeom prst="rect">
            <a:avLst/>
          </a:prstGeom>
          <a:noFill/>
        </p:spPr>
        <p:txBody>
          <a:bodyPr wrap="square" lIns="0" rIns="0" tIns="0" bIns="0" anchor="t"/>
          <a:lstStyle/>
          <a:p>
            <a:pPr algn="l">
              <a:spcAft>
                <a:spcPts val="0"/>
              </a:spcAft>
            </a:pPr>
            <a:r>
              <a:rPr sz="1300" b="0" i="0">
                <a:solidFill>
                  <a:srgbClr val="191919"/>
                </a:solidFill>
                <a:latin typeface="+mn-lt"/>
              </a:rPr>
              <a:t>Set the tone; introduce the three themes</a:t>
            </a:r>
          </a:p>
        </p:txBody>
      </p:sp>
      <p:sp>
        <p:nvSpPr>
          <p:cNvPr id="26" name="TextBox 25"/>
          <p:cNvSpPr txBox="1"/>
          <p:nvPr/>
        </p:nvSpPr>
        <p:spPr>
          <a:xfrm>
            <a:off x="9683496" y="3108960"/>
            <a:ext cx="2249424" cy="320040"/>
          </a:xfrm>
          <a:prstGeom prst="rect">
            <a:avLst/>
          </a:prstGeom>
          <a:noFill/>
        </p:spPr>
        <p:txBody>
          <a:bodyPr wrap="square" lIns="0" rIns="0" tIns="0" bIns="0" anchor="t"/>
          <a:lstStyle/>
          <a:p>
            <a:pPr algn="l">
              <a:spcAft>
                <a:spcPts val="0"/>
              </a:spcAft>
            </a:pPr>
            <a:r>
              <a:rPr sz="1300" b="0" i="0">
                <a:solidFill>
                  <a:srgbClr val="53544A"/>
                </a:solidFill>
                <a:latin typeface="+mn-lt"/>
              </a:rPr>
              <a:t>Host / practice leadership</a:t>
            </a:r>
          </a:p>
        </p:txBody>
      </p:sp>
      <p:cxnSp>
        <p:nvCxnSpPr>
          <p:cNvPr id="27" name="Connector 26"/>
          <p:cNvCxnSpPr/>
          <p:nvPr/>
        </p:nvCxnSpPr>
        <p:spPr>
          <a:xfrm>
            <a:off x="265176" y="3493008"/>
            <a:ext cx="11667744"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65176" y="3630168"/>
            <a:ext cx="182880" cy="182880"/>
          </a:xfrm>
          <a:prstGeom prst="rect">
            <a:avLst/>
          </a:prstGeom>
          <a:solidFill>
            <a:srgbClr val="C2C4B8"/>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76656" y="3584448"/>
            <a:ext cx="1188720" cy="320040"/>
          </a:xfrm>
          <a:prstGeom prst="rect">
            <a:avLst/>
          </a:prstGeom>
          <a:noFill/>
        </p:spPr>
        <p:txBody>
          <a:bodyPr wrap="square" lIns="0" rIns="0" tIns="0" bIns="0" anchor="t"/>
          <a:lstStyle/>
          <a:p>
            <a:pPr algn="l">
              <a:spcAft>
                <a:spcPts val="0"/>
              </a:spcAft>
            </a:pPr>
            <a:r>
              <a:rPr sz="1400" b="0" i="0">
                <a:solidFill>
                  <a:srgbClr val="53544A"/>
                </a:solidFill>
                <a:latin typeface="+mn-lt"/>
              </a:rPr>
              <a:t>05–15</a:t>
            </a:r>
          </a:p>
        </p:txBody>
      </p:sp>
      <p:sp>
        <p:nvSpPr>
          <p:cNvPr id="30" name="TextBox 29"/>
          <p:cNvSpPr txBox="1"/>
          <p:nvPr/>
        </p:nvSpPr>
        <p:spPr>
          <a:xfrm>
            <a:off x="1911095" y="3584448"/>
            <a:ext cx="3840480" cy="320040"/>
          </a:xfrm>
          <a:prstGeom prst="rect">
            <a:avLst/>
          </a:prstGeom>
          <a:noFill/>
        </p:spPr>
        <p:txBody>
          <a:bodyPr wrap="square" lIns="0" rIns="0" tIns="0" bIns="0" anchor="t"/>
          <a:lstStyle/>
          <a:p>
            <a:pPr algn="l">
              <a:spcAft>
                <a:spcPts val="0"/>
              </a:spcAft>
            </a:pPr>
            <a:r>
              <a:rPr sz="1400" b="0" i="0">
                <a:solidFill>
                  <a:srgbClr val="191919"/>
                </a:solidFill>
                <a:latin typeface="+mj-lt"/>
              </a:rPr>
              <a:t>Leadership updates</a:t>
            </a:r>
          </a:p>
        </p:txBody>
      </p:sp>
      <p:sp>
        <p:nvSpPr>
          <p:cNvPr id="31" name="TextBox 30"/>
          <p:cNvSpPr txBox="1"/>
          <p:nvPr/>
        </p:nvSpPr>
        <p:spPr>
          <a:xfrm>
            <a:off x="5843016" y="3584448"/>
            <a:ext cx="3749039" cy="320040"/>
          </a:xfrm>
          <a:prstGeom prst="rect">
            <a:avLst/>
          </a:prstGeom>
          <a:noFill/>
        </p:spPr>
        <p:txBody>
          <a:bodyPr wrap="square" lIns="0" rIns="0" tIns="0" bIns="0" anchor="t"/>
          <a:lstStyle/>
          <a:p>
            <a:pPr algn="l">
              <a:spcAft>
                <a:spcPts val="0"/>
              </a:spcAft>
            </a:pPr>
            <a:r>
              <a:rPr sz="1300" b="0" i="0">
                <a:solidFill>
                  <a:srgbClr val="191919"/>
                </a:solidFill>
                <a:latin typeface="+mn-lt"/>
              </a:rPr>
              <a:t>Organizational, business and practice updates</a:t>
            </a:r>
          </a:p>
        </p:txBody>
      </p:sp>
      <p:sp>
        <p:nvSpPr>
          <p:cNvPr id="32" name="TextBox 31"/>
          <p:cNvSpPr txBox="1"/>
          <p:nvPr/>
        </p:nvSpPr>
        <p:spPr>
          <a:xfrm>
            <a:off x="9683496" y="3584448"/>
            <a:ext cx="2249424" cy="320040"/>
          </a:xfrm>
          <a:prstGeom prst="rect">
            <a:avLst/>
          </a:prstGeom>
          <a:noFill/>
        </p:spPr>
        <p:txBody>
          <a:bodyPr wrap="square" lIns="0" rIns="0" tIns="0" bIns="0" anchor="t"/>
          <a:lstStyle/>
          <a:p>
            <a:pPr algn="l">
              <a:spcAft>
                <a:spcPts val="0"/>
              </a:spcAft>
            </a:pPr>
            <a:r>
              <a:rPr sz="1300" b="0" i="0">
                <a:solidFill>
                  <a:srgbClr val="53544A"/>
                </a:solidFill>
                <a:latin typeface="+mn-lt"/>
              </a:rPr>
              <a:t>Confidence leadership</a:t>
            </a:r>
          </a:p>
        </p:txBody>
      </p:sp>
      <p:cxnSp>
        <p:nvCxnSpPr>
          <p:cNvPr id="33" name="Connector 32"/>
          <p:cNvCxnSpPr/>
          <p:nvPr/>
        </p:nvCxnSpPr>
        <p:spPr>
          <a:xfrm>
            <a:off x="265176" y="3968496"/>
            <a:ext cx="11667744"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265176" y="4105656"/>
            <a:ext cx="182880" cy="18288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76656" y="4059935"/>
            <a:ext cx="1188720" cy="320040"/>
          </a:xfrm>
          <a:prstGeom prst="rect">
            <a:avLst/>
          </a:prstGeom>
          <a:noFill/>
        </p:spPr>
        <p:txBody>
          <a:bodyPr wrap="square" lIns="0" rIns="0" tIns="0" bIns="0" anchor="t"/>
          <a:lstStyle/>
          <a:p>
            <a:pPr algn="l">
              <a:spcAft>
                <a:spcPts val="0"/>
              </a:spcAft>
            </a:pPr>
            <a:r>
              <a:rPr sz="1400" b="0" i="0">
                <a:solidFill>
                  <a:srgbClr val="53544A"/>
                </a:solidFill>
                <a:latin typeface="+mn-lt"/>
              </a:rPr>
              <a:t>15–30</a:t>
            </a:r>
          </a:p>
        </p:txBody>
      </p:sp>
      <p:sp>
        <p:nvSpPr>
          <p:cNvPr id="36" name="TextBox 35"/>
          <p:cNvSpPr txBox="1"/>
          <p:nvPr/>
        </p:nvSpPr>
        <p:spPr>
          <a:xfrm>
            <a:off x="1911095" y="4059935"/>
            <a:ext cx="3840480" cy="320040"/>
          </a:xfrm>
          <a:prstGeom prst="rect">
            <a:avLst/>
          </a:prstGeom>
          <a:noFill/>
        </p:spPr>
        <p:txBody>
          <a:bodyPr wrap="square" lIns="0" rIns="0" tIns="0" bIns="0" anchor="t"/>
          <a:lstStyle/>
          <a:p>
            <a:pPr algn="l">
              <a:spcAft>
                <a:spcPts val="0"/>
              </a:spcAft>
            </a:pPr>
            <a:r>
              <a:rPr sz="1400" b="0" i="0">
                <a:solidFill>
                  <a:srgbClr val="191919"/>
                </a:solidFill>
                <a:latin typeface="+mj-lt"/>
              </a:rPr>
              <a:t>Our Impact: 2026 in review</a:t>
            </a:r>
          </a:p>
        </p:txBody>
      </p:sp>
      <p:sp>
        <p:nvSpPr>
          <p:cNvPr id="37" name="TextBox 36"/>
          <p:cNvSpPr txBox="1"/>
          <p:nvPr/>
        </p:nvSpPr>
        <p:spPr>
          <a:xfrm>
            <a:off x="5843016" y="4059935"/>
            <a:ext cx="3749039" cy="320040"/>
          </a:xfrm>
          <a:prstGeom prst="rect">
            <a:avLst/>
          </a:prstGeom>
          <a:noFill/>
        </p:spPr>
        <p:txBody>
          <a:bodyPr wrap="square" lIns="0" rIns="0" tIns="0" bIns="0" anchor="t"/>
          <a:lstStyle/>
          <a:p>
            <a:pPr algn="l">
              <a:spcAft>
                <a:spcPts val="0"/>
              </a:spcAft>
            </a:pPr>
            <a:r>
              <a:rPr sz="1300" b="0" i="0">
                <a:solidFill>
                  <a:srgbClr val="191919"/>
                </a:solidFill>
                <a:latin typeface="+mn-lt"/>
              </a:rPr>
              <a:t>Client outcomes, delivery, practice evolution</a:t>
            </a:r>
          </a:p>
        </p:txBody>
      </p:sp>
      <p:sp>
        <p:nvSpPr>
          <p:cNvPr id="38" name="TextBox 37"/>
          <p:cNvSpPr txBox="1"/>
          <p:nvPr/>
        </p:nvSpPr>
        <p:spPr>
          <a:xfrm>
            <a:off x="9683496" y="4059935"/>
            <a:ext cx="2249424" cy="320040"/>
          </a:xfrm>
          <a:prstGeom prst="rect">
            <a:avLst/>
          </a:prstGeom>
          <a:noFill/>
        </p:spPr>
        <p:txBody>
          <a:bodyPr wrap="square" lIns="0" rIns="0" tIns="0" bIns="0" anchor="t"/>
          <a:lstStyle/>
          <a:p>
            <a:pPr algn="l">
              <a:spcAft>
                <a:spcPts val="0"/>
              </a:spcAft>
            </a:pPr>
            <a:r>
              <a:rPr sz="1300" b="0" i="0">
                <a:solidFill>
                  <a:srgbClr val="53544A"/>
                </a:solidFill>
                <a:latin typeface="+mn-lt"/>
              </a:rPr>
              <a:t>Impact report</a:t>
            </a:r>
          </a:p>
        </p:txBody>
      </p:sp>
      <p:cxnSp>
        <p:nvCxnSpPr>
          <p:cNvPr id="39" name="Connector 38"/>
          <p:cNvCxnSpPr/>
          <p:nvPr/>
        </p:nvCxnSpPr>
        <p:spPr>
          <a:xfrm>
            <a:off x="265176" y="4443983"/>
            <a:ext cx="11667744"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65176" y="4581144"/>
            <a:ext cx="182880" cy="18288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76656" y="4535423"/>
            <a:ext cx="1188720" cy="320040"/>
          </a:xfrm>
          <a:prstGeom prst="rect">
            <a:avLst/>
          </a:prstGeom>
          <a:noFill/>
        </p:spPr>
        <p:txBody>
          <a:bodyPr wrap="square" lIns="0" rIns="0" tIns="0" bIns="0" anchor="t"/>
          <a:lstStyle/>
          <a:p>
            <a:pPr algn="l">
              <a:spcAft>
                <a:spcPts val="0"/>
              </a:spcAft>
            </a:pPr>
            <a:r>
              <a:rPr sz="1400" b="0" i="0">
                <a:solidFill>
                  <a:srgbClr val="53544A"/>
                </a:solidFill>
                <a:latin typeface="+mn-lt"/>
              </a:rPr>
              <a:t>30–38</a:t>
            </a:r>
          </a:p>
        </p:txBody>
      </p:sp>
      <p:sp>
        <p:nvSpPr>
          <p:cNvPr id="42" name="TextBox 41"/>
          <p:cNvSpPr txBox="1"/>
          <p:nvPr/>
        </p:nvSpPr>
        <p:spPr>
          <a:xfrm>
            <a:off x="1911095" y="4535423"/>
            <a:ext cx="3840480" cy="320040"/>
          </a:xfrm>
          <a:prstGeom prst="rect">
            <a:avLst/>
          </a:prstGeom>
          <a:noFill/>
        </p:spPr>
        <p:txBody>
          <a:bodyPr wrap="square" lIns="0" rIns="0" tIns="0" bIns="0" anchor="t"/>
          <a:lstStyle/>
          <a:p>
            <a:pPr algn="l">
              <a:spcAft>
                <a:spcPts val="0"/>
              </a:spcAft>
            </a:pPr>
            <a:r>
              <a:rPr sz="1400" b="0" i="0">
                <a:solidFill>
                  <a:srgbClr val="191919"/>
                </a:solidFill>
                <a:latin typeface="+mj-lt"/>
              </a:rPr>
              <a:t>Our People: behind the impact</a:t>
            </a:r>
          </a:p>
        </p:txBody>
      </p:sp>
      <p:sp>
        <p:nvSpPr>
          <p:cNvPr id="43" name="TextBox 42"/>
          <p:cNvSpPr txBox="1"/>
          <p:nvPr/>
        </p:nvSpPr>
        <p:spPr>
          <a:xfrm>
            <a:off x="5843016" y="4535423"/>
            <a:ext cx="3749039" cy="320040"/>
          </a:xfrm>
          <a:prstGeom prst="rect">
            <a:avLst/>
          </a:prstGeom>
          <a:noFill/>
        </p:spPr>
        <p:txBody>
          <a:bodyPr wrap="square" lIns="0" rIns="0" tIns="0" bIns="0" anchor="t"/>
          <a:lstStyle/>
          <a:p>
            <a:pPr algn="l">
              <a:spcAft>
                <a:spcPts val="0"/>
              </a:spcAft>
            </a:pPr>
            <a:r>
              <a:rPr sz="1300" b="0" i="0">
                <a:solidFill>
                  <a:srgbClr val="191919"/>
                </a:solidFill>
                <a:latin typeface="+mn-lt"/>
              </a:rPr>
              <a:t>Recognition tied to real contributions</a:t>
            </a:r>
          </a:p>
        </p:txBody>
      </p:sp>
      <p:sp>
        <p:nvSpPr>
          <p:cNvPr id="44" name="TextBox 43"/>
          <p:cNvSpPr txBox="1"/>
          <p:nvPr/>
        </p:nvSpPr>
        <p:spPr>
          <a:xfrm>
            <a:off x="9683496" y="4535423"/>
            <a:ext cx="2249424" cy="320040"/>
          </a:xfrm>
          <a:prstGeom prst="rect">
            <a:avLst/>
          </a:prstGeom>
          <a:noFill/>
        </p:spPr>
        <p:txBody>
          <a:bodyPr wrap="square" lIns="0" rIns="0" tIns="0" bIns="0" anchor="t"/>
          <a:lstStyle/>
          <a:p>
            <a:pPr algn="l">
              <a:spcAft>
                <a:spcPts val="0"/>
              </a:spcAft>
            </a:pPr>
            <a:r>
              <a:rPr sz="1300" b="0" i="0">
                <a:solidFill>
                  <a:srgbClr val="53544A"/>
                </a:solidFill>
                <a:latin typeface="+mn-lt"/>
              </a:rPr>
              <a:t>Contributor spotlights</a:t>
            </a:r>
          </a:p>
        </p:txBody>
      </p:sp>
      <p:cxnSp>
        <p:nvCxnSpPr>
          <p:cNvPr id="45" name="Connector 44"/>
          <p:cNvCxnSpPr/>
          <p:nvPr/>
        </p:nvCxnSpPr>
        <p:spPr>
          <a:xfrm>
            <a:off x="265176" y="4919471"/>
            <a:ext cx="11667744"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65176" y="5056632"/>
            <a:ext cx="182880" cy="18288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76656" y="5010912"/>
            <a:ext cx="1188720" cy="320040"/>
          </a:xfrm>
          <a:prstGeom prst="rect">
            <a:avLst/>
          </a:prstGeom>
          <a:noFill/>
        </p:spPr>
        <p:txBody>
          <a:bodyPr wrap="square" lIns="0" rIns="0" tIns="0" bIns="0" anchor="t"/>
          <a:lstStyle/>
          <a:p>
            <a:pPr algn="l">
              <a:spcAft>
                <a:spcPts val="0"/>
              </a:spcAft>
            </a:pPr>
            <a:r>
              <a:rPr sz="1400" b="0" i="0">
                <a:solidFill>
                  <a:srgbClr val="53544A"/>
                </a:solidFill>
                <a:latin typeface="+mn-lt"/>
              </a:rPr>
              <a:t>38–43</a:t>
            </a:r>
          </a:p>
        </p:txBody>
      </p:sp>
      <p:sp>
        <p:nvSpPr>
          <p:cNvPr id="48" name="TextBox 47"/>
          <p:cNvSpPr txBox="1"/>
          <p:nvPr/>
        </p:nvSpPr>
        <p:spPr>
          <a:xfrm>
            <a:off x="1911095" y="5010912"/>
            <a:ext cx="3840480" cy="320040"/>
          </a:xfrm>
          <a:prstGeom prst="rect">
            <a:avLst/>
          </a:prstGeom>
          <a:noFill/>
        </p:spPr>
        <p:txBody>
          <a:bodyPr wrap="square" lIns="0" rIns="0" tIns="0" bIns="0" anchor="t"/>
          <a:lstStyle/>
          <a:p>
            <a:pPr algn="l">
              <a:spcAft>
                <a:spcPts val="0"/>
              </a:spcAft>
            </a:pPr>
            <a:r>
              <a:rPr sz="1400" b="0" i="0">
                <a:solidFill>
                  <a:srgbClr val="191919"/>
                </a:solidFill>
                <a:latin typeface="+mj-lt"/>
              </a:rPr>
              <a:t>Looking ahead: the Confidence Future 3</a:t>
            </a:r>
          </a:p>
        </p:txBody>
      </p:sp>
      <p:sp>
        <p:nvSpPr>
          <p:cNvPr id="49" name="TextBox 48"/>
          <p:cNvSpPr txBox="1"/>
          <p:nvPr/>
        </p:nvSpPr>
        <p:spPr>
          <a:xfrm>
            <a:off x="5843016" y="5010912"/>
            <a:ext cx="3749039" cy="320040"/>
          </a:xfrm>
          <a:prstGeom prst="rect">
            <a:avLst/>
          </a:prstGeom>
          <a:noFill/>
        </p:spPr>
        <p:txBody>
          <a:bodyPr wrap="square" lIns="0" rIns="0" tIns="0" bIns="0" anchor="t"/>
          <a:lstStyle/>
          <a:p>
            <a:pPr algn="l">
              <a:spcAft>
                <a:spcPts val="0"/>
              </a:spcAft>
            </a:pPr>
            <a:r>
              <a:rPr sz="1300" b="0" i="0">
                <a:solidFill>
                  <a:srgbClr val="191919"/>
                </a:solidFill>
                <a:latin typeface="+mn-lt"/>
              </a:rPr>
              <a:t>Three Future 100-inspired predictions</a:t>
            </a:r>
          </a:p>
        </p:txBody>
      </p:sp>
      <p:sp>
        <p:nvSpPr>
          <p:cNvPr id="50" name="TextBox 49"/>
          <p:cNvSpPr txBox="1"/>
          <p:nvPr/>
        </p:nvSpPr>
        <p:spPr>
          <a:xfrm>
            <a:off x="9683496" y="5010912"/>
            <a:ext cx="2249424" cy="320040"/>
          </a:xfrm>
          <a:prstGeom prst="rect">
            <a:avLst/>
          </a:prstGeom>
          <a:noFill/>
        </p:spPr>
        <p:txBody>
          <a:bodyPr wrap="square" lIns="0" rIns="0" tIns="0" bIns="0" anchor="t"/>
          <a:lstStyle/>
          <a:p>
            <a:pPr algn="l">
              <a:spcAft>
                <a:spcPts val="0"/>
              </a:spcAft>
            </a:pPr>
            <a:r>
              <a:rPr sz="1300" b="0" i="0">
                <a:solidFill>
                  <a:srgbClr val="53544A"/>
                </a:solidFill>
                <a:latin typeface="+mn-lt"/>
              </a:rPr>
              <a:t>Future Lab</a:t>
            </a:r>
          </a:p>
        </p:txBody>
      </p:sp>
      <p:cxnSp>
        <p:nvCxnSpPr>
          <p:cNvPr id="51" name="Connector 50"/>
          <p:cNvCxnSpPr/>
          <p:nvPr/>
        </p:nvCxnSpPr>
        <p:spPr>
          <a:xfrm>
            <a:off x="265176" y="5394960"/>
            <a:ext cx="11667744"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265176" y="5532120"/>
            <a:ext cx="182880" cy="182880"/>
          </a:xfrm>
          <a:prstGeom prst="rect">
            <a:avLst/>
          </a:prstGeom>
          <a:solidFill>
            <a:srgbClr val="D3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76656" y="5486400"/>
            <a:ext cx="1188720" cy="320040"/>
          </a:xfrm>
          <a:prstGeom prst="rect">
            <a:avLst/>
          </a:prstGeom>
          <a:noFill/>
        </p:spPr>
        <p:txBody>
          <a:bodyPr wrap="square" lIns="0" rIns="0" tIns="0" bIns="0" anchor="t"/>
          <a:lstStyle/>
          <a:p>
            <a:pPr algn="l">
              <a:spcAft>
                <a:spcPts val="0"/>
              </a:spcAft>
            </a:pPr>
            <a:r>
              <a:rPr sz="1400" b="0" i="0">
                <a:solidFill>
                  <a:srgbClr val="53544A"/>
                </a:solidFill>
                <a:latin typeface="+mn-lt"/>
              </a:rPr>
              <a:t>43–55</a:t>
            </a:r>
          </a:p>
        </p:txBody>
      </p:sp>
      <p:sp>
        <p:nvSpPr>
          <p:cNvPr id="54" name="TextBox 53"/>
          <p:cNvSpPr txBox="1"/>
          <p:nvPr/>
        </p:nvSpPr>
        <p:spPr>
          <a:xfrm>
            <a:off x="1911095" y="5486400"/>
            <a:ext cx="3840480" cy="320040"/>
          </a:xfrm>
          <a:prstGeom prst="rect">
            <a:avLst/>
          </a:prstGeom>
          <a:noFill/>
        </p:spPr>
        <p:txBody>
          <a:bodyPr wrap="square" lIns="0" rIns="0" tIns="0" bIns="0" anchor="t"/>
          <a:lstStyle/>
          <a:p>
            <a:pPr algn="l">
              <a:spcAft>
                <a:spcPts val="0"/>
              </a:spcAft>
            </a:pPr>
            <a:r>
              <a:rPr sz="1400" b="0" i="0">
                <a:solidFill>
                  <a:srgbClr val="191919"/>
                </a:solidFill>
                <a:latin typeface="+mj-lt"/>
              </a:rPr>
              <a:t>Cross-practice popcorn conversation</a:t>
            </a:r>
          </a:p>
        </p:txBody>
      </p:sp>
      <p:sp>
        <p:nvSpPr>
          <p:cNvPr id="55" name="TextBox 54"/>
          <p:cNvSpPr txBox="1"/>
          <p:nvPr/>
        </p:nvSpPr>
        <p:spPr>
          <a:xfrm>
            <a:off x="5843016" y="5486400"/>
            <a:ext cx="3749039" cy="320040"/>
          </a:xfrm>
          <a:prstGeom prst="rect">
            <a:avLst/>
          </a:prstGeom>
          <a:noFill/>
        </p:spPr>
        <p:txBody>
          <a:bodyPr wrap="square" lIns="0" rIns="0" tIns="0" bIns="0" anchor="t"/>
          <a:lstStyle/>
          <a:p>
            <a:pPr algn="l">
              <a:spcAft>
                <a:spcPts val="0"/>
              </a:spcAft>
            </a:pPr>
            <a:r>
              <a:rPr sz="1300" b="0" i="0">
                <a:solidFill>
                  <a:srgbClr val="191919"/>
                </a:solidFill>
                <a:latin typeface="+mn-lt"/>
              </a:rPr>
              <a:t>Collaborative, imaginative “yes, and” discussion</a:t>
            </a:r>
          </a:p>
        </p:txBody>
      </p:sp>
      <p:sp>
        <p:nvSpPr>
          <p:cNvPr id="56" name="TextBox 55"/>
          <p:cNvSpPr txBox="1"/>
          <p:nvPr/>
        </p:nvSpPr>
        <p:spPr>
          <a:xfrm>
            <a:off x="9683496" y="5486400"/>
            <a:ext cx="2249424" cy="320040"/>
          </a:xfrm>
          <a:prstGeom prst="rect">
            <a:avLst/>
          </a:prstGeom>
          <a:noFill/>
        </p:spPr>
        <p:txBody>
          <a:bodyPr wrap="square" lIns="0" rIns="0" tIns="0" bIns="0" anchor="t"/>
          <a:lstStyle/>
          <a:p>
            <a:pPr algn="l">
              <a:spcAft>
                <a:spcPts val="0"/>
              </a:spcAft>
            </a:pPr>
            <a:r>
              <a:rPr sz="1300" b="0" i="0">
                <a:solidFill>
                  <a:srgbClr val="53544A"/>
                </a:solidFill>
                <a:latin typeface="+mn-lt"/>
              </a:rPr>
              <a:t>Moderator + 4–5 voices</a:t>
            </a:r>
          </a:p>
        </p:txBody>
      </p:sp>
      <p:cxnSp>
        <p:nvCxnSpPr>
          <p:cNvPr id="57" name="Connector 56"/>
          <p:cNvCxnSpPr/>
          <p:nvPr/>
        </p:nvCxnSpPr>
        <p:spPr>
          <a:xfrm>
            <a:off x="265176" y="5870448"/>
            <a:ext cx="11667744"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65176" y="6007608"/>
            <a:ext cx="182880" cy="182880"/>
          </a:xfrm>
          <a:prstGeom prst="rect">
            <a:avLst/>
          </a:prstGeom>
          <a:solidFill>
            <a:srgbClr val="C2C4B8"/>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76656" y="5961888"/>
            <a:ext cx="1188720" cy="320040"/>
          </a:xfrm>
          <a:prstGeom prst="rect">
            <a:avLst/>
          </a:prstGeom>
          <a:noFill/>
        </p:spPr>
        <p:txBody>
          <a:bodyPr wrap="square" lIns="0" rIns="0" tIns="0" bIns="0" anchor="t"/>
          <a:lstStyle/>
          <a:p>
            <a:pPr algn="l">
              <a:spcAft>
                <a:spcPts val="0"/>
              </a:spcAft>
            </a:pPr>
            <a:r>
              <a:rPr sz="1400" b="0" i="0">
                <a:solidFill>
                  <a:srgbClr val="53544A"/>
                </a:solidFill>
                <a:latin typeface="+mn-lt"/>
              </a:rPr>
              <a:t>55–60</a:t>
            </a:r>
          </a:p>
        </p:txBody>
      </p:sp>
      <p:sp>
        <p:nvSpPr>
          <p:cNvPr id="60" name="TextBox 59"/>
          <p:cNvSpPr txBox="1"/>
          <p:nvPr/>
        </p:nvSpPr>
        <p:spPr>
          <a:xfrm>
            <a:off x="1911095" y="5961888"/>
            <a:ext cx="3840480" cy="320040"/>
          </a:xfrm>
          <a:prstGeom prst="rect">
            <a:avLst/>
          </a:prstGeom>
          <a:noFill/>
        </p:spPr>
        <p:txBody>
          <a:bodyPr wrap="square" lIns="0" rIns="0" tIns="0" bIns="0" anchor="t"/>
          <a:lstStyle/>
          <a:p>
            <a:pPr algn="l">
              <a:spcAft>
                <a:spcPts val="0"/>
              </a:spcAft>
            </a:pPr>
            <a:r>
              <a:rPr sz="1400" b="0" i="0">
                <a:solidFill>
                  <a:srgbClr val="191919"/>
                </a:solidFill>
                <a:latin typeface="+mj-lt"/>
              </a:rPr>
              <a:t>Closing and looking forward</a:t>
            </a:r>
          </a:p>
        </p:txBody>
      </p:sp>
      <p:sp>
        <p:nvSpPr>
          <p:cNvPr id="61" name="TextBox 60"/>
          <p:cNvSpPr txBox="1"/>
          <p:nvPr/>
        </p:nvSpPr>
        <p:spPr>
          <a:xfrm>
            <a:off x="5843016" y="5961888"/>
            <a:ext cx="3749039" cy="320040"/>
          </a:xfrm>
          <a:prstGeom prst="rect">
            <a:avLst/>
          </a:prstGeom>
          <a:noFill/>
        </p:spPr>
        <p:txBody>
          <a:bodyPr wrap="square" lIns="0" rIns="0" tIns="0" bIns="0" anchor="t"/>
          <a:lstStyle/>
          <a:p>
            <a:pPr algn="l">
              <a:spcAft>
                <a:spcPts val="0"/>
              </a:spcAft>
            </a:pPr>
            <a:r>
              <a:rPr sz="1300" b="0" i="0">
                <a:solidFill>
                  <a:srgbClr val="191919"/>
                </a:solidFill>
                <a:latin typeface="+mn-lt"/>
              </a:rPr>
              <a:t>Appreciation, takeaways, capturing ideas</a:t>
            </a:r>
          </a:p>
        </p:txBody>
      </p:sp>
      <p:sp>
        <p:nvSpPr>
          <p:cNvPr id="62" name="TextBox 61"/>
          <p:cNvSpPr txBox="1"/>
          <p:nvPr/>
        </p:nvSpPr>
        <p:spPr>
          <a:xfrm>
            <a:off x="9683496" y="5961888"/>
            <a:ext cx="2249424" cy="320040"/>
          </a:xfrm>
          <a:prstGeom prst="rect">
            <a:avLst/>
          </a:prstGeom>
          <a:noFill/>
        </p:spPr>
        <p:txBody>
          <a:bodyPr wrap="square" lIns="0" rIns="0" tIns="0" bIns="0" anchor="t"/>
          <a:lstStyle/>
          <a:p>
            <a:pPr algn="l">
              <a:spcAft>
                <a:spcPts val="0"/>
              </a:spcAft>
            </a:pPr>
            <a:r>
              <a:rPr sz="1300" b="0" i="0">
                <a:solidFill>
                  <a:srgbClr val="53544A"/>
                </a:solidFill>
                <a:latin typeface="+mn-lt"/>
              </a:rPr>
              <a:t>Host / leadership</a:t>
            </a:r>
          </a:p>
        </p:txBody>
      </p:sp>
      <p:cxnSp>
        <p:nvCxnSpPr>
          <p:cNvPr id="63" name="Connector 62"/>
          <p:cNvCxnSpPr/>
          <p:nvPr/>
        </p:nvCxnSpPr>
        <p:spPr>
          <a:xfrm>
            <a:off x="265176" y="6345936"/>
            <a:ext cx="11667744"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Opening, leadership updates and close: short, intentional and coordinated</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Rectangle 5"/>
          <p:cNvSpPr/>
          <p:nvPr/>
        </p:nvSpPr>
        <p:spPr>
          <a:xfrm>
            <a:off x="265176" y="1783080"/>
            <a:ext cx="3706368" cy="379476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3776" y="2011680"/>
            <a:ext cx="3249168" cy="365760"/>
          </a:xfrm>
          <a:prstGeom prst="rect">
            <a:avLst/>
          </a:prstGeom>
          <a:noFill/>
        </p:spPr>
        <p:txBody>
          <a:bodyPr wrap="square" lIns="0" rIns="0" tIns="0" bIns="0" anchor="t"/>
          <a:lstStyle/>
          <a:p>
            <a:pPr algn="l">
              <a:spcAft>
                <a:spcPts val="0"/>
              </a:spcAft>
            </a:pPr>
            <a:r>
              <a:rPr sz="2000" b="0" i="0">
                <a:solidFill>
                  <a:srgbClr val="191919"/>
                </a:solidFill>
                <a:latin typeface="+mj-lt"/>
              </a:rPr>
              <a:t>Welcome and opening</a:t>
            </a:r>
          </a:p>
        </p:txBody>
      </p:sp>
      <p:sp>
        <p:nvSpPr>
          <p:cNvPr id="8" name="TextBox 7"/>
          <p:cNvSpPr txBox="1"/>
          <p:nvPr/>
        </p:nvSpPr>
        <p:spPr>
          <a:xfrm>
            <a:off x="493776" y="2468880"/>
            <a:ext cx="3249168" cy="274320"/>
          </a:xfrm>
          <a:prstGeom prst="rect">
            <a:avLst/>
          </a:prstGeom>
          <a:noFill/>
        </p:spPr>
        <p:txBody>
          <a:bodyPr wrap="square" lIns="0" rIns="0" tIns="0" bIns="0" anchor="t"/>
          <a:lstStyle/>
          <a:p>
            <a:pPr algn="l">
              <a:spcAft>
                <a:spcPts val="0"/>
              </a:spcAft>
            </a:pPr>
            <a:r>
              <a:rPr sz="1200" b="0" i="0">
                <a:solidFill>
                  <a:srgbClr val="53544A"/>
                </a:solidFill>
                <a:latin typeface="+mn-lt"/>
              </a:rPr>
              <a:t>5 min  ·  Host and/or practice leadership</a:t>
            </a:r>
          </a:p>
        </p:txBody>
      </p:sp>
      <p:sp>
        <p:nvSpPr>
          <p:cNvPr id="9" name="TextBox 8"/>
          <p:cNvSpPr txBox="1"/>
          <p:nvPr/>
        </p:nvSpPr>
        <p:spPr>
          <a:xfrm>
            <a:off x="493776" y="2971800"/>
            <a:ext cx="3249168" cy="2011680"/>
          </a:xfrm>
          <a:prstGeom prst="rect">
            <a:avLst/>
          </a:prstGeom>
          <a:noFill/>
        </p:spPr>
        <p:txBody>
          <a:bodyPr wrap="square" lIns="0" rIns="0" tIns="0" bIns="0" anchor="t"/>
          <a:lstStyle/>
          <a:p>
            <a:pPr algn="l" marL="274320" indent="-274320">
              <a:lnSpc>
                <a:spcPct val="105000"/>
              </a:lnSpc>
              <a:spcAft>
                <a:spcPts val="800"/>
              </a:spcAft>
              <a:buFont typeface="+mn-lt"/>
              <a:buChar char="□"/>
            </a:pPr>
            <a:r>
              <a:rPr sz="1400" b="0" i="0">
                <a:solidFill>
                  <a:srgbClr val="191919"/>
                </a:solidFill>
                <a:latin typeface="+mn-lt"/>
              </a:rPr>
              <a:t>Acknowledge the year honestly</a:t>
            </a:r>
          </a:p>
          <a:p>
            <a:pPr algn="l" marL="274320" indent="-274320">
              <a:lnSpc>
                <a:spcPct val="105000"/>
              </a:lnSpc>
              <a:spcAft>
                <a:spcPts val="800"/>
              </a:spcAft>
              <a:buFont typeface="+mn-lt"/>
              <a:buChar char="□"/>
            </a:pPr>
            <a:r>
              <a:rPr sz="1400" b="0" i="0">
                <a:solidFill>
                  <a:srgbClr val="191919"/>
                </a:solidFill>
                <a:latin typeface="+mn-lt"/>
              </a:rPr>
              <a:t>Explain why this meeting looks different</a:t>
            </a:r>
          </a:p>
          <a:p>
            <a:pPr algn="l" marL="274320" indent="-274320">
              <a:lnSpc>
                <a:spcPct val="105000"/>
              </a:lnSpc>
              <a:spcAft>
                <a:spcPts val="800"/>
              </a:spcAft>
              <a:buFont typeface="+mn-lt"/>
              <a:buChar char="□"/>
            </a:pPr>
            <a:r>
              <a:rPr sz="1400" b="0" i="0">
                <a:solidFill>
                  <a:srgbClr val="191919"/>
                </a:solidFill>
                <a:latin typeface="+mn-lt"/>
              </a:rPr>
              <a:t>Introduce Impact, People and Future</a:t>
            </a:r>
          </a:p>
        </p:txBody>
      </p:sp>
      <p:cxnSp>
        <p:nvCxnSpPr>
          <p:cNvPr id="10" name="Connector 9"/>
          <p:cNvCxnSpPr/>
          <p:nvPr/>
        </p:nvCxnSpPr>
        <p:spPr>
          <a:xfrm>
            <a:off x="493776" y="4754880"/>
            <a:ext cx="3249168"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93776" y="4873752"/>
            <a:ext cx="3249168" cy="640080"/>
          </a:xfrm>
          <a:prstGeom prst="rect">
            <a:avLst/>
          </a:prstGeom>
          <a:noFill/>
        </p:spPr>
        <p:txBody>
          <a:bodyPr wrap="square" lIns="0" rIns="0" tIns="0" bIns="0" anchor="t"/>
          <a:lstStyle/>
          <a:p>
            <a:pPr algn="l">
              <a:lnSpc>
                <a:spcPct val="105000"/>
              </a:lnSpc>
              <a:spcAft>
                <a:spcPts val="0"/>
              </a:spcAft>
            </a:pPr>
            <a:r>
              <a:rPr sz="1200" b="0" i="0">
                <a:solidFill>
                  <a:srgbClr val="191919"/>
                </a:solidFill>
                <a:latin typeface="+mj-lt"/>
              </a:rPr>
              <a:t>Outcome: </a:t>
            </a:r>
            <a:r>
              <a:rPr sz="1200" b="0" i="0">
                <a:solidFill>
                  <a:srgbClr val="191919"/>
                </a:solidFill>
                <a:latin typeface="+mn-lt"/>
              </a:rPr>
              <a:t>An appreciative, inclusive, forward-looking tone</a:t>
            </a:r>
          </a:p>
        </p:txBody>
      </p:sp>
      <p:sp>
        <p:nvSpPr>
          <p:cNvPr id="12" name="Rectangle 11"/>
          <p:cNvSpPr/>
          <p:nvPr/>
        </p:nvSpPr>
        <p:spPr>
          <a:xfrm>
            <a:off x="4245864" y="1783080"/>
            <a:ext cx="3706368" cy="379476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74464" y="2011680"/>
            <a:ext cx="3249168" cy="365760"/>
          </a:xfrm>
          <a:prstGeom prst="rect">
            <a:avLst/>
          </a:prstGeom>
          <a:noFill/>
        </p:spPr>
        <p:txBody>
          <a:bodyPr wrap="square" lIns="0" rIns="0" tIns="0" bIns="0" anchor="t"/>
          <a:lstStyle/>
          <a:p>
            <a:pPr algn="l">
              <a:spcAft>
                <a:spcPts val="0"/>
              </a:spcAft>
            </a:pPr>
            <a:r>
              <a:rPr sz="2000" b="0" i="0">
                <a:solidFill>
                  <a:srgbClr val="191919"/>
                </a:solidFill>
                <a:latin typeface="+mj-lt"/>
              </a:rPr>
              <a:t>Leadership updates</a:t>
            </a:r>
          </a:p>
        </p:txBody>
      </p:sp>
      <p:sp>
        <p:nvSpPr>
          <p:cNvPr id="14" name="TextBox 13"/>
          <p:cNvSpPr txBox="1"/>
          <p:nvPr/>
        </p:nvSpPr>
        <p:spPr>
          <a:xfrm>
            <a:off x="4474464" y="2468880"/>
            <a:ext cx="3249168" cy="274320"/>
          </a:xfrm>
          <a:prstGeom prst="rect">
            <a:avLst/>
          </a:prstGeom>
          <a:noFill/>
        </p:spPr>
        <p:txBody>
          <a:bodyPr wrap="square" lIns="0" rIns="0" tIns="0" bIns="0" anchor="t"/>
          <a:lstStyle/>
          <a:p>
            <a:pPr algn="l">
              <a:spcAft>
                <a:spcPts val="0"/>
              </a:spcAft>
            </a:pPr>
            <a:r>
              <a:rPr sz="1200" b="0" i="0">
                <a:solidFill>
                  <a:srgbClr val="53544A"/>
                </a:solidFill>
                <a:latin typeface="+mn-lt"/>
              </a:rPr>
              <a:t>10 min  ·  Confidence leadership</a:t>
            </a:r>
          </a:p>
        </p:txBody>
      </p:sp>
      <p:sp>
        <p:nvSpPr>
          <p:cNvPr id="15" name="TextBox 14"/>
          <p:cNvSpPr txBox="1"/>
          <p:nvPr/>
        </p:nvSpPr>
        <p:spPr>
          <a:xfrm>
            <a:off x="4474464" y="2971800"/>
            <a:ext cx="3249168" cy="2011680"/>
          </a:xfrm>
          <a:prstGeom prst="rect">
            <a:avLst/>
          </a:prstGeom>
          <a:noFill/>
        </p:spPr>
        <p:txBody>
          <a:bodyPr wrap="square" lIns="0" rIns="0" tIns="0" bIns="0" anchor="t"/>
          <a:lstStyle/>
          <a:p>
            <a:pPr algn="l" marL="274320" indent="-274320">
              <a:lnSpc>
                <a:spcPct val="105000"/>
              </a:lnSpc>
              <a:spcAft>
                <a:spcPts val="800"/>
              </a:spcAft>
              <a:buFont typeface="+mn-lt"/>
              <a:buChar char="□"/>
            </a:pPr>
            <a:r>
              <a:rPr sz="1400" b="0" i="0">
                <a:solidFill>
                  <a:srgbClr val="191919"/>
                </a:solidFill>
                <a:latin typeface="+mn-lt"/>
              </a:rPr>
              <a:t>Two or three concise updates, not several long ones</a:t>
            </a:r>
          </a:p>
          <a:p>
            <a:pPr algn="l" marL="274320" indent="-274320">
              <a:lnSpc>
                <a:spcPct val="105000"/>
              </a:lnSpc>
              <a:spcAft>
                <a:spcPts val="800"/>
              </a:spcAft>
              <a:buFont typeface="+mn-lt"/>
              <a:buChar char="□"/>
            </a:pPr>
            <a:r>
              <a:rPr sz="1400" b="0" i="0">
                <a:solidFill>
                  <a:srgbClr val="191919"/>
                </a:solidFill>
                <a:latin typeface="+mn-lt"/>
              </a:rPr>
              <a:t>Organization, client outlook, practice priorities, 2027 considerations</a:t>
            </a:r>
          </a:p>
          <a:p>
            <a:pPr algn="l" marL="274320" indent="-274320">
              <a:lnSpc>
                <a:spcPct val="105000"/>
              </a:lnSpc>
              <a:spcAft>
                <a:spcPts val="800"/>
              </a:spcAft>
              <a:buFont typeface="+mn-lt"/>
              <a:buChar char="□"/>
            </a:pPr>
            <a:r>
              <a:rPr sz="1400" b="0" i="0">
                <a:solidFill>
                  <a:srgbClr val="191919"/>
                </a:solidFill>
                <a:latin typeface="+mn-lt"/>
              </a:rPr>
              <a:t>Presenters coordinate topics to avoid repeats</a:t>
            </a:r>
          </a:p>
        </p:txBody>
      </p:sp>
      <p:cxnSp>
        <p:nvCxnSpPr>
          <p:cNvPr id="16" name="Connector 15"/>
          <p:cNvCxnSpPr/>
          <p:nvPr/>
        </p:nvCxnSpPr>
        <p:spPr>
          <a:xfrm>
            <a:off x="4474464" y="4754880"/>
            <a:ext cx="3249168"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74464" y="4873752"/>
            <a:ext cx="3249168" cy="640080"/>
          </a:xfrm>
          <a:prstGeom prst="rect">
            <a:avLst/>
          </a:prstGeom>
          <a:noFill/>
        </p:spPr>
        <p:txBody>
          <a:bodyPr wrap="square" lIns="0" rIns="0" tIns="0" bIns="0" anchor="t"/>
          <a:lstStyle/>
          <a:p>
            <a:pPr algn="l">
              <a:lnSpc>
                <a:spcPct val="105000"/>
              </a:lnSpc>
              <a:spcAft>
                <a:spcPts val="0"/>
              </a:spcAft>
            </a:pPr>
            <a:r>
              <a:rPr sz="1200" b="0" i="0">
                <a:solidFill>
                  <a:srgbClr val="191919"/>
                </a:solidFill>
                <a:latin typeface="+mj-lt"/>
              </a:rPr>
              <a:t>Outcome: </a:t>
            </a:r>
            <a:r>
              <a:rPr sz="1200" b="0" i="0">
                <a:solidFill>
                  <a:srgbClr val="191919"/>
                </a:solidFill>
                <a:latin typeface="+mn-lt"/>
              </a:rPr>
              <a:t>Transparency and alignment, without crowding out the rest</a:t>
            </a:r>
          </a:p>
        </p:txBody>
      </p:sp>
      <p:sp>
        <p:nvSpPr>
          <p:cNvPr id="18" name="Rectangle 17"/>
          <p:cNvSpPr/>
          <p:nvPr/>
        </p:nvSpPr>
        <p:spPr>
          <a:xfrm>
            <a:off x="8226551" y="1783080"/>
            <a:ext cx="3706368" cy="379476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55152" y="2011680"/>
            <a:ext cx="3249168" cy="365760"/>
          </a:xfrm>
          <a:prstGeom prst="rect">
            <a:avLst/>
          </a:prstGeom>
          <a:noFill/>
        </p:spPr>
        <p:txBody>
          <a:bodyPr wrap="square" lIns="0" rIns="0" tIns="0" bIns="0" anchor="t"/>
          <a:lstStyle/>
          <a:p>
            <a:pPr algn="l">
              <a:spcAft>
                <a:spcPts val="0"/>
              </a:spcAft>
            </a:pPr>
            <a:r>
              <a:rPr sz="2000" b="0" i="0">
                <a:solidFill>
                  <a:srgbClr val="191919"/>
                </a:solidFill>
                <a:latin typeface="+mj-lt"/>
              </a:rPr>
              <a:t>Closing</a:t>
            </a:r>
          </a:p>
        </p:txBody>
      </p:sp>
      <p:sp>
        <p:nvSpPr>
          <p:cNvPr id="20" name="TextBox 19"/>
          <p:cNvSpPr txBox="1"/>
          <p:nvPr/>
        </p:nvSpPr>
        <p:spPr>
          <a:xfrm>
            <a:off x="8455152" y="2468880"/>
            <a:ext cx="3249168" cy="274320"/>
          </a:xfrm>
          <a:prstGeom prst="rect">
            <a:avLst/>
          </a:prstGeom>
          <a:noFill/>
        </p:spPr>
        <p:txBody>
          <a:bodyPr wrap="square" lIns="0" rIns="0" tIns="0" bIns="0" anchor="t"/>
          <a:lstStyle/>
          <a:p>
            <a:pPr algn="l">
              <a:spcAft>
                <a:spcPts val="0"/>
              </a:spcAft>
            </a:pPr>
            <a:r>
              <a:rPr sz="1200" b="0" i="0">
                <a:solidFill>
                  <a:srgbClr val="53544A"/>
                </a:solidFill>
                <a:latin typeface="+mn-lt"/>
              </a:rPr>
              <a:t>5 min  ·  Host / leadership</a:t>
            </a:r>
          </a:p>
        </p:txBody>
      </p:sp>
      <p:sp>
        <p:nvSpPr>
          <p:cNvPr id="21" name="TextBox 20"/>
          <p:cNvSpPr txBox="1"/>
          <p:nvPr/>
        </p:nvSpPr>
        <p:spPr>
          <a:xfrm>
            <a:off x="8455152" y="2971800"/>
            <a:ext cx="3249168" cy="2011680"/>
          </a:xfrm>
          <a:prstGeom prst="rect">
            <a:avLst/>
          </a:prstGeom>
          <a:noFill/>
        </p:spPr>
        <p:txBody>
          <a:bodyPr wrap="square" lIns="0" rIns="0" tIns="0" bIns="0" anchor="t"/>
          <a:lstStyle/>
          <a:p>
            <a:pPr algn="l" marL="274320" indent="-274320">
              <a:lnSpc>
                <a:spcPct val="105000"/>
              </a:lnSpc>
              <a:spcAft>
                <a:spcPts val="800"/>
              </a:spcAft>
              <a:buFont typeface="+mn-lt"/>
              <a:buChar char="□"/>
            </a:pPr>
            <a:r>
              <a:rPr sz="1400" b="0" i="0">
                <a:solidFill>
                  <a:srgbClr val="191919"/>
                </a:solidFill>
                <a:latin typeface="+mn-lt"/>
              </a:rPr>
              <a:t>Recap the most compelling takeaways</a:t>
            </a:r>
          </a:p>
          <a:p>
            <a:pPr algn="l" marL="274320" indent="-274320">
              <a:lnSpc>
                <a:spcPct val="105000"/>
              </a:lnSpc>
              <a:spcAft>
                <a:spcPts val="800"/>
              </a:spcAft>
              <a:buFont typeface="+mn-lt"/>
              <a:buChar char="□"/>
            </a:pPr>
            <a:r>
              <a:rPr sz="1400" b="0" i="0">
                <a:solidFill>
                  <a:srgbClr val="191919"/>
                </a:solidFill>
                <a:latin typeface="+mn-lt"/>
              </a:rPr>
              <a:t>Share themes from the popcorn conversation</a:t>
            </a:r>
          </a:p>
          <a:p>
            <a:pPr algn="l" marL="274320" indent="-274320">
              <a:lnSpc>
                <a:spcPct val="105000"/>
              </a:lnSpc>
              <a:spcAft>
                <a:spcPts val="800"/>
              </a:spcAft>
              <a:buFont typeface="+mn-lt"/>
              <a:buChar char="□"/>
            </a:pPr>
            <a:r>
              <a:rPr sz="1400" b="0" i="0">
                <a:solidFill>
                  <a:srgbClr val="191919"/>
                </a:solidFill>
                <a:latin typeface="+mn-lt"/>
              </a:rPr>
              <a:t>Explain how ideas will be captured</a:t>
            </a:r>
          </a:p>
        </p:txBody>
      </p:sp>
      <p:cxnSp>
        <p:nvCxnSpPr>
          <p:cNvPr id="22" name="Connector 21"/>
          <p:cNvCxnSpPr/>
          <p:nvPr/>
        </p:nvCxnSpPr>
        <p:spPr>
          <a:xfrm>
            <a:off x="8455152" y="4754880"/>
            <a:ext cx="3249168"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455152" y="4873752"/>
            <a:ext cx="3249168" cy="640080"/>
          </a:xfrm>
          <a:prstGeom prst="rect">
            <a:avLst/>
          </a:prstGeom>
          <a:noFill/>
        </p:spPr>
        <p:txBody>
          <a:bodyPr wrap="square" lIns="0" rIns="0" tIns="0" bIns="0" anchor="t"/>
          <a:lstStyle/>
          <a:p>
            <a:pPr algn="l">
              <a:lnSpc>
                <a:spcPct val="105000"/>
              </a:lnSpc>
              <a:spcAft>
                <a:spcPts val="0"/>
              </a:spcAft>
            </a:pPr>
            <a:r>
              <a:rPr sz="1200" b="0" i="0">
                <a:solidFill>
                  <a:srgbClr val="191919"/>
                </a:solidFill>
                <a:latin typeface="+mj-lt"/>
              </a:rPr>
              <a:t>Outcome: </a:t>
            </a:r>
            <a:r>
              <a:rPr sz="1200" b="0" i="0">
                <a:solidFill>
                  <a:srgbClr val="191919"/>
                </a:solidFill>
                <a:latin typeface="+mn-lt"/>
              </a:rPr>
              <a:t>People leave appreciated, connected and curious</a:t>
            </a:r>
          </a:p>
        </p:txBody>
      </p:sp>
      <p:sp>
        <p:nvSpPr>
          <p:cNvPr id="24" name="TextBox 23"/>
          <p:cNvSpPr txBox="1"/>
          <p:nvPr/>
        </p:nvSpPr>
        <p:spPr>
          <a:xfrm>
            <a:off x="265176" y="5852160"/>
            <a:ext cx="11667744" cy="457200"/>
          </a:xfrm>
          <a:prstGeom prst="rect">
            <a:avLst/>
          </a:prstGeom>
          <a:noFill/>
        </p:spPr>
        <p:txBody>
          <a:bodyPr wrap="square" lIns="0" rIns="0" tIns="0" bIns="0" anchor="t"/>
          <a:lstStyle/>
          <a:p>
            <a:pPr algn="l">
              <a:spcAft>
                <a:spcPts val="0"/>
              </a:spcAft>
            </a:pPr>
            <a:r>
              <a:rPr sz="1400" b="0" i="0">
                <a:solidFill>
                  <a:srgbClr val="B37A00"/>
                </a:solidFill>
                <a:latin typeface="+mj-lt"/>
              </a:rPr>
              <a:t>Decision needed:  </a:t>
            </a:r>
            <a:r>
              <a:rPr sz="1400" b="0" i="0">
                <a:solidFill>
                  <a:srgbClr val="191919"/>
                </a:solidFill>
                <a:latin typeface="+mn-lt"/>
              </a:rPr>
              <a:t>who presents the leadership updates, and which topics they need to cover.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Our Impact (15 min): three featured stories show how the practice evolved</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3706368" cy="365760"/>
          </a:xfrm>
          <a:prstGeom prst="rect">
            <a:avLst/>
          </a:prstGeom>
          <a:noFill/>
        </p:spPr>
        <p:txBody>
          <a:bodyPr wrap="square" lIns="0" rIns="0" tIns="0" bIns="0" anchor="t"/>
          <a:lstStyle/>
          <a:p>
            <a:pPr algn="l">
              <a:spcAft>
                <a:spcPts val="0"/>
              </a:spcAft>
            </a:pPr>
            <a:r>
              <a:rPr sz="2200" b="0" i="0">
                <a:solidFill>
                  <a:srgbClr val="191919"/>
                </a:solidFill>
                <a:latin typeface="+mj-lt"/>
              </a:rPr>
              <a:t>United Rentals</a:t>
            </a:r>
          </a:p>
        </p:txBody>
      </p:sp>
      <p:sp>
        <p:nvSpPr>
          <p:cNvPr id="7" name="TextBox 6"/>
          <p:cNvSpPr txBox="1"/>
          <p:nvPr/>
        </p:nvSpPr>
        <p:spPr>
          <a:xfrm>
            <a:off x="265176" y="2194560"/>
            <a:ext cx="3614928" cy="457200"/>
          </a:xfrm>
          <a:prstGeom prst="rect">
            <a:avLst/>
          </a:prstGeom>
          <a:noFill/>
        </p:spPr>
        <p:txBody>
          <a:bodyPr wrap="square" lIns="0" rIns="0" tIns="0" bIns="0" anchor="t"/>
          <a:lstStyle/>
          <a:p>
            <a:pPr algn="l">
              <a:lnSpc>
                <a:spcPct val="100000"/>
              </a:lnSpc>
              <a:spcAft>
                <a:spcPts val="0"/>
              </a:spcAft>
            </a:pPr>
            <a:r>
              <a:rPr sz="1300" b="0" i="0">
                <a:solidFill>
                  <a:srgbClr val="53544A"/>
                </a:solidFill>
                <a:latin typeface="+mn-lt"/>
              </a:rPr>
              <a:t>From AI experimentation to an AI-enabled delivery lifecycle</a:t>
            </a:r>
          </a:p>
        </p:txBody>
      </p:sp>
      <p:cxnSp>
        <p:nvCxnSpPr>
          <p:cNvPr id="8" name="Connector 7"/>
          <p:cNvCxnSpPr/>
          <p:nvPr/>
        </p:nvCxnSpPr>
        <p:spPr>
          <a:xfrm>
            <a:off x="265176" y="2697480"/>
            <a:ext cx="3706368"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65176" y="2788920"/>
            <a:ext cx="1828800" cy="731520"/>
          </a:xfrm>
          <a:prstGeom prst="rect">
            <a:avLst/>
          </a:prstGeom>
          <a:noFill/>
        </p:spPr>
        <p:txBody>
          <a:bodyPr wrap="square" lIns="0" rIns="0" tIns="0" bIns="0" anchor="t"/>
          <a:lstStyle/>
          <a:p>
            <a:pPr algn="l">
              <a:spcAft>
                <a:spcPts val="0"/>
              </a:spcAft>
            </a:pPr>
            <a:r>
              <a:rPr sz="4400" b="0" i="0">
                <a:solidFill>
                  <a:srgbClr val="191919"/>
                </a:solidFill>
                <a:latin typeface="+mj-lt"/>
              </a:rPr>
              <a:t>90%+</a:t>
            </a:r>
          </a:p>
        </p:txBody>
      </p:sp>
      <p:sp>
        <p:nvSpPr>
          <p:cNvPr id="10" name="TextBox 9"/>
          <p:cNvSpPr txBox="1"/>
          <p:nvPr/>
        </p:nvSpPr>
        <p:spPr>
          <a:xfrm>
            <a:off x="2093976" y="2971800"/>
            <a:ext cx="1877568" cy="548640"/>
          </a:xfrm>
          <a:prstGeom prst="rect">
            <a:avLst/>
          </a:prstGeom>
          <a:noFill/>
        </p:spPr>
        <p:txBody>
          <a:bodyPr wrap="square" lIns="0" rIns="0" tIns="0" bIns="0" anchor="ctr"/>
          <a:lstStyle/>
          <a:p>
            <a:pPr algn="l">
              <a:lnSpc>
                <a:spcPct val="100000"/>
              </a:lnSpc>
              <a:spcAft>
                <a:spcPts val="0"/>
              </a:spcAft>
            </a:pPr>
            <a:r>
              <a:rPr sz="1200" b="0" i="0">
                <a:solidFill>
                  <a:srgbClr val="53544A"/>
                </a:solidFill>
                <a:latin typeface="+mn-lt"/>
              </a:rPr>
              <a:t>automation coverage for Cart regression (Oct)</a:t>
            </a:r>
          </a:p>
        </p:txBody>
      </p:sp>
      <p:sp>
        <p:nvSpPr>
          <p:cNvPr id="11" name="TextBox 10"/>
          <p:cNvSpPr txBox="1"/>
          <p:nvPr/>
        </p:nvSpPr>
        <p:spPr>
          <a:xfrm>
            <a:off x="265176" y="3703320"/>
            <a:ext cx="3614928" cy="2011680"/>
          </a:xfrm>
          <a:prstGeom prst="rect">
            <a:avLst/>
          </a:prstGeom>
          <a:noFill/>
        </p:spPr>
        <p:txBody>
          <a:bodyPr wrap="square" lIns="0" rIns="0" tIns="0" bIns="0" anchor="t"/>
          <a:lstStyle/>
          <a:p>
            <a:pPr algn="l" marL="274320" indent="-274320">
              <a:lnSpc>
                <a:spcPct val="105000"/>
              </a:lnSpc>
              <a:spcAft>
                <a:spcPts val="600"/>
              </a:spcAft>
              <a:buFont typeface="+mn-lt"/>
              <a:buChar char="□"/>
            </a:pPr>
            <a:r>
              <a:rPr sz="1300" b="0" i="0">
                <a:solidFill>
                  <a:srgbClr val="191919"/>
                </a:solidFill>
                <a:latin typeface="+mn-lt"/>
              </a:rPr>
              <a:t>320+ automated tests for AU/NZ readiness</a:t>
            </a:r>
          </a:p>
          <a:p>
            <a:pPr algn="l" marL="274320" indent="-274320">
              <a:lnSpc>
                <a:spcPct val="105000"/>
              </a:lnSpc>
              <a:spcAft>
                <a:spcPts val="600"/>
              </a:spcAft>
              <a:buFont typeface="+mn-lt"/>
              <a:buChar char="□"/>
            </a:pPr>
            <a:r>
              <a:rPr sz="1300" b="0" i="0">
                <a:solidFill>
                  <a:srgbClr val="191919"/>
                </a:solidFill>
                <a:latin typeface="+mn-lt"/>
              </a:rPr>
              <a:t>Visual regression: 257 scenarios, 8 devices, ~2,000 screenshots in &lt;40 min</a:t>
            </a:r>
          </a:p>
          <a:p>
            <a:pPr algn="l" marL="274320" indent="-274320">
              <a:lnSpc>
                <a:spcPct val="105000"/>
              </a:lnSpc>
              <a:spcAft>
                <a:spcPts val="600"/>
              </a:spcAft>
              <a:buFont typeface="+mn-lt"/>
              <a:buChar char="□"/>
            </a:pPr>
            <a:r>
              <a:rPr sz="1300" b="0" i="0">
                <a:solidFill>
                  <a:srgbClr val="191919"/>
                </a:solidFill>
                <a:latin typeface="+mn-lt"/>
              </a:rPr>
              <a:t>Churchill AI-DLC expanding to more teams</a:t>
            </a:r>
          </a:p>
        </p:txBody>
      </p:sp>
      <p:sp>
        <p:nvSpPr>
          <p:cNvPr id="12" name="TextBox 11"/>
          <p:cNvSpPr txBox="1"/>
          <p:nvPr/>
        </p:nvSpPr>
        <p:spPr>
          <a:xfrm>
            <a:off x="4245864" y="1783080"/>
            <a:ext cx="3706368" cy="365760"/>
          </a:xfrm>
          <a:prstGeom prst="rect">
            <a:avLst/>
          </a:prstGeom>
          <a:noFill/>
        </p:spPr>
        <p:txBody>
          <a:bodyPr wrap="square" lIns="0" rIns="0" tIns="0" bIns="0" anchor="t"/>
          <a:lstStyle/>
          <a:p>
            <a:pPr algn="l">
              <a:spcAft>
                <a:spcPts val="0"/>
              </a:spcAft>
            </a:pPr>
            <a:r>
              <a:rPr sz="2200" b="0" i="0">
                <a:solidFill>
                  <a:srgbClr val="191919"/>
                </a:solidFill>
                <a:latin typeface="+mj-lt"/>
              </a:rPr>
              <a:t>Sherwin-Williams</a:t>
            </a:r>
          </a:p>
        </p:txBody>
      </p:sp>
      <p:sp>
        <p:nvSpPr>
          <p:cNvPr id="13" name="TextBox 12"/>
          <p:cNvSpPr txBox="1"/>
          <p:nvPr/>
        </p:nvSpPr>
        <p:spPr>
          <a:xfrm>
            <a:off x="4245864" y="2194560"/>
            <a:ext cx="3614928" cy="457200"/>
          </a:xfrm>
          <a:prstGeom prst="rect">
            <a:avLst/>
          </a:prstGeom>
          <a:noFill/>
        </p:spPr>
        <p:txBody>
          <a:bodyPr wrap="square" lIns="0" rIns="0" tIns="0" bIns="0" anchor="t"/>
          <a:lstStyle/>
          <a:p>
            <a:pPr algn="l">
              <a:lnSpc>
                <a:spcPct val="100000"/>
              </a:lnSpc>
              <a:spcAft>
                <a:spcPts val="0"/>
              </a:spcAft>
            </a:pPr>
            <a:r>
              <a:rPr sz="1300" b="0" i="0">
                <a:solidFill>
                  <a:srgbClr val="53544A"/>
                </a:solidFill>
                <a:latin typeface="+mn-lt"/>
              </a:rPr>
              <a:t>Confidence standards as the operating model for T4</a:t>
            </a:r>
          </a:p>
        </p:txBody>
      </p:sp>
      <p:cxnSp>
        <p:nvCxnSpPr>
          <p:cNvPr id="14" name="Connector 13"/>
          <p:cNvCxnSpPr/>
          <p:nvPr/>
        </p:nvCxnSpPr>
        <p:spPr>
          <a:xfrm>
            <a:off x="4245864" y="2697480"/>
            <a:ext cx="3706368"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45864" y="2788920"/>
            <a:ext cx="1828800" cy="731520"/>
          </a:xfrm>
          <a:prstGeom prst="rect">
            <a:avLst/>
          </a:prstGeom>
          <a:noFill/>
        </p:spPr>
        <p:txBody>
          <a:bodyPr wrap="square" lIns="0" rIns="0" tIns="0" bIns="0" anchor="t"/>
          <a:lstStyle/>
          <a:p>
            <a:pPr algn="l">
              <a:spcAft>
                <a:spcPts val="0"/>
              </a:spcAft>
            </a:pPr>
            <a:r>
              <a:rPr sz="4400" b="0" i="0">
                <a:solidFill>
                  <a:srgbClr val="191919"/>
                </a:solidFill>
                <a:latin typeface="+mj-lt"/>
              </a:rPr>
              <a:t>6</a:t>
            </a:r>
          </a:p>
        </p:txBody>
      </p:sp>
      <p:sp>
        <p:nvSpPr>
          <p:cNvPr id="16" name="TextBox 15"/>
          <p:cNvSpPr txBox="1"/>
          <p:nvPr/>
        </p:nvSpPr>
        <p:spPr>
          <a:xfrm>
            <a:off x="6074664" y="2971800"/>
            <a:ext cx="1877568" cy="548640"/>
          </a:xfrm>
          <a:prstGeom prst="rect">
            <a:avLst/>
          </a:prstGeom>
          <a:noFill/>
        </p:spPr>
        <p:txBody>
          <a:bodyPr wrap="square" lIns="0" rIns="0" tIns="0" bIns="0" anchor="ctr"/>
          <a:lstStyle/>
          <a:p>
            <a:pPr algn="l">
              <a:lnSpc>
                <a:spcPct val="100000"/>
              </a:lnSpc>
              <a:spcAft>
                <a:spcPts val="0"/>
              </a:spcAft>
            </a:pPr>
            <a:r>
              <a:rPr sz="1200" b="0" i="0">
                <a:solidFill>
                  <a:srgbClr val="53544A"/>
                </a:solidFill>
                <a:latin typeface="+mn-lt"/>
              </a:rPr>
              <a:t>T4 product teams on shared Agile standards (Aug)</a:t>
            </a:r>
          </a:p>
        </p:txBody>
      </p:sp>
      <p:sp>
        <p:nvSpPr>
          <p:cNvPr id="17" name="TextBox 16"/>
          <p:cNvSpPr txBox="1"/>
          <p:nvPr/>
        </p:nvSpPr>
        <p:spPr>
          <a:xfrm>
            <a:off x="4245864" y="3703320"/>
            <a:ext cx="3614928" cy="2011680"/>
          </a:xfrm>
          <a:prstGeom prst="rect">
            <a:avLst/>
          </a:prstGeom>
          <a:noFill/>
        </p:spPr>
        <p:txBody>
          <a:bodyPr wrap="square" lIns="0" rIns="0" tIns="0" bIns="0" anchor="t"/>
          <a:lstStyle/>
          <a:p>
            <a:pPr algn="l" marL="274320" indent="-274320">
              <a:lnSpc>
                <a:spcPct val="105000"/>
              </a:lnSpc>
              <a:spcAft>
                <a:spcPts val="600"/>
              </a:spcAft>
              <a:buFont typeface="+mn-lt"/>
              <a:buChar char="□"/>
            </a:pPr>
            <a:r>
              <a:rPr sz="1300" b="0" i="0">
                <a:solidFill>
                  <a:srgbClr val="191919"/>
                </a:solidFill>
                <a:latin typeface="+mn-lt"/>
              </a:rPr>
              <a:t>3 releases in 6 weeks</a:t>
            </a:r>
          </a:p>
          <a:p>
            <a:pPr algn="l" marL="274320" indent="-274320">
              <a:lnSpc>
                <a:spcPct val="105000"/>
              </a:lnSpc>
              <a:spcAft>
                <a:spcPts val="600"/>
              </a:spcAft>
              <a:buFont typeface="+mn-lt"/>
              <a:buChar char="□"/>
            </a:pPr>
            <a:r>
              <a:rPr sz="1300" b="0" i="0">
                <a:solidFill>
                  <a:srgbClr val="191919"/>
                </a:solidFill>
                <a:latin typeface="+mn-lt"/>
              </a:rPr>
              <a:t>AI-assisted requirements to executable Playwright tests in the Definition of Done</a:t>
            </a:r>
          </a:p>
          <a:p>
            <a:pPr algn="l" marL="274320" indent="-274320">
              <a:lnSpc>
                <a:spcPct val="105000"/>
              </a:lnSpc>
              <a:spcAft>
                <a:spcPts val="600"/>
              </a:spcAft>
              <a:buFont typeface="+mn-lt"/>
              <a:buChar char="□"/>
            </a:pPr>
            <a:r>
              <a:rPr sz="1300" b="0" i="0">
                <a:solidFill>
                  <a:srgbClr val="191919"/>
                </a:solidFill>
                <a:latin typeface="+mn-lt"/>
              </a:rPr>
              <a:t>New ways of working for handoffs, estimation, dependencies</a:t>
            </a:r>
          </a:p>
        </p:txBody>
      </p:sp>
      <p:sp>
        <p:nvSpPr>
          <p:cNvPr id="18" name="Rectangle 17"/>
          <p:cNvSpPr/>
          <p:nvPr/>
        </p:nvSpPr>
        <p:spPr>
          <a:xfrm>
            <a:off x="4245864" y="5349240"/>
            <a:ext cx="3706368" cy="329184"/>
          </a:xfrm>
          <a:prstGeom prst="rect">
            <a:avLst/>
          </a:prstGeom>
          <a:solidFill>
            <a:srgbClr val="F9D28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54864" tIns="0" bIns="0" wrap="square"/>
          <a:lstStyle/>
          <a:p>
            <a:pPr algn="l"/>
            <a:r>
              <a:rPr sz="1100" b="0" i="0">
                <a:solidFill>
                  <a:srgbClr val="191919"/>
                </a:solidFill>
                <a:latin typeface="+mn-lt"/>
              </a:rPr>
              <a:t>To validate: pods vs. teams vs. workstreams</a:t>
            </a:r>
          </a:p>
        </p:txBody>
      </p:sp>
      <p:sp>
        <p:nvSpPr>
          <p:cNvPr id="19" name="TextBox 18"/>
          <p:cNvSpPr txBox="1"/>
          <p:nvPr/>
        </p:nvSpPr>
        <p:spPr>
          <a:xfrm>
            <a:off x="8226551" y="1783080"/>
            <a:ext cx="3706368" cy="365760"/>
          </a:xfrm>
          <a:prstGeom prst="rect">
            <a:avLst/>
          </a:prstGeom>
          <a:noFill/>
        </p:spPr>
        <p:txBody>
          <a:bodyPr wrap="square" lIns="0" rIns="0" tIns="0" bIns="0" anchor="t"/>
          <a:lstStyle/>
          <a:p>
            <a:pPr algn="l">
              <a:spcAft>
                <a:spcPts val="0"/>
              </a:spcAft>
            </a:pPr>
            <a:r>
              <a:rPr sz="2200" b="0" i="0">
                <a:solidFill>
                  <a:srgbClr val="191919"/>
                </a:solidFill>
                <a:latin typeface="+mj-lt"/>
              </a:rPr>
              <a:t>Mazda</a:t>
            </a:r>
          </a:p>
        </p:txBody>
      </p:sp>
      <p:sp>
        <p:nvSpPr>
          <p:cNvPr id="20" name="TextBox 19"/>
          <p:cNvSpPr txBox="1"/>
          <p:nvPr/>
        </p:nvSpPr>
        <p:spPr>
          <a:xfrm>
            <a:off x="8226551" y="2194560"/>
            <a:ext cx="3614928" cy="457200"/>
          </a:xfrm>
          <a:prstGeom prst="rect">
            <a:avLst/>
          </a:prstGeom>
          <a:noFill/>
        </p:spPr>
        <p:txBody>
          <a:bodyPr wrap="square" lIns="0" rIns="0" tIns="0" bIns="0" anchor="t"/>
          <a:lstStyle/>
          <a:p>
            <a:pPr algn="l">
              <a:lnSpc>
                <a:spcPct val="100000"/>
              </a:lnSpc>
              <a:spcAft>
                <a:spcPts val="0"/>
              </a:spcAft>
            </a:pPr>
            <a:r>
              <a:rPr sz="1300" b="0" i="0">
                <a:solidFill>
                  <a:srgbClr val="53544A"/>
                </a:solidFill>
                <a:latin typeface="+mn-lt"/>
              </a:rPr>
              <a:t>Clarity and confidence across an interconnected program</a:t>
            </a:r>
          </a:p>
        </p:txBody>
      </p:sp>
      <p:cxnSp>
        <p:nvCxnSpPr>
          <p:cNvPr id="21" name="Connector 20"/>
          <p:cNvCxnSpPr/>
          <p:nvPr/>
        </p:nvCxnSpPr>
        <p:spPr>
          <a:xfrm>
            <a:off x="8226551" y="2697480"/>
            <a:ext cx="3706369"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6551" y="2788920"/>
            <a:ext cx="1828800" cy="731520"/>
          </a:xfrm>
          <a:prstGeom prst="rect">
            <a:avLst/>
          </a:prstGeom>
          <a:noFill/>
        </p:spPr>
        <p:txBody>
          <a:bodyPr wrap="square" lIns="0" rIns="0" tIns="0" bIns="0" anchor="t"/>
          <a:lstStyle/>
          <a:p>
            <a:pPr algn="l">
              <a:spcAft>
                <a:spcPts val="0"/>
              </a:spcAft>
            </a:pPr>
            <a:r>
              <a:rPr sz="4400" b="0" i="0">
                <a:solidFill>
                  <a:srgbClr val="191919"/>
                </a:solidFill>
                <a:latin typeface="+mj-lt"/>
              </a:rPr>
              <a:t>30</a:t>
            </a:r>
          </a:p>
        </p:txBody>
      </p:sp>
      <p:sp>
        <p:nvSpPr>
          <p:cNvPr id="23" name="TextBox 22"/>
          <p:cNvSpPr txBox="1"/>
          <p:nvPr/>
        </p:nvSpPr>
        <p:spPr>
          <a:xfrm>
            <a:off x="10055352" y="2971800"/>
            <a:ext cx="1877568" cy="548640"/>
          </a:xfrm>
          <a:prstGeom prst="rect">
            <a:avLst/>
          </a:prstGeom>
          <a:noFill/>
        </p:spPr>
        <p:txBody>
          <a:bodyPr wrap="square" lIns="0" rIns="0" tIns="0" bIns="0" anchor="ctr"/>
          <a:lstStyle/>
          <a:p>
            <a:pPr algn="l">
              <a:lnSpc>
                <a:spcPct val="100000"/>
              </a:lnSpc>
              <a:spcAft>
                <a:spcPts val="0"/>
              </a:spcAft>
            </a:pPr>
            <a:r>
              <a:rPr sz="1200" b="0" i="0">
                <a:solidFill>
                  <a:srgbClr val="53544A"/>
                </a:solidFill>
                <a:latin typeface="+mn-lt"/>
              </a:rPr>
              <a:t>Vehicle Landing Pages migrated (Oct)</a:t>
            </a:r>
          </a:p>
        </p:txBody>
      </p:sp>
      <p:sp>
        <p:nvSpPr>
          <p:cNvPr id="24" name="TextBox 23"/>
          <p:cNvSpPr txBox="1"/>
          <p:nvPr/>
        </p:nvSpPr>
        <p:spPr>
          <a:xfrm>
            <a:off x="8226551" y="3703320"/>
            <a:ext cx="3614928" cy="2011680"/>
          </a:xfrm>
          <a:prstGeom prst="rect">
            <a:avLst/>
          </a:prstGeom>
          <a:noFill/>
        </p:spPr>
        <p:txBody>
          <a:bodyPr wrap="square" lIns="0" rIns="0" tIns="0" bIns="0" anchor="t"/>
          <a:lstStyle/>
          <a:p>
            <a:pPr algn="l" marL="274320" indent="-274320">
              <a:lnSpc>
                <a:spcPct val="105000"/>
              </a:lnSpc>
              <a:spcAft>
                <a:spcPts val="600"/>
              </a:spcAft>
              <a:buFont typeface="+mn-lt"/>
              <a:buChar char="□"/>
            </a:pPr>
            <a:r>
              <a:rPr sz="1300" b="0" i="0">
                <a:solidFill>
                  <a:srgbClr val="191919"/>
                </a:solidFill>
                <a:latin typeface="+mn-lt"/>
              </a:rPr>
              <a:t>Program-level AQ governance across AEM, CRM, Incentives, BAU, Analytics</a:t>
            </a:r>
          </a:p>
          <a:p>
            <a:pPr algn="l" marL="274320" indent="-274320">
              <a:lnSpc>
                <a:spcPct val="105000"/>
              </a:lnSpc>
              <a:spcAft>
                <a:spcPts val="600"/>
              </a:spcAft>
              <a:buFont typeface="+mn-lt"/>
              <a:buChar char="□"/>
            </a:pPr>
            <a:r>
              <a:rPr sz="1300" b="0" i="0">
                <a:solidFill>
                  <a:srgbClr val="191919"/>
                </a:solidFill>
                <a:latin typeface="+mn-lt"/>
              </a:rPr>
              <a:t>Open Intelligence Hub and Sidekick Agents</a:t>
            </a:r>
          </a:p>
          <a:p>
            <a:pPr algn="l" marL="274320" indent="-274320">
              <a:lnSpc>
                <a:spcPct val="105000"/>
              </a:lnSpc>
              <a:spcAft>
                <a:spcPts val="600"/>
              </a:spcAft>
              <a:buFont typeface="+mn-lt"/>
              <a:buChar char="□"/>
            </a:pPr>
            <a:r>
              <a:rPr sz="1300" b="0" i="0">
                <a:solidFill>
                  <a:srgbClr val="191919"/>
                </a:solidFill>
                <a:latin typeface="+mn-lt"/>
              </a:rPr>
              <a:t>Evolving Agent Ops governance</a:t>
            </a:r>
          </a:p>
        </p:txBody>
      </p:sp>
      <p:sp>
        <p:nvSpPr>
          <p:cNvPr id="25" name="Rectangle 24"/>
          <p:cNvSpPr/>
          <p:nvPr/>
        </p:nvSpPr>
        <p:spPr>
          <a:xfrm>
            <a:off x="8226551" y="5349240"/>
            <a:ext cx="3706368" cy="329184"/>
          </a:xfrm>
          <a:prstGeom prst="rect">
            <a:avLst/>
          </a:prstGeom>
          <a:solidFill>
            <a:srgbClr val="F9D28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54864" tIns="0" bIns="0" wrap="square"/>
          <a:lstStyle/>
          <a:p>
            <a:pPr algn="l"/>
            <a:r>
              <a:rPr sz="1100" b="0" i="0">
                <a:solidFill>
                  <a:srgbClr val="191919"/>
                </a:solidFill>
                <a:latin typeface="+mn-lt"/>
              </a:rPr>
              <a:t>To validate: Confirm Oct 20 and 27 milestones</a:t>
            </a:r>
          </a:p>
        </p:txBody>
      </p:sp>
      <p:sp>
        <p:nvSpPr>
          <p:cNvPr id="26" name="Rectangle 25"/>
          <p:cNvSpPr/>
          <p:nvPr/>
        </p:nvSpPr>
        <p:spPr>
          <a:xfrm>
            <a:off x="265176" y="5897880"/>
            <a:ext cx="11667744" cy="50292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5897880"/>
            <a:ext cx="11210544" cy="502920"/>
          </a:xfrm>
          <a:prstGeom prst="rect">
            <a:avLst/>
          </a:prstGeom>
          <a:noFill/>
        </p:spPr>
        <p:txBody>
          <a:bodyPr wrap="square" lIns="0" rIns="0" tIns="0" bIns="0" anchor="ctr"/>
          <a:lstStyle/>
          <a:p>
            <a:pPr algn="l">
              <a:spcAft>
                <a:spcPts val="0"/>
              </a:spcAft>
            </a:pPr>
            <a:r>
              <a:rPr sz="1300" b="0" i="0">
                <a:solidFill>
                  <a:srgbClr val="F5F5F5"/>
                </a:solidFill>
                <a:latin typeface="+mj-lt"/>
              </a:rPr>
              <a:t>Within 15 minutes:  </a:t>
            </a:r>
            <a:r>
              <a:rPr sz="1300" b="0" i="0">
                <a:solidFill>
                  <a:srgbClr val="C2C4B8"/>
                </a:solidFill>
                <a:latin typeface="+mn-lt"/>
              </a:rPr>
              <a:t>2 min collective impact and metrics   ·   9 min featured stories (~3 each)   ·   4 min additional accomplishments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Organize the impact report by theme, and show the breadth beyond our largest accounts</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4754880" cy="320040"/>
          </a:xfrm>
          <a:prstGeom prst="rect">
            <a:avLst/>
          </a:prstGeom>
          <a:noFill/>
        </p:spPr>
        <p:txBody>
          <a:bodyPr wrap="square" lIns="0" rIns="0" tIns="0" bIns="0" anchor="t"/>
          <a:lstStyle/>
          <a:p>
            <a:pPr algn="l">
              <a:spcAft>
                <a:spcPts val="0"/>
              </a:spcAft>
            </a:pPr>
            <a:r>
              <a:rPr sz="1600" b="0" i="0">
                <a:solidFill>
                  <a:srgbClr val="191919"/>
                </a:solidFill>
                <a:latin typeface="+mj-lt"/>
              </a:rPr>
              <a:t>Five impact themes</a:t>
            </a:r>
          </a:p>
        </p:txBody>
      </p:sp>
      <p:sp>
        <p:nvSpPr>
          <p:cNvPr id="7" name="TextBox 6"/>
          <p:cNvSpPr txBox="1"/>
          <p:nvPr/>
        </p:nvSpPr>
        <p:spPr>
          <a:xfrm>
            <a:off x="265176" y="2240280"/>
            <a:ext cx="502920" cy="365760"/>
          </a:xfrm>
          <a:prstGeom prst="rect">
            <a:avLst/>
          </a:prstGeom>
          <a:noFill/>
        </p:spPr>
        <p:txBody>
          <a:bodyPr wrap="square" lIns="0" rIns="0" tIns="0" bIns="0" anchor="t"/>
          <a:lstStyle/>
          <a:p>
            <a:pPr algn="l">
              <a:spcAft>
                <a:spcPts val="0"/>
              </a:spcAft>
            </a:pPr>
            <a:r>
              <a:rPr sz="1600" b="0" i="0">
                <a:solidFill>
                  <a:srgbClr val="B37A00"/>
                </a:solidFill>
                <a:latin typeface="+mj-lt"/>
              </a:rPr>
              <a:t>01</a:t>
            </a:r>
          </a:p>
        </p:txBody>
      </p:sp>
      <p:sp>
        <p:nvSpPr>
          <p:cNvPr id="8" name="TextBox 7"/>
          <p:cNvSpPr txBox="1"/>
          <p:nvPr/>
        </p:nvSpPr>
        <p:spPr>
          <a:xfrm>
            <a:off x="768096" y="2240280"/>
            <a:ext cx="4206240" cy="320040"/>
          </a:xfrm>
          <a:prstGeom prst="rect">
            <a:avLst/>
          </a:prstGeom>
          <a:noFill/>
        </p:spPr>
        <p:txBody>
          <a:bodyPr wrap="square" lIns="0" rIns="0" tIns="0" bIns="0" anchor="t"/>
          <a:lstStyle/>
          <a:p>
            <a:pPr algn="l">
              <a:spcAft>
                <a:spcPts val="0"/>
              </a:spcAft>
            </a:pPr>
            <a:r>
              <a:rPr sz="1500" b="0" i="0">
                <a:solidFill>
                  <a:srgbClr val="191919"/>
                </a:solidFill>
                <a:latin typeface="+mj-lt"/>
              </a:rPr>
              <a:t>Delivering real outcomes</a:t>
            </a:r>
          </a:p>
        </p:txBody>
      </p:sp>
      <p:sp>
        <p:nvSpPr>
          <p:cNvPr id="9" name="TextBox 8"/>
          <p:cNvSpPr txBox="1"/>
          <p:nvPr/>
        </p:nvSpPr>
        <p:spPr>
          <a:xfrm>
            <a:off x="768096" y="2569464"/>
            <a:ext cx="4206240" cy="365760"/>
          </a:xfrm>
          <a:prstGeom prst="rect">
            <a:avLst/>
          </a:prstGeom>
          <a:noFill/>
        </p:spPr>
        <p:txBody>
          <a:bodyPr wrap="square" lIns="0" rIns="0" tIns="0" bIns="0" anchor="t"/>
          <a:lstStyle/>
          <a:p>
            <a:pPr algn="l">
              <a:spcAft>
                <a:spcPts val="0"/>
              </a:spcAft>
            </a:pPr>
            <a:r>
              <a:rPr sz="1300" b="0" i="0">
                <a:solidFill>
                  <a:srgbClr val="53544A"/>
                </a:solidFill>
                <a:latin typeface="+mn-lt"/>
              </a:rPr>
              <a:t>Launches, modernized platforms, milestones</a:t>
            </a:r>
          </a:p>
        </p:txBody>
      </p:sp>
      <p:cxnSp>
        <p:nvCxnSpPr>
          <p:cNvPr id="10" name="Connector 9"/>
          <p:cNvCxnSpPr/>
          <p:nvPr/>
        </p:nvCxnSpPr>
        <p:spPr>
          <a:xfrm>
            <a:off x="265176" y="2971800"/>
            <a:ext cx="475488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65176" y="3044952"/>
            <a:ext cx="502920" cy="365760"/>
          </a:xfrm>
          <a:prstGeom prst="rect">
            <a:avLst/>
          </a:prstGeom>
          <a:noFill/>
        </p:spPr>
        <p:txBody>
          <a:bodyPr wrap="square" lIns="0" rIns="0" tIns="0" bIns="0" anchor="t"/>
          <a:lstStyle/>
          <a:p>
            <a:pPr algn="l">
              <a:spcAft>
                <a:spcPts val="0"/>
              </a:spcAft>
            </a:pPr>
            <a:r>
              <a:rPr sz="1600" b="0" i="0">
                <a:solidFill>
                  <a:srgbClr val="B37A00"/>
                </a:solidFill>
                <a:latin typeface="+mj-lt"/>
              </a:rPr>
              <a:t>02</a:t>
            </a:r>
          </a:p>
        </p:txBody>
      </p:sp>
      <p:sp>
        <p:nvSpPr>
          <p:cNvPr id="12" name="TextBox 11"/>
          <p:cNvSpPr txBox="1"/>
          <p:nvPr/>
        </p:nvSpPr>
        <p:spPr>
          <a:xfrm>
            <a:off x="768096" y="3044952"/>
            <a:ext cx="4206240" cy="320040"/>
          </a:xfrm>
          <a:prstGeom prst="rect">
            <a:avLst/>
          </a:prstGeom>
          <a:noFill/>
        </p:spPr>
        <p:txBody>
          <a:bodyPr wrap="square" lIns="0" rIns="0" tIns="0" bIns="0" anchor="t"/>
          <a:lstStyle/>
          <a:p>
            <a:pPr algn="l">
              <a:spcAft>
                <a:spcPts val="0"/>
              </a:spcAft>
            </a:pPr>
            <a:r>
              <a:rPr sz="1500" b="0" i="0">
                <a:solidFill>
                  <a:srgbClr val="191919"/>
                </a:solidFill>
                <a:latin typeface="+mj-lt"/>
              </a:rPr>
              <a:t>Reinventing delivery</a:t>
            </a:r>
          </a:p>
        </p:txBody>
      </p:sp>
      <p:sp>
        <p:nvSpPr>
          <p:cNvPr id="13" name="TextBox 12"/>
          <p:cNvSpPr txBox="1"/>
          <p:nvPr/>
        </p:nvSpPr>
        <p:spPr>
          <a:xfrm>
            <a:off x="768096" y="3374136"/>
            <a:ext cx="4206240" cy="365760"/>
          </a:xfrm>
          <a:prstGeom prst="rect">
            <a:avLst/>
          </a:prstGeom>
          <a:noFill/>
        </p:spPr>
        <p:txBody>
          <a:bodyPr wrap="square" lIns="0" rIns="0" tIns="0" bIns="0" anchor="t"/>
          <a:lstStyle/>
          <a:p>
            <a:pPr algn="l">
              <a:spcAft>
                <a:spcPts val="0"/>
              </a:spcAft>
            </a:pPr>
            <a:r>
              <a:rPr sz="1300" b="0" i="0">
                <a:solidFill>
                  <a:srgbClr val="53544A"/>
                </a:solidFill>
                <a:latin typeface="+mn-lt"/>
              </a:rPr>
              <a:t>AI-assisted workflows and intelligent automation</a:t>
            </a:r>
          </a:p>
        </p:txBody>
      </p:sp>
      <p:cxnSp>
        <p:nvCxnSpPr>
          <p:cNvPr id="14" name="Connector 13"/>
          <p:cNvCxnSpPr/>
          <p:nvPr/>
        </p:nvCxnSpPr>
        <p:spPr>
          <a:xfrm>
            <a:off x="265176" y="3776472"/>
            <a:ext cx="475488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65176" y="3849624"/>
            <a:ext cx="502920" cy="365760"/>
          </a:xfrm>
          <a:prstGeom prst="rect">
            <a:avLst/>
          </a:prstGeom>
          <a:noFill/>
        </p:spPr>
        <p:txBody>
          <a:bodyPr wrap="square" lIns="0" rIns="0" tIns="0" bIns="0" anchor="t"/>
          <a:lstStyle/>
          <a:p>
            <a:pPr algn="l">
              <a:spcAft>
                <a:spcPts val="0"/>
              </a:spcAft>
            </a:pPr>
            <a:r>
              <a:rPr sz="1600" b="0" i="0">
                <a:solidFill>
                  <a:srgbClr val="B37A00"/>
                </a:solidFill>
                <a:latin typeface="+mj-lt"/>
              </a:rPr>
              <a:t>03</a:t>
            </a:r>
          </a:p>
        </p:txBody>
      </p:sp>
      <p:sp>
        <p:nvSpPr>
          <p:cNvPr id="16" name="TextBox 15"/>
          <p:cNvSpPr txBox="1"/>
          <p:nvPr/>
        </p:nvSpPr>
        <p:spPr>
          <a:xfrm>
            <a:off x="768096" y="3849624"/>
            <a:ext cx="4206240" cy="320040"/>
          </a:xfrm>
          <a:prstGeom prst="rect">
            <a:avLst/>
          </a:prstGeom>
          <a:noFill/>
        </p:spPr>
        <p:txBody>
          <a:bodyPr wrap="square" lIns="0" rIns="0" tIns="0" bIns="0" anchor="t"/>
          <a:lstStyle/>
          <a:p>
            <a:pPr algn="l">
              <a:spcAft>
                <a:spcPts val="0"/>
              </a:spcAft>
            </a:pPr>
            <a:r>
              <a:rPr sz="1500" b="0" i="0">
                <a:solidFill>
                  <a:srgbClr val="191919"/>
                </a:solidFill>
                <a:latin typeface="+mj-lt"/>
              </a:rPr>
              <a:t>Building confidence at scale</a:t>
            </a:r>
          </a:p>
        </p:txBody>
      </p:sp>
      <p:sp>
        <p:nvSpPr>
          <p:cNvPr id="17" name="TextBox 16"/>
          <p:cNvSpPr txBox="1"/>
          <p:nvPr/>
        </p:nvSpPr>
        <p:spPr>
          <a:xfrm>
            <a:off x="768096" y="4178808"/>
            <a:ext cx="4206240" cy="365760"/>
          </a:xfrm>
          <a:prstGeom prst="rect">
            <a:avLst/>
          </a:prstGeom>
          <a:noFill/>
        </p:spPr>
        <p:txBody>
          <a:bodyPr wrap="square" lIns="0" rIns="0" tIns="0" bIns="0" anchor="t"/>
          <a:lstStyle/>
          <a:p>
            <a:pPr algn="l">
              <a:spcAft>
                <a:spcPts val="0"/>
              </a:spcAft>
            </a:pPr>
            <a:r>
              <a:rPr sz="1300" b="0" i="0">
                <a:solidFill>
                  <a:srgbClr val="53544A"/>
                </a:solidFill>
                <a:latin typeface="+mn-lt"/>
              </a:rPr>
              <a:t>Quality engineering, governance, validation</a:t>
            </a:r>
          </a:p>
        </p:txBody>
      </p:sp>
      <p:cxnSp>
        <p:nvCxnSpPr>
          <p:cNvPr id="18" name="Connector 17"/>
          <p:cNvCxnSpPr/>
          <p:nvPr/>
        </p:nvCxnSpPr>
        <p:spPr>
          <a:xfrm>
            <a:off x="265176" y="4581144"/>
            <a:ext cx="475488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65176" y="4654296"/>
            <a:ext cx="502920" cy="365760"/>
          </a:xfrm>
          <a:prstGeom prst="rect">
            <a:avLst/>
          </a:prstGeom>
          <a:noFill/>
        </p:spPr>
        <p:txBody>
          <a:bodyPr wrap="square" lIns="0" rIns="0" tIns="0" bIns="0" anchor="t"/>
          <a:lstStyle/>
          <a:p>
            <a:pPr algn="l">
              <a:spcAft>
                <a:spcPts val="0"/>
              </a:spcAft>
            </a:pPr>
            <a:r>
              <a:rPr sz="1600" b="0" i="0">
                <a:solidFill>
                  <a:srgbClr val="B37A00"/>
                </a:solidFill>
                <a:latin typeface="+mj-lt"/>
              </a:rPr>
              <a:t>04</a:t>
            </a:r>
          </a:p>
        </p:txBody>
      </p:sp>
      <p:sp>
        <p:nvSpPr>
          <p:cNvPr id="20" name="TextBox 19"/>
          <p:cNvSpPr txBox="1"/>
          <p:nvPr/>
        </p:nvSpPr>
        <p:spPr>
          <a:xfrm>
            <a:off x="768096" y="4654296"/>
            <a:ext cx="4206240" cy="320040"/>
          </a:xfrm>
          <a:prstGeom prst="rect">
            <a:avLst/>
          </a:prstGeom>
          <a:noFill/>
        </p:spPr>
        <p:txBody>
          <a:bodyPr wrap="square" lIns="0" rIns="0" tIns="0" bIns="0" anchor="t"/>
          <a:lstStyle/>
          <a:p>
            <a:pPr algn="l">
              <a:spcAft>
                <a:spcPts val="0"/>
              </a:spcAft>
            </a:pPr>
            <a:r>
              <a:rPr sz="1500" b="0" i="0">
                <a:solidFill>
                  <a:srgbClr val="191919"/>
                </a:solidFill>
                <a:latin typeface="+mj-lt"/>
              </a:rPr>
              <a:t>Establishing repeatable practices</a:t>
            </a:r>
          </a:p>
        </p:txBody>
      </p:sp>
      <p:sp>
        <p:nvSpPr>
          <p:cNvPr id="21" name="TextBox 20"/>
          <p:cNvSpPr txBox="1"/>
          <p:nvPr/>
        </p:nvSpPr>
        <p:spPr>
          <a:xfrm>
            <a:off x="768096" y="4983480"/>
            <a:ext cx="4206240" cy="365760"/>
          </a:xfrm>
          <a:prstGeom prst="rect">
            <a:avLst/>
          </a:prstGeom>
          <a:noFill/>
        </p:spPr>
        <p:txBody>
          <a:bodyPr wrap="square" lIns="0" rIns="0" tIns="0" bIns="0" anchor="t"/>
          <a:lstStyle/>
          <a:p>
            <a:pPr algn="l">
              <a:spcAft>
                <a:spcPts val="0"/>
              </a:spcAft>
            </a:pPr>
            <a:r>
              <a:rPr sz="1300" b="0" i="0">
                <a:solidFill>
                  <a:srgbClr val="53544A"/>
                </a:solidFill>
                <a:latin typeface="+mn-lt"/>
              </a:rPr>
              <a:t>Shared Agile standards, documentation, onboarding</a:t>
            </a:r>
          </a:p>
        </p:txBody>
      </p:sp>
      <p:cxnSp>
        <p:nvCxnSpPr>
          <p:cNvPr id="22" name="Connector 21"/>
          <p:cNvCxnSpPr/>
          <p:nvPr/>
        </p:nvCxnSpPr>
        <p:spPr>
          <a:xfrm>
            <a:off x="265176" y="5385816"/>
            <a:ext cx="475488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65176" y="5458968"/>
            <a:ext cx="502920" cy="365760"/>
          </a:xfrm>
          <a:prstGeom prst="rect">
            <a:avLst/>
          </a:prstGeom>
          <a:noFill/>
        </p:spPr>
        <p:txBody>
          <a:bodyPr wrap="square" lIns="0" rIns="0" tIns="0" bIns="0" anchor="t"/>
          <a:lstStyle/>
          <a:p>
            <a:pPr algn="l">
              <a:spcAft>
                <a:spcPts val="0"/>
              </a:spcAft>
            </a:pPr>
            <a:r>
              <a:rPr sz="1600" b="0" i="0">
                <a:solidFill>
                  <a:srgbClr val="B37A00"/>
                </a:solidFill>
                <a:latin typeface="+mj-lt"/>
              </a:rPr>
              <a:t>05</a:t>
            </a:r>
          </a:p>
        </p:txBody>
      </p:sp>
      <p:sp>
        <p:nvSpPr>
          <p:cNvPr id="24" name="TextBox 23"/>
          <p:cNvSpPr txBox="1"/>
          <p:nvPr/>
        </p:nvSpPr>
        <p:spPr>
          <a:xfrm>
            <a:off x="768096" y="5458968"/>
            <a:ext cx="4206240" cy="320040"/>
          </a:xfrm>
          <a:prstGeom prst="rect">
            <a:avLst/>
          </a:prstGeom>
          <a:noFill/>
        </p:spPr>
        <p:txBody>
          <a:bodyPr wrap="square" lIns="0" rIns="0" tIns="0" bIns="0" anchor="t"/>
          <a:lstStyle/>
          <a:p>
            <a:pPr algn="l">
              <a:spcAft>
                <a:spcPts val="0"/>
              </a:spcAft>
            </a:pPr>
            <a:r>
              <a:rPr sz="1500" b="0" i="0">
                <a:solidFill>
                  <a:srgbClr val="191919"/>
                </a:solidFill>
                <a:latin typeface="+mj-lt"/>
              </a:rPr>
              <a:t>Growing as strategic partners</a:t>
            </a:r>
          </a:p>
        </p:txBody>
      </p:sp>
      <p:sp>
        <p:nvSpPr>
          <p:cNvPr id="25" name="TextBox 24"/>
          <p:cNvSpPr txBox="1"/>
          <p:nvPr/>
        </p:nvSpPr>
        <p:spPr>
          <a:xfrm>
            <a:off x="768096" y="5788152"/>
            <a:ext cx="4206240" cy="365760"/>
          </a:xfrm>
          <a:prstGeom prst="rect">
            <a:avLst/>
          </a:prstGeom>
          <a:noFill/>
        </p:spPr>
        <p:txBody>
          <a:bodyPr wrap="square" lIns="0" rIns="0" tIns="0" bIns="0" anchor="t"/>
          <a:lstStyle/>
          <a:p>
            <a:pPr algn="l">
              <a:spcAft>
                <a:spcPts val="0"/>
              </a:spcAft>
            </a:pPr>
            <a:r>
              <a:rPr sz="1300" b="0" i="0">
                <a:solidFill>
                  <a:srgbClr val="53544A"/>
                </a:solidFill>
                <a:latin typeface="+mn-lt"/>
              </a:rPr>
              <a:t>Client trust and expanded responsibilities</a:t>
            </a:r>
          </a:p>
        </p:txBody>
      </p:sp>
      <p:cxnSp>
        <p:nvCxnSpPr>
          <p:cNvPr id="26" name="Connector 25"/>
          <p:cNvCxnSpPr/>
          <p:nvPr/>
        </p:nvCxnSpPr>
        <p:spPr>
          <a:xfrm>
            <a:off x="265176" y="6190488"/>
            <a:ext cx="4754880" cy="0"/>
          </a:xfrm>
          <a:prstGeom prst="line">
            <a:avLst/>
          </a:prstGeom>
          <a:ln w="9525">
            <a:solidFill>
              <a:srgbClr val="C2C4B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40680" y="1783080"/>
            <a:ext cx="6492240" cy="320040"/>
          </a:xfrm>
          <a:prstGeom prst="rect">
            <a:avLst/>
          </a:prstGeom>
          <a:noFill/>
        </p:spPr>
        <p:txBody>
          <a:bodyPr wrap="square" lIns="0" rIns="0" tIns="0" bIns="0" anchor="t"/>
          <a:lstStyle/>
          <a:p>
            <a:pPr algn="l">
              <a:spcAft>
                <a:spcPts val="0"/>
              </a:spcAft>
            </a:pPr>
            <a:r>
              <a:rPr sz="1600" b="0" i="0">
                <a:solidFill>
                  <a:srgbClr val="191919"/>
                </a:solidFill>
                <a:latin typeface="+mj-lt"/>
              </a:rPr>
              <a:t>Additional highlights to choose from</a:t>
            </a:r>
          </a:p>
        </p:txBody>
      </p:sp>
      <p:sp>
        <p:nvSpPr>
          <p:cNvPr id="28" name="Rectangle 27"/>
          <p:cNvSpPr/>
          <p:nvPr/>
        </p:nvSpPr>
        <p:spPr>
          <a:xfrm>
            <a:off x="5440680" y="224028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577840" y="2331720"/>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Pokémon Automated Retail</a:t>
            </a:r>
          </a:p>
        </p:txBody>
      </p:sp>
      <p:sp>
        <p:nvSpPr>
          <p:cNvPr id="30" name="TextBox 29"/>
          <p:cNvSpPr txBox="1"/>
          <p:nvPr/>
        </p:nvSpPr>
        <p:spPr>
          <a:xfrm>
            <a:off x="5577840" y="256946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Pilot soft-launch across 15 vending machines</a:t>
            </a:r>
          </a:p>
        </p:txBody>
      </p:sp>
      <p:sp>
        <p:nvSpPr>
          <p:cNvPr id="31" name="Rectangle 30"/>
          <p:cNvSpPr/>
          <p:nvPr/>
        </p:nvSpPr>
        <p:spPr>
          <a:xfrm>
            <a:off x="8778240" y="224028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15400" y="2331720"/>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Tennessee Tourism</a:t>
            </a:r>
          </a:p>
        </p:txBody>
      </p:sp>
      <p:sp>
        <p:nvSpPr>
          <p:cNvPr id="33" name="TextBox 32"/>
          <p:cNvSpPr txBox="1"/>
          <p:nvPr/>
        </p:nvSpPr>
        <p:spPr>
          <a:xfrm>
            <a:off x="8915400" y="256946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16,000+ initial requests for the 2026 Vacation Guide</a:t>
            </a:r>
          </a:p>
        </p:txBody>
      </p:sp>
      <p:sp>
        <p:nvSpPr>
          <p:cNvPr id="34" name="Rectangle 33"/>
          <p:cNvSpPr/>
          <p:nvPr/>
        </p:nvSpPr>
        <p:spPr>
          <a:xfrm>
            <a:off x="5440680" y="306324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577840" y="3154680"/>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Coca-Cola</a:t>
            </a:r>
          </a:p>
        </p:txBody>
      </p:sp>
      <p:sp>
        <p:nvSpPr>
          <p:cNvPr id="36" name="TextBox 35"/>
          <p:cNvSpPr txBox="1"/>
          <p:nvPr/>
        </p:nvSpPr>
        <p:spPr>
          <a:xfrm>
            <a:off x="5577840" y="339242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America 250 activation on an 8-week timeline</a:t>
            </a:r>
          </a:p>
        </p:txBody>
      </p:sp>
      <p:sp>
        <p:nvSpPr>
          <p:cNvPr id="37" name="Rectangle 36"/>
          <p:cNvSpPr/>
          <p:nvPr/>
        </p:nvSpPr>
        <p:spPr>
          <a:xfrm>
            <a:off x="8778240" y="306324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915400" y="3154680"/>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US Navy</a:t>
            </a:r>
          </a:p>
        </p:txBody>
      </p:sp>
      <p:sp>
        <p:nvSpPr>
          <p:cNvPr id="39" name="TextBox 38"/>
          <p:cNvSpPr txBox="1"/>
          <p:nvPr/>
        </p:nvSpPr>
        <p:spPr>
          <a:xfrm>
            <a:off x="8915400" y="339242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Clearer priorities and visibility across six workstreams</a:t>
            </a:r>
          </a:p>
        </p:txBody>
      </p:sp>
      <p:sp>
        <p:nvSpPr>
          <p:cNvPr id="40" name="Rectangle 39"/>
          <p:cNvSpPr/>
          <p:nvPr/>
        </p:nvSpPr>
        <p:spPr>
          <a:xfrm>
            <a:off x="5440680" y="388620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577840" y="3977639"/>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EchoPark</a:t>
            </a:r>
          </a:p>
        </p:txBody>
      </p:sp>
      <p:sp>
        <p:nvSpPr>
          <p:cNvPr id="42" name="TextBox 41"/>
          <p:cNvSpPr txBox="1"/>
          <p:nvPr/>
        </p:nvSpPr>
        <p:spPr>
          <a:xfrm>
            <a:off x="5577840" y="421538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First platform release supporting 11 customer journeys</a:t>
            </a:r>
          </a:p>
        </p:txBody>
      </p:sp>
      <p:sp>
        <p:nvSpPr>
          <p:cNvPr id="43" name="Rectangle 42"/>
          <p:cNvSpPr/>
          <p:nvPr/>
        </p:nvSpPr>
        <p:spPr>
          <a:xfrm>
            <a:off x="8778240" y="388620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915400" y="3977639"/>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Mayo Clinic</a:t>
            </a:r>
          </a:p>
        </p:txBody>
      </p:sp>
      <p:sp>
        <p:nvSpPr>
          <p:cNvPr id="45" name="TextBox 44"/>
          <p:cNvSpPr txBox="1"/>
          <p:nvPr/>
        </p:nvSpPr>
        <p:spPr>
          <a:xfrm>
            <a:off x="8915400" y="421538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Expanded technical role; first production content migrations</a:t>
            </a:r>
          </a:p>
        </p:txBody>
      </p:sp>
      <p:sp>
        <p:nvSpPr>
          <p:cNvPr id="46" name="Rectangle 45"/>
          <p:cNvSpPr/>
          <p:nvPr/>
        </p:nvSpPr>
        <p:spPr>
          <a:xfrm>
            <a:off x="5440680" y="470916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577840" y="4800600"/>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Thrivent</a:t>
            </a:r>
          </a:p>
        </p:txBody>
      </p:sp>
      <p:sp>
        <p:nvSpPr>
          <p:cNvPr id="48" name="TextBox 47"/>
          <p:cNvSpPr txBox="1"/>
          <p:nvPr/>
        </p:nvSpPr>
        <p:spPr>
          <a:xfrm>
            <a:off x="5577840" y="503834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Investor experience improvements, incl. ETF Performance Page</a:t>
            </a:r>
          </a:p>
        </p:txBody>
      </p:sp>
      <p:sp>
        <p:nvSpPr>
          <p:cNvPr id="49" name="Rectangle 48"/>
          <p:cNvSpPr/>
          <p:nvPr/>
        </p:nvSpPr>
        <p:spPr>
          <a:xfrm>
            <a:off x="8778240" y="470916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915400" y="4800600"/>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Global Payments</a:t>
            </a:r>
          </a:p>
        </p:txBody>
      </p:sp>
      <p:sp>
        <p:nvSpPr>
          <p:cNvPr id="51" name="TextBox 50"/>
          <p:cNvSpPr txBox="1"/>
          <p:nvPr/>
        </p:nvSpPr>
        <p:spPr>
          <a:xfrm>
            <a:off x="8915400" y="503834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Enterprise CMS recommendation after acquisition</a:t>
            </a:r>
          </a:p>
        </p:txBody>
      </p:sp>
      <p:sp>
        <p:nvSpPr>
          <p:cNvPr id="52" name="Rectangle 51"/>
          <p:cNvSpPr/>
          <p:nvPr/>
        </p:nvSpPr>
        <p:spPr>
          <a:xfrm>
            <a:off x="5440680" y="553212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577840" y="5623560"/>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Boehringer Ingelheim</a:t>
            </a:r>
          </a:p>
        </p:txBody>
      </p:sp>
      <p:sp>
        <p:nvSpPr>
          <p:cNvPr id="54" name="TextBox 53"/>
          <p:cNvSpPr txBox="1"/>
          <p:nvPr/>
        </p:nvSpPr>
        <p:spPr>
          <a:xfrm>
            <a:off x="5577840" y="586130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Modernized AQ tooling and process with Jira and Zephyr</a:t>
            </a:r>
          </a:p>
        </p:txBody>
      </p:sp>
      <p:sp>
        <p:nvSpPr>
          <p:cNvPr id="55" name="Rectangle 54"/>
          <p:cNvSpPr/>
          <p:nvPr/>
        </p:nvSpPr>
        <p:spPr>
          <a:xfrm>
            <a:off x="8778240" y="5532120"/>
            <a:ext cx="3154680" cy="73152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8915400" y="5623560"/>
            <a:ext cx="2880360" cy="274320"/>
          </a:xfrm>
          <a:prstGeom prst="rect">
            <a:avLst/>
          </a:prstGeom>
          <a:noFill/>
        </p:spPr>
        <p:txBody>
          <a:bodyPr wrap="square" lIns="0" rIns="0" tIns="0" bIns="0" anchor="t"/>
          <a:lstStyle/>
          <a:p>
            <a:pPr algn="l">
              <a:spcAft>
                <a:spcPts val="0"/>
              </a:spcAft>
            </a:pPr>
            <a:r>
              <a:rPr sz="1300" b="0" i="0">
                <a:solidFill>
                  <a:srgbClr val="191919"/>
                </a:solidFill>
                <a:latin typeface="+mj-lt"/>
              </a:rPr>
              <a:t>GDMS, Conagra, Spire</a:t>
            </a:r>
          </a:p>
        </p:txBody>
      </p:sp>
      <p:sp>
        <p:nvSpPr>
          <p:cNvPr id="57" name="TextBox 56"/>
          <p:cNvSpPr txBox="1"/>
          <p:nvPr/>
        </p:nvSpPr>
        <p:spPr>
          <a:xfrm>
            <a:off x="8915400" y="5861304"/>
            <a:ext cx="2880360" cy="32004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Platform, content, technical SEO and quality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Our People (8 min): short, genuine spotlights tied to real contributions</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4023360" cy="320040"/>
          </a:xfrm>
          <a:prstGeom prst="rect">
            <a:avLst/>
          </a:prstGeom>
          <a:noFill/>
        </p:spPr>
        <p:txBody>
          <a:bodyPr wrap="square" lIns="0" rIns="0" tIns="0" bIns="0" anchor="t"/>
          <a:lstStyle/>
          <a:p>
            <a:pPr algn="l">
              <a:spcAft>
                <a:spcPts val="0"/>
              </a:spcAft>
            </a:pPr>
            <a:r>
              <a:rPr sz="1600" b="0" i="0">
                <a:solidFill>
                  <a:srgbClr val="191919"/>
                </a:solidFill>
                <a:latin typeface="+mj-lt"/>
              </a:rPr>
              <a:t>How we'll approach it</a:t>
            </a:r>
          </a:p>
        </p:txBody>
      </p:sp>
      <p:sp>
        <p:nvSpPr>
          <p:cNvPr id="7" name="TextBox 6"/>
          <p:cNvSpPr txBox="1"/>
          <p:nvPr/>
        </p:nvSpPr>
        <p:spPr>
          <a:xfrm>
            <a:off x="265176" y="2240280"/>
            <a:ext cx="4023360" cy="3840480"/>
          </a:xfrm>
          <a:prstGeom prst="rect">
            <a:avLst/>
          </a:prstGeom>
          <a:noFill/>
        </p:spPr>
        <p:txBody>
          <a:bodyPr wrap="square" lIns="0" rIns="0" tIns="0" bIns="0" anchor="t"/>
          <a:lstStyle/>
          <a:p>
            <a:pPr algn="l" marL="274320" indent="-274320">
              <a:lnSpc>
                <a:spcPct val="105000"/>
              </a:lnSpc>
              <a:spcAft>
                <a:spcPts val="1000"/>
              </a:spcAft>
              <a:buFont typeface="+mn-lt"/>
              <a:buChar char="□"/>
            </a:pPr>
            <a:r>
              <a:rPr sz="1400" b="0" i="0">
                <a:solidFill>
                  <a:srgbClr val="191919"/>
                </a:solidFill>
                <a:latin typeface="+mn-lt"/>
              </a:rPr>
              <a:t>Each group and pod lead nominates individuals or teams: what they did, why it mattered, who benefited</a:t>
            </a:r>
          </a:p>
          <a:p>
            <a:pPr algn="l" marL="274320" indent="-274320">
              <a:lnSpc>
                <a:spcPct val="105000"/>
              </a:lnSpc>
              <a:spcAft>
                <a:spcPts val="1000"/>
              </a:spcAft>
              <a:buFont typeface="+mn-lt"/>
              <a:buChar char="□"/>
            </a:pPr>
            <a:r>
              <a:rPr sz="1400" b="0" i="0">
                <a:solidFill>
                  <a:srgbClr val="191919"/>
                </a:solidFill>
                <a:latin typeface="+mn-lt"/>
              </a:rPr>
              <a:t>A series of short spotlights, not a competitive awards program</a:t>
            </a:r>
          </a:p>
          <a:p>
            <a:pPr algn="l" marL="274320" indent="-274320">
              <a:lnSpc>
                <a:spcPct val="105000"/>
              </a:lnSpc>
              <a:spcAft>
                <a:spcPts val="1000"/>
              </a:spcAft>
              <a:buFont typeface="+mn-lt"/>
              <a:buChar char="□"/>
            </a:pPr>
            <a:r>
              <a:rPr sz="1400" b="0" i="0">
                <a:solidFill>
                  <a:srgbClr val="191919"/>
                </a:solidFill>
                <a:latin typeface="+mn-lt"/>
              </a:rPr>
              <a:t>Recognize growth, collaboration and resilience, not just output</a:t>
            </a:r>
          </a:p>
          <a:p>
            <a:pPr algn="l" marL="274320" indent="-274320">
              <a:lnSpc>
                <a:spcPct val="105000"/>
              </a:lnSpc>
              <a:spcAft>
                <a:spcPts val="1000"/>
              </a:spcAft>
              <a:buFont typeface="+mn-lt"/>
              <a:buChar char="□"/>
            </a:pPr>
            <a:r>
              <a:rPr sz="1400" b="0" i="0">
                <a:solidFill>
                  <a:srgbClr val="191919"/>
                </a:solidFill>
                <a:latin typeface="+mn-lt"/>
              </a:rPr>
              <a:t>Ask leads directly so less visible contributors aren't missed</a:t>
            </a:r>
          </a:p>
        </p:txBody>
      </p:sp>
      <p:sp>
        <p:nvSpPr>
          <p:cNvPr id="8" name="TextBox 7"/>
          <p:cNvSpPr txBox="1"/>
          <p:nvPr/>
        </p:nvSpPr>
        <p:spPr>
          <a:xfrm>
            <a:off x="4663440" y="1783080"/>
            <a:ext cx="7269480" cy="320040"/>
          </a:xfrm>
          <a:prstGeom prst="rect">
            <a:avLst/>
          </a:prstGeom>
          <a:noFill/>
        </p:spPr>
        <p:txBody>
          <a:bodyPr wrap="square" lIns="0" rIns="0" tIns="0" bIns="0" anchor="t"/>
          <a:lstStyle/>
          <a:p>
            <a:pPr algn="l">
              <a:spcAft>
                <a:spcPts val="0"/>
              </a:spcAft>
            </a:pPr>
            <a:r>
              <a:rPr sz="1600" b="0" i="0">
                <a:solidFill>
                  <a:srgbClr val="191919"/>
                </a:solidFill>
                <a:latin typeface="+mj-lt"/>
              </a:rPr>
              <a:t>Starting points from the Technology Reports</a:t>
            </a:r>
          </a:p>
        </p:txBody>
      </p:sp>
      <p:graphicFrame>
        <p:nvGraphicFramePr>
          <p:cNvPr id="9" name="Table 8"/>
          <p:cNvGraphicFramePr>
            <a:graphicFrameLocks noGrp="1"/>
          </p:cNvGraphicFramePr>
          <p:nvPr/>
        </p:nvGraphicFramePr>
        <p:xfrm>
          <a:off x="4663440" y="2194560"/>
          <a:ext cx="7269480" cy="3703320"/>
        </p:xfrm>
        <a:graphic>
          <a:graphicData uri="http://schemas.openxmlformats.org/drawingml/2006/table">
            <a:tbl>
              <a:tblPr firstRow="0" bandRow="0">
                <a:tableStyleId>{2D5ABB26-0587-4C30-8999-92F81FD0307C}</a:tableStyleId>
              </a:tblPr>
              <a:tblGrid>
                <a:gridCol w="2331720"/>
                <a:gridCol w="4937760"/>
              </a:tblGrid>
              <a:tr h="411480">
                <a:tc>
                  <a:txBody>
                    <a:bodyPr wrap="square"/>
                    <a:lstStyle/>
                    <a:p>
                      <a:r>
                        <a:rPr sz="1200" b="0" i="0">
                          <a:solidFill>
                            <a:srgbClr val="191919"/>
                          </a:solidFill>
                          <a:latin typeface="+mj-lt"/>
                        </a:rPr>
                        <a:t>Theme</a:t>
                      </a:r>
                    </a:p>
                  </a:txBody>
                  <a:tcPr marL="0" marR="73152" marT="36576" marB="36576" anchor="ctr">
                    <a:lnL w="9525">
                      <a:noFill/>
                    </a:lnL>
                    <a:lnR w="9525">
                      <a:noFill/>
                    </a:lnR>
                    <a:lnT w="9525">
                      <a:noFill/>
                    </a:lnT>
                    <a:lnB w="12700">
                      <a:solidFill>
                        <a:srgbClr val="191919"/>
                      </a:solidFill>
                    </a:lnB>
                    <a:noFill/>
                  </a:tcPr>
                </a:tc>
                <a:tc>
                  <a:txBody>
                    <a:bodyPr wrap="square"/>
                    <a:lstStyle/>
                    <a:p>
                      <a:r>
                        <a:rPr sz="1200" b="0" i="0">
                          <a:solidFill>
                            <a:srgbClr val="191919"/>
                          </a:solidFill>
                          <a:latin typeface="+mj-lt"/>
                        </a:rPr>
                        <a:t>Example contributors</a:t>
                      </a:r>
                    </a:p>
                  </a:txBody>
                  <a:tcPr marL="73152" marR="73152" marT="36576" marB="36576" anchor="ctr">
                    <a:lnL w="9525">
                      <a:noFill/>
                    </a:lnL>
                    <a:lnR w="9525">
                      <a:noFill/>
                    </a:lnR>
                    <a:lnT w="9525">
                      <a:noFill/>
                    </a:lnT>
                    <a:lnB w="12700">
                      <a:solidFill>
                        <a:srgbClr val="191919"/>
                      </a:solidFill>
                    </a:lnB>
                    <a:noFill/>
                  </a:tcPr>
                </a:tc>
              </a:tr>
              <a:tr h="411480">
                <a:tc>
                  <a:txBody>
                    <a:bodyPr wrap="square"/>
                    <a:lstStyle/>
                    <a:p>
                      <a:r>
                        <a:rPr sz="1200" b="0" i="0">
                          <a:solidFill>
                            <a:srgbClr val="191919"/>
                          </a:solidFill>
                          <a:latin typeface="+mj-lt"/>
                        </a:rPr>
                        <a:t>AI-enabled delivery</a:t>
                      </a:r>
                    </a:p>
                  </a:txBody>
                  <a:tcPr marL="0" marR="73152" marT="36576" marB="36576" anchor="ctr">
                    <a:lnL w="9525">
                      <a:noFill/>
                    </a:lnL>
                    <a:lnR w="9525">
                      <a:noFill/>
                    </a:lnR>
                    <a:lnT w="9525">
                      <a:noFill/>
                    </a:lnT>
                    <a:lnB w="9525">
                      <a:solidFill>
                        <a:srgbClr val="C2C4B8"/>
                      </a:solidFill>
                    </a:lnB>
                    <a:noFill/>
                  </a:tcPr>
                </a:tc>
                <a:tc>
                  <a:txBody>
                    <a:bodyPr wrap="square"/>
                    <a:lstStyle/>
                    <a:p>
                      <a:r>
                        <a:rPr sz="1200" b="0" i="0">
                          <a:solidFill>
                            <a:srgbClr val="191919"/>
                          </a:solidFill>
                          <a:latin typeface="+mn-lt"/>
                        </a:rPr>
                        <a:t>Kunal Pacheriwala: expanding the Churchill AI development platform</a:t>
                      </a:r>
                    </a:p>
                  </a:txBody>
                  <a:tcPr marL="73152" marR="73152" marT="36576" marB="36576" anchor="ctr">
                    <a:lnL w="9525">
                      <a:noFill/>
                    </a:lnL>
                    <a:lnR w="9525">
                      <a:noFill/>
                    </a:lnR>
                    <a:lnT w="9525">
                      <a:noFill/>
                    </a:lnT>
                    <a:lnB w="9525">
                      <a:solidFill>
                        <a:srgbClr val="C2C4B8"/>
                      </a:solidFill>
                    </a:lnB>
                    <a:noFill/>
                  </a:tcPr>
                </a:tc>
              </a:tr>
              <a:tr h="411480">
                <a:tc>
                  <a:txBody>
                    <a:bodyPr wrap="square"/>
                    <a:lstStyle/>
                    <a:p>
                      <a:r>
                        <a:rPr sz="1200" b="0" i="0">
                          <a:solidFill>
                            <a:srgbClr val="191919"/>
                          </a:solidFill>
                          <a:latin typeface="+mj-lt"/>
                        </a:rPr>
                        <a:t>Quality innovation</a:t>
                      </a:r>
                    </a:p>
                  </a:txBody>
                  <a:tcPr marL="0" marR="73152" marT="36576" marB="36576" anchor="ctr">
                    <a:lnL w="9525">
                      <a:noFill/>
                    </a:lnL>
                    <a:lnR w="9525">
                      <a:noFill/>
                    </a:lnR>
                    <a:lnT w="9525">
                      <a:noFill/>
                    </a:lnT>
                    <a:lnB w="9525">
                      <a:solidFill>
                        <a:srgbClr val="C2C4B8"/>
                      </a:solidFill>
                    </a:lnB>
                    <a:noFill/>
                  </a:tcPr>
                </a:tc>
                <a:tc>
                  <a:txBody>
                    <a:bodyPr wrap="square"/>
                    <a:lstStyle/>
                    <a:p>
                      <a:r>
                        <a:rPr sz="1200" b="0" i="0">
                          <a:solidFill>
                            <a:srgbClr val="191919"/>
                          </a:solidFill>
                          <a:latin typeface="+mn-lt"/>
                        </a:rPr>
                        <a:t>Jacob Barrett: visual regression architecture; United Rentals automation team</a:t>
                      </a:r>
                    </a:p>
                  </a:txBody>
                  <a:tcPr marL="73152" marR="73152" marT="36576" marB="36576" anchor="ctr">
                    <a:lnL w="9525">
                      <a:noFill/>
                    </a:lnL>
                    <a:lnR w="9525">
                      <a:noFill/>
                    </a:lnR>
                    <a:lnT w="9525">
                      <a:noFill/>
                    </a:lnT>
                    <a:lnB w="9525">
                      <a:solidFill>
                        <a:srgbClr val="C2C4B8"/>
                      </a:solidFill>
                    </a:lnB>
                    <a:noFill/>
                  </a:tcPr>
                </a:tc>
              </a:tr>
              <a:tr h="411480">
                <a:tc>
                  <a:txBody>
                    <a:bodyPr wrap="square"/>
                    <a:lstStyle/>
                    <a:p>
                      <a:r>
                        <a:rPr sz="1200" b="0" i="0">
                          <a:solidFill>
                            <a:srgbClr val="191919"/>
                          </a:solidFill>
                          <a:latin typeface="+mj-lt"/>
                        </a:rPr>
                        <a:t>Program coordination</a:t>
                      </a:r>
                    </a:p>
                  </a:txBody>
                  <a:tcPr marL="0" marR="73152" marT="36576" marB="36576" anchor="ctr">
                    <a:lnL w="9525">
                      <a:noFill/>
                    </a:lnL>
                    <a:lnR w="9525">
                      <a:noFill/>
                    </a:lnR>
                    <a:lnT w="9525">
                      <a:noFill/>
                    </a:lnT>
                    <a:lnB w="9525">
                      <a:solidFill>
                        <a:srgbClr val="C2C4B8"/>
                      </a:solidFill>
                    </a:lnB>
                    <a:noFill/>
                  </a:tcPr>
                </a:tc>
                <a:tc>
                  <a:txBody>
                    <a:bodyPr wrap="square"/>
                    <a:lstStyle/>
                    <a:p>
                      <a:r>
                        <a:rPr sz="1200" b="0" i="0">
                          <a:solidFill>
                            <a:srgbClr val="191919"/>
                          </a:solidFill>
                          <a:latin typeface="+mn-lt"/>
                        </a:rPr>
                        <a:t>Pan Leung: Navy workstream visibility and prioritization</a:t>
                      </a:r>
                    </a:p>
                  </a:txBody>
                  <a:tcPr marL="73152" marR="73152" marT="36576" marB="36576" anchor="ctr">
                    <a:lnL w="9525">
                      <a:noFill/>
                    </a:lnL>
                    <a:lnR w="9525">
                      <a:noFill/>
                    </a:lnR>
                    <a:lnT w="9525">
                      <a:noFill/>
                    </a:lnT>
                    <a:lnB w="9525">
                      <a:solidFill>
                        <a:srgbClr val="C2C4B8"/>
                      </a:solidFill>
                    </a:lnB>
                    <a:noFill/>
                  </a:tcPr>
                </a:tc>
              </a:tr>
              <a:tr h="411480">
                <a:tc>
                  <a:txBody>
                    <a:bodyPr wrap="square"/>
                    <a:lstStyle/>
                    <a:p>
                      <a:r>
                        <a:rPr sz="1200" b="0" i="0">
                          <a:solidFill>
                            <a:srgbClr val="191919"/>
                          </a:solidFill>
                          <a:latin typeface="+mj-lt"/>
                        </a:rPr>
                        <a:t>Complex delivery leadership</a:t>
                      </a:r>
                    </a:p>
                  </a:txBody>
                  <a:tcPr marL="0" marR="73152" marT="36576" marB="36576" anchor="ctr">
                    <a:lnL w="9525">
                      <a:noFill/>
                    </a:lnL>
                    <a:lnR w="9525">
                      <a:noFill/>
                    </a:lnR>
                    <a:lnT w="9525">
                      <a:noFill/>
                    </a:lnT>
                    <a:lnB w="9525">
                      <a:solidFill>
                        <a:srgbClr val="C2C4B8"/>
                      </a:solidFill>
                    </a:lnB>
                    <a:noFill/>
                  </a:tcPr>
                </a:tc>
                <a:tc>
                  <a:txBody>
                    <a:bodyPr wrap="square"/>
                    <a:lstStyle/>
                    <a:p>
                      <a:r>
                        <a:rPr sz="1200" b="0" i="0">
                          <a:solidFill>
                            <a:srgbClr val="191919"/>
                          </a:solidFill>
                          <a:latin typeface="+mn-lt"/>
                        </a:rPr>
                        <a:t>Melissa Jones: Mazda cross-squad coordination and risk mitigation</a:t>
                      </a:r>
                    </a:p>
                  </a:txBody>
                  <a:tcPr marL="73152" marR="73152" marT="36576" marB="36576" anchor="ctr">
                    <a:lnL w="9525">
                      <a:noFill/>
                    </a:lnL>
                    <a:lnR w="9525">
                      <a:noFill/>
                    </a:lnR>
                    <a:lnT w="9525">
                      <a:noFill/>
                    </a:lnT>
                    <a:lnB w="9525">
                      <a:solidFill>
                        <a:srgbClr val="C2C4B8"/>
                      </a:solidFill>
                    </a:lnB>
                    <a:noFill/>
                  </a:tcPr>
                </a:tc>
              </a:tr>
              <a:tr h="411480">
                <a:tc>
                  <a:txBody>
                    <a:bodyPr wrap="square"/>
                    <a:lstStyle/>
                    <a:p>
                      <a:r>
                        <a:rPr sz="1200" b="0" i="0">
                          <a:solidFill>
                            <a:srgbClr val="191919"/>
                          </a:solidFill>
                          <a:latin typeface="+mj-lt"/>
                        </a:rPr>
                        <a:t>Practice standardization</a:t>
                      </a:r>
                    </a:p>
                  </a:txBody>
                  <a:tcPr marL="0" marR="73152" marT="36576" marB="36576" anchor="ctr">
                    <a:lnL w="9525">
                      <a:noFill/>
                    </a:lnL>
                    <a:lnR w="9525">
                      <a:noFill/>
                    </a:lnR>
                    <a:lnT w="9525">
                      <a:noFill/>
                    </a:lnT>
                    <a:lnB w="9525">
                      <a:solidFill>
                        <a:srgbClr val="C2C4B8"/>
                      </a:solidFill>
                    </a:lnB>
                    <a:noFill/>
                  </a:tcPr>
                </a:tc>
                <a:tc>
                  <a:txBody>
                    <a:bodyPr wrap="square"/>
                    <a:lstStyle/>
                    <a:p>
                      <a:r>
                        <a:rPr sz="1200" b="0" i="0">
                          <a:solidFill>
                            <a:srgbClr val="191919"/>
                          </a:solidFill>
                          <a:latin typeface="+mn-lt"/>
                        </a:rPr>
                        <a:t>Sherwin-Williams T4 analyst team, incl. Abbey Logan on dependency management</a:t>
                      </a:r>
                    </a:p>
                  </a:txBody>
                  <a:tcPr marL="73152" marR="73152" marT="36576" marB="36576" anchor="ctr">
                    <a:lnL w="9525">
                      <a:noFill/>
                    </a:lnL>
                    <a:lnR w="9525">
                      <a:noFill/>
                    </a:lnR>
                    <a:lnT w="9525">
                      <a:noFill/>
                    </a:lnT>
                    <a:lnB w="9525">
                      <a:solidFill>
                        <a:srgbClr val="C2C4B8"/>
                      </a:solidFill>
                    </a:lnB>
                    <a:noFill/>
                  </a:tcPr>
                </a:tc>
              </a:tr>
              <a:tr h="411480">
                <a:tc>
                  <a:txBody>
                    <a:bodyPr wrap="square"/>
                    <a:lstStyle/>
                    <a:p>
                      <a:r>
                        <a:rPr sz="1200" b="0" i="0">
                          <a:solidFill>
                            <a:srgbClr val="191919"/>
                          </a:solidFill>
                          <a:latin typeface="+mj-lt"/>
                        </a:rPr>
                        <a:t>Knowledge sharing</a:t>
                      </a:r>
                    </a:p>
                  </a:txBody>
                  <a:tcPr marL="0" marR="73152" marT="36576" marB="36576" anchor="ctr">
                    <a:lnL w="9525">
                      <a:noFill/>
                    </a:lnL>
                    <a:lnR w="9525">
                      <a:noFill/>
                    </a:lnR>
                    <a:lnT w="9525">
                      <a:noFill/>
                    </a:lnT>
                    <a:lnB w="9525">
                      <a:solidFill>
                        <a:srgbClr val="C2C4B8"/>
                      </a:solidFill>
                    </a:lnB>
                    <a:noFill/>
                  </a:tcPr>
                </a:tc>
                <a:tc>
                  <a:txBody>
                    <a:bodyPr wrap="square"/>
                    <a:lstStyle/>
                    <a:p>
                      <a:r>
                        <a:rPr sz="1200" b="0" i="0">
                          <a:solidFill>
                            <a:srgbClr val="191919"/>
                          </a:solidFill>
                          <a:latin typeface="+mn-lt"/>
                        </a:rPr>
                        <a:t>Spencer Brown: AI agent workshop and follow-up coaching</a:t>
                      </a:r>
                    </a:p>
                  </a:txBody>
                  <a:tcPr marL="73152" marR="73152" marT="36576" marB="36576" anchor="ctr">
                    <a:lnL w="9525">
                      <a:noFill/>
                    </a:lnL>
                    <a:lnR w="9525">
                      <a:noFill/>
                    </a:lnR>
                    <a:lnT w="9525">
                      <a:noFill/>
                    </a:lnT>
                    <a:lnB w="9525">
                      <a:solidFill>
                        <a:srgbClr val="C2C4B8"/>
                      </a:solidFill>
                    </a:lnB>
                    <a:noFill/>
                  </a:tcPr>
                </a:tc>
              </a:tr>
              <a:tr h="411480">
                <a:tc>
                  <a:txBody>
                    <a:bodyPr wrap="square"/>
                    <a:lstStyle/>
                    <a:p>
                      <a:r>
                        <a:rPr sz="1200" b="0" i="0">
                          <a:solidFill>
                            <a:srgbClr val="191919"/>
                          </a:solidFill>
                          <a:latin typeface="+mj-lt"/>
                        </a:rPr>
                        <a:t>Quality leadership</a:t>
                      </a:r>
                    </a:p>
                  </a:txBody>
                  <a:tcPr marL="0" marR="73152" marT="36576" marB="36576" anchor="ctr">
                    <a:lnL w="9525">
                      <a:noFill/>
                    </a:lnL>
                    <a:lnR w="9525">
                      <a:noFill/>
                    </a:lnR>
                    <a:lnT w="9525">
                      <a:noFill/>
                    </a:lnT>
                    <a:lnB w="9525">
                      <a:solidFill>
                        <a:srgbClr val="C2C4B8"/>
                      </a:solidFill>
                    </a:lnB>
                    <a:noFill/>
                  </a:tcPr>
                </a:tc>
                <a:tc>
                  <a:txBody>
                    <a:bodyPr wrap="square"/>
                    <a:lstStyle/>
                    <a:p>
                      <a:r>
                        <a:rPr sz="1200" b="0" i="0">
                          <a:solidFill>
                            <a:srgbClr val="191919"/>
                          </a:solidFill>
                          <a:latin typeface="+mn-lt"/>
                        </a:rPr>
                        <a:t>Vanessa Lacy: Mazda program-level AQ; Kristy Riley: process modernization</a:t>
                      </a:r>
                    </a:p>
                  </a:txBody>
                  <a:tcPr marL="73152" marR="73152" marT="36576" marB="36576" anchor="ctr">
                    <a:lnL w="9525">
                      <a:noFill/>
                    </a:lnL>
                    <a:lnR w="9525">
                      <a:noFill/>
                    </a:lnR>
                    <a:lnT w="9525">
                      <a:noFill/>
                    </a:lnT>
                    <a:lnB w="9525">
                      <a:solidFill>
                        <a:srgbClr val="C2C4B8"/>
                      </a:solidFill>
                    </a:lnB>
                    <a:noFill/>
                  </a:tcPr>
                </a:tc>
              </a:tr>
              <a:tr h="411480">
                <a:tc>
                  <a:txBody>
                    <a:bodyPr wrap="square"/>
                    <a:lstStyle/>
                    <a:p>
                      <a:r>
                        <a:rPr sz="1200" b="0" i="0">
                          <a:solidFill>
                            <a:srgbClr val="191919"/>
                          </a:solidFill>
                          <a:latin typeface="+mj-lt"/>
                        </a:rPr>
                        <a:t>Community engagement</a:t>
                      </a:r>
                    </a:p>
                  </a:txBody>
                  <a:tcPr marL="0" marR="73152" marT="36576" marB="36576" anchor="ctr">
                    <a:lnL w="9525">
                      <a:noFill/>
                    </a:lnL>
                    <a:lnR w="9525">
                      <a:noFill/>
                    </a:lnR>
                    <a:lnT w="9525">
                      <a:noFill/>
                    </a:lnT>
                    <a:lnB w="9525">
                      <a:solidFill>
                        <a:srgbClr val="C2C4B8"/>
                      </a:solidFill>
                    </a:lnB>
                    <a:noFill/>
                  </a:tcPr>
                </a:tc>
                <a:tc>
                  <a:txBody>
                    <a:bodyPr wrap="square"/>
                    <a:lstStyle/>
                    <a:p>
                      <a:r>
                        <a:rPr sz="1200" b="0" i="0">
                          <a:solidFill>
                            <a:srgbClr val="191919"/>
                          </a:solidFill>
                          <a:latin typeface="+mn-lt"/>
                        </a:rPr>
                        <a:t>Jessica Ward, Sharee Thompson and volunteers: KC Tech Council LEGiT program</a:t>
                      </a:r>
                    </a:p>
                  </a:txBody>
                  <a:tcPr marL="73152" marR="73152" marT="36576" marB="36576" anchor="ctr">
                    <a:lnL w="9525">
                      <a:noFill/>
                    </a:lnL>
                    <a:lnR w="9525">
                      <a:noFill/>
                    </a:lnR>
                    <a:lnT w="9525">
                      <a:noFill/>
                    </a:lnT>
                    <a:lnB w="9525">
                      <a:solidFill>
                        <a:srgbClr val="C2C4B8"/>
                      </a:solidFill>
                    </a:lnB>
                    <a:noFill/>
                  </a:tcPr>
                </a:tc>
              </a:tr>
            </a:tbl>
          </a:graphicData>
        </a:graphic>
      </p:graphicFrame>
      <p:sp>
        <p:nvSpPr>
          <p:cNvPr id="10" name="TextBox 9"/>
          <p:cNvSpPr txBox="1"/>
          <p:nvPr/>
        </p:nvSpPr>
        <p:spPr>
          <a:xfrm>
            <a:off x="4663440" y="6108192"/>
            <a:ext cx="7269480" cy="320040"/>
          </a:xfrm>
          <a:prstGeom prst="rect">
            <a:avLst/>
          </a:prstGeom>
          <a:noFill/>
        </p:spPr>
        <p:txBody>
          <a:bodyPr wrap="square" lIns="0" rIns="0" tIns="0" bIns="0" anchor="t"/>
          <a:lstStyle/>
          <a:p>
            <a:pPr algn="l">
              <a:spcAft>
                <a:spcPts val="0"/>
              </a:spcAft>
            </a:pPr>
            <a:r>
              <a:rPr sz="1200" b="0" i="0">
                <a:solidFill>
                  <a:srgbClr val="53544A"/>
                </a:solidFill>
                <a:latin typeface="+mn-lt"/>
              </a:rPr>
              <a:t>Examples identified through reporting, not finalized nominations.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Looking ahead (5 min): the Confidence Future 3</a:t>
            </a:r>
          </a:p>
        </p:txBody>
      </p:sp>
      <p:sp>
        <p:nvSpPr>
          <p:cNvPr id="5" name="Slide Number Placeholder 5">
            <a:extLst>
              <a:ext uri="{FF2B5EF4-FFF2-40B4-BE49-F238E27FC236}">
                <a16:creationId xmlns:a16="http://schemas.microsoft.com/office/drawing/2014/main" id="{1BA8521B-2356-0663-BA12-355EA31562A3}"/>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sp>
        <p:nvSpPr>
          <p:cNvPr id="6" name="TextBox 5"/>
          <p:cNvSpPr txBox="1"/>
          <p:nvPr/>
        </p:nvSpPr>
        <p:spPr>
          <a:xfrm>
            <a:off x="265176" y="1783080"/>
            <a:ext cx="2011680" cy="640080"/>
          </a:xfrm>
          <a:prstGeom prst="rect">
            <a:avLst/>
          </a:prstGeom>
          <a:noFill/>
        </p:spPr>
        <p:txBody>
          <a:bodyPr wrap="square" lIns="0" rIns="0" tIns="0" bIns="0" anchor="t"/>
          <a:lstStyle/>
          <a:p>
            <a:pPr algn="l">
              <a:spcAft>
                <a:spcPts val="0"/>
              </a:spcAft>
            </a:pPr>
            <a:r>
              <a:rPr sz="4000" b="0" i="0">
                <a:solidFill>
                  <a:srgbClr val="D3A34A"/>
                </a:solidFill>
                <a:latin typeface="+mj-lt"/>
              </a:rPr>
              <a:t>01</a:t>
            </a:r>
          </a:p>
        </p:txBody>
      </p:sp>
      <p:sp>
        <p:nvSpPr>
          <p:cNvPr id="7" name="TextBox 6"/>
          <p:cNvSpPr txBox="1"/>
          <p:nvPr/>
        </p:nvSpPr>
        <p:spPr>
          <a:xfrm>
            <a:off x="265176" y="2514600"/>
            <a:ext cx="3553968" cy="1188720"/>
          </a:xfrm>
          <a:prstGeom prst="rect">
            <a:avLst/>
          </a:prstGeom>
          <a:noFill/>
        </p:spPr>
        <p:txBody>
          <a:bodyPr wrap="square" lIns="0" rIns="0" tIns="0" bIns="0" anchor="t"/>
          <a:lstStyle/>
          <a:p>
            <a:pPr algn="l">
              <a:lnSpc>
                <a:spcPct val="105000"/>
              </a:lnSpc>
              <a:spcAft>
                <a:spcPts val="0"/>
              </a:spcAft>
            </a:pPr>
            <a:r>
              <a:rPr sz="2200" b="0" i="0">
                <a:solidFill>
                  <a:srgbClr val="F5F5F5"/>
                </a:solidFill>
                <a:latin typeface="+mj-lt"/>
              </a:rPr>
              <a:t>What if AI becomes a member of every delivery team?</a:t>
            </a:r>
          </a:p>
        </p:txBody>
      </p:sp>
      <p:cxnSp>
        <p:nvCxnSpPr>
          <p:cNvPr id="8" name="Connector 7"/>
          <p:cNvCxnSpPr/>
          <p:nvPr/>
        </p:nvCxnSpPr>
        <p:spPr>
          <a:xfrm>
            <a:off x="265176" y="3840480"/>
            <a:ext cx="3645407"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65176" y="3950208"/>
            <a:ext cx="3645408" cy="274320"/>
          </a:xfrm>
          <a:prstGeom prst="rect">
            <a:avLst/>
          </a:prstGeom>
          <a:noFill/>
        </p:spPr>
        <p:txBody>
          <a:bodyPr wrap="square" lIns="0" rIns="0" tIns="0" bIns="0" anchor="t"/>
          <a:lstStyle/>
          <a:p>
            <a:pPr algn="l">
              <a:spcAft>
                <a:spcPts val="0"/>
              </a:spcAft>
            </a:pPr>
            <a:r>
              <a:rPr sz="1000" b="0" i="0">
                <a:solidFill>
                  <a:srgbClr val="8B8C81"/>
                </a:solidFill>
                <a:latin typeface="+mj-lt"/>
              </a:rPr>
              <a:t>2026 CONNECTION</a:t>
            </a:r>
          </a:p>
        </p:txBody>
      </p:sp>
      <p:sp>
        <p:nvSpPr>
          <p:cNvPr id="10" name="TextBox 9"/>
          <p:cNvSpPr txBox="1"/>
          <p:nvPr/>
        </p:nvSpPr>
        <p:spPr>
          <a:xfrm>
            <a:off x="265176" y="4206240"/>
            <a:ext cx="3553968" cy="594360"/>
          </a:xfrm>
          <a:prstGeom prst="rect">
            <a:avLst/>
          </a:prstGeom>
          <a:noFill/>
        </p:spPr>
        <p:txBody>
          <a:bodyPr wrap="square" lIns="0" rIns="0" tIns="0" bIns="0" anchor="t"/>
          <a:lstStyle/>
          <a:p>
            <a:pPr algn="l">
              <a:lnSpc>
                <a:spcPct val="105000"/>
              </a:lnSpc>
              <a:spcAft>
                <a:spcPts val="0"/>
              </a:spcAft>
            </a:pPr>
            <a:r>
              <a:rPr sz="1200" b="0" i="0">
                <a:solidFill>
                  <a:srgbClr val="C2C4B8"/>
                </a:solidFill>
                <a:latin typeface="+mn-lt"/>
              </a:rPr>
              <a:t>Churchill AI-DLC, AI-assisted requirements, quality lifecycle agents, Agent Ops</a:t>
            </a:r>
          </a:p>
        </p:txBody>
      </p:sp>
      <p:sp>
        <p:nvSpPr>
          <p:cNvPr id="11" name="TextBox 10"/>
          <p:cNvSpPr txBox="1"/>
          <p:nvPr/>
        </p:nvSpPr>
        <p:spPr>
          <a:xfrm>
            <a:off x="265176" y="4846320"/>
            <a:ext cx="3553968" cy="914400"/>
          </a:xfrm>
          <a:prstGeom prst="rect">
            <a:avLst/>
          </a:prstGeom>
          <a:noFill/>
        </p:spPr>
        <p:txBody>
          <a:bodyPr wrap="square" lIns="0" rIns="0" tIns="0" bIns="0" anchor="t"/>
          <a:lstStyle/>
          <a:p>
            <a:pPr algn="l">
              <a:lnSpc>
                <a:spcPct val="110000"/>
              </a:lnSpc>
              <a:spcAft>
                <a:spcPts val="0"/>
              </a:spcAft>
            </a:pPr>
            <a:r>
              <a:rPr sz="1300" b="0" i="1">
                <a:solidFill>
                  <a:srgbClr val="F9D28C"/>
                </a:solidFill>
                <a:latin typeface="+mn-lt"/>
              </a:rPr>
              <a:t>“If we added an AI agent to a Scrum team tomorrow, what would we give it, and what would we never delegate?”</a:t>
            </a:r>
          </a:p>
        </p:txBody>
      </p:sp>
      <p:sp>
        <p:nvSpPr>
          <p:cNvPr id="12" name="TextBox 11"/>
          <p:cNvSpPr txBox="1"/>
          <p:nvPr/>
        </p:nvSpPr>
        <p:spPr>
          <a:xfrm>
            <a:off x="4276344" y="1783080"/>
            <a:ext cx="2011680" cy="640080"/>
          </a:xfrm>
          <a:prstGeom prst="rect">
            <a:avLst/>
          </a:prstGeom>
          <a:noFill/>
        </p:spPr>
        <p:txBody>
          <a:bodyPr wrap="square" lIns="0" rIns="0" tIns="0" bIns="0" anchor="t"/>
          <a:lstStyle/>
          <a:p>
            <a:pPr algn="l">
              <a:spcAft>
                <a:spcPts val="0"/>
              </a:spcAft>
            </a:pPr>
            <a:r>
              <a:rPr sz="4000" b="0" i="0">
                <a:solidFill>
                  <a:srgbClr val="D3A34A"/>
                </a:solidFill>
                <a:latin typeface="+mj-lt"/>
              </a:rPr>
              <a:t>02</a:t>
            </a:r>
          </a:p>
        </p:txBody>
      </p:sp>
      <p:sp>
        <p:nvSpPr>
          <p:cNvPr id="13" name="TextBox 12"/>
          <p:cNvSpPr txBox="1"/>
          <p:nvPr/>
        </p:nvSpPr>
        <p:spPr>
          <a:xfrm>
            <a:off x="4276344" y="2514600"/>
            <a:ext cx="3553968" cy="1188720"/>
          </a:xfrm>
          <a:prstGeom prst="rect">
            <a:avLst/>
          </a:prstGeom>
          <a:noFill/>
        </p:spPr>
        <p:txBody>
          <a:bodyPr wrap="square" lIns="0" rIns="0" tIns="0" bIns="0" anchor="t"/>
          <a:lstStyle/>
          <a:p>
            <a:pPr algn="l">
              <a:lnSpc>
                <a:spcPct val="105000"/>
              </a:lnSpc>
              <a:spcAft>
                <a:spcPts val="0"/>
              </a:spcAft>
            </a:pPr>
            <a:r>
              <a:rPr sz="2200" b="0" i="0">
                <a:solidFill>
                  <a:srgbClr val="F5F5F5"/>
                </a:solidFill>
                <a:latin typeface="+mj-lt"/>
              </a:rPr>
              <a:t>What if trust becomes our most valuable deliverable?</a:t>
            </a:r>
          </a:p>
        </p:txBody>
      </p:sp>
      <p:cxnSp>
        <p:nvCxnSpPr>
          <p:cNvPr id="14" name="Connector 13"/>
          <p:cNvCxnSpPr/>
          <p:nvPr/>
        </p:nvCxnSpPr>
        <p:spPr>
          <a:xfrm>
            <a:off x="4276344" y="3840480"/>
            <a:ext cx="3645408"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76344" y="3950208"/>
            <a:ext cx="3645408" cy="274320"/>
          </a:xfrm>
          <a:prstGeom prst="rect">
            <a:avLst/>
          </a:prstGeom>
          <a:noFill/>
        </p:spPr>
        <p:txBody>
          <a:bodyPr wrap="square" lIns="0" rIns="0" tIns="0" bIns="0" anchor="t"/>
          <a:lstStyle/>
          <a:p>
            <a:pPr algn="l">
              <a:spcAft>
                <a:spcPts val="0"/>
              </a:spcAft>
            </a:pPr>
            <a:r>
              <a:rPr sz="1000" b="0" i="0">
                <a:solidFill>
                  <a:srgbClr val="8B8C81"/>
                </a:solidFill>
                <a:latin typeface="+mj-lt"/>
              </a:rPr>
              <a:t>2026 CONNECTION</a:t>
            </a:r>
          </a:p>
        </p:txBody>
      </p:sp>
      <p:sp>
        <p:nvSpPr>
          <p:cNvPr id="16" name="TextBox 15"/>
          <p:cNvSpPr txBox="1"/>
          <p:nvPr/>
        </p:nvSpPr>
        <p:spPr>
          <a:xfrm>
            <a:off x="4276344" y="4206240"/>
            <a:ext cx="3553968" cy="594360"/>
          </a:xfrm>
          <a:prstGeom prst="rect">
            <a:avLst/>
          </a:prstGeom>
          <a:noFill/>
        </p:spPr>
        <p:txBody>
          <a:bodyPr wrap="square" lIns="0" rIns="0" tIns="0" bIns="0" anchor="t"/>
          <a:lstStyle/>
          <a:p>
            <a:pPr algn="l">
              <a:lnSpc>
                <a:spcPct val="105000"/>
              </a:lnSpc>
              <a:spcAft>
                <a:spcPts val="0"/>
              </a:spcAft>
            </a:pPr>
            <a:r>
              <a:rPr sz="1200" b="0" i="0">
                <a:solidFill>
                  <a:srgbClr val="C2C4B8"/>
                </a:solidFill>
                <a:latin typeface="+mn-lt"/>
              </a:rPr>
              <a:t>Continuous quality engineering, AI-assisted validation, program-level AQ governance</a:t>
            </a:r>
          </a:p>
        </p:txBody>
      </p:sp>
      <p:sp>
        <p:nvSpPr>
          <p:cNvPr id="17" name="TextBox 16"/>
          <p:cNvSpPr txBox="1"/>
          <p:nvPr/>
        </p:nvSpPr>
        <p:spPr>
          <a:xfrm>
            <a:off x="4276344" y="4846320"/>
            <a:ext cx="3553968" cy="914400"/>
          </a:xfrm>
          <a:prstGeom prst="rect">
            <a:avLst/>
          </a:prstGeom>
          <a:noFill/>
        </p:spPr>
        <p:txBody>
          <a:bodyPr wrap="square" lIns="0" rIns="0" tIns="0" bIns="0" anchor="t"/>
          <a:lstStyle/>
          <a:p>
            <a:pPr algn="l">
              <a:lnSpc>
                <a:spcPct val="110000"/>
              </a:lnSpc>
              <a:spcAft>
                <a:spcPts val="0"/>
              </a:spcAft>
            </a:pPr>
            <a:r>
              <a:rPr sz="1300" b="0" i="1">
                <a:solidFill>
                  <a:srgbClr val="F9D28C"/>
                </a:solidFill>
                <a:latin typeface="+mn-lt"/>
              </a:rPr>
              <a:t>“What would Confidence look like if clients hired us primarily to establish trust in their technology?”</a:t>
            </a:r>
          </a:p>
        </p:txBody>
      </p:sp>
      <p:sp>
        <p:nvSpPr>
          <p:cNvPr id="18" name="TextBox 17"/>
          <p:cNvSpPr txBox="1"/>
          <p:nvPr/>
        </p:nvSpPr>
        <p:spPr>
          <a:xfrm>
            <a:off x="8287511" y="1783080"/>
            <a:ext cx="2011680" cy="640080"/>
          </a:xfrm>
          <a:prstGeom prst="rect">
            <a:avLst/>
          </a:prstGeom>
          <a:noFill/>
        </p:spPr>
        <p:txBody>
          <a:bodyPr wrap="square" lIns="0" rIns="0" tIns="0" bIns="0" anchor="t"/>
          <a:lstStyle/>
          <a:p>
            <a:pPr algn="l">
              <a:spcAft>
                <a:spcPts val="0"/>
              </a:spcAft>
            </a:pPr>
            <a:r>
              <a:rPr sz="4000" b="0" i="0">
                <a:solidFill>
                  <a:srgbClr val="D3A34A"/>
                </a:solidFill>
                <a:latin typeface="+mj-lt"/>
              </a:rPr>
              <a:t>03</a:t>
            </a:r>
          </a:p>
        </p:txBody>
      </p:sp>
      <p:sp>
        <p:nvSpPr>
          <p:cNvPr id="19" name="TextBox 18"/>
          <p:cNvSpPr txBox="1"/>
          <p:nvPr/>
        </p:nvSpPr>
        <p:spPr>
          <a:xfrm>
            <a:off x="8287511" y="2514600"/>
            <a:ext cx="3553968" cy="1188720"/>
          </a:xfrm>
          <a:prstGeom prst="rect">
            <a:avLst/>
          </a:prstGeom>
          <a:noFill/>
        </p:spPr>
        <p:txBody>
          <a:bodyPr wrap="square" lIns="0" rIns="0" tIns="0" bIns="0" anchor="t"/>
          <a:lstStyle/>
          <a:p>
            <a:pPr algn="l">
              <a:lnSpc>
                <a:spcPct val="105000"/>
              </a:lnSpc>
              <a:spcAft>
                <a:spcPts val="0"/>
              </a:spcAft>
            </a:pPr>
            <a:r>
              <a:rPr sz="2200" b="0" i="0">
                <a:solidFill>
                  <a:srgbClr val="F5F5F5"/>
                </a:solidFill>
                <a:latin typeface="+mj-lt"/>
              </a:rPr>
              <a:t>What if the website is no longer the destination?</a:t>
            </a:r>
          </a:p>
        </p:txBody>
      </p:sp>
      <p:cxnSp>
        <p:nvCxnSpPr>
          <p:cNvPr id="20" name="Connector 19"/>
          <p:cNvCxnSpPr/>
          <p:nvPr/>
        </p:nvCxnSpPr>
        <p:spPr>
          <a:xfrm>
            <a:off x="8287511" y="3840480"/>
            <a:ext cx="3645408"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87511" y="3950208"/>
            <a:ext cx="3645408" cy="274320"/>
          </a:xfrm>
          <a:prstGeom prst="rect">
            <a:avLst/>
          </a:prstGeom>
          <a:noFill/>
        </p:spPr>
        <p:txBody>
          <a:bodyPr wrap="square" lIns="0" rIns="0" tIns="0" bIns="0" anchor="t"/>
          <a:lstStyle/>
          <a:p>
            <a:pPr algn="l">
              <a:spcAft>
                <a:spcPts val="0"/>
              </a:spcAft>
            </a:pPr>
            <a:r>
              <a:rPr sz="1000" b="0" i="0">
                <a:solidFill>
                  <a:srgbClr val="8B8C81"/>
                </a:solidFill>
                <a:latin typeface="+mj-lt"/>
              </a:rPr>
              <a:t>2026 CONNECTION</a:t>
            </a:r>
          </a:p>
        </p:txBody>
      </p:sp>
      <p:sp>
        <p:nvSpPr>
          <p:cNvPr id="22" name="TextBox 21"/>
          <p:cNvSpPr txBox="1"/>
          <p:nvPr/>
        </p:nvSpPr>
        <p:spPr>
          <a:xfrm>
            <a:off x="8287511" y="4206240"/>
            <a:ext cx="3553968" cy="594360"/>
          </a:xfrm>
          <a:prstGeom prst="rect">
            <a:avLst/>
          </a:prstGeom>
          <a:noFill/>
        </p:spPr>
        <p:txBody>
          <a:bodyPr wrap="square" lIns="0" rIns="0" tIns="0" bIns="0" anchor="t"/>
          <a:lstStyle/>
          <a:p>
            <a:pPr algn="l">
              <a:lnSpc>
                <a:spcPct val="105000"/>
              </a:lnSpc>
              <a:spcAft>
                <a:spcPts val="0"/>
              </a:spcAft>
            </a:pPr>
            <a:r>
              <a:rPr sz="1200" b="0" i="0">
                <a:solidFill>
                  <a:srgbClr val="C2C4B8"/>
                </a:solidFill>
                <a:latin typeface="+mn-lt"/>
              </a:rPr>
              <a:t>Conversational AI, natural-language search, agent-enabled experiences</a:t>
            </a:r>
          </a:p>
        </p:txBody>
      </p:sp>
      <p:sp>
        <p:nvSpPr>
          <p:cNvPr id="23" name="TextBox 22"/>
          <p:cNvSpPr txBox="1"/>
          <p:nvPr/>
        </p:nvSpPr>
        <p:spPr>
          <a:xfrm>
            <a:off x="8287511" y="4846320"/>
            <a:ext cx="3553968" cy="914400"/>
          </a:xfrm>
          <a:prstGeom prst="rect">
            <a:avLst/>
          </a:prstGeom>
          <a:noFill/>
        </p:spPr>
        <p:txBody>
          <a:bodyPr wrap="square" lIns="0" rIns="0" tIns="0" bIns="0" anchor="t"/>
          <a:lstStyle/>
          <a:p>
            <a:pPr algn="l">
              <a:lnSpc>
                <a:spcPct val="110000"/>
              </a:lnSpc>
              <a:spcAft>
                <a:spcPts val="0"/>
              </a:spcAft>
            </a:pPr>
            <a:r>
              <a:rPr sz="1300" b="0" i="1">
                <a:solidFill>
                  <a:srgbClr val="F9D28C"/>
                </a:solidFill>
                <a:latin typeface="+mn-lt"/>
              </a:rPr>
              <a:t>“How do we define, design and validate experiences that don't follow a predictable journey?”</a:t>
            </a:r>
          </a:p>
        </p:txBody>
      </p:sp>
      <p:sp>
        <p:nvSpPr>
          <p:cNvPr id="24" name="TextBox 23"/>
          <p:cNvSpPr txBox="1"/>
          <p:nvPr/>
        </p:nvSpPr>
        <p:spPr>
          <a:xfrm>
            <a:off x="265176" y="5989320"/>
            <a:ext cx="11667744" cy="411480"/>
          </a:xfrm>
          <a:prstGeom prst="rect">
            <a:avLst/>
          </a:prstGeom>
          <a:noFill/>
        </p:spPr>
        <p:txBody>
          <a:bodyPr wrap="square" lIns="0" rIns="0" tIns="0" bIns="0" anchor="ctr"/>
          <a:lstStyle/>
          <a:p>
            <a:pPr algn="l">
              <a:spcAft>
                <a:spcPts val="0"/>
              </a:spcAft>
            </a:pPr>
            <a:r>
              <a:rPr sz="1200" b="0" i="0">
                <a:solidFill>
                  <a:srgbClr val="F5F5F5"/>
                </a:solidFill>
                <a:latin typeface="+mj-lt"/>
              </a:rPr>
              <a:t>Alternative:  </a:t>
            </a:r>
            <a:r>
              <a:rPr sz="1200" b="0" i="0">
                <a:solidFill>
                  <a:srgbClr val="C2C4B8"/>
                </a:solidFill>
                <a:latin typeface="+mn-lt"/>
              </a:rPr>
              <a:t>what if we reinvented Confidence from scratch?   </a:t>
            </a:r>
            <a:r>
              <a:rPr sz="1200" b="0" i="0">
                <a:solidFill>
                  <a:srgbClr val="8B8C81"/>
                </a:solidFill>
                <a:latin typeface="+mn-lt"/>
              </a:rPr>
              <a:t>Inspired by VML Intelligence, The Future 100: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Popcorn conversation (12 min): the part most likely to make this year feel different</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6035040" cy="320040"/>
          </a:xfrm>
          <a:prstGeom prst="rect">
            <a:avLst/>
          </a:prstGeom>
          <a:noFill/>
        </p:spPr>
        <p:txBody>
          <a:bodyPr wrap="square" lIns="0" rIns="0" tIns="0" bIns="0" anchor="t"/>
          <a:lstStyle/>
          <a:p>
            <a:pPr algn="l">
              <a:spcAft>
                <a:spcPts val="0"/>
              </a:spcAft>
            </a:pPr>
            <a:r>
              <a:rPr sz="1600" b="0" i="0">
                <a:solidFill>
                  <a:srgbClr val="191919"/>
                </a:solidFill>
                <a:latin typeface="+mj-lt"/>
              </a:rPr>
              <a:t>Recommended format: a live, lightly facilitated conversation</a:t>
            </a:r>
          </a:p>
        </p:txBody>
      </p:sp>
      <p:sp>
        <p:nvSpPr>
          <p:cNvPr id="7" name="TextBox 6"/>
          <p:cNvSpPr txBox="1"/>
          <p:nvPr/>
        </p:nvSpPr>
        <p:spPr>
          <a:xfrm>
            <a:off x="265176" y="2240280"/>
            <a:ext cx="6035040" cy="2011680"/>
          </a:xfrm>
          <a:prstGeom prst="rect">
            <a:avLst/>
          </a:prstGeom>
          <a:noFill/>
        </p:spPr>
        <p:txBody>
          <a:bodyPr wrap="square" lIns="0" rIns="0" tIns="0" bIns="0" anchor="t"/>
          <a:lstStyle/>
          <a:p>
            <a:pPr algn="l" marL="274320" indent="-274320">
              <a:lnSpc>
                <a:spcPct val="105000"/>
              </a:lnSpc>
              <a:spcAft>
                <a:spcPts val="800"/>
              </a:spcAft>
              <a:buFont typeface="+mn-lt"/>
              <a:buChar char="□"/>
            </a:pPr>
            <a:r>
              <a:rPr sz="1400" b="0" i="0">
                <a:solidFill>
                  <a:srgbClr val="191919"/>
                </a:solidFill>
                <a:latin typeface="+mn-lt"/>
              </a:rPr>
              <a:t>4–5 voices across disciplines, pods and delivery experiences</a:t>
            </a:r>
          </a:p>
          <a:p>
            <a:pPr algn="l" marL="274320" indent="-274320">
              <a:lnSpc>
                <a:spcPct val="105000"/>
              </a:lnSpc>
              <a:spcAft>
                <a:spcPts val="800"/>
              </a:spcAft>
              <a:buFont typeface="+mn-lt"/>
              <a:buChar char="□"/>
            </a:pPr>
            <a:r>
              <a:rPr sz="1400" b="0" i="0">
                <a:solidFill>
                  <a:srgbClr val="191919"/>
                </a:solidFill>
                <a:latin typeface="+mn-lt"/>
              </a:rPr>
              <a:t>A moderator sets up one provocative scenario, then invites people to build on each other</a:t>
            </a:r>
          </a:p>
          <a:p>
            <a:pPr algn="l" marL="274320" indent="-274320">
              <a:lnSpc>
                <a:spcPct val="105000"/>
              </a:lnSpc>
              <a:spcAft>
                <a:spcPts val="800"/>
              </a:spcAft>
              <a:buFont typeface="+mn-lt"/>
              <a:buChar char="□"/>
            </a:pPr>
            <a:r>
              <a:rPr sz="1400" b="0" i="0">
                <a:solidFill>
                  <a:srgbClr val="191919"/>
                </a:solidFill>
                <a:latin typeface="+mn-lt"/>
              </a:rPr>
              <a:t>“Yes, and”: exploratory, not evaluative; no consensus or business case required</a:t>
            </a:r>
          </a:p>
          <a:p>
            <a:pPr algn="l" marL="274320" indent="-274320">
              <a:lnSpc>
                <a:spcPct val="105000"/>
              </a:lnSpc>
              <a:spcAft>
                <a:spcPts val="800"/>
              </a:spcAft>
              <a:buFont typeface="+mn-lt"/>
              <a:buChar char="□"/>
            </a:pPr>
            <a:r>
              <a:rPr sz="1400" b="0" i="0">
                <a:solidFill>
                  <a:srgbClr val="191919"/>
                </a:solidFill>
                <a:latin typeface="+mn-lt"/>
              </a:rPr>
              <a:t>Audience joins through chat; one takeaway captured at the end</a:t>
            </a:r>
          </a:p>
        </p:txBody>
      </p:sp>
      <p:sp>
        <p:nvSpPr>
          <p:cNvPr id="8" name="TextBox 7"/>
          <p:cNvSpPr txBox="1"/>
          <p:nvPr/>
        </p:nvSpPr>
        <p:spPr>
          <a:xfrm>
            <a:off x="265176" y="4251959"/>
            <a:ext cx="6035040" cy="274320"/>
          </a:xfrm>
          <a:prstGeom prst="rect">
            <a:avLst/>
          </a:prstGeom>
          <a:noFill/>
        </p:spPr>
        <p:txBody>
          <a:bodyPr wrap="square" lIns="0" rIns="0" tIns="0" bIns="0" anchor="t"/>
          <a:lstStyle/>
          <a:p>
            <a:pPr algn="l">
              <a:spcAft>
                <a:spcPts val="0"/>
              </a:spcAft>
            </a:pPr>
            <a:r>
              <a:rPr sz="1200" b="0" i="0">
                <a:solidFill>
                  <a:srgbClr val="53544A"/>
                </a:solidFill>
                <a:latin typeface="+mj-lt"/>
              </a:rPr>
              <a:t>12-minute structure</a:t>
            </a:r>
          </a:p>
        </p:txBody>
      </p:sp>
      <p:sp>
        <p:nvSpPr>
          <p:cNvPr id="9" name="Rectangle 8"/>
          <p:cNvSpPr/>
          <p:nvPr/>
        </p:nvSpPr>
        <p:spPr>
          <a:xfrm>
            <a:off x="265176" y="4663440"/>
            <a:ext cx="969263" cy="4572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F5F5F5"/>
                </a:solidFill>
                <a:latin typeface="+mj-lt"/>
              </a:rPr>
              <a:t>2′</a:t>
            </a:r>
          </a:p>
        </p:txBody>
      </p:sp>
      <p:sp>
        <p:nvSpPr>
          <p:cNvPr id="10" name="TextBox 9"/>
          <p:cNvSpPr txBox="1"/>
          <p:nvPr/>
        </p:nvSpPr>
        <p:spPr>
          <a:xfrm>
            <a:off x="265176" y="5193792"/>
            <a:ext cx="932687" cy="457200"/>
          </a:xfrm>
          <a:prstGeom prst="rect">
            <a:avLst/>
          </a:prstGeom>
          <a:noFill/>
        </p:spPr>
        <p:txBody>
          <a:bodyPr wrap="square" lIns="0" rIns="0" tIns="0" bIns="0" anchor="t"/>
          <a:lstStyle/>
          <a:p>
            <a:pPr algn="l">
              <a:lnSpc>
                <a:spcPct val="100000"/>
              </a:lnSpc>
              <a:spcAft>
                <a:spcPts val="0"/>
              </a:spcAft>
            </a:pPr>
            <a:r>
              <a:rPr sz="1100" b="0" i="0">
                <a:solidFill>
                  <a:srgbClr val="53544A"/>
                </a:solidFill>
                <a:latin typeface="+mn-lt"/>
              </a:rPr>
              <a:t>Set up the scenario</a:t>
            </a:r>
          </a:p>
        </p:txBody>
      </p:sp>
      <p:sp>
        <p:nvSpPr>
          <p:cNvPr id="11" name="Rectangle 10"/>
          <p:cNvSpPr/>
          <p:nvPr/>
        </p:nvSpPr>
        <p:spPr>
          <a:xfrm>
            <a:off x="1271016" y="4663440"/>
            <a:ext cx="3483863" cy="457200"/>
          </a:xfrm>
          <a:prstGeom prst="rect">
            <a:avLst/>
          </a:prstGeom>
          <a:solidFill>
            <a:srgbClr val="D3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191919"/>
                </a:solidFill>
                <a:latin typeface="+mj-lt"/>
              </a:rPr>
              <a:t>7′</a:t>
            </a:r>
          </a:p>
        </p:txBody>
      </p:sp>
      <p:sp>
        <p:nvSpPr>
          <p:cNvPr id="12" name="TextBox 11"/>
          <p:cNvSpPr txBox="1"/>
          <p:nvPr/>
        </p:nvSpPr>
        <p:spPr>
          <a:xfrm>
            <a:off x="1271016" y="5193792"/>
            <a:ext cx="3447287" cy="457200"/>
          </a:xfrm>
          <a:prstGeom prst="rect">
            <a:avLst/>
          </a:prstGeom>
          <a:noFill/>
        </p:spPr>
        <p:txBody>
          <a:bodyPr wrap="square" lIns="0" rIns="0" tIns="0" bIns="0" anchor="t"/>
          <a:lstStyle/>
          <a:p>
            <a:pPr algn="l">
              <a:lnSpc>
                <a:spcPct val="100000"/>
              </a:lnSpc>
              <a:spcAft>
                <a:spcPts val="0"/>
              </a:spcAft>
            </a:pPr>
            <a:r>
              <a:rPr sz="1100" b="0" i="0">
                <a:solidFill>
                  <a:srgbClr val="53544A"/>
                </a:solidFill>
                <a:latin typeface="+mn-lt"/>
              </a:rPr>
              <a:t>Popcorn conversation</a:t>
            </a:r>
          </a:p>
        </p:txBody>
      </p:sp>
      <p:sp>
        <p:nvSpPr>
          <p:cNvPr id="13" name="Rectangle 12"/>
          <p:cNvSpPr/>
          <p:nvPr/>
        </p:nvSpPr>
        <p:spPr>
          <a:xfrm>
            <a:off x="4791455" y="4663440"/>
            <a:ext cx="969263" cy="4572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F5F5F5"/>
                </a:solidFill>
                <a:latin typeface="+mj-lt"/>
              </a:rPr>
              <a:t>2′</a:t>
            </a:r>
          </a:p>
        </p:txBody>
      </p:sp>
      <p:sp>
        <p:nvSpPr>
          <p:cNvPr id="14" name="TextBox 13"/>
          <p:cNvSpPr txBox="1"/>
          <p:nvPr/>
        </p:nvSpPr>
        <p:spPr>
          <a:xfrm>
            <a:off x="4791455" y="5193792"/>
            <a:ext cx="932687" cy="457200"/>
          </a:xfrm>
          <a:prstGeom prst="rect">
            <a:avLst/>
          </a:prstGeom>
          <a:noFill/>
        </p:spPr>
        <p:txBody>
          <a:bodyPr wrap="square" lIns="0" rIns="0" tIns="0" bIns="0" anchor="t"/>
          <a:lstStyle/>
          <a:p>
            <a:pPr algn="l">
              <a:lnSpc>
                <a:spcPct val="100000"/>
              </a:lnSpc>
              <a:spcAft>
                <a:spcPts val="0"/>
              </a:spcAft>
            </a:pPr>
            <a:r>
              <a:rPr sz="1100" b="0" i="0">
                <a:solidFill>
                  <a:srgbClr val="53544A"/>
                </a:solidFill>
                <a:latin typeface="+mn-lt"/>
              </a:rPr>
              <a:t>Audience via chat</a:t>
            </a:r>
          </a:p>
        </p:txBody>
      </p:sp>
      <p:sp>
        <p:nvSpPr>
          <p:cNvPr id="15" name="Rectangle 14"/>
          <p:cNvSpPr/>
          <p:nvPr/>
        </p:nvSpPr>
        <p:spPr>
          <a:xfrm>
            <a:off x="5797295" y="4663440"/>
            <a:ext cx="466343" cy="4572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0" i="0">
                <a:solidFill>
                  <a:srgbClr val="F5F5F5"/>
                </a:solidFill>
                <a:latin typeface="+mj-lt"/>
              </a:rPr>
              <a:t>1′</a:t>
            </a:r>
          </a:p>
        </p:txBody>
      </p:sp>
      <p:sp>
        <p:nvSpPr>
          <p:cNvPr id="16" name="TextBox 15"/>
          <p:cNvSpPr txBox="1"/>
          <p:nvPr/>
        </p:nvSpPr>
        <p:spPr>
          <a:xfrm>
            <a:off x="5797295" y="5193792"/>
            <a:ext cx="914400" cy="457200"/>
          </a:xfrm>
          <a:prstGeom prst="rect">
            <a:avLst/>
          </a:prstGeom>
          <a:noFill/>
        </p:spPr>
        <p:txBody>
          <a:bodyPr wrap="square" lIns="0" rIns="0" tIns="0" bIns="0" anchor="t"/>
          <a:lstStyle/>
          <a:p>
            <a:pPr algn="l">
              <a:lnSpc>
                <a:spcPct val="100000"/>
              </a:lnSpc>
              <a:spcAft>
                <a:spcPts val="0"/>
              </a:spcAft>
            </a:pPr>
            <a:r>
              <a:rPr sz="1100" b="0" i="0">
                <a:solidFill>
                  <a:srgbClr val="53544A"/>
                </a:solidFill>
                <a:latin typeface="+mn-lt"/>
              </a:rPr>
              <a:t>Capture</a:t>
            </a:r>
          </a:p>
        </p:txBody>
      </p:sp>
      <p:sp>
        <p:nvSpPr>
          <p:cNvPr id="17" name="TextBox 16"/>
          <p:cNvSpPr txBox="1"/>
          <p:nvPr/>
        </p:nvSpPr>
        <p:spPr>
          <a:xfrm>
            <a:off x="265176" y="5943600"/>
            <a:ext cx="6035040" cy="457200"/>
          </a:xfrm>
          <a:prstGeom prst="rect">
            <a:avLst/>
          </a:prstGeom>
          <a:noFill/>
        </p:spPr>
        <p:txBody>
          <a:bodyPr wrap="square" lIns="0" rIns="0" tIns="0" bIns="0" anchor="t"/>
          <a:lstStyle/>
          <a:p>
            <a:pPr algn="l">
              <a:lnSpc>
                <a:spcPct val="105000"/>
              </a:lnSpc>
              <a:spcAft>
                <a:spcPts val="0"/>
              </a:spcAft>
            </a:pPr>
            <a:r>
              <a:rPr sz="1200" b="0" i="0">
                <a:solidFill>
                  <a:srgbClr val="191919"/>
                </a:solidFill>
                <a:latin typeface="+mj-lt"/>
              </a:rPr>
              <a:t>Alternative: </a:t>
            </a:r>
            <a:r>
              <a:rPr sz="1200" b="0" i="0">
                <a:solidFill>
                  <a:srgbClr val="191919"/>
                </a:solidFill>
                <a:latin typeface="+mn-lt"/>
              </a:rPr>
              <a:t>2–3 small-group breakouts. Broader participation, but plan for ~70 minutes.</a:t>
            </a:r>
          </a:p>
        </p:txBody>
      </p:sp>
      <p:sp>
        <p:nvSpPr>
          <p:cNvPr id="18" name="Rectangle 17"/>
          <p:cNvSpPr/>
          <p:nvPr/>
        </p:nvSpPr>
        <p:spPr>
          <a:xfrm>
            <a:off x="6720840" y="1783080"/>
            <a:ext cx="5212080" cy="210312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95159" y="2011680"/>
            <a:ext cx="4663440" cy="1737360"/>
          </a:xfrm>
          <a:prstGeom prst="rect">
            <a:avLst/>
          </a:prstGeom>
          <a:noFill/>
        </p:spPr>
        <p:txBody>
          <a:bodyPr wrap="square" lIns="0" rIns="0" tIns="0" bIns="0" anchor="t"/>
          <a:lstStyle/>
          <a:p>
            <a:pPr algn="l">
              <a:lnSpc>
                <a:spcPct val="110000"/>
              </a:lnSpc>
              <a:spcAft>
                <a:spcPts val="800"/>
              </a:spcAft>
            </a:pPr>
            <a:r>
              <a:rPr sz="1800" b="0" i="0">
                <a:solidFill>
                  <a:srgbClr val="F9D28C"/>
                </a:solidFill>
                <a:latin typeface="+mj-lt"/>
              </a:rPr>
              <a:t>Recommendation: protect these 12 minutes</a:t>
            </a:r>
          </a:p>
          <a:p>
            <a:pPr algn="l">
              <a:lnSpc>
                <a:spcPct val="110000"/>
              </a:lnSpc>
              <a:spcAft>
                <a:spcPts val="0"/>
              </a:spcAft>
            </a:pPr>
            <a:r>
              <a:rPr sz="1300" b="0" i="0">
                <a:solidFill>
                  <a:srgbClr val="F5F5F5"/>
                </a:solidFill>
                <a:latin typeface="+mn-lt"/>
              </a:rPr>
              <a:t>When other presenters ask for time, take it from elsewhere. This is what will make this All Hands feel different, give new voices a chance to contribute, and bring Kylie's vision to life.</a:t>
            </a:r>
          </a:p>
        </p:txBody>
      </p:sp>
      <p:sp>
        <p:nvSpPr>
          <p:cNvPr id="20" name="TextBox 19"/>
          <p:cNvSpPr txBox="1"/>
          <p:nvPr/>
        </p:nvSpPr>
        <p:spPr>
          <a:xfrm>
            <a:off x="6720840" y="4114800"/>
            <a:ext cx="5212080" cy="320040"/>
          </a:xfrm>
          <a:prstGeom prst="rect">
            <a:avLst/>
          </a:prstGeom>
          <a:noFill/>
        </p:spPr>
        <p:txBody>
          <a:bodyPr wrap="square" lIns="0" rIns="0" tIns="0" bIns="0" anchor="t"/>
          <a:lstStyle/>
          <a:p>
            <a:pPr algn="l">
              <a:spcAft>
                <a:spcPts val="0"/>
              </a:spcAft>
            </a:pPr>
            <a:r>
              <a:rPr sz="1400" b="0" i="0">
                <a:solidFill>
                  <a:srgbClr val="191919"/>
                </a:solidFill>
                <a:latin typeface="+mj-lt"/>
              </a:rPr>
              <a:t>Prompts to choose from</a:t>
            </a:r>
          </a:p>
        </p:txBody>
      </p:sp>
      <p:sp>
        <p:nvSpPr>
          <p:cNvPr id="21" name="TextBox 20"/>
          <p:cNvSpPr txBox="1"/>
          <p:nvPr/>
        </p:nvSpPr>
        <p:spPr>
          <a:xfrm>
            <a:off x="6720840" y="4480560"/>
            <a:ext cx="5212080" cy="1920240"/>
          </a:xfrm>
          <a:prstGeom prst="rect">
            <a:avLst/>
          </a:prstGeom>
          <a:noFill/>
        </p:spPr>
        <p:txBody>
          <a:bodyPr wrap="square" lIns="0" rIns="0" tIns="0" bIns="0" anchor="t"/>
          <a:lstStyle/>
          <a:p>
            <a:pPr algn="l" marL="274320" indent="-274320">
              <a:lnSpc>
                <a:spcPct val="105000"/>
              </a:lnSpc>
              <a:spcAft>
                <a:spcPts val="600"/>
              </a:spcAft>
              <a:buFont typeface="+mn-lt"/>
              <a:buChar char="□"/>
            </a:pPr>
            <a:r>
              <a:rPr sz="1300" b="0" i="0">
                <a:solidFill>
                  <a:srgbClr val="191919"/>
                </a:solidFill>
                <a:latin typeface="+mn-lt"/>
              </a:rPr>
              <a:t>If we were building Confidence from scratch today, what would we do differently?</a:t>
            </a:r>
          </a:p>
          <a:p>
            <a:pPr algn="l" marL="274320" indent="-274320">
              <a:lnSpc>
                <a:spcPct val="105000"/>
              </a:lnSpc>
              <a:spcAft>
                <a:spcPts val="600"/>
              </a:spcAft>
              <a:buFont typeface="+mn-lt"/>
              <a:buChar char="□"/>
            </a:pPr>
            <a:r>
              <a:rPr sz="1300" b="0" i="0">
                <a:solidFill>
                  <a:srgbClr val="191919"/>
                </a:solidFill>
                <a:latin typeface="+mn-lt"/>
              </a:rPr>
              <a:t>What parts of our delivery model might become unnecessary?</a:t>
            </a:r>
          </a:p>
          <a:p>
            <a:pPr algn="l" marL="274320" indent="-274320">
              <a:lnSpc>
                <a:spcPct val="105000"/>
              </a:lnSpc>
              <a:spcAft>
                <a:spcPts val="600"/>
              </a:spcAft>
              <a:buFont typeface="+mn-lt"/>
              <a:buChar char="□"/>
            </a:pPr>
            <a:r>
              <a:rPr sz="1300" b="0" i="0">
                <a:solidFill>
                  <a:srgbClr val="191919"/>
                </a:solidFill>
                <a:latin typeface="+mn-lt"/>
              </a:rPr>
              <a:t>Where could Technology Analysis, Scrum and Quality Engineering converge?</a:t>
            </a:r>
          </a:p>
          <a:p>
            <a:pPr algn="l" marL="274320" indent="-274320">
              <a:lnSpc>
                <a:spcPct val="105000"/>
              </a:lnSpc>
              <a:spcAft>
                <a:spcPts val="600"/>
              </a:spcAft>
              <a:buFont typeface="+mn-lt"/>
              <a:buChar char="□"/>
            </a:pPr>
            <a:r>
              <a:rPr sz="1300" b="0" i="0">
                <a:solidFill>
                  <a:srgbClr val="191919"/>
                </a:solidFill>
                <a:latin typeface="+mn-lt"/>
              </a:rPr>
              <a:t>What would we pursue without today's roles, tools or processes?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Roles: Travis leads planning, with a small working group behind him</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graphicFrame>
        <p:nvGraphicFramePr>
          <p:cNvPr id="6" name="Table 5"/>
          <p:cNvGraphicFramePr>
            <a:graphicFrameLocks noGrp="1"/>
          </p:cNvGraphicFramePr>
          <p:nvPr/>
        </p:nvGraphicFramePr>
        <p:xfrm>
          <a:off x="265176" y="1783080"/>
          <a:ext cx="7589520" cy="4361688"/>
        </p:xfrm>
        <a:graphic>
          <a:graphicData uri="http://schemas.openxmlformats.org/drawingml/2006/table">
            <a:tbl>
              <a:tblPr firstRow="0" bandRow="0">
                <a:tableStyleId>{2D5ABB26-0587-4C30-8999-92F81FD0307C}</a:tableStyleId>
              </a:tblPr>
              <a:tblGrid>
                <a:gridCol w="2514600"/>
                <a:gridCol w="5074920"/>
              </a:tblGrid>
              <a:tr h="484632">
                <a:tc>
                  <a:txBody>
                    <a:bodyPr wrap="square"/>
                    <a:lstStyle/>
                    <a:p>
                      <a:r>
                        <a:rPr sz="1300" b="0" i="0">
                          <a:solidFill>
                            <a:srgbClr val="191919"/>
                          </a:solidFill>
                          <a:latin typeface="+mj-lt"/>
                        </a:rPr>
                        <a:t>Role</a:t>
                      </a:r>
                    </a:p>
                  </a:txBody>
                  <a:tcPr marL="0" marR="73152" marT="36576" marB="36576" anchor="ctr">
                    <a:lnL w="9525">
                      <a:noFill/>
                    </a:lnL>
                    <a:lnR w="9525">
                      <a:noFill/>
                    </a:lnR>
                    <a:lnT w="9525">
                      <a:noFill/>
                    </a:lnT>
                    <a:lnB w="12700">
                      <a:solidFill>
                        <a:srgbClr val="191919"/>
                      </a:solidFill>
                    </a:lnB>
                    <a:noFill/>
                  </a:tcPr>
                </a:tc>
                <a:tc>
                  <a:txBody>
                    <a:bodyPr wrap="square"/>
                    <a:lstStyle/>
                    <a:p>
                      <a:r>
                        <a:rPr sz="1300" b="0" i="0">
                          <a:solidFill>
                            <a:srgbClr val="191919"/>
                          </a:solidFill>
                          <a:latin typeface="+mj-lt"/>
                        </a:rPr>
                        <a:t>Responsibility</a:t>
                      </a:r>
                    </a:p>
                  </a:txBody>
                  <a:tcPr marL="73152" marR="73152" marT="36576" marB="36576" anchor="ctr">
                    <a:lnL w="9525">
                      <a:noFill/>
                    </a:lnL>
                    <a:lnR w="9525">
                      <a:noFill/>
                    </a:lnR>
                    <a:lnT w="9525">
                      <a:noFill/>
                    </a:lnT>
                    <a:lnB w="12700">
                      <a:solidFill>
                        <a:srgbClr val="191919"/>
                      </a:solidFill>
                    </a:lnB>
                    <a:noFill/>
                  </a:tcPr>
                </a:tc>
              </a:tr>
              <a:tr h="484632">
                <a:tc>
                  <a:txBody>
                    <a:bodyPr wrap="square"/>
                    <a:lstStyle/>
                    <a:p>
                      <a:r>
                        <a:rPr sz="1300" b="0" i="0">
                          <a:solidFill>
                            <a:srgbClr val="191919"/>
                          </a:solidFill>
                          <a:latin typeface="+mj-lt"/>
                        </a:rPr>
                        <a:t>Kylie Schleicher</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Overall direction, leadership alignment and feedback</a:t>
                      </a:r>
                    </a:p>
                  </a:txBody>
                  <a:tcPr marL="73152" marR="73152" marT="36576" marB="36576" anchor="ctr">
                    <a:lnL w="9525">
                      <a:noFill/>
                    </a:lnL>
                    <a:lnR w="9525">
                      <a:noFill/>
                    </a:lnR>
                    <a:lnT w="9525">
                      <a:noFill/>
                    </a:lnT>
                    <a:lnB w="9525">
                      <a:solidFill>
                        <a:srgbClr val="C2C4B8"/>
                      </a:solidFill>
                    </a:lnB>
                    <a:noFill/>
                  </a:tcPr>
                </a:tc>
              </a:tr>
              <a:tr h="484632">
                <a:tc>
                  <a:txBody>
                    <a:bodyPr wrap="square"/>
                    <a:lstStyle/>
                    <a:p>
                      <a:r>
                        <a:rPr sz="1300" b="0" i="0">
                          <a:solidFill>
                            <a:srgbClr val="191919"/>
                          </a:solidFill>
                          <a:latin typeface="+mj-lt"/>
                        </a:rPr>
                        <a:t>Travis Kubicek (to confirm)</a:t>
                      </a:r>
                    </a:p>
                  </a:txBody>
                  <a:tcPr marL="0" marR="73152" marT="36576" marB="36576" anchor="ctr">
                    <a:lnL w="9525">
                      <a:noFill/>
                    </a:lnL>
                    <a:lnR w="9525">
                      <a:noFill/>
                    </a:lnR>
                    <a:lnT w="9525">
                      <a:noFill/>
                    </a:lnT>
                    <a:lnB w="9525">
                      <a:solidFill>
                        <a:srgbClr val="C2C4B8"/>
                      </a:solidFill>
                    </a:lnB>
                    <a:solidFill>
                      <a:srgbClr val="F9D28C"/>
                    </a:solidFill>
                  </a:tcPr>
                </a:tc>
                <a:tc>
                  <a:txBody>
                    <a:bodyPr wrap="square"/>
                    <a:lstStyle/>
                    <a:p>
                      <a:r>
                        <a:rPr sz="1300" b="0" i="0">
                          <a:solidFill>
                            <a:srgbClr val="191919"/>
                          </a:solidFill>
                          <a:latin typeface="+mn-lt"/>
                        </a:rPr>
                        <a:t>Planning lead: meeting planning and coordination</a:t>
                      </a:r>
                    </a:p>
                  </a:txBody>
                  <a:tcPr marL="73152" marR="73152" marT="36576" marB="36576" anchor="ctr">
                    <a:lnL w="9525">
                      <a:noFill/>
                    </a:lnL>
                    <a:lnR w="9525">
                      <a:noFill/>
                    </a:lnR>
                    <a:lnT w="9525">
                      <a:noFill/>
                    </a:lnT>
                    <a:lnB w="9525">
                      <a:solidFill>
                        <a:srgbClr val="C2C4B8"/>
                      </a:solidFill>
                    </a:lnB>
                    <a:solidFill>
                      <a:srgbClr val="F9D28C"/>
                    </a:solidFill>
                  </a:tcPr>
                </a:tc>
              </a:tr>
              <a:tr h="484632">
                <a:tc>
                  <a:txBody>
                    <a:bodyPr wrap="square"/>
                    <a:lstStyle/>
                    <a:p>
                      <a:r>
                        <a:rPr sz="1300" b="0" i="0">
                          <a:solidFill>
                            <a:srgbClr val="191919"/>
                          </a:solidFill>
                          <a:latin typeface="+mj-lt"/>
                        </a:rPr>
                        <a:t>Zack Jemas</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Agenda development, content planning and coordination support</a:t>
                      </a:r>
                    </a:p>
                  </a:txBody>
                  <a:tcPr marL="73152" marR="73152" marT="36576" marB="36576" anchor="ctr">
                    <a:lnL w="9525">
                      <a:noFill/>
                    </a:lnL>
                    <a:lnR w="9525">
                      <a:noFill/>
                    </a:lnR>
                    <a:lnT w="9525">
                      <a:noFill/>
                    </a:lnT>
                    <a:lnB w="9525">
                      <a:solidFill>
                        <a:srgbClr val="C2C4B8"/>
                      </a:solidFill>
                    </a:lnB>
                    <a:noFill/>
                  </a:tcPr>
                </a:tc>
              </a:tr>
              <a:tr h="484632">
                <a:tc>
                  <a:txBody>
                    <a:bodyPr wrap="square"/>
                    <a:lstStyle/>
                    <a:p>
                      <a:r>
                        <a:rPr sz="1300" b="0" i="0">
                          <a:solidFill>
                            <a:srgbClr val="191919"/>
                          </a:solidFill>
                          <a:latin typeface="+mj-lt"/>
                        </a:rPr>
                        <a:t>Group and pod leads</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Impact examples, metric validation, nominations, participant ideas</a:t>
                      </a:r>
                    </a:p>
                  </a:txBody>
                  <a:tcPr marL="73152" marR="73152" marT="36576" marB="36576" anchor="ctr">
                    <a:lnL w="9525">
                      <a:noFill/>
                    </a:lnL>
                    <a:lnR w="9525">
                      <a:noFill/>
                    </a:lnR>
                    <a:lnT w="9525">
                      <a:noFill/>
                    </a:lnT>
                    <a:lnB w="9525">
                      <a:solidFill>
                        <a:srgbClr val="C2C4B8"/>
                      </a:solidFill>
                    </a:lnB>
                    <a:noFill/>
                  </a:tcPr>
                </a:tc>
              </a:tr>
              <a:tr h="484632">
                <a:tc>
                  <a:txBody>
                    <a:bodyPr wrap="square"/>
                    <a:lstStyle/>
                    <a:p>
                      <a:r>
                        <a:rPr sz="1300" b="0" i="0">
                          <a:solidFill>
                            <a:srgbClr val="191919"/>
                          </a:solidFill>
                          <a:latin typeface="+mj-lt"/>
                        </a:rPr>
                        <a:t>Confidence leadership</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Leadership updates</a:t>
                      </a:r>
                    </a:p>
                  </a:txBody>
                  <a:tcPr marL="73152" marR="73152" marT="36576" marB="36576" anchor="ctr">
                    <a:lnL w="9525">
                      <a:noFill/>
                    </a:lnL>
                    <a:lnR w="9525">
                      <a:noFill/>
                    </a:lnR>
                    <a:lnT w="9525">
                      <a:noFill/>
                    </a:lnT>
                    <a:lnB w="9525">
                      <a:solidFill>
                        <a:srgbClr val="C2C4B8"/>
                      </a:solidFill>
                    </a:lnB>
                    <a:noFill/>
                  </a:tcPr>
                </a:tc>
              </a:tr>
              <a:tr h="484632">
                <a:tc>
                  <a:txBody>
                    <a:bodyPr wrap="square"/>
                    <a:lstStyle/>
                    <a:p>
                      <a:r>
                        <a:rPr sz="1300" b="0" i="0">
                          <a:solidFill>
                            <a:srgbClr val="191919"/>
                          </a:solidFill>
                          <a:latin typeface="+mj-lt"/>
                        </a:rPr>
                        <a:t>AQ host (new voice)</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Co-hosting or facilitation</a:t>
                      </a:r>
                    </a:p>
                  </a:txBody>
                  <a:tcPr marL="73152" marR="73152" marT="36576" marB="36576" anchor="ctr">
                    <a:lnL w="9525">
                      <a:noFill/>
                    </a:lnL>
                    <a:lnR w="9525">
                      <a:noFill/>
                    </a:lnR>
                    <a:lnT w="9525">
                      <a:noFill/>
                    </a:lnT>
                    <a:lnB w="9525">
                      <a:solidFill>
                        <a:srgbClr val="C2C4B8"/>
                      </a:solidFill>
                    </a:lnB>
                    <a:noFill/>
                  </a:tcPr>
                </a:tc>
              </a:tr>
              <a:tr h="484632">
                <a:tc>
                  <a:txBody>
                    <a:bodyPr wrap="square"/>
                    <a:lstStyle/>
                    <a:p>
                      <a:r>
                        <a:rPr sz="1300" b="0" i="0">
                          <a:solidFill>
                            <a:srgbClr val="191919"/>
                          </a:solidFill>
                          <a:latin typeface="+mj-lt"/>
                        </a:rPr>
                        <a:t>Future Lab working group</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Refine future themes, discussion format and participants</a:t>
                      </a:r>
                    </a:p>
                  </a:txBody>
                  <a:tcPr marL="73152" marR="73152" marT="36576" marB="36576" anchor="ctr">
                    <a:lnL w="9525">
                      <a:noFill/>
                    </a:lnL>
                    <a:lnR w="9525">
                      <a:noFill/>
                    </a:lnR>
                    <a:lnT w="9525">
                      <a:noFill/>
                    </a:lnT>
                    <a:lnB w="9525">
                      <a:solidFill>
                        <a:srgbClr val="C2C4B8"/>
                      </a:solidFill>
                    </a:lnB>
                    <a:noFill/>
                  </a:tcPr>
                </a:tc>
              </a:tr>
              <a:tr h="484632">
                <a:tc>
                  <a:txBody>
                    <a:bodyPr wrap="square"/>
                    <a:lstStyle/>
                    <a:p>
                      <a:r>
                        <a:rPr sz="1300" b="0" i="0">
                          <a:solidFill>
                            <a:srgbClr val="191919"/>
                          </a:solidFill>
                          <a:latin typeface="+mj-lt"/>
                        </a:rPr>
                        <a:t>Presentation contributors</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Content consolidation, design, technical coordination, rehearsal</a:t>
                      </a:r>
                    </a:p>
                  </a:txBody>
                  <a:tcPr marL="73152" marR="73152" marT="36576" marB="36576" anchor="ctr">
                    <a:lnL w="9525">
                      <a:noFill/>
                    </a:lnL>
                    <a:lnR w="9525">
                      <a:noFill/>
                    </a:lnR>
                    <a:lnT w="9525">
                      <a:noFill/>
                    </a:lnT>
                    <a:lnB w="9525">
                      <a:solidFill>
                        <a:srgbClr val="C2C4B8"/>
                      </a:solidFill>
                    </a:lnB>
                    <a:noFill/>
                  </a:tcPr>
                </a:tc>
              </a:tr>
            </a:tbl>
          </a:graphicData>
        </a:graphic>
      </p:graphicFrame>
      <p:sp>
        <p:nvSpPr>
          <p:cNvPr id="7" name="Rectangle 6"/>
          <p:cNvSpPr/>
          <p:nvPr/>
        </p:nvSpPr>
        <p:spPr>
          <a:xfrm>
            <a:off x="8229600" y="1783080"/>
            <a:ext cx="3703320" cy="205740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58200" y="1984248"/>
            <a:ext cx="3246120" cy="1737360"/>
          </a:xfrm>
          <a:prstGeom prst="rect">
            <a:avLst/>
          </a:prstGeom>
          <a:noFill/>
        </p:spPr>
        <p:txBody>
          <a:bodyPr wrap="square" lIns="0" rIns="0" tIns="0" bIns="0" anchor="t"/>
          <a:lstStyle/>
          <a:p>
            <a:pPr algn="l">
              <a:lnSpc>
                <a:spcPct val="110000"/>
              </a:lnSpc>
              <a:spcAft>
                <a:spcPts val="800"/>
              </a:spcAft>
            </a:pPr>
            <a:r>
              <a:rPr sz="1600" b="0" i="0">
                <a:solidFill>
                  <a:srgbClr val="191919"/>
                </a:solidFill>
                <a:latin typeface="+mj-lt"/>
              </a:rPr>
              <a:t>Don't put it all on one person</a:t>
            </a:r>
          </a:p>
          <a:p>
            <a:pPr algn="l">
              <a:lnSpc>
                <a:spcPct val="110000"/>
              </a:lnSpc>
              <a:spcAft>
                <a:spcPts val="0"/>
              </a:spcAft>
            </a:pPr>
            <a:r>
              <a:rPr sz="1300" b="0" i="0">
                <a:solidFill>
                  <a:srgbClr val="191919"/>
                </a:solidFill>
                <a:latin typeface="+mn-lt"/>
              </a:rPr>
              <a:t>A small planning group shares content consolidation, design and rehearsal, so production doesn't sit with Travis alone.</a:t>
            </a:r>
          </a:p>
        </p:txBody>
      </p:sp>
      <p:sp>
        <p:nvSpPr>
          <p:cNvPr id="9" name="Rectangle 8"/>
          <p:cNvSpPr/>
          <p:nvPr/>
        </p:nvSpPr>
        <p:spPr>
          <a:xfrm>
            <a:off x="8229600" y="4069080"/>
            <a:ext cx="3703320" cy="2057400"/>
          </a:xfrm>
          <a:prstGeom prst="rect">
            <a:avLst/>
          </a:prstGeom>
          <a:solidFill>
            <a:srgbClr val="F9D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58200" y="4270248"/>
            <a:ext cx="3246120" cy="1737360"/>
          </a:xfrm>
          <a:prstGeom prst="rect">
            <a:avLst/>
          </a:prstGeom>
          <a:noFill/>
        </p:spPr>
        <p:txBody>
          <a:bodyPr wrap="square" lIns="0" rIns="0" tIns="0" bIns="0" anchor="t"/>
          <a:lstStyle/>
          <a:p>
            <a:pPr algn="l">
              <a:lnSpc>
                <a:spcPct val="110000"/>
              </a:lnSpc>
              <a:spcAft>
                <a:spcPts val="800"/>
              </a:spcAft>
            </a:pPr>
            <a:r>
              <a:rPr sz="1600" b="0" i="0">
                <a:solidFill>
                  <a:srgbClr val="191919"/>
                </a:solidFill>
                <a:latin typeface="+mj-lt"/>
              </a:rPr>
              <a:t>A new host from AQ</a:t>
            </a:r>
          </a:p>
          <a:p>
            <a:pPr algn="l">
              <a:lnSpc>
                <a:spcPct val="110000"/>
              </a:lnSpc>
              <a:spcAft>
                <a:spcPts val="0"/>
              </a:spcAft>
            </a:pPr>
            <a:r>
              <a:rPr sz="1300" b="0" i="0">
                <a:solidFill>
                  <a:srgbClr val="191919"/>
                </a:solidFill>
                <a:latin typeface="+mn-lt"/>
              </a:rPr>
              <a:t>Kylie would like to give someone new the opportunity, rather than Nick Dalton again. Mentioned so far: Dianna, Christie, Vanessa, Jessica. Selection is open.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Timeline: five weeks from alignment to the All Hands</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cxnSp>
        <p:nvCxnSpPr>
          <p:cNvPr id="6" name="Connector 5"/>
          <p:cNvCxnSpPr/>
          <p:nvPr/>
        </p:nvCxnSpPr>
        <p:spPr>
          <a:xfrm>
            <a:off x="265176" y="2468880"/>
            <a:ext cx="11667744"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5176" y="1783080"/>
            <a:ext cx="1321308" cy="457200"/>
          </a:xfrm>
          <a:prstGeom prst="rect">
            <a:avLst/>
          </a:prstGeom>
          <a:noFill/>
        </p:spPr>
        <p:txBody>
          <a:bodyPr wrap="square" lIns="0" rIns="0" tIns="0" bIns="0" anchor="t"/>
          <a:lstStyle/>
          <a:p>
            <a:pPr algn="l">
              <a:spcAft>
                <a:spcPts val="0"/>
              </a:spcAft>
            </a:pPr>
            <a:r>
              <a:rPr sz="1600" b="0" i="0">
                <a:solidFill>
                  <a:srgbClr val="191919"/>
                </a:solidFill>
                <a:latin typeface="+mj-lt"/>
              </a:rPr>
              <a:t>Oct 19–23</a:t>
            </a:r>
          </a:p>
        </p:txBody>
      </p:sp>
      <p:sp>
        <p:nvSpPr>
          <p:cNvPr id="8" name="Rectangle 7"/>
          <p:cNvSpPr/>
          <p:nvPr/>
        </p:nvSpPr>
        <p:spPr>
          <a:xfrm>
            <a:off x="265176" y="2368296"/>
            <a:ext cx="201168" cy="201168"/>
          </a:xfrm>
          <a:prstGeom prst="rect">
            <a:avLst/>
          </a:prstGeom>
          <a:solidFill>
            <a:srgbClr val="191919"/>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65176" y="2788920"/>
            <a:ext cx="1275588" cy="82296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Leads review and alignment</a:t>
            </a:r>
          </a:p>
        </p:txBody>
      </p:sp>
      <p:sp>
        <p:nvSpPr>
          <p:cNvPr id="10" name="TextBox 9"/>
          <p:cNvSpPr txBox="1"/>
          <p:nvPr/>
        </p:nvSpPr>
        <p:spPr>
          <a:xfrm>
            <a:off x="265176" y="3657600"/>
            <a:ext cx="1275588" cy="1280160"/>
          </a:xfrm>
          <a:prstGeom prst="rect">
            <a:avLst/>
          </a:prstGeom>
          <a:noFill/>
        </p:spPr>
        <p:txBody>
          <a:bodyPr wrap="square" lIns="0" rIns="0" tIns="0" bIns="0" anchor="t"/>
          <a:lstStyle/>
          <a:p>
            <a:pPr algn="l">
              <a:lnSpc>
                <a:spcPct val="105000"/>
              </a:lnSpc>
              <a:spcAft>
                <a:spcPts val="0"/>
              </a:spcAft>
            </a:pPr>
            <a:r>
              <a:rPr sz="1200" b="0" i="0">
                <a:solidFill>
                  <a:srgbClr val="53544A"/>
                </a:solidFill>
                <a:latin typeface="+mn-lt"/>
              </a:rPr>
              <a:t>Approved direction, roles, target date</a:t>
            </a:r>
          </a:p>
        </p:txBody>
      </p:sp>
      <p:sp>
        <p:nvSpPr>
          <p:cNvPr id="11" name="TextBox 10"/>
          <p:cNvSpPr txBox="1"/>
          <p:nvPr/>
        </p:nvSpPr>
        <p:spPr>
          <a:xfrm>
            <a:off x="1723644" y="1783080"/>
            <a:ext cx="1321308" cy="457200"/>
          </a:xfrm>
          <a:prstGeom prst="rect">
            <a:avLst/>
          </a:prstGeom>
          <a:noFill/>
        </p:spPr>
        <p:txBody>
          <a:bodyPr wrap="square" lIns="0" rIns="0" tIns="0" bIns="0" anchor="t"/>
          <a:lstStyle/>
          <a:p>
            <a:pPr algn="l">
              <a:spcAft>
                <a:spcPts val="0"/>
              </a:spcAft>
            </a:pPr>
            <a:r>
              <a:rPr sz="1600" b="0" i="0">
                <a:solidFill>
                  <a:srgbClr val="191919"/>
                </a:solidFill>
                <a:latin typeface="+mj-lt"/>
              </a:rPr>
              <a:t>Oct 26–30</a:t>
            </a:r>
          </a:p>
        </p:txBody>
      </p:sp>
      <p:sp>
        <p:nvSpPr>
          <p:cNvPr id="12" name="Rectangle 11"/>
          <p:cNvSpPr/>
          <p:nvPr/>
        </p:nvSpPr>
        <p:spPr>
          <a:xfrm>
            <a:off x="1723644" y="2368296"/>
            <a:ext cx="201168" cy="201168"/>
          </a:xfrm>
          <a:prstGeom prst="rect">
            <a:avLst/>
          </a:prstGeom>
          <a:solidFill>
            <a:srgbClr val="F5F5F5"/>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723644" y="2788920"/>
            <a:ext cx="1275588" cy="82296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Planning kickoff</a:t>
            </a:r>
          </a:p>
        </p:txBody>
      </p:sp>
      <p:sp>
        <p:nvSpPr>
          <p:cNvPr id="14" name="TextBox 13"/>
          <p:cNvSpPr txBox="1"/>
          <p:nvPr/>
        </p:nvSpPr>
        <p:spPr>
          <a:xfrm>
            <a:off x="1723644" y="3657600"/>
            <a:ext cx="1275588" cy="1280160"/>
          </a:xfrm>
          <a:prstGeom prst="rect">
            <a:avLst/>
          </a:prstGeom>
          <a:noFill/>
        </p:spPr>
        <p:txBody>
          <a:bodyPr wrap="square" lIns="0" rIns="0" tIns="0" bIns="0" anchor="t"/>
          <a:lstStyle/>
          <a:p>
            <a:pPr algn="l">
              <a:lnSpc>
                <a:spcPct val="105000"/>
              </a:lnSpc>
              <a:spcAft>
                <a:spcPts val="0"/>
              </a:spcAft>
            </a:pPr>
            <a:r>
              <a:rPr sz="1200" b="0" i="0">
                <a:solidFill>
                  <a:srgbClr val="53544A"/>
                </a:solidFill>
                <a:latin typeface="+mn-lt"/>
              </a:rPr>
              <a:t>Planning team, host, contributors, collection plan</a:t>
            </a:r>
          </a:p>
        </p:txBody>
      </p:sp>
      <p:sp>
        <p:nvSpPr>
          <p:cNvPr id="15" name="TextBox 14"/>
          <p:cNvSpPr txBox="1"/>
          <p:nvPr/>
        </p:nvSpPr>
        <p:spPr>
          <a:xfrm>
            <a:off x="3182112" y="1783080"/>
            <a:ext cx="1321308" cy="457200"/>
          </a:xfrm>
          <a:prstGeom prst="rect">
            <a:avLst/>
          </a:prstGeom>
          <a:noFill/>
        </p:spPr>
        <p:txBody>
          <a:bodyPr wrap="square" lIns="0" rIns="0" tIns="0" bIns="0" anchor="t"/>
          <a:lstStyle/>
          <a:p>
            <a:pPr algn="l">
              <a:spcAft>
                <a:spcPts val="0"/>
              </a:spcAft>
            </a:pPr>
            <a:r>
              <a:rPr sz="1600" b="0" i="0">
                <a:solidFill>
                  <a:srgbClr val="191919"/>
                </a:solidFill>
                <a:latin typeface="+mj-lt"/>
              </a:rPr>
              <a:t>Nov 2–6</a:t>
            </a:r>
          </a:p>
        </p:txBody>
      </p:sp>
      <p:sp>
        <p:nvSpPr>
          <p:cNvPr id="16" name="Rectangle 15"/>
          <p:cNvSpPr/>
          <p:nvPr/>
        </p:nvSpPr>
        <p:spPr>
          <a:xfrm>
            <a:off x="3182112" y="2368296"/>
            <a:ext cx="201168" cy="201168"/>
          </a:xfrm>
          <a:prstGeom prst="rect">
            <a:avLst/>
          </a:prstGeom>
          <a:solidFill>
            <a:srgbClr val="F5F5F5"/>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82112" y="2788920"/>
            <a:ext cx="1275588" cy="82296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Initial content collection</a:t>
            </a:r>
          </a:p>
        </p:txBody>
      </p:sp>
      <p:sp>
        <p:nvSpPr>
          <p:cNvPr id="18" name="TextBox 17"/>
          <p:cNvSpPr txBox="1"/>
          <p:nvPr/>
        </p:nvSpPr>
        <p:spPr>
          <a:xfrm>
            <a:off x="3182112" y="3657600"/>
            <a:ext cx="1275588" cy="1280160"/>
          </a:xfrm>
          <a:prstGeom prst="rect">
            <a:avLst/>
          </a:prstGeom>
          <a:noFill/>
        </p:spPr>
        <p:txBody>
          <a:bodyPr wrap="square" lIns="0" rIns="0" tIns="0" bIns="0" anchor="t"/>
          <a:lstStyle/>
          <a:p>
            <a:pPr algn="l">
              <a:lnSpc>
                <a:spcPct val="105000"/>
              </a:lnSpc>
              <a:spcAft>
                <a:spcPts val="0"/>
              </a:spcAft>
            </a:pPr>
            <a:r>
              <a:rPr sz="1200" b="0" i="0">
                <a:solidFill>
                  <a:srgbClr val="53544A"/>
                </a:solidFill>
                <a:latin typeface="+mn-lt"/>
              </a:rPr>
              <a:t>Impact examples, metrics, nominations, future themes</a:t>
            </a:r>
          </a:p>
        </p:txBody>
      </p:sp>
      <p:sp>
        <p:nvSpPr>
          <p:cNvPr id="19" name="TextBox 18"/>
          <p:cNvSpPr txBox="1"/>
          <p:nvPr/>
        </p:nvSpPr>
        <p:spPr>
          <a:xfrm>
            <a:off x="4640580" y="1783080"/>
            <a:ext cx="1321308" cy="457200"/>
          </a:xfrm>
          <a:prstGeom prst="rect">
            <a:avLst/>
          </a:prstGeom>
          <a:noFill/>
        </p:spPr>
        <p:txBody>
          <a:bodyPr wrap="square" lIns="0" rIns="0" tIns="0" bIns="0" anchor="t"/>
          <a:lstStyle/>
          <a:p>
            <a:pPr algn="l">
              <a:spcAft>
                <a:spcPts val="0"/>
              </a:spcAft>
            </a:pPr>
            <a:r>
              <a:rPr sz="1600" b="0" i="0">
                <a:solidFill>
                  <a:srgbClr val="191919"/>
                </a:solidFill>
                <a:latin typeface="+mj-lt"/>
              </a:rPr>
              <a:t>Nov 9–13</a:t>
            </a:r>
          </a:p>
        </p:txBody>
      </p:sp>
      <p:sp>
        <p:nvSpPr>
          <p:cNvPr id="20" name="Rectangle 19"/>
          <p:cNvSpPr/>
          <p:nvPr/>
        </p:nvSpPr>
        <p:spPr>
          <a:xfrm>
            <a:off x="4640580" y="2368296"/>
            <a:ext cx="201168" cy="201168"/>
          </a:xfrm>
          <a:prstGeom prst="rect">
            <a:avLst/>
          </a:prstGeom>
          <a:solidFill>
            <a:srgbClr val="F5F5F5"/>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640580" y="2788920"/>
            <a:ext cx="1275588" cy="82296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Presentation development</a:t>
            </a:r>
          </a:p>
        </p:txBody>
      </p:sp>
      <p:sp>
        <p:nvSpPr>
          <p:cNvPr id="22" name="TextBox 21"/>
          <p:cNvSpPr txBox="1"/>
          <p:nvPr/>
        </p:nvSpPr>
        <p:spPr>
          <a:xfrm>
            <a:off x="4640580" y="3657600"/>
            <a:ext cx="1275588" cy="1280160"/>
          </a:xfrm>
          <a:prstGeom prst="rect">
            <a:avLst/>
          </a:prstGeom>
          <a:noFill/>
        </p:spPr>
        <p:txBody>
          <a:bodyPr wrap="square" lIns="0" rIns="0" tIns="0" bIns="0" anchor="t"/>
          <a:lstStyle/>
          <a:p>
            <a:pPr algn="l">
              <a:lnSpc>
                <a:spcPct val="105000"/>
              </a:lnSpc>
              <a:spcAft>
                <a:spcPts val="0"/>
              </a:spcAft>
            </a:pPr>
            <a:r>
              <a:rPr sz="1200" b="0" i="0">
                <a:solidFill>
                  <a:srgbClr val="53544A"/>
                </a:solidFill>
                <a:latin typeface="+mn-lt"/>
              </a:rPr>
              <a:t>Draft impact report, recognition, Future 3 slides</a:t>
            </a:r>
          </a:p>
        </p:txBody>
      </p:sp>
      <p:sp>
        <p:nvSpPr>
          <p:cNvPr id="23" name="TextBox 22"/>
          <p:cNvSpPr txBox="1"/>
          <p:nvPr/>
        </p:nvSpPr>
        <p:spPr>
          <a:xfrm>
            <a:off x="6099048" y="1783080"/>
            <a:ext cx="1321308" cy="457200"/>
          </a:xfrm>
          <a:prstGeom prst="rect">
            <a:avLst/>
          </a:prstGeom>
          <a:noFill/>
        </p:spPr>
        <p:txBody>
          <a:bodyPr wrap="square" lIns="0" rIns="0" tIns="0" bIns="0" anchor="t"/>
          <a:lstStyle/>
          <a:p>
            <a:pPr algn="l">
              <a:spcAft>
                <a:spcPts val="0"/>
              </a:spcAft>
            </a:pPr>
            <a:r>
              <a:rPr sz="1600" b="0" i="0">
                <a:solidFill>
                  <a:srgbClr val="191919"/>
                </a:solidFill>
                <a:latin typeface="+mj-lt"/>
              </a:rPr>
              <a:t>Nov 16–18</a:t>
            </a:r>
          </a:p>
        </p:txBody>
      </p:sp>
      <p:sp>
        <p:nvSpPr>
          <p:cNvPr id="24" name="Rectangle 23"/>
          <p:cNvSpPr/>
          <p:nvPr/>
        </p:nvSpPr>
        <p:spPr>
          <a:xfrm>
            <a:off x="6099048" y="2368296"/>
            <a:ext cx="201168" cy="201168"/>
          </a:xfrm>
          <a:prstGeom prst="rect">
            <a:avLst/>
          </a:prstGeom>
          <a:solidFill>
            <a:srgbClr val="F5F5F5"/>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99048" y="2788920"/>
            <a:ext cx="1275588" cy="82296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November reporting integration</a:t>
            </a:r>
          </a:p>
        </p:txBody>
      </p:sp>
      <p:sp>
        <p:nvSpPr>
          <p:cNvPr id="26" name="TextBox 25"/>
          <p:cNvSpPr txBox="1"/>
          <p:nvPr/>
        </p:nvSpPr>
        <p:spPr>
          <a:xfrm>
            <a:off x="6099048" y="3657600"/>
            <a:ext cx="1275588" cy="1280160"/>
          </a:xfrm>
          <a:prstGeom prst="rect">
            <a:avLst/>
          </a:prstGeom>
          <a:noFill/>
        </p:spPr>
        <p:txBody>
          <a:bodyPr wrap="square" lIns="0" rIns="0" tIns="0" bIns="0" anchor="t"/>
          <a:lstStyle/>
          <a:p>
            <a:pPr algn="l">
              <a:lnSpc>
                <a:spcPct val="105000"/>
              </a:lnSpc>
              <a:spcAft>
                <a:spcPts val="0"/>
              </a:spcAft>
            </a:pPr>
            <a:r>
              <a:rPr sz="1200" b="0" i="0">
                <a:solidFill>
                  <a:srgbClr val="53544A"/>
                </a:solidFill>
                <a:latin typeface="+mn-lt"/>
              </a:rPr>
              <a:t>Validated year-end highlights and data</a:t>
            </a:r>
          </a:p>
        </p:txBody>
      </p:sp>
      <p:sp>
        <p:nvSpPr>
          <p:cNvPr id="27" name="TextBox 26"/>
          <p:cNvSpPr txBox="1"/>
          <p:nvPr/>
        </p:nvSpPr>
        <p:spPr>
          <a:xfrm>
            <a:off x="7557516" y="1783080"/>
            <a:ext cx="1321308" cy="457200"/>
          </a:xfrm>
          <a:prstGeom prst="rect">
            <a:avLst/>
          </a:prstGeom>
          <a:noFill/>
        </p:spPr>
        <p:txBody>
          <a:bodyPr wrap="square" lIns="0" rIns="0" tIns="0" bIns="0" anchor="t"/>
          <a:lstStyle/>
          <a:p>
            <a:pPr algn="l">
              <a:spcAft>
                <a:spcPts val="0"/>
              </a:spcAft>
            </a:pPr>
            <a:r>
              <a:rPr sz="1600" b="0" i="0">
                <a:solidFill>
                  <a:srgbClr val="191919"/>
                </a:solidFill>
                <a:latin typeface="+mj-lt"/>
              </a:rPr>
              <a:t>Nov 19–20</a:t>
            </a:r>
          </a:p>
        </p:txBody>
      </p:sp>
      <p:sp>
        <p:nvSpPr>
          <p:cNvPr id="28" name="Rectangle 27"/>
          <p:cNvSpPr/>
          <p:nvPr/>
        </p:nvSpPr>
        <p:spPr>
          <a:xfrm>
            <a:off x="7557516" y="2368296"/>
            <a:ext cx="201168" cy="201168"/>
          </a:xfrm>
          <a:prstGeom prst="rect">
            <a:avLst/>
          </a:prstGeom>
          <a:solidFill>
            <a:srgbClr val="F5F5F5"/>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57516" y="2788920"/>
            <a:ext cx="1275588" cy="82296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Final preparation</a:t>
            </a:r>
          </a:p>
        </p:txBody>
      </p:sp>
      <p:sp>
        <p:nvSpPr>
          <p:cNvPr id="30" name="TextBox 29"/>
          <p:cNvSpPr txBox="1"/>
          <p:nvPr/>
        </p:nvSpPr>
        <p:spPr>
          <a:xfrm>
            <a:off x="7557516" y="3657600"/>
            <a:ext cx="1275588" cy="1280160"/>
          </a:xfrm>
          <a:prstGeom prst="rect">
            <a:avLst/>
          </a:prstGeom>
          <a:noFill/>
        </p:spPr>
        <p:txBody>
          <a:bodyPr wrap="square" lIns="0" rIns="0" tIns="0" bIns="0" anchor="t"/>
          <a:lstStyle/>
          <a:p>
            <a:pPr algn="l">
              <a:lnSpc>
                <a:spcPct val="105000"/>
              </a:lnSpc>
              <a:spcAft>
                <a:spcPts val="0"/>
              </a:spcAft>
            </a:pPr>
            <a:r>
              <a:rPr sz="1200" b="0" i="0">
                <a:solidFill>
                  <a:srgbClr val="53544A"/>
                </a:solidFill>
                <a:latin typeface="+mn-lt"/>
              </a:rPr>
              <a:t>Review, facilitation walkthrough, tech rehearsal</a:t>
            </a:r>
          </a:p>
        </p:txBody>
      </p:sp>
      <p:sp>
        <p:nvSpPr>
          <p:cNvPr id="31" name="TextBox 30"/>
          <p:cNvSpPr txBox="1"/>
          <p:nvPr/>
        </p:nvSpPr>
        <p:spPr>
          <a:xfrm>
            <a:off x="9015984" y="1783080"/>
            <a:ext cx="1321308" cy="457200"/>
          </a:xfrm>
          <a:prstGeom prst="rect">
            <a:avLst/>
          </a:prstGeom>
          <a:noFill/>
        </p:spPr>
        <p:txBody>
          <a:bodyPr wrap="square" lIns="0" rIns="0" tIns="0" bIns="0" anchor="t"/>
          <a:lstStyle/>
          <a:p>
            <a:pPr algn="l">
              <a:spcAft>
                <a:spcPts val="0"/>
              </a:spcAft>
            </a:pPr>
            <a:r>
              <a:rPr sz="1600" b="0" i="0">
                <a:solidFill>
                  <a:srgbClr val="B37A00"/>
                </a:solidFill>
                <a:latin typeface="+mj-lt"/>
              </a:rPr>
              <a:t>Nov 23–24</a:t>
            </a:r>
          </a:p>
        </p:txBody>
      </p:sp>
      <p:sp>
        <p:nvSpPr>
          <p:cNvPr id="32" name="Rectangle 31"/>
          <p:cNvSpPr/>
          <p:nvPr/>
        </p:nvSpPr>
        <p:spPr>
          <a:xfrm>
            <a:off x="9015984" y="2368296"/>
            <a:ext cx="201168" cy="201168"/>
          </a:xfrm>
          <a:prstGeom prst="rect">
            <a:avLst/>
          </a:prstGeom>
          <a:solidFill>
            <a:srgbClr val="D3A34A"/>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015984" y="2788920"/>
            <a:ext cx="1275588" cy="82296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Year-End All Hands</a:t>
            </a:r>
          </a:p>
        </p:txBody>
      </p:sp>
      <p:sp>
        <p:nvSpPr>
          <p:cNvPr id="34" name="TextBox 33"/>
          <p:cNvSpPr txBox="1"/>
          <p:nvPr/>
        </p:nvSpPr>
        <p:spPr>
          <a:xfrm>
            <a:off x="9015984" y="3657600"/>
            <a:ext cx="1275588" cy="1280160"/>
          </a:xfrm>
          <a:prstGeom prst="rect">
            <a:avLst/>
          </a:prstGeom>
          <a:noFill/>
        </p:spPr>
        <p:txBody>
          <a:bodyPr wrap="square" lIns="0" rIns="0" tIns="0" bIns="0" anchor="t"/>
          <a:lstStyle/>
          <a:p>
            <a:pPr algn="l">
              <a:lnSpc>
                <a:spcPct val="105000"/>
              </a:lnSpc>
              <a:spcAft>
                <a:spcPts val="0"/>
              </a:spcAft>
            </a:pPr>
            <a:r>
              <a:rPr sz="1200" b="0" i="0">
                <a:solidFill>
                  <a:srgbClr val="53544A"/>
                </a:solidFill>
                <a:latin typeface="+mn-lt"/>
              </a:rPr>
              <a:t>Run the meeting</a:t>
            </a:r>
          </a:p>
        </p:txBody>
      </p:sp>
      <p:sp>
        <p:nvSpPr>
          <p:cNvPr id="35" name="TextBox 34"/>
          <p:cNvSpPr txBox="1"/>
          <p:nvPr/>
        </p:nvSpPr>
        <p:spPr>
          <a:xfrm>
            <a:off x="10474452" y="1783080"/>
            <a:ext cx="1321308" cy="457200"/>
          </a:xfrm>
          <a:prstGeom prst="rect">
            <a:avLst/>
          </a:prstGeom>
          <a:noFill/>
        </p:spPr>
        <p:txBody>
          <a:bodyPr wrap="square" lIns="0" rIns="0" tIns="0" bIns="0" anchor="t"/>
          <a:lstStyle/>
          <a:p>
            <a:pPr algn="l">
              <a:spcAft>
                <a:spcPts val="0"/>
              </a:spcAft>
            </a:pPr>
            <a:r>
              <a:rPr sz="1600" b="0" i="0">
                <a:solidFill>
                  <a:srgbClr val="191919"/>
                </a:solidFill>
                <a:latin typeface="+mj-lt"/>
              </a:rPr>
              <a:t>After</a:t>
            </a:r>
          </a:p>
        </p:txBody>
      </p:sp>
      <p:sp>
        <p:nvSpPr>
          <p:cNvPr id="36" name="Rectangle 35"/>
          <p:cNvSpPr/>
          <p:nvPr/>
        </p:nvSpPr>
        <p:spPr>
          <a:xfrm>
            <a:off x="10474452" y="2368296"/>
            <a:ext cx="201168" cy="201168"/>
          </a:xfrm>
          <a:prstGeom prst="rect">
            <a:avLst/>
          </a:prstGeom>
          <a:solidFill>
            <a:srgbClr val="F5F5F5"/>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474452" y="2788920"/>
            <a:ext cx="1275588" cy="822960"/>
          </a:xfrm>
          <a:prstGeom prst="rect">
            <a:avLst/>
          </a:prstGeom>
          <a:noFill/>
        </p:spPr>
        <p:txBody>
          <a:bodyPr wrap="square" lIns="0" rIns="0" tIns="0" bIns="0" anchor="t"/>
          <a:lstStyle/>
          <a:p>
            <a:pPr algn="l">
              <a:lnSpc>
                <a:spcPct val="100000"/>
              </a:lnSpc>
              <a:spcAft>
                <a:spcPts val="0"/>
              </a:spcAft>
            </a:pPr>
            <a:r>
              <a:rPr sz="1400" b="0" i="0">
                <a:solidFill>
                  <a:srgbClr val="191919"/>
                </a:solidFill>
                <a:latin typeface="+mj-lt"/>
              </a:rPr>
              <a:t>Follow-up</a:t>
            </a:r>
          </a:p>
        </p:txBody>
      </p:sp>
      <p:sp>
        <p:nvSpPr>
          <p:cNvPr id="38" name="TextBox 37"/>
          <p:cNvSpPr txBox="1"/>
          <p:nvPr/>
        </p:nvSpPr>
        <p:spPr>
          <a:xfrm>
            <a:off x="10474452" y="3657600"/>
            <a:ext cx="1275588" cy="1280160"/>
          </a:xfrm>
          <a:prstGeom prst="rect">
            <a:avLst/>
          </a:prstGeom>
          <a:noFill/>
        </p:spPr>
        <p:txBody>
          <a:bodyPr wrap="square" lIns="0" rIns="0" tIns="0" bIns="0" anchor="t"/>
          <a:lstStyle/>
          <a:p>
            <a:pPr algn="l">
              <a:lnSpc>
                <a:spcPct val="105000"/>
              </a:lnSpc>
              <a:spcAft>
                <a:spcPts val="0"/>
              </a:spcAft>
            </a:pPr>
            <a:r>
              <a:rPr sz="1200" b="0" i="0">
                <a:solidFill>
                  <a:srgbClr val="53544A"/>
                </a:solidFill>
                <a:latin typeface="+mn-lt"/>
              </a:rPr>
              <a:t>Recap, recognize contributors, capture future ideas</a:t>
            </a:r>
          </a:p>
        </p:txBody>
      </p:sp>
      <p:sp>
        <p:nvSpPr>
          <p:cNvPr id="39" name="TextBox 38"/>
          <p:cNvSpPr txBox="1"/>
          <p:nvPr/>
        </p:nvSpPr>
        <p:spPr>
          <a:xfrm>
            <a:off x="557784" y="2084832"/>
            <a:ext cx="914400" cy="228600"/>
          </a:xfrm>
          <a:prstGeom prst="rect">
            <a:avLst/>
          </a:prstGeom>
          <a:noFill/>
        </p:spPr>
        <p:txBody>
          <a:bodyPr wrap="square" lIns="0" rIns="0" tIns="0" bIns="0" anchor="t"/>
          <a:lstStyle/>
          <a:p>
            <a:pPr algn="l">
              <a:spcAft>
                <a:spcPts val="0"/>
              </a:spcAft>
            </a:pPr>
            <a:r>
              <a:rPr sz="1000" b="0" i="0">
                <a:solidFill>
                  <a:srgbClr val="53544A"/>
                </a:solidFill>
                <a:latin typeface="+mn-lt"/>
              </a:rPr>
              <a:t>We are here</a:t>
            </a:r>
          </a:p>
        </p:txBody>
      </p:sp>
      <p:sp>
        <p:nvSpPr>
          <p:cNvPr id="40" name="Rectangle 39"/>
          <p:cNvSpPr/>
          <p:nvPr/>
        </p:nvSpPr>
        <p:spPr>
          <a:xfrm>
            <a:off x="265176" y="5257800"/>
            <a:ext cx="11667744" cy="1143000"/>
          </a:xfrm>
          <a:prstGeom prst="rect">
            <a:avLst/>
          </a:prstGeom>
          <a:noFill/>
          <a:ln w="9525">
            <a:solidFill>
              <a:srgbClr val="C2C4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39496" y="5394960"/>
            <a:ext cx="11119104" cy="914400"/>
          </a:xfrm>
          <a:prstGeom prst="rect">
            <a:avLst/>
          </a:prstGeom>
          <a:noFill/>
        </p:spPr>
        <p:txBody>
          <a:bodyPr wrap="square" lIns="0" rIns="0" tIns="0" bIns="0" anchor="t"/>
          <a:lstStyle/>
          <a:p>
            <a:pPr algn="l">
              <a:lnSpc>
                <a:spcPct val="105000"/>
              </a:lnSpc>
              <a:spcAft>
                <a:spcPts val="400"/>
              </a:spcAft>
            </a:pPr>
            <a:r>
              <a:rPr sz="1400" b="0" i="0">
                <a:solidFill>
                  <a:srgbClr val="191919"/>
                </a:solidFill>
                <a:latin typeface="+mj-lt"/>
              </a:rPr>
              <a:t>Timing considerations</a:t>
            </a:r>
          </a:p>
          <a:p>
            <a:pPr algn="l">
              <a:lnSpc>
                <a:spcPct val="105000"/>
              </a:lnSpc>
              <a:spcAft>
                <a:spcPts val="0"/>
              </a:spcAft>
            </a:pPr>
            <a:r>
              <a:rPr sz="1300" b="0" i="0">
                <a:solidFill>
                  <a:srgbClr val="53544A"/>
                </a:solidFill>
                <a:latin typeface="+mn-lt"/>
              </a:rPr>
              <a:t>Kylie prefers to meet shortly after November reporting and before Thanksgiving, ahead of the end-of-year rush. Fallback: first week of December. Attendance, leadership availability and contributor prep will set the final date.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we need from group and pod leads: a light ask, not another report</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6675120" cy="320040"/>
          </a:xfrm>
          <a:prstGeom prst="rect">
            <a:avLst/>
          </a:prstGeom>
          <a:noFill/>
        </p:spPr>
        <p:txBody>
          <a:bodyPr wrap="square" lIns="0" rIns="0" tIns="0" bIns="0" anchor="t"/>
          <a:lstStyle/>
          <a:p>
            <a:pPr algn="l">
              <a:spcAft>
                <a:spcPts val="0"/>
              </a:spcAft>
            </a:pPr>
            <a:r>
              <a:rPr sz="1600" b="0" i="0">
                <a:solidFill>
                  <a:srgbClr val="191919"/>
                </a:solidFill>
                <a:latin typeface="+mj-lt"/>
              </a:rPr>
              <a:t>Six inputs per group or pod  ·  due Nov 2–6</a:t>
            </a:r>
          </a:p>
        </p:txBody>
      </p:sp>
      <p:sp>
        <p:nvSpPr>
          <p:cNvPr id="7" name="Rectangle 6"/>
          <p:cNvSpPr/>
          <p:nvPr/>
        </p:nvSpPr>
        <p:spPr>
          <a:xfrm>
            <a:off x="265176" y="2240280"/>
            <a:ext cx="3223260" cy="118872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8056" y="2377440"/>
            <a:ext cx="548640" cy="365760"/>
          </a:xfrm>
          <a:prstGeom prst="rect">
            <a:avLst/>
          </a:prstGeom>
          <a:noFill/>
        </p:spPr>
        <p:txBody>
          <a:bodyPr wrap="square" lIns="0" rIns="0" tIns="0" bIns="0" anchor="t"/>
          <a:lstStyle/>
          <a:p>
            <a:pPr algn="l">
              <a:spcAft>
                <a:spcPts val="0"/>
              </a:spcAft>
            </a:pPr>
            <a:r>
              <a:rPr sz="1400" b="0" i="0">
                <a:solidFill>
                  <a:srgbClr val="B37A00"/>
                </a:solidFill>
                <a:latin typeface="+mj-lt"/>
              </a:rPr>
              <a:t>01</a:t>
            </a:r>
          </a:p>
        </p:txBody>
      </p:sp>
      <p:sp>
        <p:nvSpPr>
          <p:cNvPr id="9" name="TextBox 8"/>
          <p:cNvSpPr txBox="1"/>
          <p:nvPr/>
        </p:nvSpPr>
        <p:spPr>
          <a:xfrm>
            <a:off x="448056" y="2697480"/>
            <a:ext cx="2857500" cy="320040"/>
          </a:xfrm>
          <a:prstGeom prst="rect">
            <a:avLst/>
          </a:prstGeom>
          <a:noFill/>
        </p:spPr>
        <p:txBody>
          <a:bodyPr wrap="square" lIns="0" rIns="0" tIns="0" bIns="0" anchor="t"/>
          <a:lstStyle/>
          <a:p>
            <a:pPr algn="l">
              <a:spcAft>
                <a:spcPts val="0"/>
              </a:spcAft>
            </a:pPr>
            <a:r>
              <a:rPr sz="1500" b="0" i="0">
                <a:solidFill>
                  <a:srgbClr val="191919"/>
                </a:solidFill>
                <a:latin typeface="+mj-lt"/>
              </a:rPr>
              <a:t>Top accomplishments</a:t>
            </a:r>
          </a:p>
        </p:txBody>
      </p:sp>
      <p:sp>
        <p:nvSpPr>
          <p:cNvPr id="10" name="TextBox 9"/>
          <p:cNvSpPr txBox="1"/>
          <p:nvPr/>
        </p:nvSpPr>
        <p:spPr>
          <a:xfrm>
            <a:off x="448056" y="3017520"/>
            <a:ext cx="2857500" cy="41148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Two or three meaningful achievements</a:t>
            </a:r>
          </a:p>
        </p:txBody>
      </p:sp>
      <p:sp>
        <p:nvSpPr>
          <p:cNvPr id="11" name="Rectangle 10"/>
          <p:cNvSpPr/>
          <p:nvPr/>
        </p:nvSpPr>
        <p:spPr>
          <a:xfrm>
            <a:off x="3717035" y="2240280"/>
            <a:ext cx="3223260" cy="118872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899915" y="2377440"/>
            <a:ext cx="548640" cy="365760"/>
          </a:xfrm>
          <a:prstGeom prst="rect">
            <a:avLst/>
          </a:prstGeom>
          <a:noFill/>
        </p:spPr>
        <p:txBody>
          <a:bodyPr wrap="square" lIns="0" rIns="0" tIns="0" bIns="0" anchor="t"/>
          <a:lstStyle/>
          <a:p>
            <a:pPr algn="l">
              <a:spcAft>
                <a:spcPts val="0"/>
              </a:spcAft>
            </a:pPr>
            <a:r>
              <a:rPr sz="1400" b="0" i="0">
                <a:solidFill>
                  <a:srgbClr val="B37A00"/>
                </a:solidFill>
                <a:latin typeface="+mj-lt"/>
              </a:rPr>
              <a:t>02</a:t>
            </a:r>
          </a:p>
        </p:txBody>
      </p:sp>
      <p:sp>
        <p:nvSpPr>
          <p:cNvPr id="13" name="TextBox 12"/>
          <p:cNvSpPr txBox="1"/>
          <p:nvPr/>
        </p:nvSpPr>
        <p:spPr>
          <a:xfrm>
            <a:off x="3899915" y="2697480"/>
            <a:ext cx="2857500" cy="320040"/>
          </a:xfrm>
          <a:prstGeom prst="rect">
            <a:avLst/>
          </a:prstGeom>
          <a:noFill/>
        </p:spPr>
        <p:txBody>
          <a:bodyPr wrap="square" lIns="0" rIns="0" tIns="0" bIns="0" anchor="t"/>
          <a:lstStyle/>
          <a:p>
            <a:pPr algn="l">
              <a:spcAft>
                <a:spcPts val="0"/>
              </a:spcAft>
            </a:pPr>
            <a:r>
              <a:rPr sz="1500" b="0" i="0">
                <a:solidFill>
                  <a:srgbClr val="191919"/>
                </a:solidFill>
                <a:latin typeface="+mj-lt"/>
              </a:rPr>
              <a:t>Evidence of impact</a:t>
            </a:r>
          </a:p>
        </p:txBody>
      </p:sp>
      <p:sp>
        <p:nvSpPr>
          <p:cNvPr id="14" name="TextBox 13"/>
          <p:cNvSpPr txBox="1"/>
          <p:nvPr/>
        </p:nvSpPr>
        <p:spPr>
          <a:xfrm>
            <a:off x="3899915" y="3017520"/>
            <a:ext cx="2857500" cy="41148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Quantitative results, client feedback, observable outcomes</a:t>
            </a:r>
          </a:p>
        </p:txBody>
      </p:sp>
      <p:sp>
        <p:nvSpPr>
          <p:cNvPr id="15" name="Rectangle 14"/>
          <p:cNvSpPr/>
          <p:nvPr/>
        </p:nvSpPr>
        <p:spPr>
          <a:xfrm>
            <a:off x="265176" y="3611880"/>
            <a:ext cx="3223260" cy="118872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8056" y="3749040"/>
            <a:ext cx="548640" cy="365760"/>
          </a:xfrm>
          <a:prstGeom prst="rect">
            <a:avLst/>
          </a:prstGeom>
          <a:noFill/>
        </p:spPr>
        <p:txBody>
          <a:bodyPr wrap="square" lIns="0" rIns="0" tIns="0" bIns="0" anchor="t"/>
          <a:lstStyle/>
          <a:p>
            <a:pPr algn="l">
              <a:spcAft>
                <a:spcPts val="0"/>
              </a:spcAft>
            </a:pPr>
            <a:r>
              <a:rPr sz="1400" b="0" i="0">
                <a:solidFill>
                  <a:srgbClr val="B37A00"/>
                </a:solidFill>
                <a:latin typeface="+mj-lt"/>
              </a:rPr>
              <a:t>03</a:t>
            </a:r>
          </a:p>
        </p:txBody>
      </p:sp>
      <p:sp>
        <p:nvSpPr>
          <p:cNvPr id="17" name="TextBox 16"/>
          <p:cNvSpPr txBox="1"/>
          <p:nvPr/>
        </p:nvSpPr>
        <p:spPr>
          <a:xfrm>
            <a:off x="448056" y="4069080"/>
            <a:ext cx="2857500" cy="320040"/>
          </a:xfrm>
          <a:prstGeom prst="rect">
            <a:avLst/>
          </a:prstGeom>
          <a:noFill/>
        </p:spPr>
        <p:txBody>
          <a:bodyPr wrap="square" lIns="0" rIns="0" tIns="0" bIns="0" anchor="t"/>
          <a:lstStyle/>
          <a:p>
            <a:pPr algn="l">
              <a:spcAft>
                <a:spcPts val="0"/>
              </a:spcAft>
            </a:pPr>
            <a:r>
              <a:rPr sz="1500" b="0" i="0">
                <a:solidFill>
                  <a:srgbClr val="191919"/>
                </a:solidFill>
                <a:latin typeface="+mj-lt"/>
              </a:rPr>
              <a:t>Client contribution</a:t>
            </a:r>
          </a:p>
        </p:txBody>
      </p:sp>
      <p:sp>
        <p:nvSpPr>
          <p:cNvPr id="18" name="TextBox 17"/>
          <p:cNvSpPr txBox="1"/>
          <p:nvPr/>
        </p:nvSpPr>
        <p:spPr>
          <a:xfrm>
            <a:off x="448056" y="4389120"/>
            <a:ext cx="2857500" cy="41148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What changed or improved because of our involvement</a:t>
            </a:r>
          </a:p>
        </p:txBody>
      </p:sp>
      <p:sp>
        <p:nvSpPr>
          <p:cNvPr id="19" name="Rectangle 18"/>
          <p:cNvSpPr/>
          <p:nvPr/>
        </p:nvSpPr>
        <p:spPr>
          <a:xfrm>
            <a:off x="3717035" y="3611880"/>
            <a:ext cx="3223260" cy="118872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899915" y="3749040"/>
            <a:ext cx="548640" cy="365760"/>
          </a:xfrm>
          <a:prstGeom prst="rect">
            <a:avLst/>
          </a:prstGeom>
          <a:noFill/>
        </p:spPr>
        <p:txBody>
          <a:bodyPr wrap="square" lIns="0" rIns="0" tIns="0" bIns="0" anchor="t"/>
          <a:lstStyle/>
          <a:p>
            <a:pPr algn="l">
              <a:spcAft>
                <a:spcPts val="0"/>
              </a:spcAft>
            </a:pPr>
            <a:r>
              <a:rPr sz="1400" b="0" i="0">
                <a:solidFill>
                  <a:srgbClr val="B37A00"/>
                </a:solidFill>
                <a:latin typeface="+mj-lt"/>
              </a:rPr>
              <a:t>04</a:t>
            </a:r>
          </a:p>
        </p:txBody>
      </p:sp>
      <p:sp>
        <p:nvSpPr>
          <p:cNvPr id="21" name="TextBox 20"/>
          <p:cNvSpPr txBox="1"/>
          <p:nvPr/>
        </p:nvSpPr>
        <p:spPr>
          <a:xfrm>
            <a:off x="3899915" y="4069080"/>
            <a:ext cx="2857500" cy="320040"/>
          </a:xfrm>
          <a:prstGeom prst="rect">
            <a:avLst/>
          </a:prstGeom>
          <a:noFill/>
        </p:spPr>
        <p:txBody>
          <a:bodyPr wrap="square" lIns="0" rIns="0" tIns="0" bIns="0" anchor="t"/>
          <a:lstStyle/>
          <a:p>
            <a:pPr algn="l">
              <a:spcAft>
                <a:spcPts val="0"/>
              </a:spcAft>
            </a:pPr>
            <a:r>
              <a:rPr sz="1500" b="0" i="0">
                <a:solidFill>
                  <a:srgbClr val="191919"/>
                </a:solidFill>
                <a:latin typeface="+mj-lt"/>
              </a:rPr>
              <a:t>Practice evolution</a:t>
            </a:r>
          </a:p>
        </p:txBody>
      </p:sp>
      <p:sp>
        <p:nvSpPr>
          <p:cNvPr id="22" name="TextBox 21"/>
          <p:cNvSpPr txBox="1"/>
          <p:nvPr/>
        </p:nvSpPr>
        <p:spPr>
          <a:xfrm>
            <a:off x="3899915" y="4389120"/>
            <a:ext cx="2857500" cy="41148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New processes, skills, technology or ways of working</a:t>
            </a:r>
          </a:p>
        </p:txBody>
      </p:sp>
      <p:sp>
        <p:nvSpPr>
          <p:cNvPr id="23" name="Rectangle 22"/>
          <p:cNvSpPr/>
          <p:nvPr/>
        </p:nvSpPr>
        <p:spPr>
          <a:xfrm>
            <a:off x="265176" y="4983480"/>
            <a:ext cx="3223260" cy="118872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8056" y="5120640"/>
            <a:ext cx="548640" cy="365760"/>
          </a:xfrm>
          <a:prstGeom prst="rect">
            <a:avLst/>
          </a:prstGeom>
          <a:noFill/>
        </p:spPr>
        <p:txBody>
          <a:bodyPr wrap="square" lIns="0" rIns="0" tIns="0" bIns="0" anchor="t"/>
          <a:lstStyle/>
          <a:p>
            <a:pPr algn="l">
              <a:spcAft>
                <a:spcPts val="0"/>
              </a:spcAft>
            </a:pPr>
            <a:r>
              <a:rPr sz="1400" b="0" i="0">
                <a:solidFill>
                  <a:srgbClr val="B37A00"/>
                </a:solidFill>
                <a:latin typeface="+mj-lt"/>
              </a:rPr>
              <a:t>05</a:t>
            </a:r>
          </a:p>
        </p:txBody>
      </p:sp>
      <p:sp>
        <p:nvSpPr>
          <p:cNvPr id="25" name="TextBox 24"/>
          <p:cNvSpPr txBox="1"/>
          <p:nvPr/>
        </p:nvSpPr>
        <p:spPr>
          <a:xfrm>
            <a:off x="448056" y="5440680"/>
            <a:ext cx="2857500" cy="320040"/>
          </a:xfrm>
          <a:prstGeom prst="rect">
            <a:avLst/>
          </a:prstGeom>
          <a:noFill/>
        </p:spPr>
        <p:txBody>
          <a:bodyPr wrap="square" lIns="0" rIns="0" tIns="0" bIns="0" anchor="t"/>
          <a:lstStyle/>
          <a:p>
            <a:pPr algn="l">
              <a:spcAft>
                <a:spcPts val="0"/>
              </a:spcAft>
            </a:pPr>
            <a:r>
              <a:rPr sz="1500" b="0" i="0">
                <a:solidFill>
                  <a:srgbClr val="191919"/>
                </a:solidFill>
                <a:latin typeface="+mj-lt"/>
              </a:rPr>
              <a:t>Recognition</a:t>
            </a:r>
          </a:p>
        </p:txBody>
      </p:sp>
      <p:sp>
        <p:nvSpPr>
          <p:cNvPr id="26" name="TextBox 25"/>
          <p:cNvSpPr txBox="1"/>
          <p:nvPr/>
        </p:nvSpPr>
        <p:spPr>
          <a:xfrm>
            <a:off x="448056" y="5760720"/>
            <a:ext cx="2857500" cy="41148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Individuals or teams who made a meaningful contribution</a:t>
            </a:r>
          </a:p>
        </p:txBody>
      </p:sp>
      <p:sp>
        <p:nvSpPr>
          <p:cNvPr id="27" name="Rectangle 26"/>
          <p:cNvSpPr/>
          <p:nvPr/>
        </p:nvSpPr>
        <p:spPr>
          <a:xfrm>
            <a:off x="3717035" y="4983480"/>
            <a:ext cx="3223260" cy="1188720"/>
          </a:xfrm>
          <a:prstGeom prst="rect">
            <a:avLst/>
          </a:prstGeom>
          <a:no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99915" y="5120640"/>
            <a:ext cx="548640" cy="365760"/>
          </a:xfrm>
          <a:prstGeom prst="rect">
            <a:avLst/>
          </a:prstGeom>
          <a:noFill/>
        </p:spPr>
        <p:txBody>
          <a:bodyPr wrap="square" lIns="0" rIns="0" tIns="0" bIns="0" anchor="t"/>
          <a:lstStyle/>
          <a:p>
            <a:pPr algn="l">
              <a:spcAft>
                <a:spcPts val="0"/>
              </a:spcAft>
            </a:pPr>
            <a:r>
              <a:rPr sz="1400" b="0" i="0">
                <a:solidFill>
                  <a:srgbClr val="B37A00"/>
                </a:solidFill>
                <a:latin typeface="+mj-lt"/>
              </a:rPr>
              <a:t>06</a:t>
            </a:r>
          </a:p>
        </p:txBody>
      </p:sp>
      <p:sp>
        <p:nvSpPr>
          <p:cNvPr id="29" name="TextBox 28"/>
          <p:cNvSpPr txBox="1"/>
          <p:nvPr/>
        </p:nvSpPr>
        <p:spPr>
          <a:xfrm>
            <a:off x="3899915" y="5440680"/>
            <a:ext cx="2857500" cy="320040"/>
          </a:xfrm>
          <a:prstGeom prst="rect">
            <a:avLst/>
          </a:prstGeom>
          <a:noFill/>
        </p:spPr>
        <p:txBody>
          <a:bodyPr wrap="square" lIns="0" rIns="0" tIns="0" bIns="0" anchor="t"/>
          <a:lstStyle/>
          <a:p>
            <a:pPr algn="l">
              <a:spcAft>
                <a:spcPts val="0"/>
              </a:spcAft>
            </a:pPr>
            <a:r>
              <a:rPr sz="1500" b="0" i="0">
                <a:solidFill>
                  <a:srgbClr val="191919"/>
                </a:solidFill>
                <a:latin typeface="+mj-lt"/>
              </a:rPr>
              <a:t>Future opportunities</a:t>
            </a:r>
          </a:p>
        </p:txBody>
      </p:sp>
      <p:sp>
        <p:nvSpPr>
          <p:cNvPr id="30" name="TextBox 29"/>
          <p:cNvSpPr txBox="1"/>
          <p:nvPr/>
        </p:nvSpPr>
        <p:spPr>
          <a:xfrm>
            <a:off x="3899915" y="5760720"/>
            <a:ext cx="2857500" cy="411480"/>
          </a:xfrm>
          <a:prstGeom prst="rect">
            <a:avLst/>
          </a:prstGeom>
          <a:noFill/>
        </p:spPr>
        <p:txBody>
          <a:bodyPr wrap="square" lIns="0" rIns="0" tIns="0" bIns="0" anchor="t"/>
          <a:lstStyle/>
          <a:p>
            <a:pPr algn="l">
              <a:lnSpc>
                <a:spcPct val="100000"/>
              </a:lnSpc>
              <a:spcAft>
                <a:spcPts val="0"/>
              </a:spcAft>
            </a:pPr>
            <a:r>
              <a:rPr sz="1200" b="0" i="0">
                <a:solidFill>
                  <a:srgbClr val="53544A"/>
                </a:solidFill>
                <a:latin typeface="+mn-lt"/>
              </a:rPr>
              <a:t>Emerging ideas or capabilities worth exploring</a:t>
            </a:r>
          </a:p>
        </p:txBody>
      </p:sp>
      <p:sp>
        <p:nvSpPr>
          <p:cNvPr id="31" name="Rectangle 30"/>
          <p:cNvSpPr/>
          <p:nvPr/>
        </p:nvSpPr>
        <p:spPr>
          <a:xfrm>
            <a:off x="7360920" y="1783080"/>
            <a:ext cx="4572000" cy="438912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635240" y="2011680"/>
            <a:ext cx="4023360" cy="4297680"/>
          </a:xfrm>
          <a:prstGeom prst="rect">
            <a:avLst/>
          </a:prstGeom>
          <a:noFill/>
        </p:spPr>
        <p:txBody>
          <a:bodyPr wrap="square" lIns="0" rIns="0" tIns="0" bIns="0" anchor="t"/>
          <a:lstStyle/>
          <a:p>
            <a:pPr algn="l">
              <a:lnSpc>
                <a:spcPct val="105000"/>
              </a:lnSpc>
              <a:spcAft>
                <a:spcPts val="1000"/>
              </a:spcAft>
            </a:pPr>
            <a:r>
              <a:rPr sz="1600" b="0" i="0">
                <a:solidFill>
                  <a:srgbClr val="F9D28C"/>
                </a:solidFill>
                <a:latin typeface="+mj-lt"/>
              </a:rPr>
              <a:t>Rules for metrics</a:t>
            </a:r>
          </a:p>
          <a:p>
            <a:pPr algn="l" marL="274320" indent="-274320">
              <a:lnSpc>
                <a:spcPct val="105000"/>
              </a:lnSpc>
              <a:spcAft>
                <a:spcPts val="800"/>
              </a:spcAft>
              <a:buFont typeface="+mn-lt"/>
              <a:buChar char="□"/>
            </a:pPr>
            <a:r>
              <a:rPr sz="1300" b="0" i="0">
                <a:solidFill>
                  <a:srgbClr val="F5F5F5"/>
                </a:solidFill>
                <a:latin typeface="+mn-lt"/>
              </a:rPr>
              <a:t>Only use what can be validated and explained</a:t>
            </a:r>
          </a:p>
          <a:p>
            <a:pPr algn="l" marL="274320" indent="-274320">
              <a:lnSpc>
                <a:spcPct val="105000"/>
              </a:lnSpc>
              <a:spcAft>
                <a:spcPts val="800"/>
              </a:spcAft>
              <a:buFont typeface="+mn-lt"/>
              <a:buChar char="□"/>
            </a:pPr>
            <a:r>
              <a:rPr sz="1300" b="0" i="0">
                <a:solidFill>
                  <a:srgbClr val="F5F5F5"/>
                </a:solidFill>
                <a:latin typeface="+mn-lt"/>
              </a:rPr>
              <a:t>Deduplicate wins repeated across reporting cycles</a:t>
            </a:r>
          </a:p>
          <a:p>
            <a:pPr algn="l" marL="274320" indent="-274320">
              <a:lnSpc>
                <a:spcPct val="105000"/>
              </a:lnSpc>
              <a:spcAft>
                <a:spcPts val="800"/>
              </a:spcAft>
              <a:buFont typeface="+mn-lt"/>
              <a:buChar char="□"/>
            </a:pPr>
            <a:r>
              <a:rPr sz="1300" b="0" i="0">
                <a:solidFill>
                  <a:srgbClr val="F5F5F5"/>
                </a:solidFill>
                <a:latin typeface="+mn-lt"/>
              </a:rPr>
              <a:t>Separate completed outcomes from planned, in-progress and forecast work</a:t>
            </a:r>
          </a:p>
          <a:p>
            <a:pPr algn="l" marL="274320" indent="-274320">
              <a:lnSpc>
                <a:spcPct val="105000"/>
              </a:lnSpc>
              <a:spcAft>
                <a:spcPts val="800"/>
              </a:spcAft>
              <a:buFont typeface="+mn-lt"/>
              <a:buChar char="□"/>
            </a:pPr>
            <a:r>
              <a:rPr sz="1300" b="0" i="0">
                <a:solidFill>
                  <a:srgbClr val="F5F5F5"/>
                </a:solidFill>
                <a:latin typeface="+mn-lt"/>
              </a:rPr>
              <a:t>Reconcile scope before choosing a headline number</a:t>
            </a:r>
          </a:p>
          <a:p>
            <a:pPr algn="l" marL="274320" indent="-274320">
              <a:lnSpc>
                <a:spcPct val="105000"/>
              </a:lnSpc>
              <a:spcAft>
                <a:spcPts val="800"/>
              </a:spcAft>
              <a:buFont typeface="+mn-lt"/>
              <a:buChar char="□"/>
            </a:pPr>
            <a:r>
              <a:rPr sz="1300" b="0" i="0">
                <a:solidFill>
                  <a:srgbClr val="F5F5F5"/>
                </a:solidFill>
                <a:latin typeface="+mn-lt"/>
              </a:rPr>
              <a:t>Fill reporting gaps (e.g. USMC reports separately) with direct lead input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Main risks are tone, balance and time, and each one has a clear mitigation</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graphicFrame>
        <p:nvGraphicFramePr>
          <p:cNvPr id="6" name="Table 5"/>
          <p:cNvGraphicFramePr>
            <a:graphicFrameLocks noGrp="1"/>
          </p:cNvGraphicFramePr>
          <p:nvPr/>
        </p:nvGraphicFramePr>
        <p:xfrm>
          <a:off x="265176" y="1783080"/>
          <a:ext cx="11667744" cy="4572000"/>
        </p:xfrm>
        <a:graphic>
          <a:graphicData uri="http://schemas.openxmlformats.org/drawingml/2006/table">
            <a:tbl>
              <a:tblPr firstRow="0" bandRow="0">
                <a:tableStyleId>{2D5ABB26-0587-4C30-8999-92F81FD0307C}</a:tableStyleId>
              </a:tblPr>
              <a:tblGrid>
                <a:gridCol w="4206240"/>
                <a:gridCol w="7461504"/>
              </a:tblGrid>
              <a:tr h="457200">
                <a:tc>
                  <a:txBody>
                    <a:bodyPr wrap="square"/>
                    <a:lstStyle/>
                    <a:p>
                      <a:r>
                        <a:rPr sz="1300" b="0" i="0">
                          <a:solidFill>
                            <a:srgbClr val="191919"/>
                          </a:solidFill>
                          <a:latin typeface="+mj-lt"/>
                        </a:rPr>
                        <a:t>Risk</a:t>
                      </a:r>
                    </a:p>
                  </a:txBody>
                  <a:tcPr marL="0" marR="73152" marT="36576" marB="36576" anchor="ctr">
                    <a:lnL w="9525">
                      <a:noFill/>
                    </a:lnL>
                    <a:lnR w="9525">
                      <a:noFill/>
                    </a:lnR>
                    <a:lnT w="9525">
                      <a:noFill/>
                    </a:lnT>
                    <a:lnB w="12700">
                      <a:solidFill>
                        <a:srgbClr val="191919"/>
                      </a:solidFill>
                    </a:lnB>
                    <a:noFill/>
                  </a:tcPr>
                </a:tc>
                <a:tc>
                  <a:txBody>
                    <a:bodyPr wrap="square"/>
                    <a:lstStyle/>
                    <a:p>
                      <a:r>
                        <a:rPr sz="1300" b="0" i="0">
                          <a:solidFill>
                            <a:srgbClr val="191919"/>
                          </a:solidFill>
                          <a:latin typeface="+mj-lt"/>
                        </a:rPr>
                        <a:t>Mitigation</a:t>
                      </a:r>
                    </a:p>
                  </a:txBody>
                  <a:tcPr marL="73152" marR="73152" marT="36576" marB="36576" anchor="ctr">
                    <a:lnL w="9525">
                      <a:noFill/>
                    </a:lnL>
                    <a:lnR w="9525">
                      <a:noFill/>
                    </a:lnR>
                    <a:lnT w="9525">
                      <a:noFill/>
                    </a:lnT>
                    <a:lnB w="12700">
                      <a:solidFill>
                        <a:srgbClr val="191919"/>
                      </a:solidFill>
                    </a:lnB>
                    <a:noFill/>
                  </a:tcPr>
                </a:tc>
              </a:tr>
              <a:tr h="457200">
                <a:tc>
                  <a:txBody>
                    <a:bodyPr wrap="square"/>
                    <a:lstStyle/>
                    <a:p>
                      <a:r>
                        <a:rPr sz="1300" b="0" i="0">
                          <a:solidFill>
                            <a:srgbClr val="191919"/>
                          </a:solidFill>
                          <a:latin typeface="+mj-lt"/>
                        </a:rPr>
                        <a:t>Meeting feels overly celebratory</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Ground recognition in real accomplishments and acknowledge the year's challenges</a:t>
                      </a:r>
                    </a:p>
                  </a:txBody>
                  <a:tcPr marL="73152" marR="73152" marT="36576" marB="36576" anchor="ctr">
                    <a:lnL w="9525">
                      <a:noFill/>
                    </a:lnL>
                    <a:lnR w="9525">
                      <a:noFill/>
                    </a:lnR>
                    <a:lnT w="9525">
                      <a:noFill/>
                    </a:lnT>
                    <a:lnB w="9525">
                      <a:solidFill>
                        <a:srgbClr val="C2C4B8"/>
                      </a:solidFill>
                    </a:lnB>
                    <a:noFill/>
                  </a:tcPr>
                </a:tc>
              </a:tr>
              <a:tr h="457200">
                <a:tc>
                  <a:txBody>
                    <a:bodyPr wrap="square"/>
                    <a:lstStyle/>
                    <a:p>
                      <a:r>
                        <a:rPr sz="1300" b="0" i="0">
                          <a:solidFill>
                            <a:srgbClr val="191919"/>
                          </a:solidFill>
                          <a:latin typeface="+mj-lt"/>
                        </a:rPr>
                        <a:t>Impact report becomes a status update</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Focus on meaningful outcomes and a few illustrative stories</a:t>
                      </a:r>
                    </a:p>
                  </a:txBody>
                  <a:tcPr marL="73152" marR="73152" marT="36576" marB="36576" anchor="ctr">
                    <a:lnL w="9525">
                      <a:noFill/>
                    </a:lnL>
                    <a:lnR w="9525">
                      <a:noFill/>
                    </a:lnR>
                    <a:lnT w="9525">
                      <a:noFill/>
                    </a:lnT>
                    <a:lnB w="9525">
                      <a:solidFill>
                        <a:srgbClr val="C2C4B8"/>
                      </a:solidFill>
                    </a:lnB>
                    <a:noFill/>
                  </a:tcPr>
                </a:tc>
              </a:tr>
              <a:tr h="457200">
                <a:tc>
                  <a:txBody>
                    <a:bodyPr wrap="square"/>
                    <a:lstStyle/>
                    <a:p>
                      <a:r>
                        <a:rPr sz="1300" b="0" i="0">
                          <a:solidFill>
                            <a:srgbClr val="191919"/>
                          </a:solidFill>
                          <a:latin typeface="+mj-lt"/>
                        </a:rPr>
                        <a:t>Reporting favors the largest accounts</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Include additional highlights and nominations from across the practice</a:t>
                      </a:r>
                    </a:p>
                  </a:txBody>
                  <a:tcPr marL="73152" marR="73152" marT="36576" marB="36576" anchor="ctr">
                    <a:lnL w="9525">
                      <a:noFill/>
                    </a:lnL>
                    <a:lnR w="9525">
                      <a:noFill/>
                    </a:lnR>
                    <a:lnT w="9525">
                      <a:noFill/>
                    </a:lnT>
                    <a:lnB w="9525">
                      <a:solidFill>
                        <a:srgbClr val="C2C4B8"/>
                      </a:solidFill>
                    </a:lnB>
                    <a:noFill/>
                  </a:tcPr>
                </a:tc>
              </a:tr>
              <a:tr h="457200">
                <a:tc>
                  <a:txBody>
                    <a:bodyPr wrap="square"/>
                    <a:lstStyle/>
                    <a:p>
                      <a:r>
                        <a:rPr sz="1300" b="0" i="0">
                          <a:solidFill>
                            <a:srgbClr val="191919"/>
                          </a:solidFill>
                          <a:latin typeface="+mj-lt"/>
                        </a:rPr>
                        <a:t>Data is inconsistent or unavailable</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Use validated, well-defined metrics, with qualitative evidence where needed</a:t>
                      </a:r>
                    </a:p>
                  </a:txBody>
                  <a:tcPr marL="73152" marR="73152" marT="36576" marB="36576" anchor="ctr">
                    <a:lnL w="9525">
                      <a:noFill/>
                    </a:lnL>
                    <a:lnR w="9525">
                      <a:noFill/>
                    </a:lnR>
                    <a:lnT w="9525">
                      <a:noFill/>
                    </a:lnT>
                    <a:lnB w="9525">
                      <a:solidFill>
                        <a:srgbClr val="C2C4B8"/>
                      </a:solidFill>
                    </a:lnB>
                    <a:noFill/>
                  </a:tcPr>
                </a:tc>
              </a:tr>
              <a:tr h="457200">
                <a:tc>
                  <a:txBody>
                    <a:bodyPr wrap="square"/>
                    <a:lstStyle/>
                    <a:p>
                      <a:r>
                        <a:rPr sz="1300" b="0" i="0">
                          <a:solidFill>
                            <a:srgbClr val="191919"/>
                          </a:solidFill>
                          <a:latin typeface="+mj-lt"/>
                        </a:rPr>
                        <a:t>AI content overshadows other work</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Balance innovation with delivery leadership, analysis, quality and collaboration</a:t>
                      </a:r>
                    </a:p>
                  </a:txBody>
                  <a:tcPr marL="73152" marR="73152" marT="36576" marB="36576" anchor="ctr">
                    <a:lnL w="9525">
                      <a:noFill/>
                    </a:lnL>
                    <a:lnR w="9525">
                      <a:noFill/>
                    </a:lnR>
                    <a:lnT w="9525">
                      <a:noFill/>
                    </a:lnT>
                    <a:lnB w="9525">
                      <a:solidFill>
                        <a:srgbClr val="C2C4B8"/>
                      </a:solidFill>
                    </a:lnB>
                    <a:noFill/>
                  </a:tcPr>
                </a:tc>
              </a:tr>
              <a:tr h="457200">
                <a:tc>
                  <a:txBody>
                    <a:bodyPr wrap="square"/>
                    <a:lstStyle/>
                    <a:p>
                      <a:r>
                        <a:rPr sz="1300" b="0" i="0">
                          <a:solidFill>
                            <a:srgbClr val="191919"/>
                          </a:solidFill>
                          <a:latin typeface="+mj-lt"/>
                        </a:rPr>
                        <a:t>Future discussion feels generic</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Tie provocations to real 2026 experience; ask unconventional questions</a:t>
                      </a:r>
                    </a:p>
                  </a:txBody>
                  <a:tcPr marL="73152" marR="73152" marT="36576" marB="36576" anchor="ctr">
                    <a:lnL w="9525">
                      <a:noFill/>
                    </a:lnL>
                    <a:lnR w="9525">
                      <a:noFill/>
                    </a:lnR>
                    <a:lnT w="9525">
                      <a:noFill/>
                    </a:lnT>
                    <a:lnB w="9525">
                      <a:solidFill>
                        <a:srgbClr val="C2C4B8"/>
                      </a:solidFill>
                    </a:lnB>
                    <a:noFill/>
                  </a:tcPr>
                </a:tc>
              </a:tr>
              <a:tr h="457200">
                <a:tc>
                  <a:txBody>
                    <a:bodyPr wrap="square"/>
                    <a:lstStyle/>
                    <a:p>
                      <a:r>
                        <a:rPr sz="1300" b="0" i="0">
                          <a:solidFill>
                            <a:srgbClr val="191919"/>
                          </a:solidFill>
                          <a:latin typeface="+mj-lt"/>
                        </a:rPr>
                        <a:t>Popcorn conversation is awkward or unfocused</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An engaging moderator, varied participants, a few prepared prompts</a:t>
                      </a:r>
                    </a:p>
                  </a:txBody>
                  <a:tcPr marL="73152" marR="73152" marT="36576" marB="36576" anchor="ctr">
                    <a:lnL w="9525">
                      <a:noFill/>
                    </a:lnL>
                    <a:lnR w="9525">
                      <a:noFill/>
                    </a:lnR>
                    <a:lnT w="9525">
                      <a:noFill/>
                    </a:lnT>
                    <a:lnB w="9525">
                      <a:solidFill>
                        <a:srgbClr val="C2C4B8"/>
                      </a:solidFill>
                    </a:lnB>
                    <a:noFill/>
                  </a:tcPr>
                </a:tc>
              </a:tr>
              <a:tr h="457200">
                <a:tc>
                  <a:txBody>
                    <a:bodyPr wrap="square"/>
                    <a:lstStyle/>
                    <a:p>
                      <a:r>
                        <a:rPr sz="1300" b="0" i="0">
                          <a:solidFill>
                            <a:srgbClr val="191919"/>
                          </a:solidFill>
                          <a:latin typeface="+mj-lt"/>
                        </a:rPr>
                        <a:t>Preparation becomes burdensome</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Reuse existing reporting and spread content responsibilities</a:t>
                      </a:r>
                    </a:p>
                  </a:txBody>
                  <a:tcPr marL="73152" marR="73152" marT="36576" marB="36576" anchor="ctr">
                    <a:lnL w="9525">
                      <a:noFill/>
                    </a:lnL>
                    <a:lnR w="9525">
                      <a:noFill/>
                    </a:lnR>
                    <a:lnT w="9525">
                      <a:noFill/>
                    </a:lnT>
                    <a:lnB w="9525">
                      <a:solidFill>
                        <a:srgbClr val="C2C4B8"/>
                      </a:solidFill>
                    </a:lnB>
                    <a:noFill/>
                  </a:tcPr>
                </a:tc>
              </a:tr>
              <a:tr h="457200">
                <a:tc>
                  <a:txBody>
                    <a:bodyPr wrap="square"/>
                    <a:lstStyle/>
                    <a:p>
                      <a:r>
                        <a:rPr sz="1300" b="0" i="0">
                          <a:solidFill>
                            <a:srgbClr val="191919"/>
                          </a:solidFill>
                          <a:latin typeface="+mj-lt"/>
                        </a:rPr>
                        <a:t>Future ideas don't go anywhere</a:t>
                      </a:r>
                    </a:p>
                  </a:txBody>
                  <a:tcPr marL="0" marR="73152" marT="36576" marB="36576" anchor="ctr">
                    <a:lnL w="9525">
                      <a:noFill/>
                    </a:lnL>
                    <a:lnR w="9525">
                      <a:noFill/>
                    </a:lnR>
                    <a:lnT w="9525">
                      <a:noFill/>
                    </a:lnT>
                    <a:lnB w="9525">
                      <a:solidFill>
                        <a:srgbClr val="C2C4B8"/>
                      </a:solidFill>
                    </a:lnB>
                    <a:noFill/>
                  </a:tcPr>
                </a:tc>
                <a:tc>
                  <a:txBody>
                    <a:bodyPr wrap="square"/>
                    <a:lstStyle/>
                    <a:p>
                      <a:r>
                        <a:rPr sz="1300" b="0" i="0">
                          <a:solidFill>
                            <a:srgbClr val="191919"/>
                          </a:solidFill>
                          <a:latin typeface="+mn-lt"/>
                        </a:rPr>
                        <a:t>Document promising concepts and name an owner for optional follow-up</a:t>
                      </a:r>
                    </a:p>
                  </a:txBody>
                  <a:tcPr marL="73152" marR="73152" marT="36576" marB="36576" anchor="ctr">
                    <a:lnL w="9525">
                      <a:noFill/>
                    </a:lnL>
                    <a:lnR w="9525">
                      <a:noFill/>
                    </a:lnR>
                    <a:lnT w="9525">
                      <a:noFill/>
                    </a:lnT>
                    <a:lnB w="9525">
                      <a:solidFill>
                        <a:srgbClr val="C2C4B8"/>
                      </a:solidFill>
                    </a:lnB>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Decisions for today</a:t>
            </a:r>
          </a:p>
        </p:txBody>
      </p:sp>
      <p:sp>
        <p:nvSpPr>
          <p:cNvPr id="5" name="Slide Number Placeholder 5">
            <a:extLst>
              <a:ext uri="{FF2B5EF4-FFF2-40B4-BE49-F238E27FC236}">
                <a16:creationId xmlns:a16="http://schemas.microsoft.com/office/drawing/2014/main" id="{1BA8521B-2356-0663-BA12-355EA31562A3}"/>
              </a:ext>
            </a:extLst>
          </p:cNvPr>
          <p:cNvSpPr>
            <a:spLocks noGrp="1"/>
          </p:cNvSpPr>
          <p:nvPr>
            <p:ph type="sldNum" sz="quarter" idx="4"/>
          </p:nvPr>
        </p:nvSpPr>
        <p:spPr>
          <a:xfrm>
            <a:off x="11386954" y="281148"/>
            <a:ext cx="528766" cy="138500"/>
          </a:xfrm>
          <a:prstGeom prst="rect">
            <a:avLst/>
          </a:prstGeom>
        </p:spPr>
        <p:txBody>
          <a:bodyPr vert="horz" lIns="0" tIns="0" rIns="0" bIns="0" rtlCol="0" anchor="ctr"/>
          <a:lstStyle>
            <a:lvl1pPr algn="r">
              <a:defRPr sz="900">
                <a:solidFill>
                  <a:schemeClr val="bg1"/>
                </a:solidFill>
                <a:latin typeface="Snowflake Sans Book" panose="020B0505040401040103" pitchFamily="34" charset="0"/>
              </a:defRPr>
            </a:lvl1pPr>
          </a:lstStyle>
          <a:p>
            <a:fld id="{48F63A3B-78C7-47BE-AE5E-E10140E04643}" type="slidenum">
              <a:rPr lang="en-US" smtClean="0"/>
              <a:pPr/>
              <a:t>‹#›</a:t>
            </a:fld>
            <a:endParaRPr lang="en-US"/>
          </a:p>
        </p:txBody>
      </p:sp>
      <p:sp>
        <p:nvSpPr>
          <p:cNvPr id="6" name="TextBox 5"/>
          <p:cNvSpPr txBox="1"/>
          <p:nvPr/>
        </p:nvSpPr>
        <p:spPr>
          <a:xfrm>
            <a:off x="265176" y="1783080"/>
            <a:ext cx="731520" cy="548640"/>
          </a:xfrm>
          <a:prstGeom prst="rect">
            <a:avLst/>
          </a:prstGeom>
          <a:noFill/>
        </p:spPr>
        <p:txBody>
          <a:bodyPr wrap="square" lIns="0" rIns="0" tIns="0" bIns="0" anchor="t"/>
          <a:lstStyle/>
          <a:p>
            <a:pPr algn="l">
              <a:spcAft>
                <a:spcPts val="0"/>
              </a:spcAft>
            </a:pPr>
            <a:r>
              <a:rPr sz="2800" b="0" i="0">
                <a:solidFill>
                  <a:srgbClr val="D3A34A"/>
                </a:solidFill>
                <a:latin typeface="+mj-lt"/>
              </a:rPr>
              <a:t>01</a:t>
            </a:r>
          </a:p>
        </p:txBody>
      </p:sp>
      <p:sp>
        <p:nvSpPr>
          <p:cNvPr id="7" name="TextBox 6"/>
          <p:cNvSpPr txBox="1"/>
          <p:nvPr/>
        </p:nvSpPr>
        <p:spPr>
          <a:xfrm>
            <a:off x="1133856" y="1801368"/>
            <a:ext cx="4736592" cy="365760"/>
          </a:xfrm>
          <a:prstGeom prst="rect">
            <a:avLst/>
          </a:prstGeom>
          <a:noFill/>
        </p:spPr>
        <p:txBody>
          <a:bodyPr wrap="square" lIns="0" rIns="0" tIns="0" bIns="0" anchor="t"/>
          <a:lstStyle/>
          <a:p>
            <a:pPr algn="l">
              <a:spcAft>
                <a:spcPts val="0"/>
              </a:spcAft>
            </a:pPr>
            <a:r>
              <a:rPr sz="2000" b="0" i="0">
                <a:solidFill>
                  <a:srgbClr val="F5F5F5"/>
                </a:solidFill>
                <a:latin typeface="+mj-lt"/>
              </a:rPr>
              <a:t>Approve the structure</a:t>
            </a:r>
          </a:p>
        </p:txBody>
      </p:sp>
      <p:sp>
        <p:nvSpPr>
          <p:cNvPr id="8" name="TextBox 7"/>
          <p:cNvSpPr txBox="1"/>
          <p:nvPr/>
        </p:nvSpPr>
        <p:spPr>
          <a:xfrm>
            <a:off x="1133856" y="2221991"/>
            <a:ext cx="4736592" cy="457200"/>
          </a:xfrm>
          <a:prstGeom prst="rect">
            <a:avLst/>
          </a:prstGeom>
          <a:noFill/>
        </p:spPr>
        <p:txBody>
          <a:bodyPr wrap="square" lIns="0" rIns="0" tIns="0" bIns="0" anchor="t"/>
          <a:lstStyle/>
          <a:p>
            <a:pPr algn="l">
              <a:spcAft>
                <a:spcPts val="0"/>
              </a:spcAft>
            </a:pPr>
            <a:r>
              <a:rPr sz="1300" b="0" i="0">
                <a:solidFill>
                  <a:srgbClr val="C2C4B8"/>
                </a:solidFill>
                <a:latin typeface="+mn-lt"/>
              </a:rPr>
              <a:t>Impact, People and Future, with 10 min for leadership updates</a:t>
            </a:r>
          </a:p>
        </p:txBody>
      </p:sp>
      <p:cxnSp>
        <p:nvCxnSpPr>
          <p:cNvPr id="9" name="Connector 8"/>
          <p:cNvCxnSpPr/>
          <p:nvPr/>
        </p:nvCxnSpPr>
        <p:spPr>
          <a:xfrm>
            <a:off x="265176" y="2834640"/>
            <a:ext cx="5605272"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65176" y="2971800"/>
            <a:ext cx="731520" cy="548640"/>
          </a:xfrm>
          <a:prstGeom prst="rect">
            <a:avLst/>
          </a:prstGeom>
          <a:noFill/>
        </p:spPr>
        <p:txBody>
          <a:bodyPr wrap="square" lIns="0" rIns="0" tIns="0" bIns="0" anchor="t"/>
          <a:lstStyle/>
          <a:p>
            <a:pPr algn="l">
              <a:spcAft>
                <a:spcPts val="0"/>
              </a:spcAft>
            </a:pPr>
            <a:r>
              <a:rPr sz="2800" b="0" i="0">
                <a:solidFill>
                  <a:srgbClr val="D3A34A"/>
                </a:solidFill>
                <a:latin typeface="+mj-lt"/>
              </a:rPr>
              <a:t>02</a:t>
            </a:r>
          </a:p>
        </p:txBody>
      </p:sp>
      <p:sp>
        <p:nvSpPr>
          <p:cNvPr id="11" name="TextBox 10"/>
          <p:cNvSpPr txBox="1"/>
          <p:nvPr/>
        </p:nvSpPr>
        <p:spPr>
          <a:xfrm>
            <a:off x="1133856" y="2990088"/>
            <a:ext cx="4736592" cy="365760"/>
          </a:xfrm>
          <a:prstGeom prst="rect">
            <a:avLst/>
          </a:prstGeom>
          <a:noFill/>
        </p:spPr>
        <p:txBody>
          <a:bodyPr wrap="square" lIns="0" rIns="0" tIns="0" bIns="0" anchor="t"/>
          <a:lstStyle/>
          <a:p>
            <a:pPr algn="l">
              <a:spcAft>
                <a:spcPts val="0"/>
              </a:spcAft>
            </a:pPr>
            <a:r>
              <a:rPr sz="2000" b="0" i="0">
                <a:solidFill>
                  <a:srgbClr val="F5F5F5"/>
                </a:solidFill>
                <a:latin typeface="+mj-lt"/>
              </a:rPr>
              <a:t>Confirm date and duration</a:t>
            </a:r>
          </a:p>
        </p:txBody>
      </p:sp>
      <p:sp>
        <p:nvSpPr>
          <p:cNvPr id="12" name="TextBox 11"/>
          <p:cNvSpPr txBox="1"/>
          <p:nvPr/>
        </p:nvSpPr>
        <p:spPr>
          <a:xfrm>
            <a:off x="1133856" y="3410712"/>
            <a:ext cx="4736592" cy="457200"/>
          </a:xfrm>
          <a:prstGeom prst="rect">
            <a:avLst/>
          </a:prstGeom>
          <a:noFill/>
        </p:spPr>
        <p:txBody>
          <a:bodyPr wrap="square" lIns="0" rIns="0" tIns="0" bIns="0" anchor="t"/>
          <a:lstStyle/>
          <a:p>
            <a:pPr algn="l">
              <a:spcAft>
                <a:spcPts val="0"/>
              </a:spcAft>
            </a:pPr>
            <a:r>
              <a:rPr sz="1300" b="0" i="0">
                <a:solidFill>
                  <a:srgbClr val="C2C4B8"/>
                </a:solidFill>
                <a:latin typeface="+mn-lt"/>
              </a:rPr>
              <a:t>Nov 23 or 24 (fallback: first week of Dec); 60 or ~70 minutes</a:t>
            </a:r>
          </a:p>
        </p:txBody>
      </p:sp>
      <p:cxnSp>
        <p:nvCxnSpPr>
          <p:cNvPr id="13" name="Connector 12"/>
          <p:cNvCxnSpPr/>
          <p:nvPr/>
        </p:nvCxnSpPr>
        <p:spPr>
          <a:xfrm>
            <a:off x="265176" y="4023359"/>
            <a:ext cx="5605272"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65176" y="4160520"/>
            <a:ext cx="731520" cy="548640"/>
          </a:xfrm>
          <a:prstGeom prst="rect">
            <a:avLst/>
          </a:prstGeom>
          <a:noFill/>
        </p:spPr>
        <p:txBody>
          <a:bodyPr wrap="square" lIns="0" rIns="0" tIns="0" bIns="0" anchor="t"/>
          <a:lstStyle/>
          <a:p>
            <a:pPr algn="l">
              <a:spcAft>
                <a:spcPts val="0"/>
              </a:spcAft>
            </a:pPr>
            <a:r>
              <a:rPr sz="2800" b="0" i="0">
                <a:solidFill>
                  <a:srgbClr val="D3A34A"/>
                </a:solidFill>
                <a:latin typeface="+mj-lt"/>
              </a:rPr>
              <a:t>03</a:t>
            </a:r>
          </a:p>
        </p:txBody>
      </p:sp>
      <p:sp>
        <p:nvSpPr>
          <p:cNvPr id="15" name="TextBox 14"/>
          <p:cNvSpPr txBox="1"/>
          <p:nvPr/>
        </p:nvSpPr>
        <p:spPr>
          <a:xfrm>
            <a:off x="1133856" y="4178807"/>
            <a:ext cx="4736592" cy="365760"/>
          </a:xfrm>
          <a:prstGeom prst="rect">
            <a:avLst/>
          </a:prstGeom>
          <a:noFill/>
        </p:spPr>
        <p:txBody>
          <a:bodyPr wrap="square" lIns="0" rIns="0" tIns="0" bIns="0" anchor="t"/>
          <a:lstStyle/>
          <a:p>
            <a:pPr algn="l">
              <a:spcAft>
                <a:spcPts val="0"/>
              </a:spcAft>
            </a:pPr>
            <a:r>
              <a:rPr sz="2000" b="0" i="0">
                <a:solidFill>
                  <a:srgbClr val="F5F5F5"/>
                </a:solidFill>
                <a:latin typeface="+mj-lt"/>
              </a:rPr>
              <a:t>Confirm the planning lead</a:t>
            </a:r>
          </a:p>
        </p:txBody>
      </p:sp>
      <p:sp>
        <p:nvSpPr>
          <p:cNvPr id="16" name="TextBox 15"/>
          <p:cNvSpPr txBox="1"/>
          <p:nvPr/>
        </p:nvSpPr>
        <p:spPr>
          <a:xfrm>
            <a:off x="1133856" y="4599431"/>
            <a:ext cx="4736592" cy="457200"/>
          </a:xfrm>
          <a:prstGeom prst="rect">
            <a:avLst/>
          </a:prstGeom>
          <a:noFill/>
        </p:spPr>
        <p:txBody>
          <a:bodyPr wrap="square" lIns="0" rIns="0" tIns="0" bIns="0" anchor="t"/>
          <a:lstStyle/>
          <a:p>
            <a:pPr algn="l">
              <a:spcAft>
                <a:spcPts val="0"/>
              </a:spcAft>
            </a:pPr>
            <a:r>
              <a:rPr sz="1300" b="0" i="0">
                <a:solidFill>
                  <a:srgbClr val="C2C4B8"/>
                </a:solidFill>
                <a:latin typeface="+mn-lt"/>
              </a:rPr>
              <a:t>Travis, plus a small supporting team</a:t>
            </a:r>
          </a:p>
        </p:txBody>
      </p:sp>
      <p:cxnSp>
        <p:nvCxnSpPr>
          <p:cNvPr id="17" name="Connector 16"/>
          <p:cNvCxnSpPr/>
          <p:nvPr/>
        </p:nvCxnSpPr>
        <p:spPr>
          <a:xfrm>
            <a:off x="265176" y="5212079"/>
            <a:ext cx="5605272"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27648" y="1783080"/>
            <a:ext cx="731520" cy="548640"/>
          </a:xfrm>
          <a:prstGeom prst="rect">
            <a:avLst/>
          </a:prstGeom>
          <a:noFill/>
        </p:spPr>
        <p:txBody>
          <a:bodyPr wrap="square" lIns="0" rIns="0" tIns="0" bIns="0" anchor="t"/>
          <a:lstStyle/>
          <a:p>
            <a:pPr algn="l">
              <a:spcAft>
                <a:spcPts val="0"/>
              </a:spcAft>
            </a:pPr>
            <a:r>
              <a:rPr sz="2800" b="0" i="0">
                <a:solidFill>
                  <a:srgbClr val="D3A34A"/>
                </a:solidFill>
                <a:latin typeface="+mj-lt"/>
              </a:rPr>
              <a:t>04</a:t>
            </a:r>
          </a:p>
        </p:txBody>
      </p:sp>
      <p:sp>
        <p:nvSpPr>
          <p:cNvPr id="19" name="TextBox 18"/>
          <p:cNvSpPr txBox="1"/>
          <p:nvPr/>
        </p:nvSpPr>
        <p:spPr>
          <a:xfrm>
            <a:off x="7196328" y="1801368"/>
            <a:ext cx="4736592" cy="365760"/>
          </a:xfrm>
          <a:prstGeom prst="rect">
            <a:avLst/>
          </a:prstGeom>
          <a:noFill/>
        </p:spPr>
        <p:txBody>
          <a:bodyPr wrap="square" lIns="0" rIns="0" tIns="0" bIns="0" anchor="t"/>
          <a:lstStyle/>
          <a:p>
            <a:pPr algn="l">
              <a:spcAft>
                <a:spcPts val="0"/>
              </a:spcAft>
            </a:pPr>
            <a:r>
              <a:rPr sz="2000" b="0" i="0">
                <a:solidFill>
                  <a:srgbClr val="F5F5F5"/>
                </a:solidFill>
                <a:latin typeface="+mj-lt"/>
              </a:rPr>
              <a:t>Identify an AQ host</a:t>
            </a:r>
          </a:p>
        </p:txBody>
      </p:sp>
      <p:sp>
        <p:nvSpPr>
          <p:cNvPr id="20" name="TextBox 19"/>
          <p:cNvSpPr txBox="1"/>
          <p:nvPr/>
        </p:nvSpPr>
        <p:spPr>
          <a:xfrm>
            <a:off x="7196328" y="2221991"/>
            <a:ext cx="4736592" cy="457200"/>
          </a:xfrm>
          <a:prstGeom prst="rect">
            <a:avLst/>
          </a:prstGeom>
          <a:noFill/>
        </p:spPr>
        <p:txBody>
          <a:bodyPr wrap="square" lIns="0" rIns="0" tIns="0" bIns="0" anchor="t"/>
          <a:lstStyle/>
          <a:p>
            <a:pPr algn="l">
              <a:spcAft>
                <a:spcPts val="0"/>
              </a:spcAft>
            </a:pPr>
            <a:r>
              <a:rPr sz="1300" b="0" i="0">
                <a:solidFill>
                  <a:srgbClr val="C2C4B8"/>
                </a:solidFill>
                <a:latin typeface="+mn-lt"/>
              </a:rPr>
              <a:t>And initial contributors for the impact and future segments</a:t>
            </a:r>
          </a:p>
        </p:txBody>
      </p:sp>
      <p:cxnSp>
        <p:nvCxnSpPr>
          <p:cNvPr id="21" name="Connector 20"/>
          <p:cNvCxnSpPr/>
          <p:nvPr/>
        </p:nvCxnSpPr>
        <p:spPr>
          <a:xfrm>
            <a:off x="6327648" y="2834640"/>
            <a:ext cx="5605272"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27648" y="2971800"/>
            <a:ext cx="731520" cy="548640"/>
          </a:xfrm>
          <a:prstGeom prst="rect">
            <a:avLst/>
          </a:prstGeom>
          <a:noFill/>
        </p:spPr>
        <p:txBody>
          <a:bodyPr wrap="square" lIns="0" rIns="0" tIns="0" bIns="0" anchor="t"/>
          <a:lstStyle/>
          <a:p>
            <a:pPr algn="l">
              <a:spcAft>
                <a:spcPts val="0"/>
              </a:spcAft>
            </a:pPr>
            <a:r>
              <a:rPr sz="2800" b="0" i="0">
                <a:solidFill>
                  <a:srgbClr val="D3A34A"/>
                </a:solidFill>
                <a:latin typeface="+mj-lt"/>
              </a:rPr>
              <a:t>05</a:t>
            </a:r>
          </a:p>
        </p:txBody>
      </p:sp>
      <p:sp>
        <p:nvSpPr>
          <p:cNvPr id="23" name="TextBox 22"/>
          <p:cNvSpPr txBox="1"/>
          <p:nvPr/>
        </p:nvSpPr>
        <p:spPr>
          <a:xfrm>
            <a:off x="7196328" y="2990088"/>
            <a:ext cx="4736592" cy="365760"/>
          </a:xfrm>
          <a:prstGeom prst="rect">
            <a:avLst/>
          </a:prstGeom>
          <a:noFill/>
        </p:spPr>
        <p:txBody>
          <a:bodyPr wrap="square" lIns="0" rIns="0" tIns="0" bIns="0" anchor="t"/>
          <a:lstStyle/>
          <a:p>
            <a:pPr algn="l">
              <a:spcAft>
                <a:spcPts val="0"/>
              </a:spcAft>
            </a:pPr>
            <a:r>
              <a:rPr sz="2000" b="0" i="0">
                <a:solidFill>
                  <a:srgbClr val="F5F5F5"/>
                </a:solidFill>
                <a:latin typeface="+mj-lt"/>
              </a:rPr>
              <a:t>Agree the collection approach</a:t>
            </a:r>
          </a:p>
        </p:txBody>
      </p:sp>
      <p:sp>
        <p:nvSpPr>
          <p:cNvPr id="24" name="TextBox 23"/>
          <p:cNvSpPr txBox="1"/>
          <p:nvPr/>
        </p:nvSpPr>
        <p:spPr>
          <a:xfrm>
            <a:off x="7196328" y="3410712"/>
            <a:ext cx="4736592" cy="457200"/>
          </a:xfrm>
          <a:prstGeom prst="rect">
            <a:avLst/>
          </a:prstGeom>
          <a:noFill/>
        </p:spPr>
        <p:txBody>
          <a:bodyPr wrap="square" lIns="0" rIns="0" tIns="0" bIns="0" anchor="t"/>
          <a:lstStyle/>
          <a:p>
            <a:pPr algn="l">
              <a:spcAft>
                <a:spcPts val="0"/>
              </a:spcAft>
            </a:pPr>
            <a:r>
              <a:rPr sz="1300" b="0" i="0">
                <a:solidFill>
                  <a:srgbClr val="C2C4B8"/>
                </a:solidFill>
                <a:latin typeface="+mn-lt"/>
              </a:rPr>
              <a:t>Impact data, metric validation and recognition nominations</a:t>
            </a:r>
          </a:p>
        </p:txBody>
      </p:sp>
      <p:cxnSp>
        <p:nvCxnSpPr>
          <p:cNvPr id="25" name="Connector 24"/>
          <p:cNvCxnSpPr/>
          <p:nvPr/>
        </p:nvCxnSpPr>
        <p:spPr>
          <a:xfrm>
            <a:off x="6327648" y="4023359"/>
            <a:ext cx="5605272"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27648" y="4160520"/>
            <a:ext cx="731520" cy="548640"/>
          </a:xfrm>
          <a:prstGeom prst="rect">
            <a:avLst/>
          </a:prstGeom>
          <a:noFill/>
        </p:spPr>
        <p:txBody>
          <a:bodyPr wrap="square" lIns="0" rIns="0" tIns="0" bIns="0" anchor="t"/>
          <a:lstStyle/>
          <a:p>
            <a:pPr algn="l">
              <a:spcAft>
                <a:spcPts val="0"/>
              </a:spcAft>
            </a:pPr>
            <a:r>
              <a:rPr sz="2800" b="0" i="0">
                <a:solidFill>
                  <a:srgbClr val="D3A34A"/>
                </a:solidFill>
                <a:latin typeface="+mj-lt"/>
              </a:rPr>
              <a:t>06</a:t>
            </a:r>
          </a:p>
        </p:txBody>
      </p:sp>
      <p:sp>
        <p:nvSpPr>
          <p:cNvPr id="27" name="TextBox 26"/>
          <p:cNvSpPr txBox="1"/>
          <p:nvPr/>
        </p:nvSpPr>
        <p:spPr>
          <a:xfrm>
            <a:off x="7196328" y="4178807"/>
            <a:ext cx="4736592" cy="365760"/>
          </a:xfrm>
          <a:prstGeom prst="rect">
            <a:avLst/>
          </a:prstGeom>
          <a:noFill/>
        </p:spPr>
        <p:txBody>
          <a:bodyPr wrap="square" lIns="0" rIns="0" tIns="0" bIns="0" anchor="t"/>
          <a:lstStyle/>
          <a:p>
            <a:pPr algn="l">
              <a:spcAft>
                <a:spcPts val="0"/>
              </a:spcAft>
            </a:pPr>
            <a:r>
              <a:rPr sz="2000" b="0" i="0">
                <a:solidFill>
                  <a:srgbClr val="F5F5F5"/>
                </a:solidFill>
                <a:latin typeface="+mj-lt"/>
              </a:rPr>
              <a:t>Authorize a Future Lab group</a:t>
            </a:r>
          </a:p>
        </p:txBody>
      </p:sp>
      <p:sp>
        <p:nvSpPr>
          <p:cNvPr id="28" name="TextBox 27"/>
          <p:cNvSpPr txBox="1"/>
          <p:nvPr/>
        </p:nvSpPr>
        <p:spPr>
          <a:xfrm>
            <a:off x="7196328" y="4599431"/>
            <a:ext cx="4736592" cy="457200"/>
          </a:xfrm>
          <a:prstGeom prst="rect">
            <a:avLst/>
          </a:prstGeom>
          <a:noFill/>
        </p:spPr>
        <p:txBody>
          <a:bodyPr wrap="square" lIns="0" rIns="0" tIns="0" bIns="0" anchor="t"/>
          <a:lstStyle/>
          <a:p>
            <a:pPr algn="l">
              <a:spcAft>
                <a:spcPts val="0"/>
              </a:spcAft>
            </a:pPr>
            <a:r>
              <a:rPr sz="1300" b="0" i="0">
                <a:solidFill>
                  <a:srgbClr val="C2C4B8"/>
                </a:solidFill>
                <a:latin typeface="+mn-lt"/>
              </a:rPr>
              <a:t>A small cross-practice group refines the future themes and format</a:t>
            </a:r>
          </a:p>
        </p:txBody>
      </p:sp>
      <p:cxnSp>
        <p:nvCxnSpPr>
          <p:cNvPr id="29" name="Connector 28"/>
          <p:cNvCxnSpPr/>
          <p:nvPr/>
        </p:nvCxnSpPr>
        <p:spPr>
          <a:xfrm>
            <a:off x="6327648" y="5212079"/>
            <a:ext cx="5605272" cy="0"/>
          </a:xfrm>
          <a:prstGeom prst="line">
            <a:avLst/>
          </a:prstGeom>
          <a:ln w="9525">
            <a:solidFill>
              <a:srgbClr val="53544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65176" y="5577840"/>
            <a:ext cx="11667744" cy="731520"/>
          </a:xfrm>
          <a:prstGeom prst="rect">
            <a:avLst/>
          </a:prstGeom>
          <a:noFill/>
        </p:spPr>
        <p:txBody>
          <a:bodyPr wrap="square" lIns="0" rIns="0" tIns="0" bIns="0" anchor="t"/>
          <a:lstStyle/>
          <a:p>
            <a:pPr algn="l">
              <a:spcAft>
                <a:spcPts val="0"/>
              </a:spcAft>
            </a:pPr>
            <a:r>
              <a:rPr sz="1400" b="0" i="0">
                <a:solidFill>
                  <a:srgbClr val="F9D28C"/>
                </a:solidFill>
                <a:latin typeface="+mj-lt"/>
              </a:rPr>
              <a:t>Next:  </a:t>
            </a:r>
            <a:r>
              <a:rPr sz="1400" b="0" i="0">
                <a:solidFill>
                  <a:srgbClr val="F5F5F5"/>
                </a:solidFill>
                <a:latin typeface="+mn-lt"/>
              </a:rPr>
              <a:t>planning kickoff Oct 26–30, then content collection Nov 2–6. Full list of open questions in the appendix.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265176" y="914400"/>
            <a:ext cx="10789920" cy="3291840"/>
          </a:xfrm>
        </p:spPr>
        <p:txBody>
          <a:bodyPr/>
          <a:lstStyle/>
          <a:p>
            <a:r>
              <a:rPr sz="4800"/>
              <a:t>Finish the year with appreciation for what we've accomplished, pride in how we've grown, and genuine curiosity about what we could become.</a:t>
            </a:r>
          </a:p>
        </p:txBody>
      </p:sp>
      <p:sp>
        <p:nvSpPr>
          <p:cNvPr id="7" name="Slide Number Placeholder 5">
            <a:extLst>
              <a:ext uri="{FF2B5EF4-FFF2-40B4-BE49-F238E27FC236}">
                <a16:creationId xmlns:a16="http://schemas.microsoft.com/office/drawing/2014/main" id="{0C3D7316-8E25-68B6-0947-54F6FF11CB15}"/>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
        <p:nvSpPr>
          <p:cNvPr id="8" name="TextBox 7"/>
          <p:cNvSpPr txBox="1"/>
          <p:nvPr/>
        </p:nvSpPr>
        <p:spPr>
          <a:xfrm>
            <a:off x="265176" y="4846320"/>
            <a:ext cx="10058400" cy="457200"/>
          </a:xfrm>
          <a:prstGeom prst="rect">
            <a:avLst/>
          </a:prstGeom>
          <a:noFill/>
        </p:spPr>
        <p:txBody>
          <a:bodyPr wrap="square" lIns="0" rIns="0" tIns="0" bIns="0" anchor="t"/>
          <a:lstStyle/>
          <a:p>
            <a:pPr algn="l">
              <a:spcAft>
                <a:spcPts val="0"/>
              </a:spcAft>
            </a:pPr>
            <a:r>
              <a:rPr sz="2000" b="0" i="0">
                <a:solidFill>
                  <a:srgbClr val="C2C4B8"/>
                </a:solidFill>
                <a:latin typeface="+mn-lt"/>
              </a:rPr>
              <a:t>Recognize our impact.  Appreciate our people.  </a:t>
            </a:r>
            <a:r>
              <a:rPr sz="2000" b="0" i="0">
                <a:solidFill>
                  <a:srgbClr val="D3A34A"/>
                </a:solidFill>
                <a:latin typeface="+mn-lt"/>
              </a:rPr>
              <a:t>Imagine our future.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a:t>
            </a:r>
          </a:p>
        </p:txBody>
      </p:sp>
      <p:sp>
        <p:nvSpPr>
          <p:cNvPr id="6" name="Slide Number Placeholder 5">
            <a:extLst>
              <a:ext uri="{FF2B5EF4-FFF2-40B4-BE49-F238E27FC236}">
                <a16:creationId xmlns:a16="http://schemas.microsoft.com/office/drawing/2014/main" id="{9D936BB3-1D9F-D456-2E74-C87B2E1367CA}"/>
              </a:ext>
            </a:extLst>
          </p:cNvPr>
          <p:cNvSpPr>
            <a:spLocks noGrp="1"/>
          </p:cNvSpPr>
          <p:nvPr>
            <p:ph type="sldNum" sz="quarter" idx="10"/>
          </p:nvPr>
        </p:nvSpPr>
        <p:spPr>
          <a:xfrm>
            <a:off x="11471675" y="281148"/>
            <a:ext cx="457708" cy="138500"/>
          </a:xfrm>
          <a:prstGeom prst="rect">
            <a:avLst/>
          </a:prstGeom>
        </p:spPr>
        <p:txBody>
          <a:bodyPr/>
          <a:lstStyle>
            <a:lvl1pPr>
              <a:defRPr>
                <a:solidFill>
                  <a:schemeClr val="bg1"/>
                </a:solidFill>
              </a:defRPr>
            </a:lvl1pPr>
          </a:lstStyle>
          <a:p>
            <a:fld id="{48F63A3B-78C7-47BE-AE5E-E10140E04643}" type="slidenum">
              <a:rPr lang="en-US" smtClean="0"/>
              <a:pPr/>
              <a:t>‹#›</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Appendix: objectives, content targets and measures of success</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3675888" cy="320040"/>
          </a:xfrm>
          <a:prstGeom prst="rect">
            <a:avLst/>
          </a:prstGeom>
          <a:noFill/>
        </p:spPr>
        <p:txBody>
          <a:bodyPr wrap="square" lIns="0" rIns="0" tIns="0" bIns="0" anchor="t"/>
          <a:lstStyle/>
          <a:p>
            <a:pPr algn="l">
              <a:spcAft>
                <a:spcPts val="0"/>
              </a:spcAft>
            </a:pPr>
            <a:r>
              <a:rPr sz="1600" b="0" i="0">
                <a:solidFill>
                  <a:srgbClr val="191919"/>
                </a:solidFill>
                <a:latin typeface="+mj-lt"/>
              </a:rPr>
              <a:t>Meeting objectives</a:t>
            </a:r>
          </a:p>
        </p:txBody>
      </p:sp>
      <p:cxnSp>
        <p:nvCxnSpPr>
          <p:cNvPr id="7" name="Connector 6"/>
          <p:cNvCxnSpPr/>
          <p:nvPr/>
        </p:nvCxnSpPr>
        <p:spPr>
          <a:xfrm>
            <a:off x="265176" y="2221991"/>
            <a:ext cx="3675888"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65176" y="2377440"/>
            <a:ext cx="3675888" cy="3657600"/>
          </a:xfrm>
          <a:prstGeom prst="rect">
            <a:avLst/>
          </a:prstGeom>
          <a:noFill/>
        </p:spPr>
        <p:txBody>
          <a:bodyPr wrap="square" lIns="0" rIns="0" tIns="0" bIns="0" anchor="t"/>
          <a:lstStyle/>
          <a:p>
            <a:pPr algn="l" marL="274320" indent="-274320">
              <a:lnSpc>
                <a:spcPct val="105000"/>
              </a:lnSpc>
              <a:spcAft>
                <a:spcPts val="600"/>
              </a:spcAft>
              <a:buFont typeface="+mn-lt"/>
              <a:buChar char="□"/>
            </a:pPr>
            <a:r>
              <a:rPr sz="1300" b="0" i="0">
                <a:solidFill>
                  <a:srgbClr val="191919"/>
                </a:solidFill>
                <a:latin typeface="+mn-lt"/>
              </a:rPr>
              <a:t>Make our impact visible, with credible measures and examples</a:t>
            </a:r>
          </a:p>
          <a:p>
            <a:pPr algn="l" marL="274320" indent="-274320">
              <a:lnSpc>
                <a:spcPct val="105000"/>
              </a:lnSpc>
              <a:spcAft>
                <a:spcPts val="600"/>
              </a:spcAft>
              <a:buFont typeface="+mn-lt"/>
              <a:buChar char="□"/>
            </a:pPr>
            <a:r>
              <a:rPr sz="1300" b="0" i="0">
                <a:solidFill>
                  <a:srgbClr val="191919"/>
                </a:solidFill>
                <a:latin typeface="+mn-lt"/>
              </a:rPr>
              <a:t>Recognize meaningful contributions genuinely and inclusively</a:t>
            </a:r>
          </a:p>
          <a:p>
            <a:pPr algn="l" marL="274320" indent="-274320">
              <a:lnSpc>
                <a:spcPct val="105000"/>
              </a:lnSpc>
              <a:spcAft>
                <a:spcPts val="600"/>
              </a:spcAft>
              <a:buFont typeface="+mn-lt"/>
              <a:buChar char="□"/>
            </a:pPr>
            <a:r>
              <a:rPr sz="1300" b="0" i="0">
                <a:solidFill>
                  <a:srgbClr val="191919"/>
                </a:solidFill>
                <a:latin typeface="+mn-lt"/>
              </a:rPr>
              <a:t>Connect work across pods, clients and disciplines into one practice story</a:t>
            </a:r>
          </a:p>
          <a:p>
            <a:pPr algn="l" marL="274320" indent="-274320">
              <a:lnSpc>
                <a:spcPct val="105000"/>
              </a:lnSpc>
              <a:spcAft>
                <a:spcPts val="600"/>
              </a:spcAft>
              <a:buFont typeface="+mn-lt"/>
              <a:buChar char="□"/>
            </a:pPr>
            <a:r>
              <a:rPr sz="1300" b="0" i="0">
                <a:solidFill>
                  <a:srgbClr val="191919"/>
                </a:solidFill>
                <a:latin typeface="+mn-lt"/>
              </a:rPr>
              <a:t>Inspire forward-looking thinking that challenges assumptions</a:t>
            </a:r>
          </a:p>
          <a:p>
            <a:pPr algn="l" marL="274320" indent="-274320">
              <a:lnSpc>
                <a:spcPct val="105000"/>
              </a:lnSpc>
              <a:spcAft>
                <a:spcPts val="600"/>
              </a:spcAft>
              <a:buFont typeface="+mn-lt"/>
              <a:buChar char="□"/>
            </a:pPr>
            <a:r>
              <a:rPr sz="1300" b="0" i="0">
                <a:solidFill>
                  <a:srgbClr val="191919"/>
                </a:solidFill>
                <a:latin typeface="+mn-lt"/>
              </a:rPr>
              <a:t>Generate a few ideas worth exploring in 2027</a:t>
            </a:r>
          </a:p>
        </p:txBody>
      </p:sp>
      <p:sp>
        <p:nvSpPr>
          <p:cNvPr id="9" name="TextBox 8"/>
          <p:cNvSpPr txBox="1"/>
          <p:nvPr/>
        </p:nvSpPr>
        <p:spPr>
          <a:xfrm>
            <a:off x="265176" y="5943600"/>
            <a:ext cx="3675888" cy="457200"/>
          </a:xfrm>
          <a:prstGeom prst="rect">
            <a:avLst/>
          </a:prstGeom>
          <a:noFill/>
        </p:spPr>
        <p:txBody>
          <a:bodyPr wrap="square" lIns="0" rIns="0" tIns="0" bIns="0" anchor="t"/>
          <a:lstStyle/>
          <a:p>
            <a:pPr algn="l">
              <a:spcAft>
                <a:spcPts val="0"/>
              </a:spcAft>
            </a:pPr>
            <a:r>
              <a:rPr sz="1200" b="0" i="0">
                <a:solidFill>
                  <a:srgbClr val="53544A"/>
                </a:solidFill>
                <a:latin typeface="+mn-lt"/>
              </a:rPr>
              <a:t>Not a formal 2027 strategy or new delivery commitments.</a:t>
            </a:r>
          </a:p>
        </p:txBody>
      </p:sp>
      <p:sp>
        <p:nvSpPr>
          <p:cNvPr id="10" name="TextBox 9"/>
          <p:cNvSpPr txBox="1"/>
          <p:nvPr/>
        </p:nvSpPr>
        <p:spPr>
          <a:xfrm>
            <a:off x="4261104" y="1783080"/>
            <a:ext cx="3675888" cy="320040"/>
          </a:xfrm>
          <a:prstGeom prst="rect">
            <a:avLst/>
          </a:prstGeom>
          <a:noFill/>
        </p:spPr>
        <p:txBody>
          <a:bodyPr wrap="square" lIns="0" rIns="0" tIns="0" bIns="0" anchor="t"/>
          <a:lstStyle/>
          <a:p>
            <a:pPr algn="l">
              <a:spcAft>
                <a:spcPts val="0"/>
              </a:spcAft>
            </a:pPr>
            <a:r>
              <a:rPr sz="1600" b="0" i="0">
                <a:solidFill>
                  <a:srgbClr val="191919"/>
                </a:solidFill>
                <a:latin typeface="+mj-lt"/>
              </a:rPr>
              <a:t>Working content target</a:t>
            </a:r>
          </a:p>
        </p:txBody>
      </p:sp>
      <p:cxnSp>
        <p:nvCxnSpPr>
          <p:cNvPr id="11" name="Connector 10"/>
          <p:cNvCxnSpPr/>
          <p:nvPr/>
        </p:nvCxnSpPr>
        <p:spPr>
          <a:xfrm>
            <a:off x="4261104" y="2221991"/>
            <a:ext cx="3675888"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61104" y="2377440"/>
            <a:ext cx="3675888" cy="3657600"/>
          </a:xfrm>
          <a:prstGeom prst="rect">
            <a:avLst/>
          </a:prstGeom>
          <a:noFill/>
        </p:spPr>
        <p:txBody>
          <a:bodyPr wrap="square" lIns="0" rIns="0" tIns="0" bIns="0" anchor="t"/>
          <a:lstStyle/>
          <a:p>
            <a:pPr algn="l" marL="274320" indent="-274320">
              <a:lnSpc>
                <a:spcPct val="105000"/>
              </a:lnSpc>
              <a:spcAft>
                <a:spcPts val="600"/>
              </a:spcAft>
              <a:buFont typeface="+mn-lt"/>
              <a:buChar char="□"/>
            </a:pPr>
            <a:r>
              <a:rPr sz="1300" b="0" i="0">
                <a:solidFill>
                  <a:srgbClr val="191919"/>
                </a:solidFill>
                <a:latin typeface="+mn-lt"/>
              </a:rPr>
              <a:t>Three featured impact stories</a:t>
            </a:r>
          </a:p>
          <a:p>
            <a:pPr algn="l" marL="274320" indent="-274320">
              <a:lnSpc>
                <a:spcPct val="105000"/>
              </a:lnSpc>
              <a:spcAft>
                <a:spcPts val="600"/>
              </a:spcAft>
              <a:buFont typeface="+mn-lt"/>
              <a:buChar char="□"/>
            </a:pPr>
            <a:r>
              <a:rPr sz="1300" b="0" i="0">
                <a:solidFill>
                  <a:srgbClr val="191919"/>
                </a:solidFill>
                <a:latin typeface="+mn-lt"/>
              </a:rPr>
              <a:t>Six to eight additional accomplishment highlights</a:t>
            </a:r>
          </a:p>
          <a:p>
            <a:pPr algn="l" marL="274320" indent="-274320">
              <a:lnSpc>
                <a:spcPct val="105000"/>
              </a:lnSpc>
              <a:spcAft>
                <a:spcPts val="600"/>
              </a:spcAft>
              <a:buFont typeface="+mn-lt"/>
              <a:buChar char="□"/>
            </a:pPr>
            <a:r>
              <a:rPr sz="1300" b="0" i="0">
                <a:solidFill>
                  <a:srgbClr val="191919"/>
                </a:solidFill>
                <a:latin typeface="+mn-lt"/>
              </a:rPr>
              <a:t>A representative group of contributor shout-outs</a:t>
            </a:r>
          </a:p>
          <a:p>
            <a:pPr algn="l" marL="274320" indent="-274320">
              <a:lnSpc>
                <a:spcPct val="105000"/>
              </a:lnSpc>
              <a:spcAft>
                <a:spcPts val="600"/>
              </a:spcAft>
              <a:buFont typeface="+mn-lt"/>
              <a:buChar char="□"/>
            </a:pPr>
            <a:r>
              <a:rPr sz="1300" b="0" i="0">
                <a:solidFill>
                  <a:srgbClr val="191919"/>
                </a:solidFill>
                <a:latin typeface="+mn-lt"/>
              </a:rPr>
              <a:t>Three Future 100-inspired provocations</a:t>
            </a:r>
          </a:p>
          <a:p>
            <a:pPr algn="l" marL="274320" indent="-274320">
              <a:lnSpc>
                <a:spcPct val="105000"/>
              </a:lnSpc>
              <a:spcAft>
                <a:spcPts val="600"/>
              </a:spcAft>
              <a:buFont typeface="+mn-lt"/>
              <a:buChar char="□"/>
            </a:pPr>
            <a:r>
              <a:rPr sz="1300" b="0" i="0">
                <a:solidFill>
                  <a:srgbClr val="191919"/>
                </a:solidFill>
                <a:latin typeface="+mn-lt"/>
              </a:rPr>
              <a:t>One collaborative popcorn-style conversation</a:t>
            </a:r>
          </a:p>
          <a:p>
            <a:pPr algn="l" marL="274320" indent="-274320">
              <a:lnSpc>
                <a:spcPct val="105000"/>
              </a:lnSpc>
              <a:spcAft>
                <a:spcPts val="600"/>
              </a:spcAft>
              <a:buFont typeface="+mn-lt"/>
              <a:buChar char="□"/>
            </a:pPr>
            <a:r>
              <a:rPr sz="1300" b="0" i="0">
                <a:solidFill>
                  <a:srgbClr val="191919"/>
                </a:solidFill>
                <a:latin typeface="+mn-lt"/>
              </a:rPr>
              <a:t>A brief recap of ideas to carry into 2027</a:t>
            </a:r>
          </a:p>
        </p:txBody>
      </p:sp>
      <p:sp>
        <p:nvSpPr>
          <p:cNvPr id="13" name="TextBox 12"/>
          <p:cNvSpPr txBox="1"/>
          <p:nvPr/>
        </p:nvSpPr>
        <p:spPr>
          <a:xfrm>
            <a:off x="8257031" y="1783080"/>
            <a:ext cx="3675888" cy="320040"/>
          </a:xfrm>
          <a:prstGeom prst="rect">
            <a:avLst/>
          </a:prstGeom>
          <a:noFill/>
        </p:spPr>
        <p:txBody>
          <a:bodyPr wrap="square" lIns="0" rIns="0" tIns="0" bIns="0" anchor="t"/>
          <a:lstStyle/>
          <a:p>
            <a:pPr algn="l">
              <a:spcAft>
                <a:spcPts val="0"/>
              </a:spcAft>
            </a:pPr>
            <a:r>
              <a:rPr sz="1600" b="0" i="0">
                <a:solidFill>
                  <a:srgbClr val="191919"/>
                </a:solidFill>
                <a:latin typeface="+mj-lt"/>
              </a:rPr>
              <a:t>We'll call it a success if it</a:t>
            </a:r>
          </a:p>
        </p:txBody>
      </p:sp>
      <p:cxnSp>
        <p:nvCxnSpPr>
          <p:cNvPr id="14" name="Connector 13"/>
          <p:cNvCxnSpPr/>
          <p:nvPr/>
        </p:nvCxnSpPr>
        <p:spPr>
          <a:xfrm>
            <a:off x="8257031" y="2221991"/>
            <a:ext cx="3675889"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57031" y="2377440"/>
            <a:ext cx="3675888" cy="3657600"/>
          </a:xfrm>
          <a:prstGeom prst="rect">
            <a:avLst/>
          </a:prstGeom>
          <a:noFill/>
        </p:spPr>
        <p:txBody>
          <a:bodyPr wrap="square" lIns="0" rIns="0" tIns="0" bIns="0" anchor="t"/>
          <a:lstStyle/>
          <a:p>
            <a:pPr algn="l" marL="274320" indent="-274320">
              <a:lnSpc>
                <a:spcPct val="105000"/>
              </a:lnSpc>
              <a:spcAft>
                <a:spcPts val="600"/>
              </a:spcAft>
              <a:buFont typeface="+mn-lt"/>
              <a:buChar char="□"/>
            </a:pPr>
            <a:r>
              <a:rPr sz="1300" b="0" i="0">
                <a:solidFill>
                  <a:srgbClr val="191919"/>
                </a:solidFill>
                <a:latin typeface="+mn-lt"/>
              </a:rPr>
              <a:t>Shows a compelling, credible picture of our 2026 impact</a:t>
            </a:r>
          </a:p>
          <a:p>
            <a:pPr algn="l" marL="274320" indent="-274320">
              <a:lnSpc>
                <a:spcPct val="105000"/>
              </a:lnSpc>
              <a:spcAft>
                <a:spcPts val="600"/>
              </a:spcAft>
              <a:buFont typeface="+mn-lt"/>
              <a:buChar char="□"/>
            </a:pPr>
            <a:r>
              <a:rPr sz="1300" b="0" i="0">
                <a:solidFill>
                  <a:srgbClr val="191919"/>
                </a:solidFill>
                <a:latin typeface="+mn-lt"/>
              </a:rPr>
              <a:t>Recognizes meaningful individual and team contributions</a:t>
            </a:r>
          </a:p>
          <a:p>
            <a:pPr algn="l" marL="274320" indent="-274320">
              <a:lnSpc>
                <a:spcPct val="105000"/>
              </a:lnSpc>
              <a:spcAft>
                <a:spcPts val="600"/>
              </a:spcAft>
              <a:buFont typeface="+mn-lt"/>
              <a:buChar char="□"/>
            </a:pPr>
            <a:r>
              <a:rPr sz="1300" b="0" i="0">
                <a:solidFill>
                  <a:srgbClr val="191919"/>
                </a:solidFill>
                <a:latin typeface="+mn-lt"/>
              </a:rPr>
              <a:t>Shows how our capabilities and ways of working evolved</a:t>
            </a:r>
          </a:p>
          <a:p>
            <a:pPr algn="l" marL="274320" indent="-274320">
              <a:lnSpc>
                <a:spcPct val="105000"/>
              </a:lnSpc>
              <a:spcAft>
                <a:spcPts val="600"/>
              </a:spcAft>
              <a:buFont typeface="+mn-lt"/>
              <a:buChar char="□"/>
            </a:pPr>
            <a:r>
              <a:rPr sz="1300" b="0" i="0">
                <a:solidFill>
                  <a:srgbClr val="191919"/>
                </a:solidFill>
                <a:latin typeface="+mn-lt"/>
              </a:rPr>
              <a:t>Shares important context from leadership</a:t>
            </a:r>
          </a:p>
          <a:p>
            <a:pPr algn="l" marL="274320" indent="-274320">
              <a:lnSpc>
                <a:spcPct val="105000"/>
              </a:lnSpc>
              <a:spcAft>
                <a:spcPts val="600"/>
              </a:spcAft>
              <a:buFont typeface="+mn-lt"/>
              <a:buChar char="□"/>
            </a:pPr>
            <a:r>
              <a:rPr sz="1300" b="0" i="0">
                <a:solidFill>
                  <a:srgbClr val="191919"/>
                </a:solidFill>
                <a:latin typeface="+mn-lt"/>
              </a:rPr>
              <a:t>Creates connection across disciplines and pods</a:t>
            </a:r>
          </a:p>
          <a:p>
            <a:pPr algn="l" marL="274320" indent="-274320">
              <a:lnSpc>
                <a:spcPct val="105000"/>
              </a:lnSpc>
              <a:spcAft>
                <a:spcPts val="600"/>
              </a:spcAft>
              <a:buFont typeface="+mn-lt"/>
              <a:buChar char="□"/>
            </a:pPr>
            <a:r>
              <a:rPr sz="1300" b="0" i="0">
                <a:solidFill>
                  <a:srgbClr val="191919"/>
                </a:solidFill>
                <a:latin typeface="+mn-lt"/>
              </a:rPr>
              <a:t>Sparks imaginative discussion and a few ideas to revisit</a:t>
            </a:r>
          </a:p>
          <a:p>
            <a:pPr algn="l" marL="274320" indent="-274320">
              <a:lnSpc>
                <a:spcPct val="105000"/>
              </a:lnSpc>
              <a:spcAft>
                <a:spcPts val="600"/>
              </a:spcAft>
              <a:buFont typeface="+mn-lt"/>
              <a:buChar char="□"/>
            </a:pPr>
            <a:r>
              <a:rPr sz="1300" b="0" i="0">
                <a:solidFill>
                  <a:srgbClr val="191919"/>
                </a:solidFill>
                <a:latin typeface="+mn-lt"/>
              </a:rPr>
              <a:t>Leaves people feeling appreciated and connected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Appendix: open questions for leads</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2711196" cy="320040"/>
          </a:xfrm>
          <a:prstGeom prst="rect">
            <a:avLst/>
          </a:prstGeom>
          <a:noFill/>
        </p:spPr>
        <p:txBody>
          <a:bodyPr wrap="square" lIns="0" rIns="0" tIns="0" bIns="0" anchor="t"/>
          <a:lstStyle/>
          <a:p>
            <a:pPr algn="l">
              <a:spcAft>
                <a:spcPts val="0"/>
              </a:spcAft>
            </a:pPr>
            <a:r>
              <a:rPr sz="1500" b="0" i="0">
                <a:solidFill>
                  <a:srgbClr val="191919"/>
                </a:solidFill>
                <a:latin typeface="+mj-lt"/>
              </a:rPr>
              <a:t>Direction and structure</a:t>
            </a:r>
          </a:p>
        </p:txBody>
      </p:sp>
      <p:cxnSp>
        <p:nvCxnSpPr>
          <p:cNvPr id="7" name="Connector 6"/>
          <p:cNvCxnSpPr/>
          <p:nvPr/>
        </p:nvCxnSpPr>
        <p:spPr>
          <a:xfrm>
            <a:off x="265176" y="2221991"/>
            <a:ext cx="2711196"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65176" y="2377440"/>
            <a:ext cx="2711196" cy="4023360"/>
          </a:xfrm>
          <a:prstGeom prst="rect">
            <a:avLst/>
          </a:prstGeom>
          <a:noFill/>
        </p:spPr>
        <p:txBody>
          <a:bodyPr wrap="square" lIns="0" rIns="0" tIns="0" bIns="0" anchor="t"/>
          <a:lstStyle/>
          <a:p>
            <a:pPr algn="l">
              <a:lnSpc>
                <a:spcPct val="105000"/>
              </a:lnSpc>
              <a:spcAft>
                <a:spcPts val="900"/>
              </a:spcAft>
            </a:pPr>
            <a:r>
              <a:rPr sz="1300" b="0" i="0">
                <a:solidFill>
                  <a:srgbClr val="B37A00"/>
                </a:solidFill>
                <a:latin typeface="+mj-lt"/>
              </a:rPr>
              <a:t>01  </a:t>
            </a:r>
            <a:r>
              <a:rPr sz="1300" b="0" i="0">
                <a:solidFill>
                  <a:srgbClr val="191919"/>
                </a:solidFill>
                <a:latin typeface="+mn-lt"/>
              </a:rPr>
              <a:t>Do we agree with the Impact, People and Future narrative?</a:t>
            </a:r>
          </a:p>
          <a:p>
            <a:pPr algn="l">
              <a:lnSpc>
                <a:spcPct val="105000"/>
              </a:lnSpc>
              <a:spcAft>
                <a:spcPts val="900"/>
              </a:spcAft>
            </a:pPr>
            <a:r>
              <a:rPr sz="1300" b="0" i="0">
                <a:solidFill>
                  <a:srgbClr val="B37A00"/>
                </a:solidFill>
                <a:latin typeface="+mj-lt"/>
              </a:rPr>
              <a:t>02  </a:t>
            </a:r>
            <a:r>
              <a:rPr sz="1300" b="0" i="0">
                <a:solidFill>
                  <a:srgbClr val="191919"/>
                </a:solidFill>
                <a:latin typeface="+mn-lt"/>
              </a:rPr>
              <a:t>Is the balance of updates, reporting, recognition and discussion right?</a:t>
            </a:r>
          </a:p>
          <a:p>
            <a:pPr algn="l">
              <a:lnSpc>
                <a:spcPct val="105000"/>
              </a:lnSpc>
              <a:spcAft>
                <a:spcPts val="900"/>
              </a:spcAft>
            </a:pPr>
            <a:r>
              <a:rPr sz="1300" b="0" i="0">
                <a:solidFill>
                  <a:srgbClr val="B37A00"/>
                </a:solidFill>
                <a:latin typeface="+mj-lt"/>
              </a:rPr>
              <a:t>03  </a:t>
            </a:r>
            <a:r>
              <a:rPr sz="1300" b="0" i="0">
                <a:solidFill>
                  <a:srgbClr val="191919"/>
                </a:solidFill>
                <a:latin typeface="+mn-lt"/>
              </a:rPr>
              <a:t>Keep 60 minutes, or extend for more audience participation?</a:t>
            </a:r>
          </a:p>
          <a:p>
            <a:pPr algn="l">
              <a:lnSpc>
                <a:spcPct val="105000"/>
              </a:lnSpc>
              <a:spcAft>
                <a:spcPts val="900"/>
              </a:spcAft>
            </a:pPr>
            <a:r>
              <a:rPr sz="1300" b="0" i="0">
                <a:solidFill>
                  <a:srgbClr val="B37A00"/>
                </a:solidFill>
                <a:latin typeface="+mj-lt"/>
              </a:rPr>
              <a:t>04  </a:t>
            </a:r>
            <a:r>
              <a:rPr sz="1300" b="0" i="0">
                <a:solidFill>
                  <a:srgbClr val="191919"/>
                </a:solidFill>
                <a:latin typeface="+mn-lt"/>
              </a:rPr>
              <a:t>Can we confirm a target date before Thanksgiving?</a:t>
            </a:r>
          </a:p>
        </p:txBody>
      </p:sp>
      <p:sp>
        <p:nvSpPr>
          <p:cNvPr id="9" name="TextBox 8"/>
          <p:cNvSpPr txBox="1"/>
          <p:nvPr/>
        </p:nvSpPr>
        <p:spPr>
          <a:xfrm>
            <a:off x="3250692" y="1783080"/>
            <a:ext cx="2711196" cy="320040"/>
          </a:xfrm>
          <a:prstGeom prst="rect">
            <a:avLst/>
          </a:prstGeom>
          <a:noFill/>
        </p:spPr>
        <p:txBody>
          <a:bodyPr wrap="square" lIns="0" rIns="0" tIns="0" bIns="0" anchor="t"/>
          <a:lstStyle/>
          <a:p>
            <a:pPr algn="l">
              <a:spcAft>
                <a:spcPts val="0"/>
              </a:spcAft>
            </a:pPr>
            <a:r>
              <a:rPr sz="1500" b="0" i="0">
                <a:solidFill>
                  <a:srgbClr val="191919"/>
                </a:solidFill>
                <a:latin typeface="+mj-lt"/>
              </a:rPr>
              <a:t>Leadership and ownership</a:t>
            </a:r>
          </a:p>
        </p:txBody>
      </p:sp>
      <p:cxnSp>
        <p:nvCxnSpPr>
          <p:cNvPr id="10" name="Connector 9"/>
          <p:cNvCxnSpPr/>
          <p:nvPr/>
        </p:nvCxnSpPr>
        <p:spPr>
          <a:xfrm>
            <a:off x="3250692" y="2221991"/>
            <a:ext cx="2711196"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250692" y="2377440"/>
            <a:ext cx="2711196" cy="4023360"/>
          </a:xfrm>
          <a:prstGeom prst="rect">
            <a:avLst/>
          </a:prstGeom>
          <a:noFill/>
        </p:spPr>
        <p:txBody>
          <a:bodyPr wrap="square" lIns="0" rIns="0" tIns="0" bIns="0" anchor="t"/>
          <a:lstStyle/>
          <a:p>
            <a:pPr algn="l">
              <a:lnSpc>
                <a:spcPct val="105000"/>
              </a:lnSpc>
              <a:spcAft>
                <a:spcPts val="900"/>
              </a:spcAft>
            </a:pPr>
            <a:r>
              <a:rPr sz="1300" b="0" i="0">
                <a:solidFill>
                  <a:srgbClr val="B37A00"/>
                </a:solidFill>
                <a:latin typeface="+mj-lt"/>
              </a:rPr>
              <a:t>05  </a:t>
            </a:r>
            <a:r>
              <a:rPr sz="1300" b="0" i="0">
                <a:solidFill>
                  <a:srgbClr val="191919"/>
                </a:solidFill>
                <a:latin typeface="+mn-lt"/>
              </a:rPr>
              <a:t>Who presents leadership updates, and on which topics?</a:t>
            </a:r>
          </a:p>
          <a:p>
            <a:pPr algn="l">
              <a:lnSpc>
                <a:spcPct val="105000"/>
              </a:lnSpc>
              <a:spcAft>
                <a:spcPts val="900"/>
              </a:spcAft>
            </a:pPr>
            <a:r>
              <a:rPr sz="1300" b="0" i="0">
                <a:solidFill>
                  <a:srgbClr val="B37A00"/>
                </a:solidFill>
                <a:latin typeface="+mj-lt"/>
              </a:rPr>
              <a:t>06  </a:t>
            </a:r>
            <a:r>
              <a:rPr sz="1300" b="0" i="0">
                <a:solidFill>
                  <a:srgbClr val="191919"/>
                </a:solidFill>
                <a:latin typeface="+mn-lt"/>
              </a:rPr>
              <a:t>Can Travis serve as planning lead, with a small working group?</a:t>
            </a:r>
          </a:p>
          <a:p>
            <a:pPr algn="l">
              <a:lnSpc>
                <a:spcPct val="105000"/>
              </a:lnSpc>
              <a:spcAft>
                <a:spcPts val="900"/>
              </a:spcAft>
            </a:pPr>
            <a:r>
              <a:rPr sz="1300" b="0" i="0">
                <a:solidFill>
                  <a:srgbClr val="B37A00"/>
                </a:solidFill>
                <a:latin typeface="+mj-lt"/>
              </a:rPr>
              <a:t>07  </a:t>
            </a:r>
            <a:r>
              <a:rPr sz="1300" b="0" i="0">
                <a:solidFill>
                  <a:srgbClr val="191919"/>
                </a:solidFill>
                <a:latin typeface="+mn-lt"/>
              </a:rPr>
              <a:t>Who should represent AQ as host or co-host?</a:t>
            </a:r>
          </a:p>
          <a:p>
            <a:pPr algn="l">
              <a:lnSpc>
                <a:spcPct val="105000"/>
              </a:lnSpc>
              <a:spcAft>
                <a:spcPts val="900"/>
              </a:spcAft>
            </a:pPr>
            <a:r>
              <a:rPr sz="1300" b="0" i="0">
                <a:solidFill>
                  <a:srgbClr val="B37A00"/>
                </a:solidFill>
                <a:latin typeface="+mj-lt"/>
              </a:rPr>
              <a:t>08  </a:t>
            </a:r>
            <a:r>
              <a:rPr sz="1300" b="0" i="0">
                <a:solidFill>
                  <a:srgbClr val="191919"/>
                </a:solidFill>
                <a:latin typeface="+mn-lt"/>
              </a:rPr>
              <a:t>Who would be good contributors to the impact and future segments?</a:t>
            </a:r>
          </a:p>
        </p:txBody>
      </p:sp>
      <p:sp>
        <p:nvSpPr>
          <p:cNvPr id="12" name="TextBox 11"/>
          <p:cNvSpPr txBox="1"/>
          <p:nvPr/>
        </p:nvSpPr>
        <p:spPr>
          <a:xfrm>
            <a:off x="6236208" y="1783080"/>
            <a:ext cx="2711196" cy="320040"/>
          </a:xfrm>
          <a:prstGeom prst="rect">
            <a:avLst/>
          </a:prstGeom>
          <a:noFill/>
        </p:spPr>
        <p:txBody>
          <a:bodyPr wrap="square" lIns="0" rIns="0" tIns="0" bIns="0" anchor="t"/>
          <a:lstStyle/>
          <a:p>
            <a:pPr algn="l">
              <a:spcAft>
                <a:spcPts val="0"/>
              </a:spcAft>
            </a:pPr>
            <a:r>
              <a:rPr sz="1500" b="0" i="0">
                <a:solidFill>
                  <a:srgbClr val="191919"/>
                </a:solidFill>
                <a:latin typeface="+mj-lt"/>
              </a:rPr>
              <a:t>Impact and recognition</a:t>
            </a:r>
          </a:p>
        </p:txBody>
      </p:sp>
      <p:cxnSp>
        <p:nvCxnSpPr>
          <p:cNvPr id="13" name="Connector 12"/>
          <p:cNvCxnSpPr/>
          <p:nvPr/>
        </p:nvCxnSpPr>
        <p:spPr>
          <a:xfrm>
            <a:off x="6236208" y="2221991"/>
            <a:ext cx="2711196"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36208" y="2377440"/>
            <a:ext cx="2711196" cy="4023360"/>
          </a:xfrm>
          <a:prstGeom prst="rect">
            <a:avLst/>
          </a:prstGeom>
          <a:noFill/>
        </p:spPr>
        <p:txBody>
          <a:bodyPr wrap="square" lIns="0" rIns="0" tIns="0" bIns="0" anchor="t"/>
          <a:lstStyle/>
          <a:p>
            <a:pPr algn="l">
              <a:lnSpc>
                <a:spcPct val="105000"/>
              </a:lnSpc>
              <a:spcAft>
                <a:spcPts val="900"/>
              </a:spcAft>
            </a:pPr>
            <a:r>
              <a:rPr sz="1300" b="0" i="0">
                <a:solidFill>
                  <a:srgbClr val="B37A00"/>
                </a:solidFill>
                <a:latin typeface="+mj-lt"/>
              </a:rPr>
              <a:t>09  </a:t>
            </a:r>
            <a:r>
              <a:rPr sz="1300" b="0" i="0">
                <a:solidFill>
                  <a:srgbClr val="191919"/>
                </a:solidFill>
                <a:latin typeface="+mn-lt"/>
              </a:rPr>
              <a:t>Which practice-wide metrics can we reliably obtain?</a:t>
            </a:r>
          </a:p>
          <a:p>
            <a:pPr algn="l">
              <a:lnSpc>
                <a:spcPct val="105000"/>
              </a:lnSpc>
              <a:spcAft>
                <a:spcPts val="900"/>
              </a:spcAft>
            </a:pPr>
            <a:r>
              <a:rPr sz="1300" b="0" i="0">
                <a:solidFill>
                  <a:srgbClr val="B37A00"/>
                </a:solidFill>
                <a:latin typeface="+mj-lt"/>
              </a:rPr>
              <a:t>10  </a:t>
            </a:r>
            <a:r>
              <a:rPr sz="1300" b="0" i="0">
                <a:solidFill>
                  <a:srgbClr val="191919"/>
                </a:solidFill>
                <a:latin typeface="+mn-lt"/>
              </a:rPr>
              <a:t>Are United Rentals, Sherwin-Williams and Mazda the right three stories?</a:t>
            </a:r>
          </a:p>
          <a:p>
            <a:pPr algn="l">
              <a:lnSpc>
                <a:spcPct val="105000"/>
              </a:lnSpc>
              <a:spcAft>
                <a:spcPts val="900"/>
              </a:spcAft>
            </a:pPr>
            <a:r>
              <a:rPr sz="1300" b="0" i="0">
                <a:solidFill>
                  <a:srgbClr val="B37A00"/>
                </a:solidFill>
                <a:latin typeface="+mj-lt"/>
              </a:rPr>
              <a:t>11  </a:t>
            </a:r>
            <a:r>
              <a:rPr sz="1300" b="0" i="0">
                <a:solidFill>
                  <a:srgbClr val="191919"/>
                </a:solidFill>
                <a:latin typeface="+mn-lt"/>
              </a:rPr>
              <a:t>Which other accomplishments deserve more visibility?</a:t>
            </a:r>
          </a:p>
          <a:p>
            <a:pPr algn="l">
              <a:lnSpc>
                <a:spcPct val="105000"/>
              </a:lnSpc>
              <a:spcAft>
                <a:spcPts val="900"/>
              </a:spcAft>
            </a:pPr>
            <a:r>
              <a:rPr sz="1300" b="0" i="0">
                <a:solidFill>
                  <a:srgbClr val="B37A00"/>
                </a:solidFill>
                <a:latin typeface="+mj-lt"/>
              </a:rPr>
              <a:t>12  </a:t>
            </a:r>
            <a:r>
              <a:rPr sz="1300" b="0" i="0">
                <a:solidFill>
                  <a:srgbClr val="191919"/>
                </a:solidFill>
                <a:latin typeface="+mn-lt"/>
              </a:rPr>
              <a:t>How do we collect nominations for broad representation?</a:t>
            </a:r>
          </a:p>
          <a:p>
            <a:pPr algn="l">
              <a:lnSpc>
                <a:spcPct val="105000"/>
              </a:lnSpc>
              <a:spcAft>
                <a:spcPts val="900"/>
              </a:spcAft>
            </a:pPr>
            <a:r>
              <a:rPr sz="1300" b="0" i="0">
                <a:solidFill>
                  <a:srgbClr val="B37A00"/>
                </a:solidFill>
                <a:latin typeface="+mj-lt"/>
              </a:rPr>
              <a:t>13  </a:t>
            </a:r>
            <a:r>
              <a:rPr sz="1300" b="0" i="0">
                <a:solidFill>
                  <a:srgbClr val="191919"/>
                </a:solidFill>
                <a:latin typeface="+mn-lt"/>
              </a:rPr>
              <a:t>How do we validate reports against November reporting?</a:t>
            </a:r>
          </a:p>
        </p:txBody>
      </p:sp>
      <p:sp>
        <p:nvSpPr>
          <p:cNvPr id="15" name="TextBox 14"/>
          <p:cNvSpPr txBox="1"/>
          <p:nvPr/>
        </p:nvSpPr>
        <p:spPr>
          <a:xfrm>
            <a:off x="9221724" y="1783080"/>
            <a:ext cx="2711196" cy="320040"/>
          </a:xfrm>
          <a:prstGeom prst="rect">
            <a:avLst/>
          </a:prstGeom>
          <a:noFill/>
        </p:spPr>
        <p:txBody>
          <a:bodyPr wrap="square" lIns="0" rIns="0" tIns="0" bIns="0" anchor="t"/>
          <a:lstStyle/>
          <a:p>
            <a:pPr algn="l">
              <a:spcAft>
                <a:spcPts val="0"/>
              </a:spcAft>
            </a:pPr>
            <a:r>
              <a:rPr sz="1500" b="0" i="0">
                <a:solidFill>
                  <a:srgbClr val="191919"/>
                </a:solidFill>
                <a:latin typeface="+mj-lt"/>
              </a:rPr>
              <a:t>Future discussion</a:t>
            </a:r>
          </a:p>
        </p:txBody>
      </p:sp>
      <p:cxnSp>
        <p:nvCxnSpPr>
          <p:cNvPr id="16" name="Connector 15"/>
          <p:cNvCxnSpPr/>
          <p:nvPr/>
        </p:nvCxnSpPr>
        <p:spPr>
          <a:xfrm>
            <a:off x="9221724" y="2221991"/>
            <a:ext cx="2711195"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221724" y="2377440"/>
            <a:ext cx="2711196" cy="4023360"/>
          </a:xfrm>
          <a:prstGeom prst="rect">
            <a:avLst/>
          </a:prstGeom>
          <a:noFill/>
        </p:spPr>
        <p:txBody>
          <a:bodyPr wrap="square" lIns="0" rIns="0" tIns="0" bIns="0" anchor="t"/>
          <a:lstStyle/>
          <a:p>
            <a:pPr algn="l">
              <a:lnSpc>
                <a:spcPct val="105000"/>
              </a:lnSpc>
              <a:spcAft>
                <a:spcPts val="900"/>
              </a:spcAft>
            </a:pPr>
            <a:r>
              <a:rPr sz="1300" b="0" i="0">
                <a:solidFill>
                  <a:srgbClr val="B37A00"/>
                </a:solidFill>
                <a:latin typeface="+mj-lt"/>
              </a:rPr>
              <a:t>14  </a:t>
            </a:r>
            <a:r>
              <a:rPr sz="1300" b="0" i="0">
                <a:solidFill>
                  <a:srgbClr val="191919"/>
                </a:solidFill>
                <a:latin typeface="+mn-lt"/>
              </a:rPr>
              <a:t>Are the three predictions the right mix of topics?</a:t>
            </a:r>
          </a:p>
          <a:p>
            <a:pPr algn="l">
              <a:lnSpc>
                <a:spcPct val="105000"/>
              </a:lnSpc>
              <a:spcAft>
                <a:spcPts val="900"/>
              </a:spcAft>
            </a:pPr>
            <a:r>
              <a:rPr sz="1300" b="0" i="0">
                <a:solidFill>
                  <a:srgbClr val="B37A00"/>
                </a:solidFill>
                <a:latin typeface="+mj-lt"/>
              </a:rPr>
              <a:t>15  </a:t>
            </a:r>
            <a:r>
              <a:rPr sz="1300" b="0" i="0">
                <a:solidFill>
                  <a:srgbClr val="191919"/>
                </a:solidFill>
                <a:latin typeface="+mn-lt"/>
              </a:rPr>
              <a:t>One shared scenario, or multiple questions?</a:t>
            </a:r>
          </a:p>
          <a:p>
            <a:pPr algn="l">
              <a:lnSpc>
                <a:spcPct val="105000"/>
              </a:lnSpc>
              <a:spcAft>
                <a:spcPts val="900"/>
              </a:spcAft>
            </a:pPr>
            <a:r>
              <a:rPr sz="1300" b="0" i="0">
                <a:solidFill>
                  <a:srgbClr val="B37A00"/>
                </a:solidFill>
                <a:latin typeface="+mj-lt"/>
              </a:rPr>
              <a:t>16  </a:t>
            </a:r>
            <a:r>
              <a:rPr sz="1300" b="0" i="0">
                <a:solidFill>
                  <a:srgbClr val="191919"/>
                </a:solidFill>
                <a:latin typeface="+mn-lt"/>
              </a:rPr>
              <a:t>Live popcorn, breakouts or a combination?</a:t>
            </a:r>
          </a:p>
          <a:p>
            <a:pPr algn="l">
              <a:lnSpc>
                <a:spcPct val="105000"/>
              </a:lnSpc>
              <a:spcAft>
                <a:spcPts val="900"/>
              </a:spcAft>
            </a:pPr>
            <a:r>
              <a:rPr sz="1300" b="0" i="0">
                <a:solidFill>
                  <a:srgbClr val="B37A00"/>
                </a:solidFill>
                <a:latin typeface="+mj-lt"/>
              </a:rPr>
              <a:t>17  </a:t>
            </a:r>
            <a:r>
              <a:rPr sz="1300" b="0" i="0">
                <a:solidFill>
                  <a:srgbClr val="191919"/>
                </a:solidFill>
                <a:latin typeface="+mn-lt"/>
              </a:rPr>
              <a:t>How much preparation do participants get?</a:t>
            </a:r>
          </a:p>
          <a:p>
            <a:pPr algn="l">
              <a:lnSpc>
                <a:spcPct val="105000"/>
              </a:lnSpc>
              <a:spcAft>
                <a:spcPts val="900"/>
              </a:spcAft>
            </a:pPr>
            <a:r>
              <a:rPr sz="1300" b="0" i="0">
                <a:solidFill>
                  <a:srgbClr val="B37A00"/>
                </a:solidFill>
                <a:latin typeface="+mj-lt"/>
              </a:rPr>
              <a:t>18  </a:t>
            </a:r>
            <a:r>
              <a:rPr sz="1300" b="0" i="0">
                <a:solidFill>
                  <a:srgbClr val="191919"/>
                </a:solidFill>
                <a:latin typeface="+mn-lt"/>
              </a:rPr>
              <a:t>Who captures the ideas and decides what's worth exploring?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Appendix: source material</a:t>
            </a:r>
          </a:p>
        </p:txBody>
      </p:sp>
      <p:sp>
        <p:nvSpPr>
          <p:cNvPr id="5" name="Slide Number Placeholder 5">
            <a:extLst>
              <a:ext uri="{FF2B5EF4-FFF2-40B4-BE49-F238E27FC236}">
                <a16:creationId xmlns:a16="http://schemas.microsoft.com/office/drawing/2014/main" id="{0405B797-42E0-70D0-E6A0-C87087A8936D}"/>
              </a:ext>
            </a:extLst>
          </p:cNvPr>
          <p:cNvSpPr>
            <a:spLocks noGrp="1"/>
          </p:cNvSpPr>
          <p:nvPr>
            <p:ph type="sldNum" sz="quarter" idx="10"/>
          </p:nvPr>
        </p:nvSpPr>
        <p:spPr>
          <a:xfrm>
            <a:off x="11471675" y="281148"/>
            <a:ext cx="457708" cy="138500"/>
          </a:xfrm>
        </p:spPr>
        <p:txBody>
          <a:bodyPr/>
          <a:lstStyle/>
          <a:p>
            <a:fld id="{48F63A3B-78C7-47BE-AE5E-E10140E04643}" type="slidenum">
              <a:rPr lang="en-US" smtClean="0"/>
              <a:pPr/>
              <a:t>‹#›</a:t>
            </a:fld>
            <a:endParaRPr lang="en-US"/>
          </a:p>
        </p:txBody>
      </p:sp>
      <p:sp>
        <p:nvSpPr>
          <p:cNvPr id="6" name="TextBox 5"/>
          <p:cNvSpPr txBox="1"/>
          <p:nvPr/>
        </p:nvSpPr>
        <p:spPr>
          <a:xfrm>
            <a:off x="265176" y="1783080"/>
            <a:ext cx="3675888" cy="320040"/>
          </a:xfrm>
          <a:prstGeom prst="rect">
            <a:avLst/>
          </a:prstGeom>
          <a:noFill/>
        </p:spPr>
        <p:txBody>
          <a:bodyPr wrap="square" lIns="0" rIns="0" tIns="0" bIns="0" anchor="t"/>
          <a:lstStyle/>
          <a:p>
            <a:pPr algn="l">
              <a:spcAft>
                <a:spcPts val="0"/>
              </a:spcAft>
            </a:pPr>
            <a:r>
              <a:rPr sz="1600" b="0" i="0">
                <a:solidFill>
                  <a:srgbClr val="191919"/>
                </a:solidFill>
                <a:latin typeface="+mj-lt"/>
              </a:rPr>
              <a:t>Leadership discussion</a:t>
            </a:r>
          </a:p>
        </p:txBody>
      </p:sp>
      <p:cxnSp>
        <p:nvCxnSpPr>
          <p:cNvPr id="7" name="Connector 6"/>
          <p:cNvCxnSpPr/>
          <p:nvPr/>
        </p:nvCxnSpPr>
        <p:spPr>
          <a:xfrm>
            <a:off x="265176" y="2221991"/>
            <a:ext cx="3675888"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65176" y="2377440"/>
            <a:ext cx="3675888" cy="3474720"/>
          </a:xfrm>
          <a:prstGeom prst="rect">
            <a:avLst/>
          </a:prstGeom>
          <a:noFill/>
        </p:spPr>
        <p:txBody>
          <a:bodyPr wrap="square" lIns="0" rIns="0" tIns="0" bIns="0" anchor="t"/>
          <a:lstStyle/>
          <a:p>
            <a:pPr algn="l" marL="274320" indent="-274320">
              <a:lnSpc>
                <a:spcPct val="105000"/>
              </a:lnSpc>
              <a:spcAft>
                <a:spcPts val="800"/>
              </a:spcAft>
              <a:buFont typeface="+mn-lt"/>
              <a:buChar char="□"/>
            </a:pPr>
            <a:r>
              <a:rPr sz="1300" b="0" i="0">
                <a:solidFill>
                  <a:srgbClr val="191919"/>
                </a:solidFill>
                <a:latin typeface="+mn-lt"/>
              </a:rPr>
              <a:t>Zack and Kylie's All Hands planning conversation, October 2026</a:t>
            </a:r>
          </a:p>
        </p:txBody>
      </p:sp>
      <p:sp>
        <p:nvSpPr>
          <p:cNvPr id="9" name="TextBox 8"/>
          <p:cNvSpPr txBox="1"/>
          <p:nvPr/>
        </p:nvSpPr>
        <p:spPr>
          <a:xfrm>
            <a:off x="4261104" y="1783080"/>
            <a:ext cx="3675888" cy="320040"/>
          </a:xfrm>
          <a:prstGeom prst="rect">
            <a:avLst/>
          </a:prstGeom>
          <a:noFill/>
        </p:spPr>
        <p:txBody>
          <a:bodyPr wrap="square" lIns="0" rIns="0" tIns="0" bIns="0" anchor="t"/>
          <a:lstStyle/>
          <a:p>
            <a:pPr algn="l">
              <a:spcAft>
                <a:spcPts val="0"/>
              </a:spcAft>
            </a:pPr>
            <a:r>
              <a:rPr sz="1600" b="0" i="0">
                <a:solidFill>
                  <a:srgbClr val="191919"/>
                </a:solidFill>
                <a:latin typeface="+mj-lt"/>
              </a:rPr>
              <a:t>Internal reporting</a:t>
            </a:r>
          </a:p>
        </p:txBody>
      </p:sp>
      <p:cxnSp>
        <p:nvCxnSpPr>
          <p:cNvPr id="10" name="Connector 9"/>
          <p:cNvCxnSpPr/>
          <p:nvPr/>
        </p:nvCxnSpPr>
        <p:spPr>
          <a:xfrm>
            <a:off x="4261104" y="2221991"/>
            <a:ext cx="3675888"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61104" y="2377440"/>
            <a:ext cx="3675888" cy="3474720"/>
          </a:xfrm>
          <a:prstGeom prst="rect">
            <a:avLst/>
          </a:prstGeom>
          <a:noFill/>
        </p:spPr>
        <p:txBody>
          <a:bodyPr wrap="square" lIns="0" rIns="0" tIns="0" bIns="0" anchor="t"/>
          <a:lstStyle/>
          <a:p>
            <a:pPr algn="l" marL="274320" indent="-274320">
              <a:lnSpc>
                <a:spcPct val="105000"/>
              </a:lnSpc>
              <a:spcAft>
                <a:spcPts val="800"/>
              </a:spcAft>
              <a:buFont typeface="+mn-lt"/>
              <a:buChar char="□"/>
            </a:pPr>
            <a:r>
              <a:rPr sz="1300" b="0" i="0">
                <a:solidFill>
                  <a:srgbClr val="191919"/>
                </a:solidFill>
                <a:latin typeface="+mn-lt"/>
              </a:rPr>
              <a:t>Technology Reports: February, April, June, August and October 2026</a:t>
            </a:r>
          </a:p>
          <a:p>
            <a:pPr algn="l" marL="274320" indent="-274320">
              <a:lnSpc>
                <a:spcPct val="105000"/>
              </a:lnSpc>
              <a:spcAft>
                <a:spcPts val="800"/>
              </a:spcAft>
              <a:buFont typeface="+mn-lt"/>
              <a:buChar char="□"/>
            </a:pPr>
            <a:r>
              <a:rPr sz="1300" b="0" i="0">
                <a:solidFill>
                  <a:srgbClr val="191919"/>
                </a:solidFill>
                <a:latin typeface="+mn-lt"/>
              </a:rPr>
              <a:t>November 2026 report, when available</a:t>
            </a:r>
          </a:p>
          <a:p>
            <a:pPr algn="l" marL="274320" indent="-274320">
              <a:lnSpc>
                <a:spcPct val="105000"/>
              </a:lnSpc>
              <a:spcAft>
                <a:spcPts val="800"/>
              </a:spcAft>
              <a:buFont typeface="+mn-lt"/>
              <a:buChar char="□"/>
            </a:pPr>
            <a:r>
              <a:rPr sz="1300" b="0" i="0">
                <a:solidFill>
                  <a:srgbClr val="191919"/>
                </a:solidFill>
                <a:latin typeface="+mn-lt"/>
              </a:rPr>
              <a:t>Primary review focus: Jeff Mullennix, Kirby Hamilton, Zack Jemas, Travis Kubicek, Hilary Heugh, Hannah Anderson, Ann Millington, Dianna Keen, Irina Smith, Kylie Schleicher, Nick Dalton, Vanessa Lacy, Andie Johnson and Beth Noser</a:t>
            </a:r>
          </a:p>
        </p:txBody>
      </p:sp>
      <p:sp>
        <p:nvSpPr>
          <p:cNvPr id="12" name="TextBox 11"/>
          <p:cNvSpPr txBox="1"/>
          <p:nvPr/>
        </p:nvSpPr>
        <p:spPr>
          <a:xfrm>
            <a:off x="8257031" y="1783080"/>
            <a:ext cx="3675888" cy="320040"/>
          </a:xfrm>
          <a:prstGeom prst="rect">
            <a:avLst/>
          </a:prstGeom>
          <a:noFill/>
        </p:spPr>
        <p:txBody>
          <a:bodyPr wrap="square" lIns="0" rIns="0" tIns="0" bIns="0" anchor="t"/>
          <a:lstStyle/>
          <a:p>
            <a:pPr algn="l">
              <a:spcAft>
                <a:spcPts val="0"/>
              </a:spcAft>
            </a:pPr>
            <a:r>
              <a:rPr sz="1600" b="0" i="0">
                <a:solidFill>
                  <a:srgbClr val="191919"/>
                </a:solidFill>
                <a:latin typeface="+mj-lt"/>
              </a:rPr>
              <a:t>Future inspiration</a:t>
            </a:r>
          </a:p>
        </p:txBody>
      </p:sp>
      <p:cxnSp>
        <p:nvCxnSpPr>
          <p:cNvPr id="13" name="Connector 12"/>
          <p:cNvCxnSpPr/>
          <p:nvPr/>
        </p:nvCxnSpPr>
        <p:spPr>
          <a:xfrm>
            <a:off x="8257031" y="2221991"/>
            <a:ext cx="3675889" cy="0"/>
          </a:xfrm>
          <a:prstGeom prst="line">
            <a:avLst/>
          </a:prstGeom>
          <a:ln w="9525">
            <a:solidFill>
              <a:srgbClr val="19191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57031" y="2377440"/>
            <a:ext cx="3675888" cy="3474720"/>
          </a:xfrm>
          <a:prstGeom prst="rect">
            <a:avLst/>
          </a:prstGeom>
          <a:noFill/>
        </p:spPr>
        <p:txBody>
          <a:bodyPr wrap="square" lIns="0" rIns="0" tIns="0" bIns="0" anchor="t"/>
          <a:lstStyle/>
          <a:p>
            <a:pPr algn="l" marL="274320" indent="-274320">
              <a:lnSpc>
                <a:spcPct val="105000"/>
              </a:lnSpc>
              <a:spcAft>
                <a:spcPts val="800"/>
              </a:spcAft>
              <a:buFont typeface="+mn-lt"/>
              <a:buChar char="□"/>
            </a:pPr>
            <a:r>
              <a:rPr sz="1300" b="0" i="0">
                <a:solidFill>
                  <a:srgbClr val="191919"/>
                </a:solidFill>
                <a:latin typeface="+mn-lt"/>
              </a:rPr>
              <a:t>VML Intelligence, The Future 100: 2026</a:t>
            </a:r>
          </a:p>
          <a:p>
            <a:pPr algn="l" marL="274320" indent="-274320">
              <a:lnSpc>
                <a:spcPct val="105000"/>
              </a:lnSpc>
              <a:spcAft>
                <a:spcPts val="800"/>
              </a:spcAft>
              <a:buFont typeface="+mn-lt"/>
              <a:buChar char="□"/>
            </a:pPr>
            <a:r>
              <a:rPr sz="1300" b="0" i="0">
                <a:solidFill>
                  <a:srgbClr val="191919"/>
                </a:solidFill>
                <a:latin typeface="+mn-lt"/>
              </a:rPr>
              <a:t>Sections: Truth Literacy, Synthetic Generation, Digital Intent, The Reality Interface, Democratizing creAItivity, Acommerce, Omnisurveillance, Coded Empathy</a:t>
            </a:r>
          </a:p>
        </p:txBody>
      </p:sp>
      <p:sp>
        <p:nvSpPr>
          <p:cNvPr id="15" name="TextBox 14"/>
          <p:cNvSpPr txBox="1"/>
          <p:nvPr/>
        </p:nvSpPr>
        <p:spPr>
          <a:xfrm>
            <a:off x="265176" y="5943600"/>
            <a:ext cx="11667744" cy="457200"/>
          </a:xfrm>
          <a:prstGeom prst="rect">
            <a:avLst/>
          </a:prstGeom>
          <a:noFill/>
        </p:spPr>
        <p:txBody>
          <a:bodyPr wrap="square" lIns="0" rIns="0" tIns="0" bIns="0" anchor="t"/>
          <a:lstStyle/>
          <a:p>
            <a:pPr algn="l">
              <a:spcAft>
                <a:spcPts val="0"/>
              </a:spcAft>
            </a:pPr>
            <a:r>
              <a:rPr sz="1200" b="0" i="0">
                <a:solidFill>
                  <a:srgbClr val="53544A"/>
                </a:solidFill>
                <a:latin typeface="+mn-lt"/>
              </a:rPr>
              <a:t>Validate all final materials with the respective contributors and leads before publication.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ags/tag2.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VML - LIGHT MODE">
  <a:themeElements>
    <a:clrScheme name="VML">
      <a:dk1>
        <a:srgbClr val="191919"/>
      </a:dk1>
      <a:lt1>
        <a:srgbClr val="F5F5F5"/>
      </a:lt1>
      <a:dk2>
        <a:srgbClr val="191919"/>
      </a:dk2>
      <a:lt2>
        <a:srgbClr val="F5F5F5"/>
      </a:lt2>
      <a:accent1>
        <a:srgbClr val="723065"/>
      </a:accent1>
      <a:accent2>
        <a:srgbClr val="104B68"/>
      </a:accent2>
      <a:accent3>
        <a:srgbClr val="546232"/>
      </a:accent3>
      <a:accent4>
        <a:srgbClr val="AE7408"/>
      </a:accent4>
      <a:accent5>
        <a:srgbClr val="983F03"/>
      </a:accent5>
      <a:accent6>
        <a:srgbClr val="8B8C81"/>
      </a:accent6>
      <a:hlink>
        <a:srgbClr val="5E889C"/>
      </a:hlink>
      <a:folHlink>
        <a:srgbClr val="9E7696"/>
      </a:folHlink>
    </a:clrScheme>
    <a:fontScheme name="VML">
      <a:majorFont>
        <a:latin typeface="Snowflake Sans Medium"/>
        <a:ea typeface=""/>
        <a:cs typeface=""/>
      </a:majorFont>
      <a:minorFont>
        <a:latin typeface="Snowflake Sans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2C4B8"/>
        </a:solidFill>
        <a:ln>
          <a:noFill/>
        </a:ln>
      </a:spPr>
      <a:bodyPr lIns="180000" tIns="180000" rIns="180000" bIns="180000" rtlCol="0" anchor="t"/>
      <a:lstStyle>
        <a:defPPr marL="360000" indent="-360000" algn="l">
          <a:lnSpc>
            <a:spcPct val="110000"/>
          </a:lnSpc>
          <a:spcAft>
            <a:spcPts val="1800"/>
          </a:spcAft>
          <a:buFont typeface="Snowflake Sans Light" panose="020B0305040401040103" pitchFamily="34" charset="0"/>
          <a:buChar char="□"/>
          <a:defRPr sz="20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0" tIns="0" rIns="0" bIns="0">
        <a:spAutoFit/>
      </a:bodyPr>
      <a:lstStyle>
        <a:defPPr algn="l">
          <a:defRPr sz="1600" dirty="0" smtClean="0"/>
        </a:defPPr>
      </a:lstStyle>
    </a:txDef>
  </a:objectDefaults>
  <a:extraClrSchemeLst/>
  <a:extLst>
    <a:ext uri="{05A4C25C-085E-4340-85A3-A5531E510DB2}">
      <thm15:themeFamily xmlns:thm15="http://schemas.microsoft.com/office/thememl/2012/main" name="VML Template 2026 - V01" id="{8984A699-0ABA-5F45-8AF1-8FF52BFB1400}" vid="{AF4473D3-EF3A-994F-9A1B-7AE3D0C6319B}"/>
    </a:ext>
  </a:extLst>
</a:theme>
</file>

<file path=ppt/theme/theme2.xml><?xml version="1.0" encoding="utf-8"?>
<a:theme xmlns:a="http://schemas.openxmlformats.org/drawingml/2006/main" name="VML - DARK MODE">
  <a:themeElements>
    <a:clrScheme name="VML">
      <a:dk1>
        <a:srgbClr val="191919"/>
      </a:dk1>
      <a:lt1>
        <a:srgbClr val="F5F5F5"/>
      </a:lt1>
      <a:dk2>
        <a:srgbClr val="191919"/>
      </a:dk2>
      <a:lt2>
        <a:srgbClr val="F5F5F5"/>
      </a:lt2>
      <a:accent1>
        <a:srgbClr val="723065"/>
      </a:accent1>
      <a:accent2>
        <a:srgbClr val="104B68"/>
      </a:accent2>
      <a:accent3>
        <a:srgbClr val="546232"/>
      </a:accent3>
      <a:accent4>
        <a:srgbClr val="AE7408"/>
      </a:accent4>
      <a:accent5>
        <a:srgbClr val="983F03"/>
      </a:accent5>
      <a:accent6>
        <a:srgbClr val="8B8C81"/>
      </a:accent6>
      <a:hlink>
        <a:srgbClr val="5E889C"/>
      </a:hlink>
      <a:folHlink>
        <a:srgbClr val="9E7696"/>
      </a:folHlink>
    </a:clrScheme>
    <a:fontScheme name="VML">
      <a:majorFont>
        <a:latin typeface="Snowflake Sans Medium"/>
        <a:ea typeface=""/>
        <a:cs typeface=""/>
      </a:majorFont>
      <a:minorFont>
        <a:latin typeface="Snowflake Sans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2C4B8"/>
        </a:solidFill>
        <a:ln>
          <a:noFill/>
        </a:ln>
      </a:spPr>
      <a:bodyPr lIns="180000" tIns="180000" rIns="180000" bIns="180000" rtlCol="0" anchor="t"/>
      <a:lstStyle>
        <a:defPPr marL="360000" indent="-360000" algn="l">
          <a:lnSpc>
            <a:spcPct val="110000"/>
          </a:lnSpc>
          <a:spcAft>
            <a:spcPts val="1800"/>
          </a:spcAft>
          <a:buFont typeface="Snowflake Sans Light" panose="020B0305040401040103" pitchFamily="34" charset="0"/>
          <a:buChar char="□"/>
          <a:defRPr sz="20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ML Template 2026 - V01" id="{8984A699-0ABA-5F45-8AF1-8FF52BFB1400}" vid="{AEC1E00B-414D-884A-A0C5-294D1BB715D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omments xmlns="17ed6611-c2c4-4fc1-9ed0-5f7169cdb8e1" xsi:nil="true"/>
    <TaxCatchAll xmlns="7b9f76c3-f0f8-4c4f-8cbd-7f5b65fc3395" xsi:nil="true"/>
    <lcf76f155ced4ddcb4097134ff3c332f xmlns="17ed6611-c2c4-4fc1-9ed0-5f7169cdb8e1">
      <Terms xmlns="http://schemas.microsoft.com/office/infopath/2007/PartnerControls"/>
    </lcf76f155ced4ddcb4097134ff3c332f>
    <Info xmlns="17ed6611-c2c4-4fc1-9ed0-5f7169cdb8e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B92C397412B954A89F4766A0B9B41F5" ma:contentTypeVersion="638" ma:contentTypeDescription="Een nieuw document maken." ma:contentTypeScope="" ma:versionID="083c4caaa5e16938de2676943caed187">
  <xsd:schema xmlns:xsd="http://www.w3.org/2001/XMLSchema" xmlns:xs="http://www.w3.org/2001/XMLSchema" xmlns:p="http://schemas.microsoft.com/office/2006/metadata/properties" xmlns:ns2="7b9f76c3-f0f8-4c4f-8cbd-7f5b65fc3395" xmlns:ns3="17ed6611-c2c4-4fc1-9ed0-5f7169cdb8e1" targetNamespace="http://schemas.microsoft.com/office/2006/metadata/properties" ma:root="true" ma:fieldsID="d56e616161ae95f0f78e62e9dc7179b8" ns2:_="" ns3:_="">
    <xsd:import namespace="7b9f76c3-f0f8-4c4f-8cbd-7f5b65fc3395"/>
    <xsd:import namespace="17ed6611-c2c4-4fc1-9ed0-5f7169cdb8e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Location" minOccurs="0"/>
                <xsd:element ref="ns3:Info" minOccurs="0"/>
                <xsd:element ref="ns3:Comments" minOccurs="0"/>
                <xsd:element ref="ns3:MediaServiceObjectDetectorVersions" minOccurs="0"/>
                <xsd:element ref="ns3:MediaServiceSearchProperties" minOccurs="0"/>
                <xsd:element ref="ns2:MigrationSource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9f76c3-f0f8-4c4f-8cbd-7f5b65fc3395"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e88b1fd8-3302-43ff-81ef-b72c34e5dd52}" ma:internalName="TaxCatchAll" ma:showField="CatchAllData" ma:web="7b9f76c3-f0f8-4c4f-8cbd-7f5b65fc3395">
      <xsd:complexType>
        <xsd:complexContent>
          <xsd:extension base="dms:MultiChoiceLookup">
            <xsd:sequence>
              <xsd:element name="Value" type="dms:Lookup" maxOccurs="unbounded" minOccurs="0" nillable="true"/>
            </xsd:sequence>
          </xsd:extension>
        </xsd:complexContent>
      </xsd:complexType>
    </xsd:element>
    <xsd:element name="MigrationSourceID" ma:index="28" nillable="true" ma:displayName="MigrationSourceID" ma:internalName="MigrationSourceID"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ed6611-c2c4-4fc1-9ed0-5f7169cdb8e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1effff48-cca9-4807-8ad1-02586ec8c425"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Info" ma:index="24" nillable="true" ma:displayName="Info" ma:format="Dropdown" ma:internalName="Info">
      <xsd:simpleType>
        <xsd:restriction base="dms:Text">
          <xsd:maxLength value="255"/>
        </xsd:restriction>
      </xsd:simpleType>
    </xsd:element>
    <xsd:element name="Comments" ma:index="25" nillable="true" ma:displayName="Comments" ma:format="Dropdown" ma:internalName="Comments">
      <xsd:simpleType>
        <xsd:restriction base="dms:Text">
          <xsd:maxLength value="255"/>
        </xsd:restriction>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732EA3-4C26-4330-B177-E57F6754B408}">
  <ds:schemaRefs>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purl.org/dc/elements/1.1/"/>
    <ds:schemaRef ds:uri="http://purl.org/dc/terms/"/>
    <ds:schemaRef ds:uri="http://purl.org/dc/dcmitype/"/>
    <ds:schemaRef ds:uri="17ed6611-c2c4-4fc1-9ed0-5f7169cdb8e1"/>
    <ds:schemaRef ds:uri="7b9f76c3-f0f8-4c4f-8cbd-7f5b65fc3395"/>
    <ds:schemaRef ds:uri="http://www.w3.org/XML/1998/namespace"/>
  </ds:schemaRefs>
</ds:datastoreItem>
</file>

<file path=customXml/itemProps2.xml><?xml version="1.0" encoding="utf-8"?>
<ds:datastoreItem xmlns:ds="http://schemas.openxmlformats.org/officeDocument/2006/customXml" ds:itemID="{5FC67EFD-9AE7-491B-94D6-57C9078C33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9f76c3-f0f8-4c4f-8cbd-7f5b65fc3395"/>
    <ds:schemaRef ds:uri="17ed6611-c2c4-4fc1-9ed0-5f7169cdb8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8303356-6B2B-4BEA-9653-1DD3D6CBF82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VML NL - LIGHT</Template>
  <TotalTime>2</TotalTime>
  <Words>3749</Words>
  <Application>Microsoft Office PowerPoint</Application>
  <PresentationFormat>Widescreen</PresentationFormat>
  <Paragraphs>590</Paragraphs>
  <Slides>63</Slides>
  <Notes>63</Notes>
  <HiddenSlides>0</HiddenSlides>
  <MMClips>0</MMClips>
  <ScaleCrop>false</ScaleCrop>
  <HeadingPairs>
    <vt:vector size="4" baseType="variant">
      <vt:variant>
        <vt:lpstr>Theme</vt:lpstr>
      </vt:variant>
      <vt:variant>
        <vt:i4>2</vt:i4>
      </vt:variant>
      <vt:variant>
        <vt:lpstr>Slide Titles</vt:lpstr>
      </vt:variant>
      <vt:variant>
        <vt:i4>63</vt:i4>
      </vt:variant>
    </vt:vector>
  </HeadingPairs>
  <TitlesOfParts>
    <vt:vector size="65" baseType="lpstr">
      <vt:lpstr>VML - LIGHT MODE</vt:lpstr>
      <vt:lpstr>VML - DARK MODE</vt:lpstr>
      <vt:lpstr>Presentation Template 2026 </vt:lpstr>
      <vt:lpstr>Template Guidance &amp; Requirements</vt:lpstr>
      <vt:lpstr>PDF export for sharing</vt:lpstr>
      <vt:lpstr>Color basics</vt:lpstr>
      <vt:lpstr>Core colors</vt:lpstr>
      <vt:lpstr>Grayscale</vt:lpstr>
      <vt:lpstr>Full palette with secondary colors</vt:lpstr>
      <vt:lpstr>Using color in your presentation</vt:lpstr>
      <vt:lpstr>Logo</vt:lpstr>
      <vt:lpstr>Special characters on a light and dark BG</vt:lpstr>
      <vt:lpstr>Doodles &amp; numbers on a light and dark BG</vt:lpstr>
      <vt:lpstr>Hand drawn icons</vt:lpstr>
      <vt:lpstr>Image Cover  Slide Options</vt:lpstr>
      <vt:lpstr>Title Of Your Presentation Goes Here</vt:lpstr>
      <vt:lpstr>Title Of Your Presentation Goes Here</vt:lpstr>
      <vt:lpstr>Section Divider Slide Options</vt:lpstr>
      <vt:lpstr>Divider Section Heading Goes Here</vt:lpstr>
      <vt:lpstr>Divider Section Heading Goes Here</vt:lpstr>
      <vt:lpstr>Divider Section Heading Goes Here</vt:lpstr>
      <vt:lpstr>Intro and Agenda</vt:lpstr>
      <vt:lpstr>Agenda</vt:lpstr>
      <vt:lpstr>Our Team</vt:lpstr>
      <vt:lpstr>Interior Slides</vt:lpstr>
      <vt:lpstr>Large Headline  Goes Here</vt:lpstr>
      <vt:lpstr>PowerPoint Presentation</vt:lpstr>
      <vt:lpstr>Header no content</vt:lpstr>
      <vt:lpstr>Header no content </vt:lpstr>
      <vt:lpstr>Header</vt:lpstr>
      <vt:lpstr>Header, content can contain bullets and wrap over two lines</vt:lpstr>
      <vt:lpstr>Header, content &amp; image</vt:lpstr>
      <vt:lpstr>Header, 2 column content</vt:lpstr>
      <vt:lpstr>Header, 2 column smaller content</vt:lpstr>
      <vt:lpstr>Header, 3 column content</vt:lpstr>
      <vt:lpstr>Header, 4 column content</vt:lpstr>
      <vt:lpstr>Image Heavy Interior Slides</vt:lpstr>
      <vt:lpstr>Header, example content for 3 images or 3 process steps</vt:lpstr>
      <vt:lpstr>Header, 3 process steps</vt:lpstr>
      <vt:lpstr>Header, 4 process steps</vt:lpstr>
      <vt:lpstr>Header, 5 process steps</vt:lpstr>
      <vt:lpstr>Header &amp; 2 images</vt:lpstr>
      <vt:lpstr>Header, content &amp; 3 images</vt:lpstr>
      <vt:lpstr>Header, content &amp; 4 images</vt:lpstr>
      <vt:lpstr>An epic statement.</vt:lpstr>
      <vt:lpstr>Brand Strategy</vt:lpstr>
      <vt:lpstr>Longer Headline to be Writen Here</vt:lpstr>
      <vt:lpstr>Lorem ipsum dolor sit amet, consectetur adipiscing elit, sed do eiusmod tempor.</vt:lpstr>
      <vt:lpstr>PowerPoint Presentation</vt:lpstr>
      <vt:lpstr>A statement over multiple lines.</vt:lpstr>
      <vt:lpstr>Header</vt:lpstr>
      <vt:lpstr>Header</vt:lpstr>
      <vt:lpstr>PowerPoint Presentation</vt:lpstr>
      <vt:lpstr>PowerPoint Presentation</vt:lpstr>
      <vt:lpstr>PowerPoint Presentation</vt:lpstr>
      <vt:lpstr>PowerPoint Presentation</vt:lpstr>
      <vt:lpstr>PowerPoint Presentation</vt:lpstr>
      <vt:lpstr>End Slides</vt:lpstr>
      <vt:lpstr>Thank you!</vt:lpstr>
      <vt:lpstr>PowerPoint Presentation</vt:lpstr>
      <vt:lpstr>PowerPoint Presentation</vt:lpstr>
      <vt:lpstr>Thank you!</vt:lpstr>
      <vt:lpstr>PowerPoint Presentation</vt:lpstr>
      <vt:lpstr>PowerPoint Presentation</vt:lpstr>
      <vt:lpstr>Contact </vt:lpstr>
    </vt:vector>
  </TitlesOfParts>
  <Manager/>
  <Company>VML</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Confidence 2026: Our Impact, Our Future</dc:title>
  <dc:subject>Year-End All Hands planning proposal for Confidence Leads</dc:subject>
  <dc:creator>Zack Jemas</dc:creator>
  <cp:keywords/>
  <dc:description/>
  <cp:lastModifiedBy>Roel Faulhaber</cp:lastModifiedBy>
  <cp:revision>3</cp:revision>
  <dcterms:created xsi:type="dcterms:W3CDTF">2026-01-06T10:03:06Z</dcterms:created>
  <dcterms:modified xsi:type="dcterms:W3CDTF">2026-02-03T11:00:52Z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26300.0000000000</vt:lpwstr>
  </property>
  <property fmtid="{D5CDD505-2E9C-101B-9397-08002B2CF9AE}" pid="3" name="ContentTypeId">
    <vt:lpwstr>0x0101003B92C397412B954A89F4766A0B9B41F5</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MediaServiceImageTags">
    <vt:lpwstr/>
  </property>
</Properties>
</file>
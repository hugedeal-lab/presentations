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ags/tag1.xml" ContentType="application/vnd.openxmlformats-officedocument.presentationml.tags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2" r:id="rId4"/>
    <p:sldMasterId id="2147483719" r:id="rId5"/>
  </p:sldMasterIdLst>
  <p:notesMasterIdLst>
    <p:notesMasterId r:id="rId69"/>
  </p:notesMasterIdLst>
  <p:handoutMasterIdLst>
    <p:handoutMasterId r:id="rId70"/>
  </p:handoutMasterIdLst>
  <p:sldIdLst>
    <p:sldId id="283" r:id="rId6"/>
    <p:sldId id="374" r:id="rId7"/>
    <p:sldId id="438" r:id="rId8"/>
    <p:sldId id="375" r:id="rId9"/>
    <p:sldId id="261" r:id="rId10"/>
    <p:sldId id="465" r:id="rId11"/>
    <p:sldId id="466" r:id="rId12"/>
    <p:sldId id="461" r:id="rId13"/>
    <p:sldId id="264" r:id="rId14"/>
    <p:sldId id="440" r:id="rId15"/>
    <p:sldId id="442" r:id="rId16"/>
    <p:sldId id="441" r:id="rId17"/>
    <p:sldId id="471" r:id="rId18"/>
    <p:sldId id="386" r:id="rId19"/>
    <p:sldId id="487" r:id="rId20"/>
    <p:sldId id="474" r:id="rId21"/>
    <p:sldId id="482" r:id="rId22"/>
    <p:sldId id="484" r:id="rId23"/>
    <p:sldId id="403" r:id="rId24"/>
    <p:sldId id="473" r:id="rId25"/>
    <p:sldId id="483" r:id="rId26"/>
    <p:sldId id="292" r:id="rId27"/>
    <p:sldId id="475" r:id="rId28"/>
    <p:sldId id="470" r:id="rId29"/>
    <p:sldId id="327" r:id="rId30"/>
    <p:sldId id="409" r:id="rId31"/>
    <p:sldId id="308" r:id="rId32"/>
    <p:sldId id="410" r:id="rId33"/>
    <p:sldId id="411" r:id="rId34"/>
    <p:sldId id="412" r:id="rId35"/>
    <p:sldId id="413" r:id="rId36"/>
    <p:sldId id="415" r:id="rId37"/>
    <p:sldId id="416" r:id="rId38"/>
    <p:sldId id="478" r:id="rId39"/>
    <p:sldId id="476" r:id="rId40"/>
    <p:sldId id="419" r:id="rId41"/>
    <p:sldId id="456" r:id="rId42"/>
    <p:sldId id="459" r:id="rId43"/>
    <p:sldId id="460" r:id="rId44"/>
    <p:sldId id="316" r:id="rId45"/>
    <p:sldId id="417" r:id="rId46"/>
    <p:sldId id="418" r:id="rId47"/>
    <p:sldId id="464" r:id="rId48"/>
    <p:sldId id="479" r:id="rId49"/>
    <p:sldId id="488" r:id="rId50"/>
    <p:sldId id="322" r:id="rId51"/>
    <p:sldId id="324" r:id="rId52"/>
    <p:sldId id="463" r:id="rId53"/>
    <p:sldId id="325" r:id="rId54"/>
    <p:sldId id="428" r:id="rId55"/>
    <p:sldId id="430" r:id="rId56"/>
    <p:sldId id="431" r:id="rId57"/>
    <p:sldId id="432" r:id="rId58"/>
    <p:sldId id="434" r:id="rId59"/>
    <p:sldId id="433" r:id="rId60"/>
    <p:sldId id="477" r:id="rId61"/>
    <p:sldId id="333" r:id="rId62"/>
    <p:sldId id="334" r:id="rId63"/>
    <p:sldId id="337" r:id="rId64"/>
    <p:sldId id="435" r:id="rId65"/>
    <p:sldId id="436" r:id="rId66"/>
    <p:sldId id="338" r:id="rId67"/>
    <p:sldId id="446" r:id="rId68"/>
  </p:sldIdLst>
  <p:sldSz cx="12192000" cy="6858000"/>
  <p:notesSz cx="6858000" cy="9144000"/>
  <p:defaultTextStyle>
    <a:defPPr>
      <a:defRPr lang="en-US"/>
    </a:defPPr>
    <a:lvl1pPr marL="0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228554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57109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685663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914217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142771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1371326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1599880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1828434" algn="l" defTabSz="228554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Guidance &amp; Requirements" id="{90CA21CB-1215-234B-8055-6F53BC25DC40}">
          <p14:sldIdLst>
            <p14:sldId id="283"/>
            <p14:sldId id="374"/>
            <p14:sldId id="438"/>
            <p14:sldId id="375"/>
            <p14:sldId id="261"/>
            <p14:sldId id="465"/>
            <p14:sldId id="466"/>
            <p14:sldId id="461"/>
            <p14:sldId id="264"/>
            <p14:sldId id="440"/>
            <p14:sldId id="442"/>
            <p14:sldId id="441"/>
          </p14:sldIdLst>
        </p14:section>
        <p14:section name="Example Layouts (Slide Master)" id="{8C5B445F-BDD1-6643-8D83-5FFFE7153A0E}">
          <p14:sldIdLst>
            <p14:sldId id="471"/>
            <p14:sldId id="386"/>
            <p14:sldId id="487"/>
            <p14:sldId id="474"/>
            <p14:sldId id="482"/>
            <p14:sldId id="484"/>
            <p14:sldId id="403"/>
            <p14:sldId id="473"/>
            <p14:sldId id="483"/>
            <p14:sldId id="292"/>
            <p14:sldId id="475"/>
            <p14:sldId id="470"/>
            <p14:sldId id="327"/>
            <p14:sldId id="409"/>
            <p14:sldId id="308"/>
            <p14:sldId id="410"/>
            <p14:sldId id="411"/>
            <p14:sldId id="412"/>
            <p14:sldId id="413"/>
            <p14:sldId id="415"/>
            <p14:sldId id="416"/>
            <p14:sldId id="478"/>
            <p14:sldId id="476"/>
            <p14:sldId id="419"/>
            <p14:sldId id="456"/>
            <p14:sldId id="459"/>
            <p14:sldId id="460"/>
            <p14:sldId id="316"/>
            <p14:sldId id="417"/>
            <p14:sldId id="418"/>
            <p14:sldId id="464"/>
            <p14:sldId id="479"/>
            <p14:sldId id="488"/>
            <p14:sldId id="322"/>
            <p14:sldId id="324"/>
            <p14:sldId id="463"/>
            <p14:sldId id="325"/>
            <p14:sldId id="428"/>
            <p14:sldId id="430"/>
            <p14:sldId id="431"/>
            <p14:sldId id="432"/>
            <p14:sldId id="434"/>
            <p14:sldId id="433"/>
            <p14:sldId id="477"/>
            <p14:sldId id="333"/>
            <p14:sldId id="334"/>
            <p14:sldId id="337"/>
            <p14:sldId id="435"/>
            <p14:sldId id="436"/>
            <p14:sldId id="338"/>
            <p14:sldId id="44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D1555E-4F2D-5767-514C-7122D2F56F27}" name="Marianne van Rhijn" initials="MR" userId="S::marianne.vanrhijn@vml.com::7ac4edf9-67e6-4fcc-b5d4-d46bec6377ba" providerId="AD"/>
  <p188:author id="{5C6D0670-ACA2-9CCE-3B79-6D2C7E494726}" name="Emma Tilanus" initials="ET" userId="S::emma.tilanus@vml.com::b83526f4-1e6a-4267-a436-3089cf73dfd0" providerId="AD"/>
  <p188:author id="{687D0982-57E2-8AA6-DBB0-251E0943B9BE}" name="Rachel Negahban" initials="RN" userId="S::rachel.negahban@vml.com::c80982d3-d92a-45fa-b529-b2c703b67b14" providerId="AD"/>
  <p188:author id="{CE924EB1-E577-EC57-86F1-C184C9B3D1A9}" name="Roel Faulhaber" initials="RF" userId="S::roel.faulhaber@vml.com::8df17fb2-45ec-4652-b24e-c662ccbe92c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99A742-59A2-EC4A-8259-3FE5A1660B95}" v="11" dt="2026-02-03T09:11:10.1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39"/>
    <p:restoredTop sz="94700"/>
  </p:normalViewPr>
  <p:slideViewPr>
    <p:cSldViewPr>
      <p:cViewPr>
        <p:scale>
          <a:sx n="142" d="100"/>
          <a:sy n="142" d="100"/>
        </p:scale>
        <p:origin x="824" y="1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slide" Target="slides/slide61.xml"/><Relationship Id="rId74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6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handoutMaster" Target="handoutMasters/handoutMaster1.xml"/><Relationship Id="rId75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microsoft.com/office/2018/10/relationships/authors" Target="authors.xml"/><Relationship Id="rId7" Type="http://schemas.openxmlformats.org/officeDocument/2006/relationships/slide" Target="slides/slide2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C3B140-F902-7D62-8EEE-92AF182E8B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Snowflake Sans Book" panose="020B05050404010401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7B88F0-52EF-2123-E297-B8F4529B3B7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CCEEF-1B1D-4141-87EB-8BC1B898DBE5}" type="datetimeFigureOut">
              <a:rPr lang="en-GB" smtClean="0">
                <a:latin typeface="Snowflake Sans Book" panose="020B0505040401040103" pitchFamily="34" charset="0"/>
              </a:rPr>
              <a:t>03/02/2026</a:t>
            </a:fld>
            <a:endParaRPr lang="en-GB">
              <a:latin typeface="Snowflake Sans Book" panose="020B05050404010401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8F2B69-8A9B-9B8B-F5AC-E2525885583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Snowflake Sans Book" panose="020B05050404010401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3306DC-6851-01F9-005D-E7BD1B4D4F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E9B86F-E562-4A4A-AAD5-8986F46B4F41}" type="slidenum">
              <a:rPr lang="en-GB" smtClean="0">
                <a:latin typeface="Snowflake Sans Book" panose="020B0505040401040103" pitchFamily="34" charset="0"/>
              </a:rPr>
              <a:t>‹#›</a:t>
            </a:fld>
            <a:endParaRPr lang="en-GB">
              <a:latin typeface="Snowflake Sans Book" panose="020B05050404010401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99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Snowflake Sans Book" panose="020B0505040401040103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Snowflake Sans Book" panose="020B0505040401040103" pitchFamily="34" charset="0"/>
              </a:defRPr>
            </a:lvl1pPr>
          </a:lstStyle>
          <a:p>
            <a:fld id="{D27763CC-25C3-BC40-9E94-076F38B10C4B}" type="datetimeFigureOut">
              <a:rPr lang="en-US" smtClean="0"/>
              <a:pPr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Snowflake Sans Book" panose="020B05050404010401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Snowflake Sans Book" panose="020B0505040401040103" pitchFamily="34" charset="0"/>
              </a:defRPr>
            </a:lvl1pPr>
          </a:lstStyle>
          <a:p>
            <a:fld id="{D1606047-7365-B54E-B40A-EE4FD430BF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348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109" rtl="0" eaLnBrk="1" latinLnBrk="0" hangingPunct="1">
      <a:defRPr sz="600" b="0" i="0" kern="1200">
        <a:solidFill>
          <a:schemeClr val="tx1"/>
        </a:solidFill>
        <a:latin typeface="Snowflake Sans Book" panose="020B0505040401040103" pitchFamily="34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600"/>
              <a:t>Click to add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83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847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03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0088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805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889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998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015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460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75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8907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6379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6C712-C7EA-7A79-DA3E-50C865AA8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9E4D59-1590-162E-103D-ABB4ECAB4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771255-3643-D573-1CB2-8DC0A00E4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1E2E48-8397-CA88-7DF4-E4D0C483A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4117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248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264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A1EA3-456E-6EE6-B385-FD1B04823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EE9D6D-45D2-0B0B-3715-FCD741C0DA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F4126-60DF-4BB2-DF31-5F8DCB19A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993247-13E6-A9EC-AEFC-EA0D7CCE51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6650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803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030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7631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82C32-1468-0486-D623-F26DE5B90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3972FA-E905-383B-B066-105556E8D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580295-CF53-005F-99A5-09F87C9EA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A88F8-9B01-B25C-BF5E-5076EEDF6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8360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335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52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E382C-4B4A-C96B-1039-4E99D8FA9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202D8F-4567-B8AD-5FE7-E04130CBFF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0612CB-AE55-4C47-7B26-A75F6E671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4EBC1-6C93-9DC6-7F2B-DCB2651EE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577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623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896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7259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5990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422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98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979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2475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33681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673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93920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8F1C2-3FF7-EF07-9175-2B63BDCE5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16E7C-0847-3188-2ED3-D7E406AD7A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957795-1557-AA75-C64F-2FCBFCAD1A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C84EE-43AC-B159-0626-3DA31D704E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52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29589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1433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425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055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7292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49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372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2195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1366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268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06560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9752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365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18468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912855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5455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15089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3931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2312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06047-7365-B54E-B40A-EE4FD430BF78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2782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72DD9-83EA-3D92-13A7-954B3CA5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7ECBB3-1012-CE37-4FF6-560A359BF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263F85-7471-C48A-2680-7029455BE5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867CC9-12A1-85A1-9649-30EEAFA1A9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2863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02042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3888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1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56186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2262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317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3E37D-7F69-6257-E7D9-A347D0AAB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E204E-1DB1-ADE9-0397-84664D94DC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6C46DC-819D-9C59-A394-3B48C4A73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2DD94-3C20-D7B2-B427-4ED474CA0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A6370D-E15B-8443-8878-C6CBEC47EC9A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4816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">
            <a:extLst>
              <a:ext uri="{FF2B5EF4-FFF2-40B4-BE49-F238E27FC236}">
                <a16:creationId xmlns:a16="http://schemas.microsoft.com/office/drawing/2014/main" id="{B11FD746-8152-B7B9-617B-DC642523D2EB}"/>
              </a:ext>
            </a:extLst>
          </p:cNvPr>
          <p:cNvSpPr/>
          <p:nvPr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89B949-B3AE-E06F-5CC9-27B98B0A1951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hape">
            <a:extLst>
              <a:ext uri="{FF2B5EF4-FFF2-40B4-BE49-F238E27FC236}">
                <a16:creationId xmlns:a16="http://schemas.microsoft.com/office/drawing/2014/main" id="{60885F45-ECA4-8396-06F2-29B4E47629B9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Title 15">
            <a:extLst>
              <a:ext uri="{FF2B5EF4-FFF2-40B4-BE49-F238E27FC236}">
                <a16:creationId xmlns:a16="http://schemas.microsoft.com/office/drawing/2014/main" id="{FF714A49-274C-16ED-2B78-AE96703F48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/>
            </a:lvl1pPr>
          </a:lstStyle>
          <a:p>
            <a:pPr lvl="0"/>
            <a:r>
              <a:rPr lang="en-US"/>
              <a:t>Title Of Your Presentation Goes Here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98C47073-7431-F68B-C580-185E4B1D51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3C55B946-128F-C5CB-7ED2-A62949594E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D2E3CB7-D896-D1F9-06DD-0FB8BA6E4E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55A0A5-B9C6-279A-260A-0D6CFAA3D1B1}"/>
              </a:ext>
            </a:extLst>
          </p:cNvPr>
          <p:cNvCxnSpPr>
            <a:cxnSpLocks/>
          </p:cNvCxnSpPr>
          <p:nvPr userDrawn="1"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8073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1 Imag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y grid with a shadow&#10;&#10;AI-generated content may be incorrect.">
            <a:extLst>
              <a:ext uri="{FF2B5EF4-FFF2-40B4-BE49-F238E27FC236}">
                <a16:creationId xmlns:a16="http://schemas.microsoft.com/office/drawing/2014/main" id="{27E7B532-B873-5532-8BBA-A7B0B68B75E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589"/>
            <a:ext cx="12192000" cy="6858000"/>
          </a:xfrm>
          <a:prstGeom prst="rect">
            <a:avLst/>
          </a:prstGeom>
        </p:spPr>
      </p:pic>
      <p:pic>
        <p:nvPicPr>
          <p:cNvPr id="4" name="Picture 3" descr="A grey grid with a shadow&#10;&#10;AI-generated content may be incorrect.">
            <a:extLst>
              <a:ext uri="{FF2B5EF4-FFF2-40B4-BE49-F238E27FC236}">
                <a16:creationId xmlns:a16="http://schemas.microsoft.com/office/drawing/2014/main" id="{9C201CD2-4224-6729-8178-703FB6CBDC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589"/>
            <a:ext cx="12192000" cy="6858000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3C807C8-7AED-3B43-BE67-3E37543ED050}"/>
              </a:ext>
            </a:extLst>
          </p:cNvPr>
          <p:cNvCxnSpPr>
            <a:cxnSpLocks/>
          </p:cNvCxnSpPr>
          <p:nvPr/>
        </p:nvCxnSpPr>
        <p:spPr>
          <a:xfrm>
            <a:off x="262616" y="4379392"/>
            <a:ext cx="11658184" cy="0"/>
          </a:xfrm>
          <a:prstGeom prst="line">
            <a:avLst/>
          </a:prstGeom>
          <a:ln w="635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3715B9-DD03-31E2-C00B-6393211ABDD5}"/>
              </a:ext>
            </a:extLst>
          </p:cNvPr>
          <p:cNvCxnSpPr>
            <a:cxnSpLocks/>
          </p:cNvCxnSpPr>
          <p:nvPr/>
        </p:nvCxnSpPr>
        <p:spPr>
          <a:xfrm>
            <a:off x="262616" y="4379392"/>
            <a:ext cx="1165818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hape">
            <a:extLst>
              <a:ext uri="{FF2B5EF4-FFF2-40B4-BE49-F238E27FC236}">
                <a16:creationId xmlns:a16="http://schemas.microsoft.com/office/drawing/2014/main" id="{99CE9DAE-01FC-3EDB-1628-76B6D77DC158}"/>
              </a:ext>
            </a:extLst>
          </p:cNvPr>
          <p:cNvSpPr/>
          <p:nvPr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E9C216-96AE-17D9-6C60-B11F3A6629E6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hape">
            <a:extLst>
              <a:ext uri="{FF2B5EF4-FFF2-40B4-BE49-F238E27FC236}">
                <a16:creationId xmlns:a16="http://schemas.microsoft.com/office/drawing/2014/main" id="{5EE38D7B-304F-23B5-96A3-3A00BEB28B82}"/>
              </a:ext>
            </a:extLst>
          </p:cNvPr>
          <p:cNvSpPr/>
          <p:nvPr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16802667-2AF4-176B-217A-67D3A72F2C1E}"/>
              </a:ext>
            </a:extLst>
          </p:cNvPr>
          <p:cNvSpPr/>
          <p:nvPr userDrawn="1"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2006C3-A00F-C55B-50F5-95AB8204AED7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hape">
            <a:extLst>
              <a:ext uri="{FF2B5EF4-FFF2-40B4-BE49-F238E27FC236}">
                <a16:creationId xmlns:a16="http://schemas.microsoft.com/office/drawing/2014/main" id="{272A7CA0-7A6D-DE0E-A4A9-48195C0ABA33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4DD458F6-4298-6E7F-B769-55CDF5B88C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/>
            </a:lvl1pPr>
          </a:lstStyle>
          <a:p>
            <a:pPr lvl="0"/>
            <a:r>
              <a:rPr lang="en-US"/>
              <a:t>Title Of Your Presentation Goes Here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2638952E-663F-1CBC-428B-C05760BF7D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A17E6B5-CA24-ABB8-F31D-73A4AFF5B2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A85C53F9-0C5D-DB4B-608D-73459277EA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1DA5E63-CD37-1B35-389D-915F885CD217}"/>
              </a:ext>
            </a:extLst>
          </p:cNvPr>
          <p:cNvCxnSpPr>
            <a:cxnSpLocks/>
          </p:cNvCxnSpPr>
          <p:nvPr userDrawn="1"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76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DEEEEC-CE4D-8588-0D73-6A2097D9E2A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D3B61E3D-FB8B-02C2-D9D4-12C1D4F30C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926D875-F78A-AFB1-E81F-DC7FE19180D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8025" y="3437475"/>
            <a:ext cx="7950200" cy="2915391"/>
          </a:xfrm>
        </p:spPr>
        <p:txBody>
          <a:bodyPr numCol="2" spcCol="457200">
            <a:noAutofit/>
          </a:bodyPr>
          <a:lstStyle>
            <a:lvl1pPr marL="342900" marR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01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02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03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04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05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06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07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08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24703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7928A76C-FE78-0D39-37DA-CC6F9E29CA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4583" y="2982504"/>
            <a:ext cx="1251093" cy="1251638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653B573-27D3-B79A-1B5B-CA8C98A3F9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71885" y="2982504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01DEA4E-B81C-8325-55F5-8BC030544D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59971" y="2982503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9104D87D-AB8C-7BD6-200F-F1D004230C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48565" y="2982503"/>
            <a:ext cx="1248996" cy="1249541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706B5A93-9ACD-9472-6C49-636EAFC29C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974583" y="4827930"/>
            <a:ext cx="1251093" cy="1251638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7BCBD368-5433-1BDA-C587-12E50A7F281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71885" y="4827930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8F9E5864-C63E-C9A5-A0D8-4078D0ECBA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959971" y="4827929"/>
            <a:ext cx="1251093" cy="1251639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2A31084-D5F3-12E0-15BD-9A6C7C23F8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48565" y="4827930"/>
            <a:ext cx="1248996" cy="1249541"/>
          </a:xfrm>
          <a:prstGeom prst="rect">
            <a:avLst/>
          </a:prstGeom>
          <a:solidFill>
            <a:srgbClr val="C2C4B8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EC82204-ADBF-7D9C-3683-A8BF466C3E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74582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1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AB7BE618-E9C3-57FE-B009-63B09FDE46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74582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2AC722F2-A237-127A-303A-480AC4529C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61197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2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E902DEA9-1930-2B5B-1176-127E86AA11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61197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5CAAD71-7BBE-6150-E15E-AD65F69402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011" y="429465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3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049487D3-FDF6-95A8-7182-DD547C6D7D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56011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C6C1B317-328A-647A-459B-CB641361AB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42626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4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16C5DBEB-AB1E-ED96-FDB1-2E879840B1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42626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C4BE1477-BD73-D848-BAD5-B66D6367A2B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74582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5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8233BC37-EEDA-CC3F-CF5E-2FA1C9AF94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4582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3E8B4B5F-2760-A276-4636-F349D2FB4FD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61197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6</a:t>
            </a: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66397E74-10C5-D2AA-1FD8-439713DE53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61197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86002FAC-B97E-D308-5EA5-5581D27D1E9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56011" y="614270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7</a:t>
            </a:r>
          </a:p>
        </p:txBody>
      </p:sp>
      <p:sp>
        <p:nvSpPr>
          <p:cNvPr id="44" name="Text Placeholder 20">
            <a:extLst>
              <a:ext uri="{FF2B5EF4-FFF2-40B4-BE49-F238E27FC236}">
                <a16:creationId xmlns:a16="http://schemas.microsoft.com/office/drawing/2014/main" id="{D6834B0D-0111-4971-6C68-3E52683B1BE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56011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49F1D2A8-B119-1A6E-F92B-0F60174C577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42626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8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D4B45652-A158-E351-3F8A-C629D48E52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42626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8E6D941-5780-6A71-9061-1C0FEFB5DA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Your Team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E9D214-BC4E-CB8A-7836-6951DF8C8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Image">
            <a:extLst>
              <a:ext uri="{FF2B5EF4-FFF2-40B4-BE49-F238E27FC236}">
                <a16:creationId xmlns:a16="http://schemas.microsoft.com/office/drawing/2014/main" id="{5EC9EF64-2C71-8501-3D74-6596C60405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8557" y="3015837"/>
            <a:ext cx="3742195" cy="52879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86286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EC1EBA7-5506-6B68-C231-D00B3CDA6C33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92E4A7-5DAB-ABE8-5192-1989E7776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B165F199-7337-F614-1B12-94C96150A2C0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2240832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No lin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D92E4A7-5DAB-ABE8-5192-1989E7776B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40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tatement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4D88EB7-C84C-66B0-46AC-EF32EC3156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679720"/>
            <a:ext cx="9674984" cy="1625060"/>
          </a:xfrm>
        </p:spPr>
        <p:txBody>
          <a:bodyPr/>
          <a:lstStyle>
            <a:lvl1pPr>
              <a:defRPr sz="6400" spc="-150">
                <a:solidFill>
                  <a:schemeClr val="tx1"/>
                </a:solidFill>
              </a:defRPr>
            </a:lvl1pPr>
          </a:lstStyle>
          <a:p>
            <a:r>
              <a:rPr lang="en-US"/>
              <a:t>Large Headline 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008C5689-9D83-93AD-551B-C14348136D0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7" y="2536677"/>
            <a:ext cx="7687434" cy="1800493"/>
          </a:xfrm>
        </p:spPr>
        <p:txBody>
          <a:bodyPr wrap="square">
            <a:sp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supports bold formatting.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F7CCA0-CDAB-40F1-EF33-C11EABCC3BB6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6E4929-199B-0760-E5AB-D974742415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201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 0.1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F4884-4941-FFB4-A040-BE525DE207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096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2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D6C9D5C-4C01-B9C9-235D-AB7D0D466B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2B1D8070-74D5-11A7-1097-2308DA031E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8669" cy="284694"/>
          </a:xfrm>
        </p:spPr>
        <p:txBody>
          <a:bodyPr anchor="t"/>
          <a:lstStyle>
            <a:lvl1pPr>
              <a:lnSpc>
                <a:spcPct val="90000"/>
              </a:lnSpc>
              <a:defRPr sz="2000" b="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251358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3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6ACA18F-DDFD-E1F9-A80B-9525EE2501D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3F7496-825B-13AC-0ACF-92C0AF0645E5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165B5AB-099D-93EC-8A8B-CAEA6A1D4C0D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507EBA3-147C-07BE-D68B-6879DB7E27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92B752CD-BC10-5180-4FC6-AE9671867F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079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48319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7691873" cy="3141886"/>
          </a:xfrm>
        </p:spPr>
        <p:txBody>
          <a:bodyPr wrap="square">
            <a:sp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05B797-42E0-70D0-E6A0-C87087A893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40D5982D-02F2-6A45-CB8E-0BC5A69BF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660306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D3BDA-E198-0198-BFCB-D434627ED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D3827E2A-1E9E-F174-E9D9-7E77D6F90F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E84CEB8-6C95-7E2A-A406-F1063E3E2D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99553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1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619011-95DF-BC15-9877-C3E249BD1B79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ED3BDA-E198-0198-BFCB-D434627ED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7">
            <a:extLst>
              <a:ext uri="{FF2B5EF4-FFF2-40B4-BE49-F238E27FC236}">
                <a16:creationId xmlns:a16="http://schemas.microsoft.com/office/drawing/2014/main" id="{344097BF-C0DD-2680-0B7B-63668654E2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902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5A73C061-B0D2-BEEC-05D3-5D79042E3E0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583E2E4-6AC2-884E-898F-1DDBFF8870D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0BF4823-D05E-A5DB-D2A8-F7CA0EBC68A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9960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3712670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/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AE84CEB8-6C95-7E2A-A406-F1063E3E2D3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2042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0CB8DD6-A549-B5F6-C607-6B7C5471237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5998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540473-B034-9EB2-494B-4C26002F3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13A68956-E942-A573-1B71-B2FB74824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88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C315452E-8A64-EBA6-C22F-3150C3979F3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66130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4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540473-B034-9EB2-494B-4C26002F3E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13A68956-E942-A573-1B71-B2FB74824E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5710681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21D2B006-F749-8F43-65FE-4CF321D2989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9C39448-E79C-C658-7E18-C89357FF137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604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C2F8997B-5962-DDDC-E4AB-2E46CC37E57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8442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8819A23-7264-7663-70E0-59DA8AB76B8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66279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B39116E-F76F-5677-5F0B-045161D75A2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69215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5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E9B958-7B6B-50CA-91F3-C4EEAFC62E2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6698228" cy="4311437"/>
          </a:xfrm>
        </p:spPr>
        <p:txBody>
          <a:bodyPr wrap="square">
            <a:spAutoFit/>
          </a:bodyPr>
          <a:lstStyle>
            <a:lvl1pPr marL="319976" marR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 sz="2000"/>
            </a:lvl1pPr>
          </a:lstStyle>
          <a:p>
            <a:pPr marL="319976" marR="0" lvl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/>
            </a:pPr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B3B65328-55C0-54EE-EFBC-E4320545CE1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83DFC-6AA7-11BC-1861-9456BAA7D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A403E14E-4407-9879-BC85-FB4C90A0BE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2838272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6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70B266-5446-768A-82D4-69E5C5EF516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0770483-108A-B69C-6103-1E6EE04E2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25613"/>
            <a:ext cx="6695203" cy="4865687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EC02C0-8D54-6533-F1B0-12840906CFED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BA9835-50D3-5A66-6A02-239514B22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75BB8B46-AFFA-5E2C-16C5-6A66FEA391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7027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7D179E22-B500-E387-709F-E50EC737B4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6686075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0164064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7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D0469808-88FD-ACEF-2F72-0BE6F0097F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05250" y="2873188"/>
            <a:ext cx="3715550" cy="371521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6F949642-FA3F-1419-ADF6-2AD5A69F52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34008" y="2873188"/>
            <a:ext cx="3715550" cy="371521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03B3202-D2D8-FA21-2C67-6C6FCA7E73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2766" y="2877670"/>
            <a:ext cx="3715550" cy="371521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522959-3D58-6A3C-F7EB-15C62682FE4C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23C309C-8C63-B444-3D0D-51A050F542B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2"/>
            <a:ext cx="7691873" cy="1024465"/>
          </a:xfrm>
        </p:spPr>
        <p:txBody>
          <a:bodyPr wrap="square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1109E-AA7A-25CA-A789-70C04273A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15049F56-995E-94DF-D02C-5287BF5C2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075972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8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D918FA23-A2B1-2DE4-628F-B700CCD9BA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0A2F4B5-F97D-5BD8-3FEC-886BE93594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95855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6CF6E1-70C8-5571-26E2-DF4E936FF2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8944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082EC09-A908-1368-5540-7151D817A4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62033" y="3734121"/>
            <a:ext cx="2858767" cy="2857179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5D9ACD-5E58-70FE-2D91-456F5D8594A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92B12EA-3292-844F-2545-A5DFDA3C18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3"/>
            <a:ext cx="7691873" cy="1789097"/>
          </a:xfrm>
        </p:spPr>
        <p:txBody>
          <a:bodyPr wrap="square">
            <a:noAutofit/>
          </a:bodyPr>
          <a:lstStyle>
            <a:lvl1pPr marL="319976" indent="-319976">
              <a:defRPr sz="20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8F685-1DEC-4941-CA43-AA890CBAD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45284362-85EF-0F31-08A4-C83F56757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803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877180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3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082FFCD-E722-4410-0585-EC6838057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78DC13F1-691D-8907-98A7-F1409C69DC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F63CB761-1316-DE32-E9EB-47AFA52DF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C89E90DE-517E-569B-3DF5-C8C28C61B8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5" y="1735200"/>
            <a:ext cx="3715550" cy="3717218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EAC04FF3-128E-CB36-88DF-56B71BE9BF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33542" y="1735200"/>
            <a:ext cx="3716016" cy="3717218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1" name="Picture Placeholder 9">
            <a:extLst>
              <a:ext uri="{FF2B5EF4-FFF2-40B4-BE49-F238E27FC236}">
                <a16:creationId xmlns:a16="http://schemas.microsoft.com/office/drawing/2014/main" id="{CE15A452-5BCA-A372-4C53-91E56F5584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00362" y="1735200"/>
            <a:ext cx="3717635" cy="3717218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8516C959-7B52-5E43-7A6D-62AE3E8CC0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420584" y="2039768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140F1745-64A6-043C-2083-2706C64525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5" y="5959121"/>
            <a:ext cx="3715550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2D3431A4-475D-F1F5-AED8-5297E080135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5" y="5600700"/>
            <a:ext cx="3723244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276C5DBE-4476-EEC1-C7C4-D755312864E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36707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202A4D59-183B-08BF-2C80-DBD1BA4A8F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6707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F064CFB-1DAE-3224-399B-2E89BEAB113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4681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F699313E-8FED-E430-C061-22C9EDD6C7F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04681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6EF467B-A616-D40F-6E03-85E793500FC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409070" y="3419164"/>
            <a:ext cx="615764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C4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D8C96ED4-92B0-B68C-9F88-F62D7E0151A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409071" y="3060743"/>
            <a:ext cx="617040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8766843A-CB06-94BE-C89F-A13A7C04DD8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3924300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016FF4C-E0EE-4266-56CB-903B099DD48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5313429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CC44309B-7E56-0F3E-73BB-67C395C27AE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4955008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4" name="Text Placeholder 7">
            <a:extLst>
              <a:ext uri="{FF2B5EF4-FFF2-40B4-BE49-F238E27FC236}">
                <a16:creationId xmlns:a16="http://schemas.microsoft.com/office/drawing/2014/main" id="{D6C6894D-62AF-EB1C-D07F-98CDB469304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3716016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AE878222-0CFD-9B0B-6744-27BB667D36C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30740" y="1736684"/>
            <a:ext cx="3716016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A9172FDB-E920-9BD5-60C0-B34B5A95122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198714" y="1736684"/>
            <a:ext cx="3716016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043FF3A7-5565-E04F-FE81-8DEDEB930A1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420584" y="2041252"/>
            <a:ext cx="610995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E3AE59C4-E1A6-009D-99B6-39194F9DFE6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3925784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7497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4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08C63A-3F26-D834-37DB-753DEA39A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4BBC751-C879-FB3B-85EE-110E43E33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C31E4050-544A-E5CD-69EE-23EAE4604F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8EF81045-8355-78E5-6F02-E938816055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742843" cy="2743200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24BBF19B-57E7-D926-75E3-10BC1082AE7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31126" y="1735200"/>
            <a:ext cx="2742843" cy="2743200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B845E690-084D-F08C-299C-015E806F75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486" y="1735200"/>
            <a:ext cx="2742843" cy="2743200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95D7DC-8DD5-349E-8778-32BAF180E2C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67846" y="1735200"/>
            <a:ext cx="2742843" cy="2743200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F40A1335-D272-418E-6248-26244CADB8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4756E434-CB22-F4F7-92AE-F6FAC5C405F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DC3F9C14-DAF9-A524-58A0-2DE305E854C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30604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73D9EAA8-D632-0E1B-5D05-2F1D995E93D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0604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0B32E9D6-9F88-F1C1-5A7C-1410C0DD2FA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9129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C24E4DD2-68A8-503A-E1C0-2D6FB2B5188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99129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3ADB7AA-1BF3-A54F-EEA4-93F28F2165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7845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0CDF8783-D99D-16DD-C360-27EEBB30975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6784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C03E44AF-8AB7-AD4E-8668-4B618F06676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1946206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C19A9DD-0E36-9E28-1353-2452D5EA114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3335335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F3DCB14B-6B03-E5E0-DD83-F86FCA9FF1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2976914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843BF731-A1E0-9006-BC2B-158E09F3A1D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9399E324-4D95-4419-6B33-BCEFE6A38EA0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30604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40" name="Text Placeholder 7">
            <a:extLst>
              <a:ext uri="{FF2B5EF4-FFF2-40B4-BE49-F238E27FC236}">
                <a16:creationId xmlns:a16="http://schemas.microsoft.com/office/drawing/2014/main" id="{18BF2A36-78BA-7C5B-EF22-47E141A7451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9948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9E4CDDD-95E3-3497-FF2E-8C9BA0BFF75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6784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E142624E-FE9A-0180-6819-2420DF1FE53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1947690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579848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5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33915-C837-795C-B054-5356874DD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AD4B38F-5BB6-F764-7E91-CDD69E7564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4107AAE8-0D68-EC66-4ED4-D2A289B0B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DFECFA91-CA0B-56FB-D93A-FFF6ADB308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196720" cy="2194021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5B2FCEE3-AA03-6F2C-0A02-4A15DEBFF06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31136" y="1735200"/>
            <a:ext cx="2196720" cy="2194021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D4432123-C934-E8FB-3A26-99C2648297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99507" y="1735200"/>
            <a:ext cx="2196720" cy="2194021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33BF4B9-3649-F727-449A-A7F1E9CB9D6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7878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937A4BFD-E836-7BD7-AB91-8CB1ED21C53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4552895"/>
            <a:ext cx="2196720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640231-5025-F908-2EEB-72212AC4DEE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194474"/>
            <a:ext cx="220126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C3A73B5F-8F8C-7100-D783-82E0CD559F5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09660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373E783F-A8EB-B286-F65B-430975E1E8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09660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6D8A8242-F828-2035-07A1-7BBEC815C7A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97837" y="4552895"/>
            <a:ext cx="2200452" cy="1365518"/>
          </a:xfrm>
        </p:spPr>
        <p:txBody>
          <a:bodyPr wrap="square" rIns="0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80E14B2-3F49-80E8-9F32-D46DBD4AEB3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97838" y="4194474"/>
            <a:ext cx="220500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D7F97F92-72C3-67E7-FBDA-21D3D34A2FE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493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88204EF-310C-F33B-B998-5F2F14B152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66494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238DF19C-4284-A04B-1B30-CD15079F4697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736247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D7358003-E4E4-4743-7C60-000DD7691D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36247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F58D74-2F58-9093-2286-EA8B4789533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36247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5</a:t>
            </a:r>
          </a:p>
        </p:txBody>
      </p:sp>
      <p:sp>
        <p:nvSpPr>
          <p:cNvPr id="42" name="Text Placeholder 7">
            <a:extLst>
              <a:ext uri="{FF2B5EF4-FFF2-40B4-BE49-F238E27FC236}">
                <a16:creationId xmlns:a16="http://schemas.microsoft.com/office/drawing/2014/main" id="{A4841AE8-FD80-F41B-E8C5-54CB1952238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43" name="Text Placeholder 7">
            <a:extLst>
              <a:ext uri="{FF2B5EF4-FFF2-40B4-BE49-F238E27FC236}">
                <a16:creationId xmlns:a16="http://schemas.microsoft.com/office/drawing/2014/main" id="{733B3BF3-7E12-858B-4371-5B067D09D15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31136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44" name="Text Placeholder 7">
            <a:extLst>
              <a:ext uri="{FF2B5EF4-FFF2-40B4-BE49-F238E27FC236}">
                <a16:creationId xmlns:a16="http://schemas.microsoft.com/office/drawing/2014/main" id="{CCFA7967-0007-B300-34DB-6DEA1CC184C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99577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45" name="Text Placeholder 7">
            <a:extLst>
              <a:ext uri="{FF2B5EF4-FFF2-40B4-BE49-F238E27FC236}">
                <a16:creationId xmlns:a16="http://schemas.microsoft.com/office/drawing/2014/main" id="{7E6D46BF-D0CF-4057-1F13-0AED5780060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64145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46" name="Text Placeholder 7">
            <a:extLst>
              <a:ext uri="{FF2B5EF4-FFF2-40B4-BE49-F238E27FC236}">
                <a16:creationId xmlns:a16="http://schemas.microsoft.com/office/drawing/2014/main" id="{9167E12C-CC23-0E03-25C0-C4F50DEA08F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36248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109091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Storyboard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AB6FF7A-C5BD-4092-06AE-B81828342D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2616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EC2CA4-01EC-30F5-3923-EAB2DE341694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hape">
            <a:extLst>
              <a:ext uri="{FF2B5EF4-FFF2-40B4-BE49-F238E27FC236}">
                <a16:creationId xmlns:a16="http://schemas.microsoft.com/office/drawing/2014/main" id="{9C152045-BBAE-5CDD-1937-02211B00730D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50789E27-8B74-B0BF-0B8B-2697C6E659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665" y="749552"/>
            <a:ext cx="3707917" cy="261610"/>
          </a:xfrm>
        </p:spPr>
        <p:txBody>
          <a:bodyPr/>
          <a:lstStyle>
            <a:lvl1pPr>
              <a:defRPr sz="2000" spc="0"/>
            </a:lvl1pPr>
          </a:lstStyle>
          <a:p>
            <a:r>
              <a:rPr lang="en-US"/>
              <a:t>Header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DDBC30C-62AB-2E94-268A-D3468CF328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41248" y="708152"/>
            <a:ext cx="470235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604B6A3-0E2F-173F-DD71-679F89C7A0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616" y="1312294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B6F6562-FC62-BB32-EA34-3EB70C2EE18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2042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195466F1-E508-D2D8-6D5C-41473F7480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242042" y="1312294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6EB93F3-D8B7-F233-C5AE-D4F58817B4D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1468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4D682FAE-E648-3A87-2F8B-C3AE8DEEB0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221468" y="1312294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E4422A5-5488-C942-7EF7-4B55CD90FF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616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446C710-080C-E915-E770-DF5D2FE1822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62616" y="4086809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15846F0-DD8D-CD17-45AE-CCBD2D99F27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42042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4F9A3119-0093-A91A-7D8A-F0C2603C40AB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42042" y="4086809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A9CBAA9-08F8-E284-8A59-49E6E3FC57D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21468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21BECB3-372B-9B53-FA40-0ABB0A05C89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221468" y="4086809"/>
            <a:ext cx="3707917" cy="18928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CA06A-B993-C244-FF46-7A4928C51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396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icture Grid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85C9B886-F3E4-5E12-9A00-84CD82AC550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62766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F8F94976-A702-C1F9-A837-6776C974B64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253957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491733F7-529D-CC79-65CB-FFFF026BCCC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237993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6A1F7AA5-5BAB-2CF9-9D3F-E106BCE895EC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29333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CC8DDA27-CE84-DC52-6023-A2C4DE0F940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2575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6718BFA9-E1B3-D6BB-7487-C006F510A57B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195030" y="4191007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3CADC0AD-CA08-AEA2-21C6-E3AC795358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62766" y="5999953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DBFB30C-D9E0-5B84-1D3C-59BFA31CBE8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5411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5467940A-A0E4-39FE-276D-52982FC5B1D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4545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1F97773C-D0B7-F881-B1A5-D8AEDF553E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3679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2ECF84FA-0E79-D13F-83BD-198A87BF689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2813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F69D5152-F0FC-DBAB-A69E-3CF712D6BBC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1947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DBF4C0-48BD-0AA4-AC08-3488348A30AF}"/>
              </a:ext>
            </a:extLst>
          </p:cNvPr>
          <p:cNvCxnSpPr>
            <a:cxnSpLocks/>
          </p:cNvCxnSpPr>
          <p:nvPr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C498253-E19A-9981-7491-0B0200501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9C4EF51A-A56C-324C-7B1A-B7579A5A37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53957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4F721F11-D41A-997F-55D6-70373D59D1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7993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4B87836F-5514-410A-006A-3F8EF5C8A2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29333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107E7A96-FD00-0FC7-A726-81E9C011D1E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12575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62A229C-FE8E-6E1A-4CCD-6B54E572722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95030" y="1735906"/>
            <a:ext cx="1724675" cy="172467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4B7B71-D5EB-3F43-CF27-6D94A6701913}"/>
              </a:ext>
            </a:extLst>
          </p:cNvPr>
          <p:cNvCxnSpPr>
            <a:cxnSpLocks/>
          </p:cNvCxnSpPr>
          <p:nvPr userDrawn="1"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457086F-2E26-D088-74D3-090BC12E603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2766" y="3544851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C193CEC-8281-A77D-4837-045AC62532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5411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F6F26F2-0478-EACF-FD9A-457F531B24C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545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8043EB6-CD12-E6E8-6CD5-59F8E958283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3679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FE48E665-7BAD-2DF6-E021-51FDE8C4483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813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89B74F3-7F23-BD89-88BB-A14E3E67AD5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1947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CD2EAC-2BCE-DE73-057C-0294CC80D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2243729C-6E16-9E60-E08C-C61016CE3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F6993D45-8C38-E943-4D5B-0213C84D9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tx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5550198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1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1F0CB571-2CC5-3A2F-2978-74174DAA45F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480337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436492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FDC720D-9A69-3CE1-C1B4-9067527A25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304955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1A9AE1E9-1CFA-55D3-3DF0-7261488E069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A19B2CC4-547F-49CA-6526-7197F55615C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E628A5-ED58-A3B0-1085-968A9E997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3357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2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02BA032F-0C7E-6C39-16BE-83DF2C62486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41772E7-5B40-90F2-E589-5CDE69BC1D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0C6F8664-9FED-BFA0-E912-512D1791091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9BAFF3A1-B2AB-57EF-7216-B3AC7AB62A95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80A79D59-5844-353F-A355-16B6B3A22E8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5273E02F-B306-FEE8-2E2A-998150880A3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8BB3589-59E9-D1C6-A087-4B68C49F65D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29BC56FF-C753-705C-7A95-BFCE3BBD276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C90FC4B6-5FA5-16D5-9044-41A00345BAB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59D69C04-CC4C-80F5-C3E4-A747486A994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A68D2872-91B7-8B78-9CB9-9B212EFBC45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F4B3DD27-7ACF-A93D-09FF-B3E7E338204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170F12CB-0EC7-7879-C67C-7797326E64B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3083E0A1-76D1-5B10-730E-0356936047E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B1EC3D66-E041-A988-F44E-2CDAD644732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B4869F0-5EDD-CA2E-9E36-673D0B0B1D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545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79573AD3-1512-A3C1-57D1-76791DA6D33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615" y="4176393"/>
            <a:ext cx="2414907" cy="241490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D1F00655-973F-FD6A-C63E-200233E1589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573434" y="3319765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6C50B38-7F7A-B489-F499-BA136B985D6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884254" y="2463137"/>
            <a:ext cx="2414907" cy="241490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EB6F76FB-559D-8CE5-A862-E084509CCBB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195073" y="1606509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FDA8DAD-9128-FB1B-76AC-5D625583650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505893" y="749881"/>
            <a:ext cx="2414907" cy="2414908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E4CCCA-1E42-6208-BF17-9FAD01223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740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0 (Dar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2D3EB6C-7917-FE14-D867-4E2C338DB7C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F11835-9A8C-3DFF-18AF-06E3BB3DE64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938565" y="2349070"/>
            <a:ext cx="4771047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896788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890235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397214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1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7229301" cy="6858000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7939945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2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4762094" cy="6858000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794863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3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01AECDDC-3D76-B69D-F1D1-EFE61C06B23C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BDCEF0DC-1D0A-A52A-7B02-AEDB11FF840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9976C5A-297B-964B-48B5-7A2B75129C88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9B703B56-226B-2C4E-2EDA-FC75B8547DD2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B3F0B3BD-1F90-6603-C5D8-B9C69F12697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2346158"/>
            <a:ext cx="4784153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26B37B14-61A6-E5D4-3294-C98DDECED1B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F428D0CC-3532-3F0F-24F6-50B255A6202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4C300D6-D584-775F-C7EF-6521A28CAB34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A71E2631-A7E0-A350-25EE-16128759550D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788902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4 (Ligh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12A4B2F-2114-2E2E-19AD-041E4AACF7D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86865" y="2345458"/>
            <a:ext cx="4762094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16477" y="0"/>
            <a:ext cx="4788630" cy="4511842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2345458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3D1BA6A1-4247-7817-BC98-3A1B254A594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BE9E9866-CDC1-C0B3-B495-7AEE678D156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20D2C50-33E1-A17C-8446-F27EEDF30C9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951671" y="0"/>
            <a:ext cx="2301765" cy="2186247"/>
          </a:xfrm>
          <a:prstGeom prst="rect">
            <a:avLst/>
          </a:prstGeom>
          <a:solidFill>
            <a:srgbClr val="C2C4B8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95979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.0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002991" y="2933700"/>
            <a:ext cx="1641222" cy="1641223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50323" y="3532402"/>
            <a:ext cx="2241598" cy="2241599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246457" y="3224842"/>
            <a:ext cx="2364514" cy="236451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2993296" y="1083192"/>
            <a:ext cx="2241598" cy="2241599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988024" y="1274996"/>
            <a:ext cx="1508104" cy="150810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989429" y="2674948"/>
            <a:ext cx="1508104" cy="1508105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9622" y="1088494"/>
            <a:ext cx="1793435" cy="1793437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73058" y="2133600"/>
            <a:ext cx="973267" cy="973268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154" y="5295900"/>
            <a:ext cx="3699429" cy="1015663"/>
          </a:xfrm>
        </p:spPr>
        <p:txBody>
          <a:bodyPr anchor="b"/>
          <a:lstStyle>
            <a:lvl1pPr algn="r">
              <a:defRPr sz="3999" spc="-75"/>
            </a:lvl1pPr>
          </a:lstStyle>
          <a:p>
            <a:pPr lvl="0"/>
            <a:r>
              <a:rPr lang="en-US"/>
              <a:t>Iconic</a:t>
            </a:r>
            <a:br>
              <a:rPr lang="en-US"/>
            </a:br>
            <a:r>
              <a:rPr lang="en-US"/>
              <a:t>statement.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2400781" y="2206186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10631268" y="220399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20138769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498DD5-8334-9B3C-9CBE-37B55B5E31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91827" y="794388"/>
            <a:ext cx="4067795" cy="4064630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D1FEE7C-553C-4A8B-BC77-F8DF21CFAE2F}"/>
              </a:ext>
            </a:extLst>
          </p:cNvPr>
          <p:cNvSpPr/>
          <p:nvPr userDrawn="1"/>
        </p:nvSpPr>
        <p:spPr>
          <a:xfrm>
            <a:off x="987537" y="5761382"/>
            <a:ext cx="269763" cy="269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A6222-3515-ED1E-22C8-0B196FE22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Shape">
            <a:extLst>
              <a:ext uri="{FF2B5EF4-FFF2-40B4-BE49-F238E27FC236}">
                <a16:creationId xmlns:a16="http://schemas.microsoft.com/office/drawing/2014/main" id="{A684C8D1-0533-24A7-9162-A14CF692F7BB}"/>
              </a:ext>
            </a:extLst>
          </p:cNvPr>
          <p:cNvSpPr/>
          <p:nvPr userDrawn="1"/>
        </p:nvSpPr>
        <p:spPr>
          <a:xfrm>
            <a:off x="7223125" y="526792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4128765-AC6B-97A3-0F71-9EBDD5666A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4560" y="2280275"/>
            <a:ext cx="3256506" cy="3256506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BB12CB4-F5F3-7AC1-AE2C-FEA23CAE57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08671" y="3706018"/>
            <a:ext cx="2325129" cy="2325127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itle 3">
            <a:extLst>
              <a:ext uri="{FF2B5EF4-FFF2-40B4-BE49-F238E27FC236}">
                <a16:creationId xmlns:a16="http://schemas.microsoft.com/office/drawing/2014/main" id="{C1DD5EFB-A24A-8010-EC1E-1A692A0A7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822" y="1052569"/>
            <a:ext cx="5223761" cy="569387"/>
          </a:xfrm>
        </p:spPr>
        <p:txBody>
          <a:bodyPr wrap="square" anchor="b">
            <a:spAutoFit/>
          </a:bodyPr>
          <a:lstStyle>
            <a:lvl1pPr>
              <a:lnSpc>
                <a:spcPct val="9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E7FD5D1F-433D-30B2-4187-C985BEC9F10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9210" y="1603813"/>
            <a:ext cx="5225242" cy="33086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 eius</a:t>
            </a:r>
          </a:p>
        </p:txBody>
      </p:sp>
    </p:spTree>
    <p:extLst>
      <p:ext uri="{BB962C8B-B14F-4D97-AF65-F5344CB8AC3E}">
        <p14:creationId xmlns:p14="http://schemas.microsoft.com/office/powerpoint/2010/main" val="7908878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.0 (Light)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BC536DB3-4F6D-00AF-9CA8-CF536E79809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00175" y="1468834"/>
            <a:ext cx="1720625" cy="1720584"/>
          </a:xfrm>
          <a:prstGeom prst="rect">
            <a:avLst/>
          </a:prstGeom>
          <a:solidFill>
            <a:srgbClr val="C2C4B8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608B3A1A-733C-5681-979D-7DBAAF1F16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2766" y="2337598"/>
            <a:ext cx="3703382" cy="3700688"/>
          </a:xfrm>
          <a:prstGeom prst="rect">
            <a:avLst/>
          </a:prstGeom>
          <a:solidFill>
            <a:srgbClr val="C2C4B8"/>
          </a:solidFill>
        </p:spPr>
        <p:txBody>
          <a:bodyPr anchor="ctr"/>
          <a:lstStyle>
            <a:lvl1pPr marL="7143" indent="-794" algn="ctr"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29FA71E-4975-6DC3-270B-1BF03D7C26A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47603" y="5140763"/>
            <a:ext cx="1720625" cy="1717237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F3F980-7303-7433-7BA0-B2E600EEDB0F}"/>
              </a:ext>
            </a:extLst>
          </p:cNvPr>
          <p:cNvCxnSpPr>
            <a:cxnSpLocks/>
          </p:cNvCxnSpPr>
          <p:nvPr/>
        </p:nvCxnSpPr>
        <p:spPr>
          <a:xfrm>
            <a:off x="271200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6BECE9EE-9083-6A68-D693-1B828A1065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6642" y="2932"/>
            <a:ext cx="1467796" cy="1471712"/>
          </a:xfrm>
          <a:prstGeom prst="rect">
            <a:avLst/>
          </a:prstGeom>
          <a:solidFill>
            <a:srgbClr val="C2C4B8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037BB711-C787-4572-B73D-BA88FB5870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9351" y="2971800"/>
            <a:ext cx="4702174" cy="786369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Longer Headline to be</a:t>
            </a:r>
            <a:br>
              <a:rPr lang="en-US"/>
            </a:br>
            <a:r>
              <a:rPr lang="en-US"/>
              <a:t>Written here</a:t>
            </a:r>
          </a:p>
        </p:txBody>
      </p:sp>
      <p:sp>
        <p:nvSpPr>
          <p:cNvPr id="2" name="Shape">
            <a:extLst>
              <a:ext uri="{FF2B5EF4-FFF2-40B4-BE49-F238E27FC236}">
                <a16:creationId xmlns:a16="http://schemas.microsoft.com/office/drawing/2014/main" id="{A555A425-2CF2-491C-3C4C-07F79EB29170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26061544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BB12CB4-F5F3-7AC1-AE2C-FEA23CAE57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031760"/>
            <a:ext cx="2146041" cy="2146041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4128765-AC6B-97A3-0F71-9EBDD5666A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4785" y="2963196"/>
            <a:ext cx="1101012" cy="1101012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498DD5-8334-9B3C-9CBE-37B55B5E31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30345" y="504031"/>
            <a:ext cx="5290455" cy="5286338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D1FEE7C-553C-4A8B-BC77-F8DF21CFAE2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A6222-3515-ED1E-22C8-0B196FE22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D1656EF-B935-C345-E4A1-76A837F7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1248" y="4845632"/>
            <a:ext cx="4969427" cy="117416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2263432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5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B54E1074-5BBA-6736-8077-5BA6D135BE2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6096000" cy="6857998"/>
          </a:xfrm>
          <a:prstGeom prst="rect">
            <a:avLst/>
          </a:prstGeom>
          <a:solidFill>
            <a:schemeClr val="tx1"/>
          </a:solidFill>
        </p:spPr>
        <p:txBody>
          <a:bodyPr anchor="t">
            <a:noAutofit/>
          </a:bodyPr>
          <a:lstStyle>
            <a:lvl1pPr marL="319976" marR="0" indent="-319976" algn="ctr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None/>
              <a:tabLst/>
              <a:defRPr sz="16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F2190E-3350-9007-2590-0FAF27D1874D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hape">
            <a:extLst>
              <a:ext uri="{FF2B5EF4-FFF2-40B4-BE49-F238E27FC236}">
                <a16:creationId xmlns:a16="http://schemas.microsoft.com/office/drawing/2014/main" id="{8DFC4937-3FD6-DBAC-A89D-CF49E8E0CF0D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94552704-CFDF-EF3C-D33A-73CB7A209B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0311" y="1647695"/>
            <a:ext cx="3562610" cy="3562610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B19FFF9A-0B30-8282-7937-71D6BD98FA85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9D70D7E-BF71-0132-08FD-F862218D7CB7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28E44542-7C2D-86AE-9DFD-30BB40FAA8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56314" y="4891522"/>
            <a:ext cx="1261781" cy="1654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1" i="0"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Quote Attribution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731B8CF-2578-CD77-558D-A8A7E025E9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6314" y="5071052"/>
            <a:ext cx="1261781" cy="1654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0" i="0"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3FFC9-38C2-B4F8-4162-A5C53BC95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0C7B38B-755F-10B7-2517-A1C709AE24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56313" y="2648016"/>
            <a:ext cx="3974583" cy="1949765"/>
          </a:xfrm>
        </p:spPr>
        <p:txBody>
          <a:bodyPr wrap="square">
            <a:spAutoFit/>
          </a:bodyPr>
          <a:lstStyle>
            <a:lvl1pPr marL="457200" indent="-457200">
              <a:lnSpc>
                <a:spcPct val="90000"/>
              </a:lnSpc>
              <a:defRPr sz="2800"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8125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6.0 (Light)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81744" y="2957988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744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464768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547791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630814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796860" y="5389563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381744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64767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47790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630814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713837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796860" y="455041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13837" y="2957988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796860" y="2957988"/>
            <a:ext cx="1013396" cy="1013397"/>
          </a:xfrm>
          <a:prstGeom prst="rect">
            <a:avLst/>
          </a:prstGeom>
          <a:solidFill>
            <a:srgbClr val="C2C4B8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4767" y="2267696"/>
            <a:ext cx="5568834" cy="2412584"/>
          </a:xfrm>
        </p:spPr>
        <p:txBody>
          <a:bodyPr anchor="ctr"/>
          <a:lstStyle>
            <a:lvl1pPr>
              <a:defRPr sz="6399" spc="-150"/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</a:t>
            </a:r>
            <a:r>
              <a:rPr lang="en-US"/>
              <a:t>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381744" y="2092121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8782640" y="6134100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26733440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586AAB6A-B751-99C7-0799-3B8E57B9650C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E6AE905-5AFB-7BCF-24C7-4838D7722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616" y="3114694"/>
            <a:ext cx="8672403" cy="837152"/>
          </a:xfrm>
        </p:spPr>
        <p:txBody>
          <a:bodyPr anchor="ctr">
            <a:spAutoFit/>
          </a:bodyPr>
          <a:lstStyle>
            <a:lvl1pPr>
              <a:defRPr sz="6400" spc="-150"/>
            </a:lvl1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1628198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59B46C-0A87-EC8E-63E7-C8B3030398D5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262616" y="3251652"/>
            <a:ext cx="1188228" cy="364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42D473EC-2DEA-4E33-4A99-F922FF85F07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615" y="5889563"/>
            <a:ext cx="2984987" cy="684418"/>
          </a:xfrm>
        </p:spPr>
        <p:txBody>
          <a:bodyPr wrap="square" anchor="t">
            <a:spAutoFit/>
          </a:bodyPr>
          <a:lstStyle>
            <a:lvl1pPr marL="182843" marR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 sz="9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Lastname |  </a:t>
            </a:r>
            <a:r>
              <a:rPr lang="en-US" err="1"/>
              <a:t>first.last@vml.com</a:t>
            </a:r>
            <a:endParaRPr lang="en-US"/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</a:t>
            </a:r>
            <a:r>
              <a:rPr lang="en-US" err="1"/>
              <a:t>first.last@vml.com</a:t>
            </a:r>
            <a:endParaRPr lang="en-US"/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</a:t>
            </a:r>
            <a:r>
              <a:rPr lang="en-US" err="1"/>
              <a:t>first.last@vml.com</a:t>
            </a:r>
            <a:endParaRPr lang="en-US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01BD114-1DEF-EB3A-C1DF-D78687E006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615" y="5504450"/>
            <a:ext cx="2984987" cy="198516"/>
          </a:xfrm>
        </p:spPr>
        <p:txBody>
          <a:bodyPr wrap="square">
            <a:spAutoFit/>
          </a:bodyPr>
          <a:lstStyle>
            <a:lvl1pPr marL="319976" indent="-319976">
              <a:buNone/>
              <a:defRPr sz="1200">
                <a:latin typeface="+mj-lt"/>
              </a:defRPr>
            </a:lvl1pPr>
          </a:lstStyle>
          <a:p>
            <a:pPr lvl="0"/>
            <a:r>
              <a:rPr lang="en-US"/>
              <a:t>For Questions, Contact: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3AE893-EF05-B5D2-E106-091E28A6DBE3}"/>
              </a:ext>
            </a:extLst>
          </p:cNvPr>
          <p:cNvCxnSpPr>
            <a:cxnSpLocks/>
          </p:cNvCxnSpPr>
          <p:nvPr userDrawn="1"/>
        </p:nvCxnSpPr>
        <p:spPr>
          <a:xfrm>
            <a:off x="262616" y="5796057"/>
            <a:ext cx="298498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EBAEA29-43C4-120D-A49B-C46F68D030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0321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3.0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5898865" y="5974273"/>
            <a:ext cx="394268" cy="394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5472514" y="3240712"/>
            <a:ext cx="1246973" cy="382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9883000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(Light)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427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Grey (Light)">
    <p:bg>
      <p:bgPr>
        <a:solidFill>
          <a:srgbClr val="C2C4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16B5C40-0EFF-15C7-F0AB-7B4232234219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2DBF77-E738-3898-7035-4A0E6645C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11856DA-2D98-5FE2-CCF8-2F5B4DC0D487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960450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No Line -Grey (Light)">
    <p:bg>
      <p:bgPr>
        <a:solidFill>
          <a:srgbClr val="C2C4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>
              <a:defRPr sz="6399" spc="-150"/>
            </a:lvl1pPr>
          </a:lstStyle>
          <a:p>
            <a:r>
              <a:rPr lang="en-US"/>
              <a:t>Divider Section Heading Goes Here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2DBF77-E738-3898-7035-4A0E6645CB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5519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0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">
            <a:extLst>
              <a:ext uri="{FF2B5EF4-FFF2-40B4-BE49-F238E27FC236}">
                <a16:creationId xmlns:a16="http://schemas.microsoft.com/office/drawing/2014/main" id="{4F9EC713-CA25-121C-9D5F-BA033E54B740}"/>
              </a:ext>
            </a:extLst>
          </p:cNvPr>
          <p:cNvSpPr/>
          <p:nvPr userDrawn="1"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rgbClr val="FF0000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C931354-D372-35C1-148B-2CD0A628C384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hape">
            <a:extLst>
              <a:ext uri="{FF2B5EF4-FFF2-40B4-BE49-F238E27FC236}">
                <a16:creationId xmlns:a16="http://schemas.microsoft.com/office/drawing/2014/main" id="{B6F67F5C-C087-F025-A932-E805F10C9A2B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C1B785AE-77CB-6E26-03C2-A65A56C61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Title Of Your Presentation Goes Here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407C384B-9C7E-7B5E-DA3D-FCB3F20196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1F85C79-F5C3-D5BB-9DEA-C32C9131CD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F7075A9A-59FA-6299-A892-D383EC522C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6EAE9DE-3871-2708-A42E-EF739BCBA40E}"/>
              </a:ext>
            </a:extLst>
          </p:cNvPr>
          <p:cNvCxnSpPr>
            <a:cxnSpLocks/>
          </p:cNvCxnSpPr>
          <p:nvPr userDrawn="1"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35599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.1 Image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grey grid with a shadow&#10;&#10;AI-generated content may be incorrect.">
            <a:extLst>
              <a:ext uri="{FF2B5EF4-FFF2-40B4-BE49-F238E27FC236}">
                <a16:creationId xmlns:a16="http://schemas.microsoft.com/office/drawing/2014/main" id="{F8902FF8-B3FA-F86D-A218-7193B1AD01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589"/>
            <a:ext cx="12192000" cy="6858000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8F9A45-F04C-CE57-398E-B793C7E7F4F2}"/>
              </a:ext>
            </a:extLst>
          </p:cNvPr>
          <p:cNvCxnSpPr>
            <a:cxnSpLocks/>
          </p:cNvCxnSpPr>
          <p:nvPr/>
        </p:nvCxnSpPr>
        <p:spPr>
          <a:xfrm>
            <a:off x="266908" y="6351586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hape">
            <a:extLst>
              <a:ext uri="{FF2B5EF4-FFF2-40B4-BE49-F238E27FC236}">
                <a16:creationId xmlns:a16="http://schemas.microsoft.com/office/drawing/2014/main" id="{0ABA0CC5-2041-C098-E8BD-D9F4ED18364D}"/>
              </a:ext>
            </a:extLst>
          </p:cNvPr>
          <p:cNvSpPr/>
          <p:nvPr userDrawn="1"/>
        </p:nvSpPr>
        <p:spPr>
          <a:xfrm>
            <a:off x="11739592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25" name="Shape">
            <a:extLst>
              <a:ext uri="{FF2B5EF4-FFF2-40B4-BE49-F238E27FC236}">
                <a16:creationId xmlns:a16="http://schemas.microsoft.com/office/drawing/2014/main" id="{89D55CC6-8918-2699-8C84-0D6AD40825ED}"/>
              </a:ext>
            </a:extLst>
          </p:cNvPr>
          <p:cNvSpPr/>
          <p:nvPr userDrawn="1"/>
        </p:nvSpPr>
        <p:spPr>
          <a:xfrm>
            <a:off x="264285" y="195210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2C0E13-6DBD-CFE3-66E8-88ED94B2930E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667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itle 15">
            <a:extLst>
              <a:ext uri="{FF2B5EF4-FFF2-40B4-BE49-F238E27FC236}">
                <a16:creationId xmlns:a16="http://schemas.microsoft.com/office/drawing/2014/main" id="{75C55407-3151-9CDE-FC25-A627C8D2F0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54061"/>
            <a:ext cx="8676939" cy="3770263"/>
          </a:xfrm>
        </p:spPr>
        <p:txBody>
          <a:bodyPr>
            <a:noAutofit/>
          </a:bodyPr>
          <a:lstStyle>
            <a:lvl1pPr>
              <a:defRPr sz="9998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Of Your Presentation Goes Here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2FCAFAF-2DFA-36B1-0FF8-60889DA465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4862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DAACC8C3-7586-8358-0FA8-DC1C3CF5E6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5641" y="6450940"/>
            <a:ext cx="200909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Version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A7B843D-CE08-BEEF-DB0E-60F6CDC311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66421" y="6450940"/>
            <a:ext cx="4377554" cy="330860"/>
          </a:xfrm>
        </p:spPr>
        <p:txBody>
          <a:bodyPr/>
          <a:lstStyle>
            <a:lvl1pPr marL="347663" indent="-347663">
              <a:tabLst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420405271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DEEEEC-CE4D-8588-0D73-6A2097D9E2A8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CAE2A24A-D64D-9E8D-FD5A-6EDC7AFBA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2E9F00C1-8AA9-2760-4A13-C29A65E11E4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248025" y="3437475"/>
            <a:ext cx="7950200" cy="2915391"/>
          </a:xfrm>
        </p:spPr>
        <p:txBody>
          <a:bodyPr numCol="2" spcCol="457200">
            <a:noAutofit/>
          </a:bodyPr>
          <a:lstStyle>
            <a:lvl1pPr marL="342900" marR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 sz="28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01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02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03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04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endParaRPr lang="en-US"/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05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06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07 Section Title</a:t>
            </a:r>
          </a:p>
          <a:p>
            <a:pPr marL="342900" marR="0" lvl="0" indent="-342900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Arial" panose="020B0604020202020204" pitchFamily="34" charset="0"/>
              <a:buNone/>
              <a:tabLst/>
              <a:defRPr/>
            </a:pPr>
            <a:r>
              <a:rPr lang="en-US"/>
              <a:t>08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699353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7928A76C-FE78-0D39-37DA-CC6F9E29CA2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74583" y="2982504"/>
            <a:ext cx="1251093" cy="1251638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653B573-27D3-B79A-1B5B-CA8C98A3F9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971885" y="2982504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201DEA4E-B81C-8325-55F5-8BC030544D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959971" y="2982503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9104D87D-AB8C-7BD6-200F-F1D004230C2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48565" y="2982503"/>
            <a:ext cx="1248996" cy="1249541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706B5A93-9ACD-9472-6C49-636EAFC29C2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974583" y="4827930"/>
            <a:ext cx="1251093" cy="1251638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7BCBD368-5433-1BDA-C587-12E50A7F281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971885" y="4827930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8F9E5864-C63E-C9A5-A0D8-4078D0ECBA2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959971" y="4827929"/>
            <a:ext cx="1251093" cy="1251639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A2A31084-D5F3-12E0-15BD-9A6C7C23F82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948565" y="4827930"/>
            <a:ext cx="1248996" cy="1249541"/>
          </a:xfrm>
          <a:prstGeom prst="rect">
            <a:avLst/>
          </a:prstGeom>
          <a:solidFill>
            <a:schemeClr val="accent6"/>
          </a:solidFill>
        </p:spPr>
        <p:txBody>
          <a:bodyPr anchor="t">
            <a:noAutofit/>
          </a:bodyPr>
          <a:lstStyle>
            <a:lvl1pPr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5EC82204-ADBF-7D9C-3683-A8BF466C3E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74582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1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AB7BE618-E9C3-57FE-B009-63B09FDE467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974582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2AC722F2-A237-127A-303A-480AC4529C0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61197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2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E902DEA9-1930-2B5B-1176-127E86AA11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61197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65CAAD71-7BBE-6150-E15E-AD65F69402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956011" y="429465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3</a:t>
            </a:r>
          </a:p>
        </p:txBody>
      </p:sp>
      <p:sp>
        <p:nvSpPr>
          <p:cNvPr id="34" name="Text Placeholder 20">
            <a:extLst>
              <a:ext uri="{FF2B5EF4-FFF2-40B4-BE49-F238E27FC236}">
                <a16:creationId xmlns:a16="http://schemas.microsoft.com/office/drawing/2014/main" id="{049487D3-FDF6-95A8-7182-DD547C6D7D0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956011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5" name="Text Placeholder 20">
            <a:extLst>
              <a:ext uri="{FF2B5EF4-FFF2-40B4-BE49-F238E27FC236}">
                <a16:creationId xmlns:a16="http://schemas.microsoft.com/office/drawing/2014/main" id="{C6C1B317-328A-647A-459B-CB641361AB6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42626" y="429465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4</a:t>
            </a:r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16C5DBEB-AB1E-ED96-FDB1-2E879840B12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42626" y="450482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7" name="Text Placeholder 20">
            <a:extLst>
              <a:ext uri="{FF2B5EF4-FFF2-40B4-BE49-F238E27FC236}">
                <a16:creationId xmlns:a16="http://schemas.microsoft.com/office/drawing/2014/main" id="{C4BE1477-BD73-D848-BAD5-B66D6367A2B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974582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5</a:t>
            </a:r>
          </a:p>
        </p:txBody>
      </p:sp>
      <p:sp>
        <p:nvSpPr>
          <p:cNvPr id="40" name="Text Placeholder 20">
            <a:extLst>
              <a:ext uri="{FF2B5EF4-FFF2-40B4-BE49-F238E27FC236}">
                <a16:creationId xmlns:a16="http://schemas.microsoft.com/office/drawing/2014/main" id="{8233BC37-EEDA-CC3F-CF5E-2FA1C9AF94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4582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1" name="Text Placeholder 20">
            <a:extLst>
              <a:ext uri="{FF2B5EF4-FFF2-40B4-BE49-F238E27FC236}">
                <a16:creationId xmlns:a16="http://schemas.microsoft.com/office/drawing/2014/main" id="{3E8B4B5F-2760-A276-4636-F349D2FB4FD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961197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6</a:t>
            </a:r>
          </a:p>
        </p:txBody>
      </p:sp>
      <p:sp>
        <p:nvSpPr>
          <p:cNvPr id="42" name="Text Placeholder 20">
            <a:extLst>
              <a:ext uri="{FF2B5EF4-FFF2-40B4-BE49-F238E27FC236}">
                <a16:creationId xmlns:a16="http://schemas.microsoft.com/office/drawing/2014/main" id="{66397E74-10C5-D2AA-1FD8-439713DE532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961197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Text Placeholder 20">
            <a:extLst>
              <a:ext uri="{FF2B5EF4-FFF2-40B4-BE49-F238E27FC236}">
                <a16:creationId xmlns:a16="http://schemas.microsoft.com/office/drawing/2014/main" id="{86002FAC-B97E-D308-5EA5-5581D27D1E9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56011" y="6142704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7</a:t>
            </a:r>
          </a:p>
        </p:txBody>
      </p:sp>
      <p:sp>
        <p:nvSpPr>
          <p:cNvPr id="44" name="Text Placeholder 20">
            <a:extLst>
              <a:ext uri="{FF2B5EF4-FFF2-40B4-BE49-F238E27FC236}">
                <a16:creationId xmlns:a16="http://schemas.microsoft.com/office/drawing/2014/main" id="{D6834B0D-0111-4971-6C68-3E52683B1BE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956011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5" name="Text Placeholder 20">
            <a:extLst>
              <a:ext uri="{FF2B5EF4-FFF2-40B4-BE49-F238E27FC236}">
                <a16:creationId xmlns:a16="http://schemas.microsoft.com/office/drawing/2014/main" id="{49F1D2A8-B119-1A6E-F92B-0F60174C577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942626" y="6142705"/>
            <a:ext cx="1261781" cy="198516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2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Team Member 8</a:t>
            </a:r>
          </a:p>
        </p:txBody>
      </p:sp>
      <p:sp>
        <p:nvSpPr>
          <p:cNvPr id="46" name="Text Placeholder 20">
            <a:extLst>
              <a:ext uri="{FF2B5EF4-FFF2-40B4-BE49-F238E27FC236}">
                <a16:creationId xmlns:a16="http://schemas.microsoft.com/office/drawing/2014/main" id="{D4B45652-A158-E351-3F8A-C629D48E529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942626" y="6352877"/>
            <a:ext cx="1261781" cy="148887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9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9E9D214-BC4E-CB8A-7836-6951DF8C81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Image">
            <a:extLst>
              <a:ext uri="{FF2B5EF4-FFF2-40B4-BE49-F238E27FC236}">
                <a16:creationId xmlns:a16="http://schemas.microsoft.com/office/drawing/2014/main" id="{66774D39-8020-8726-68DD-7D6F6F710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8557" y="3015837"/>
            <a:ext cx="3742195" cy="528792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CF2D66E2-6760-E2A3-1EA9-4B3031276B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68" y="2265811"/>
            <a:ext cx="6713600" cy="837152"/>
          </a:xfrm>
        </p:spPr>
        <p:txBody>
          <a:bodyPr/>
          <a:lstStyle>
            <a:lvl1pPr>
              <a:defRPr sz="6400" spc="-150"/>
            </a:lvl1pPr>
          </a:lstStyle>
          <a:p>
            <a:pPr lvl="0"/>
            <a:r>
              <a:rPr lang="en-US"/>
              <a:t>Your Team</a:t>
            </a:r>
          </a:p>
        </p:txBody>
      </p:sp>
    </p:spTree>
    <p:extLst>
      <p:ext uri="{BB962C8B-B14F-4D97-AF65-F5344CB8AC3E}">
        <p14:creationId xmlns:p14="http://schemas.microsoft.com/office/powerpoint/2010/main" val="33753359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 marL="0" indent="0">
              <a:tabLst/>
              <a:defRPr sz="6399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Divider Section Heading Goes Here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78AF78-FC02-1D44-3069-D8E0B942BBAC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36BB3-1D9F-D456-2E74-C87B2E136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E6D06CC3-0E47-0DEE-14DE-73DCAEA9C033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1769876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No Line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7F94E12-3CF0-E0A4-72E9-01B35041C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2720868"/>
            <a:ext cx="10668759" cy="1624804"/>
          </a:xfrm>
        </p:spPr>
        <p:txBody>
          <a:bodyPr anchor="ctr"/>
          <a:lstStyle>
            <a:lvl1pPr marL="0" indent="0">
              <a:tabLst/>
              <a:defRPr sz="6399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Divider Section Heading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36BB3-1D9F-D456-2E74-C87B2E1367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6329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Statement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B84FB79-5429-7B5C-6BBC-A166EB5DA08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7" y="2536677"/>
            <a:ext cx="7687434" cy="1813317"/>
          </a:xfrm>
        </p:spPr>
        <p:txBody>
          <a:bodyPr wrap="square">
            <a:sp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50542112-BB6E-6CF4-22AA-0C114E1DF6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679720"/>
            <a:ext cx="9674984" cy="1625060"/>
          </a:xfrm>
        </p:spPr>
        <p:txBody>
          <a:bodyPr/>
          <a:lstStyle>
            <a:lvl1pPr marL="0" indent="0">
              <a:tabLst/>
              <a:defRPr sz="6400" spc="-150">
                <a:solidFill>
                  <a:schemeClr val="bg1"/>
                </a:solidFill>
              </a:defRPr>
            </a:lvl1pPr>
          </a:lstStyle>
          <a:p>
            <a:r>
              <a:rPr lang="en-US"/>
              <a:t>Large Headline </a:t>
            </a:r>
            <a:br>
              <a:rPr lang="en-US"/>
            </a:br>
            <a:r>
              <a:rPr lang="en-US"/>
              <a:t>Goes Here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B48204-1A4E-A47E-F636-A41802EA46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C3D7316-8E25-68B6-0947-54F6FF11CB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9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ior 0.1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B3E98-AD93-9D37-B74A-A2EB537F6E4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35633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2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5060C72-A22D-6E55-9712-F96057BC2C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59A72CEB-5677-C348-99C4-30B1F094E6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8669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1908107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0.3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942CC48-0AD7-7ED1-98AB-C2D66511701D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D03F199-8B8B-8F19-AF38-983D84DE6551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FA089-49FD-A7FF-FDA7-43DC73F20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931BD207-F3D7-F0A1-C510-D77DB596542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D74E8C00-1119-1AD6-AD02-FC6AC78F96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079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34337857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4C54AD6-AD80-6FD7-56DD-ACF5D6C52B9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7691873" cy="3141886"/>
          </a:xfrm>
        </p:spPr>
        <p:txBody>
          <a:bodyPr wrap="square">
            <a:sp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B19212-A0F9-69C0-85E9-9281D1250902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BA8521B-2356-0663-BA12-355EA3156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7">
            <a:extLst>
              <a:ext uri="{FF2B5EF4-FFF2-40B4-BE49-F238E27FC236}">
                <a16:creationId xmlns:a16="http://schemas.microsoft.com/office/drawing/2014/main" id="{108E8E67-87C2-76A7-58E8-1183878970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7331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24420616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38C222A-F794-CEE4-C3FB-8A2286952F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F8511F3-EBFA-7CE2-5C4E-87F014D13E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2E287AE7-39F4-3F36-D955-D83ABF53F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7331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556847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.1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B38C222A-F794-CEE4-C3FB-8A2286952F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F8511F3-EBFA-7CE2-5C4E-87F014D13EF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29332" y="1725613"/>
            <a:ext cx="5704582" cy="4865687"/>
          </a:xfrm>
        </p:spPr>
        <p:txBody>
          <a:bodyPr wrap="square" rIns="720000" numCol="1">
            <a:noAutofit/>
          </a:bodyPr>
          <a:lstStyle>
            <a:lvl1pPr marL="319976" indent="-319976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2E287AE7-39F4-3F36-D955-D83ABF53F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902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2DA4D5DB-E5B5-E0D7-039A-592DBEB4FE9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44165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97347E-BEE8-BD81-C875-FBAEED63DD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3712670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6A24F83-0D69-1BE7-B8EC-A92EB01D36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242042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B5739F0-F91B-0D51-2DFB-E63F4D6591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225998" y="1725613"/>
            <a:ext cx="3704099" cy="4865687"/>
          </a:xfrm>
        </p:spPr>
        <p:txBody>
          <a:bodyPr wrap="square" rIns="36000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3C737ACE-6961-472D-E03F-2C9EB03EE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6"/>
            <a:ext cx="5699884" cy="335129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973735F-6C3B-5AA1-A11B-B40B6E5BB74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09112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 userDrawn="1">
          <p15:clr>
            <a:srgbClr val="FBAE40"/>
          </p15:clr>
        </p15:guide>
        <p15:guide id="4" pos="3840" userDrawn="1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4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A523A2-E038-63A9-04C5-60E5B04CF0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C7CF26-68F7-97A5-A212-2D02971BD5C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97347E-BEE8-BD81-C875-FBAEED63DD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boxes with or without bullets. Text supports bold formatting and can also be resized to 14 or 12.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6A24F83-0D69-1BE7-B8EC-A92EB01D36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30604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B5739F0-F91B-0D51-2DFB-E63F4D6591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198442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" name="Title 17">
            <a:extLst>
              <a:ext uri="{FF2B5EF4-FFF2-40B4-BE49-F238E27FC236}">
                <a16:creationId xmlns:a16="http://schemas.microsoft.com/office/drawing/2014/main" id="{3C737ACE-6961-472D-E03F-2C9EB03EE7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7" y="731667"/>
            <a:ext cx="569988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DA1F9B9F-DF25-42CE-C19A-7A9031B875E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66279" y="1725613"/>
            <a:ext cx="2742843" cy="4865687"/>
          </a:xfrm>
        </p:spPr>
        <p:txBody>
          <a:bodyPr wrap="square" rIns="182880" numCol="1">
            <a:noAutofit/>
          </a:bodyPr>
          <a:lstStyle>
            <a:lvl1pPr marL="319976" indent="-319976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  <a:p>
            <a:pPr lvl="0"/>
            <a:r>
              <a:rPr lang="en-US"/>
              <a:t>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EE5437C3-18D9-6983-125B-D73A7C8C0E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29333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94249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5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B19212-A0F9-69C0-85E9-9281D1250902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EC79ED1-7E39-EDB8-A06F-E62A1C03FCE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725613"/>
            <a:ext cx="6535733" cy="4311437"/>
          </a:xfrm>
        </p:spPr>
        <p:txBody>
          <a:bodyPr wrap="square">
            <a:spAutoFit/>
          </a:bodyPr>
          <a:lstStyle>
            <a:lvl1pPr marL="319976" marR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 sz="2000">
                <a:solidFill>
                  <a:schemeClr val="bg1"/>
                </a:solidFill>
              </a:defRPr>
            </a:lvl1pPr>
          </a:lstStyle>
          <a:p>
            <a:pPr marL="319976" marR="0" lvl="0" indent="-319976" algn="l" defTabSz="323935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lrTx/>
              <a:buSzPct val="150000"/>
              <a:buFont typeface="System Font Regular"/>
              <a:buChar char="■"/>
              <a:tabLst/>
              <a:defRPr/>
            </a:pPr>
            <a:r>
              <a:rPr lang="en-US"/>
              <a:t>Text boxes with or without bullets. Text supports bold formatting and can also be resized to 16.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3067BFF-AC8A-F15E-A356-F3B7EA07F88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4C48D8C-737D-F637-034A-A828E863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bg1"/>
                </a:solidFill>
                <a:latin typeface="Snowflake Sans Book" panose="020B0505040401040103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E0A6903B-5581-D994-10B4-EF15952FE8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295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33029484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6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770B266-5446-768A-82D4-69E5C5EF516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222979" y="1725613"/>
            <a:ext cx="4697560" cy="4865684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0770483-108A-B69C-6103-1E6EE04E2E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25613"/>
            <a:ext cx="6695203" cy="4865687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3EC02C0-8D54-6533-F1B0-12840906CFED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BA9835-50D3-5A66-6A02-239514B226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75BB8B46-AFFA-5E2C-16C5-6A66FEA3913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227027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7D179E22-B500-E387-709F-E50EC737B4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6686075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186574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7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D0469808-88FD-ACEF-2F72-0BE6F0097F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05100" y="2877670"/>
            <a:ext cx="3715550" cy="371521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6F949642-FA3F-1419-ADF6-2AD5A69F52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5297" y="2876082"/>
            <a:ext cx="3715550" cy="371521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03B3202-D2D8-FA21-2C67-6C6FCA7E73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2766" y="2877670"/>
            <a:ext cx="3715550" cy="371521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3522959-3D58-6A3C-F7EB-15C62682FE4C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723C309C-8C63-B444-3D0D-51A050F542B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2"/>
            <a:ext cx="7691873" cy="1024465"/>
          </a:xfrm>
        </p:spPr>
        <p:txBody>
          <a:bodyPr wrap="square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1109E-AA7A-25CA-A789-70C04273A1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15049F56-995E-94DF-D02C-5287BF5C25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57884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5998927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8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D918FA23-A2B1-2DE4-628F-B700CCD9BAB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0A2F4B5-F97D-5BD8-3FEC-886BE93594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95855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36CF6E1-70C8-5571-26E2-DF4E936FF2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8944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F082EC09-A908-1368-5540-7151D817A4E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62033" y="3734121"/>
            <a:ext cx="2858767" cy="2857179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5D9ACD-5E58-70FE-2D91-456F5D8594AE}"/>
              </a:ext>
            </a:extLst>
          </p:cNvPr>
          <p:cNvCxnSpPr>
            <a:cxnSpLocks/>
          </p:cNvCxnSpPr>
          <p:nvPr userDrawn="1"/>
        </p:nvCxnSpPr>
        <p:spPr>
          <a:xfrm flipH="1">
            <a:off x="262616" y="1469045"/>
            <a:ext cx="11667481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92B12EA-3292-844F-2545-A5DFDA3C18D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2766" y="1639903"/>
            <a:ext cx="7691873" cy="1789097"/>
          </a:xfrm>
        </p:spPr>
        <p:txBody>
          <a:bodyPr wrap="square">
            <a:noAutofit/>
          </a:bodyPr>
          <a:lstStyle>
            <a:lvl1pPr marL="319976" indent="-319976"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Text supports bold formatting and can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8F685-1DEC-4941-CA43-AA890CBAD2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45284362-85EF-0F31-08A4-C83F56757F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11666617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128008808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3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024D7C3-EBA1-7838-4CEE-C393D92EED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5" y="1735200"/>
            <a:ext cx="3715550" cy="3717218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082FFCD-E722-4410-0585-EC68380575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78DC13F1-691D-8907-98A7-F1409C69DCB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F63CB761-1316-DE32-E9EB-47AFA52DF2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6769024C-046D-8BE7-D3E2-C3D83C207C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44775" y="1728555"/>
            <a:ext cx="3715550" cy="3717218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AA7EEC07-479C-F2A4-69A2-C9CF426FC45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00244" y="1735200"/>
            <a:ext cx="3717754" cy="3717218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7BF7C146-A555-722C-E230-8D951454B1B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2420584" y="2039768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30BE6F-39A9-359B-4941-3303830B1C1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5" y="5959121"/>
            <a:ext cx="3715550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EB33755-37C9-72C6-0C27-1A922D9220C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5" y="5600700"/>
            <a:ext cx="3723244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54764441-3898-F5EA-94B6-4B53BF8463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236707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CA9B9FC6-42F4-743B-8C67-26210D7AF4E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236707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E48FA483-C77E-DFE7-186C-207BB20AE39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204681" y="5959121"/>
            <a:ext cx="3713316" cy="632179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839DA32-802C-CE79-5AA8-37114AF94F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204681" y="5600700"/>
            <a:ext cx="372100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5E0614F2-5E12-6CA8-974E-8DA210CC0C6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409070" y="3419164"/>
            <a:ext cx="615764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C4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79D3BAA3-1865-5C48-D902-5A15B97A02D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409071" y="3060743"/>
            <a:ext cx="617040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231311E1-1A72-F034-4B41-4D8DF4CBDB3A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3924300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AB15097E-BE35-915C-5C42-D7DD7F9F60C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5313429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2815C39E-4D27-A812-4BEB-C543FDD661B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4955008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35" name="Text Placeholder 7">
            <a:extLst>
              <a:ext uri="{FF2B5EF4-FFF2-40B4-BE49-F238E27FC236}">
                <a16:creationId xmlns:a16="http://schemas.microsoft.com/office/drawing/2014/main" id="{CBC226D9-9A43-E5BF-7F23-08A016DE47F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3719284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36" name="Text Placeholder 7">
            <a:extLst>
              <a:ext uri="{FF2B5EF4-FFF2-40B4-BE49-F238E27FC236}">
                <a16:creationId xmlns:a16="http://schemas.microsoft.com/office/drawing/2014/main" id="{7F72DC9F-9F81-BA63-42D5-91C095BBDA5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240259" y="1736684"/>
            <a:ext cx="3715731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37" name="Text Placeholder 7">
            <a:extLst>
              <a:ext uri="{FF2B5EF4-FFF2-40B4-BE49-F238E27FC236}">
                <a16:creationId xmlns:a16="http://schemas.microsoft.com/office/drawing/2014/main" id="{C2487158-639C-ADCA-C5B3-F1B97772533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02448" y="1736684"/>
            <a:ext cx="3715550" cy="1195301"/>
          </a:xfrm>
        </p:spPr>
        <p:txBody>
          <a:bodyPr wrap="none" lIns="180000">
            <a:noAutofit/>
          </a:bodyPr>
          <a:lstStyle>
            <a:lvl1pPr>
              <a:buNone/>
              <a:defRPr lang="en-US" sz="69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38" name="Text Placeholder 7">
            <a:extLst>
              <a:ext uri="{FF2B5EF4-FFF2-40B4-BE49-F238E27FC236}">
                <a16:creationId xmlns:a16="http://schemas.microsoft.com/office/drawing/2014/main" id="{74D327C1-1E82-AB86-80B0-30946FF6F4C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420584" y="2041252"/>
            <a:ext cx="610995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39" name="Text Placeholder 7">
            <a:extLst>
              <a:ext uri="{FF2B5EF4-FFF2-40B4-BE49-F238E27FC236}">
                <a16:creationId xmlns:a16="http://schemas.microsoft.com/office/drawing/2014/main" id="{EE999BC7-8586-8431-243E-4C5BFE707E7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3925784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1747294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4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3FBC1816-130D-DDF9-E072-D200ACC445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742843" cy="2743200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608C63A-3F26-D834-37DB-753DEA39A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94BBC751-C879-FB3B-85EE-110E43E33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7" name="Title 17">
            <a:extLst>
              <a:ext uri="{FF2B5EF4-FFF2-40B4-BE49-F238E27FC236}">
                <a16:creationId xmlns:a16="http://schemas.microsoft.com/office/drawing/2014/main" id="{C31E4050-544A-E5CD-69EE-23EAE4604F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416BB3FD-6BE9-4996-7CE2-0B9725292E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31126" y="1735200"/>
            <a:ext cx="2742843" cy="2743200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F171DC8-6CD5-11D1-C52C-EB892148E6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486" y="1735200"/>
            <a:ext cx="2742843" cy="2743200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C757825-FDFB-15BA-1D08-66ED87F59F7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67846" y="1735200"/>
            <a:ext cx="2742843" cy="2743200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F873471E-D63C-D56B-B7B7-B3408B437D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CEA2D9EB-0C19-C9EF-F272-D20735A1B65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B72E9FA2-8881-D071-63C4-9E2FB68A82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30604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041614BD-A03E-90AA-19FF-BAE4A19638C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230604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996E285-E95C-DAE2-37B5-ED6691CFB15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199129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FB6EE503-CBB2-0921-23C0-17F38B9C57E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199129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1F179B14-31F3-1E33-CE07-EF868668F6A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67845" y="5081525"/>
            <a:ext cx="2742843" cy="1509775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3F134CEF-1391-7DA0-62C8-62983B83F0C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67846" y="4723104"/>
            <a:ext cx="2742843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56" name="Picture Placeholder 9">
            <a:extLst>
              <a:ext uri="{FF2B5EF4-FFF2-40B4-BE49-F238E27FC236}">
                <a16:creationId xmlns:a16="http://schemas.microsoft.com/office/drawing/2014/main" id="{FFC69876-0A17-97C0-4F42-FB6E271CC4B6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2419777" y="1946206"/>
            <a:ext cx="610995" cy="892217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34284A6B-1E2D-C705-7F23-64DF3804EE3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2418302" y="3335335"/>
            <a:ext cx="610995" cy="26468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C5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45652B45-A378-BF69-FB90-FC15D5EF809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2418302" y="2976914"/>
            <a:ext cx="612261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T4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279C77C9-BAE4-9AB8-FC83-A9CEBD90347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2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18ECB028-C1BC-54DD-8CFA-095FE325D4F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230604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07D6E186-D820-7C26-1EC4-02E21E919C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19948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299E4669-E38D-9AA7-D973-9E44433A968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167846" y="1736684"/>
            <a:ext cx="2742843" cy="1101739"/>
          </a:xfrm>
        </p:spPr>
        <p:txBody>
          <a:bodyPr wrap="none" lIns="180000">
            <a:noAutofit/>
          </a:bodyPr>
          <a:lstStyle>
            <a:lvl1pPr>
              <a:buNone/>
              <a:defRPr lang="en-US" sz="6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036A619D-ACD1-D67D-9F52-65DF127E3B8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419300" y="1947690"/>
            <a:ext cx="611994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900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71101004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rocess 5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8AC4EFB7-03B3-FAC4-64CD-3171909942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735200"/>
            <a:ext cx="2196720" cy="2194021"/>
          </a:xfrm>
          <a:prstGeom prst="rect">
            <a:avLst/>
          </a:prstGeom>
          <a:solidFill>
            <a:srgbClr val="353731"/>
          </a:solidFill>
        </p:spPr>
        <p:txBody>
          <a:bodyPr lIns="360000" tIns="180000" rIns="360000" bIns="18000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5908B71D-CEED-984E-236A-1678291695A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31136" y="1735200"/>
            <a:ext cx="2196720" cy="2194021"/>
          </a:xfrm>
          <a:prstGeom prst="rect">
            <a:avLst/>
          </a:prstGeom>
          <a:solidFill>
            <a:srgbClr val="53544A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F4BFF13D-BB49-A169-89D7-94E08348C83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99507" y="1735200"/>
            <a:ext cx="2196720" cy="2194021"/>
          </a:xfrm>
          <a:prstGeom prst="rect">
            <a:avLst/>
          </a:prstGeom>
          <a:solidFill>
            <a:srgbClr val="8B8C81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C22B235C-1E74-E809-DCD8-A052A76B388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7878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D536BEE1-C007-E5CA-F68D-459C9FF79A3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766" y="4552895"/>
            <a:ext cx="2196720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2696C5D8-5851-2715-5F7C-E4803FEA262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766" y="4194474"/>
            <a:ext cx="220126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5F17008E-AC24-0C86-7BE4-35C5F23C8D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09660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61BA47FA-2273-138F-47C1-FDCC8CE02DC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09660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2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F172CEA7-4DF4-95ED-C94F-AC88B92537F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997837" y="4552895"/>
            <a:ext cx="2200452" cy="1365518"/>
          </a:xfrm>
        </p:spPr>
        <p:txBody>
          <a:bodyPr wrap="square" rIns="0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42D9CFBA-6BB7-AF72-E220-91B1BE1AF51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997838" y="4194474"/>
            <a:ext cx="2205009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3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42B214E9-3171-8803-6C89-63877FF270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493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3AF64F8-C51F-F7A8-B431-002E205E256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366494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4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8EFFD52D-51A0-41A3-6E57-D526C3E8BA8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736247" y="1735200"/>
            <a:ext cx="2196720" cy="2194021"/>
          </a:xfrm>
          <a:prstGeom prst="rect">
            <a:avLst/>
          </a:prstGeom>
          <a:solidFill>
            <a:srgbClr val="C2C4B8"/>
          </a:solidFill>
        </p:spPr>
        <p:txBody>
          <a:bodyPr vert="horz" wrap="square" lIns="360000" tIns="180000" rIns="360000" bIns="180000" rtlCol="0" anchor="t">
            <a:noAutofit/>
          </a:bodyPr>
          <a:lstStyle>
            <a:lvl1pPr algn="l">
              <a:buFont typeface="Arial" panose="020B0604020202020204" pitchFamily="34" charset="0"/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3CE067EF-AB5D-C548-DEED-632871381986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736247" y="4552895"/>
            <a:ext cx="2228262" cy="1365518"/>
          </a:xfrm>
        </p:spPr>
        <p:txBody>
          <a:bodyPr wrap="square">
            <a:no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ABD7B2C6-63DC-308A-304D-477884DD8FB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736247" y="4194474"/>
            <a:ext cx="2232877" cy="264688"/>
          </a:xfrm>
        </p:spPr>
        <p:txBody>
          <a:bodyPr wrap="square">
            <a:spAutoFit/>
          </a:bodyPr>
          <a:lstStyle>
            <a:lvl1pPr marL="319976" indent="-319976">
              <a:buNone/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5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33915-C837-795C-B054-5356874DDA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AD4B38F-5BB6-F764-7E91-CDD69E75640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4107AAE8-0D68-EC66-4ED4-D2A289B0B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2FB60EE1-DA4F-64BD-1625-E2413EA39F0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5903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01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8B1A6B65-8BA6-4E41-0F5A-38677EDBFAF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631136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02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9038E00-2626-1760-C836-290F63AFCE15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995773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03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00B4E03-7001-DDD0-7C7F-2123E3F6C41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64145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04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09D35F57-1216-1003-E33F-74D58E7A894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736248" y="1736684"/>
            <a:ext cx="2200453" cy="892217"/>
          </a:xfrm>
        </p:spPr>
        <p:txBody>
          <a:bodyPr wrap="none" lIns="180000">
            <a:noAutofit/>
          </a:bodyPr>
          <a:lstStyle>
            <a:lvl1pPr>
              <a:buNone/>
              <a:defRPr lang="en-US" sz="5199" b="0" i="0" kern="1200" spc="-75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marL="319976" lvl="0" indent="-319976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Arial" panose="020B0604020202020204" pitchFamily="34" charset="0"/>
              <a:buNone/>
              <a:tabLst/>
            </a:pPr>
            <a:r>
              <a:rPr lang="en-US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626160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Storyboard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AB6FF7A-C5BD-4092-06AE-B81828342DD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62766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rgbClr val="1919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rgbClr val="191919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3EC2CA4-01EC-30F5-3923-EAB2DE341694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hape">
            <a:extLst>
              <a:ext uri="{FF2B5EF4-FFF2-40B4-BE49-F238E27FC236}">
                <a16:creationId xmlns:a16="http://schemas.microsoft.com/office/drawing/2014/main" id="{9C152045-BBAE-5CDD-1937-02211B00730D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50789E27-8B74-B0BF-0B8B-2697C6E659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49552"/>
            <a:ext cx="3707917" cy="261610"/>
          </a:xfrm>
        </p:spPr>
        <p:txBody>
          <a:bodyPr/>
          <a:lstStyle>
            <a:lvl1pPr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DDBC30C-62AB-2E94-268A-D3468CF328F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41248" y="708152"/>
            <a:ext cx="470235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C604B6A3-0E2F-173F-DD71-679F89C7A0A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766" y="1312294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DB6F6562-FC62-BB32-EA34-3EB70C2EE18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2042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195466F1-E508-D2D8-6D5C-41473F748021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4242042" y="1312294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16EB93F3-D8B7-F233-C5AE-D4F58817B4D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1468" y="3364941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4D682FAE-E648-3A87-2F8B-C3AE8DEEB0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221468" y="1312294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6E4422A5-5488-C942-7EF7-4B55CD90FF6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262766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19" name="Picture Placeholder 9">
            <a:extLst>
              <a:ext uri="{FF2B5EF4-FFF2-40B4-BE49-F238E27FC236}">
                <a16:creationId xmlns:a16="http://schemas.microsoft.com/office/drawing/2014/main" id="{E446C710-080C-E915-E770-DF5D2FE1822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62766" y="4086809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15846F0-DD8D-CD17-45AE-CCBD2D99F27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242042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4F9A3119-0093-A91A-7D8A-F0C2603C40AB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42042" y="4086809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A9CBAA9-08F8-E284-8A59-49E6E3FC57D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221468" y="6139456"/>
            <a:ext cx="3707917" cy="453586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exercitation.</a:t>
            </a:r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721BECB3-372B-9B53-FA40-0ABB0A05C897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221468" y="4086809"/>
            <a:ext cx="3707917" cy="18928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CA06A-B993-C244-FF46-7A4928C51E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1689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Picture Grid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85C9B886-F3E4-5E12-9A00-84CD82AC550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62617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F8F94976-A702-C1F9-A837-6776C974B647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2253957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491733F7-529D-CC79-65CB-FFFF026BCCC2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237993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6A1F7AA5-5BAB-2CF9-9D3F-E106BCE895EC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6229333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CC8DDA27-CE84-DC52-6023-A2C4DE0F940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212575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6718BFA9-E1B3-D6BB-7487-C006F510A57B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10195030" y="4191007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3CADC0AD-CA08-AEA2-21C6-E3AC795358D0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62766" y="5999953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5DBFB30C-D9E0-5B84-1D3C-59BFA31CBE8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225411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5467940A-A0E4-39FE-276D-52982FC5B1D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245455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1F97773C-D0B7-F881-B1A5-D8AEDF553E6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3679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2ECF84FA-0E79-D13F-83BD-198A87BF689C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22813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F69D5152-F0FC-DBAB-A69E-3CF712D6BBC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0219476" y="5999953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DBF4C0-48BD-0AA4-AC08-3488348A30AF}"/>
              </a:ext>
            </a:extLst>
          </p:cNvPr>
          <p:cNvCxnSpPr>
            <a:cxnSpLocks/>
          </p:cNvCxnSpPr>
          <p:nvPr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BC498253-E19A-9981-7491-0B02005014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2617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9C4EF51A-A56C-324C-7B1A-B7579A5A37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53957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4F721F11-D41A-997F-55D6-70373D59D1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37993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4B87836F-5514-410A-006A-3F8EF5C8A2A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29333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107E7A96-FD00-0FC7-A726-81E9C011D1E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12575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B62A229C-FE8E-6E1A-4CCD-6B54E572722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195030" y="1735906"/>
            <a:ext cx="1724675" cy="172467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4B7B71-D5EB-3F43-CF27-6D94A6701913}"/>
              </a:ext>
            </a:extLst>
          </p:cNvPr>
          <p:cNvCxnSpPr>
            <a:cxnSpLocks/>
          </p:cNvCxnSpPr>
          <p:nvPr userDrawn="1"/>
        </p:nvCxnSpPr>
        <p:spPr>
          <a:xfrm>
            <a:off x="257536" y="1504769"/>
            <a:ext cx="11663264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C457086F-2E26-D088-74D3-090BC12E603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2766" y="3544851"/>
            <a:ext cx="1720625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C193CEC-8281-A77D-4837-045AC62532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5411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F6F26F2-0478-EACF-FD9A-457F531B24C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245455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8043EB6-CD12-E6E8-6CD5-59F8E958283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3679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FE48E665-7BAD-2DF6-E021-51FDE8C4483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22813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A89B74F3-7F23-BD89-88BB-A14E3E67AD5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219476" y="3544851"/>
            <a:ext cx="1724516" cy="401649"/>
          </a:xfrm>
        </p:spPr>
        <p:txBody>
          <a:bodyPr wrap="square">
            <a:sp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Subhead wrapping over two lines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CD2EAC-2BCE-DE73-057C-0294CC80D1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2243729C-6E16-9E60-E08C-C61016CE320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241248" y="731667"/>
            <a:ext cx="4702357" cy="605935"/>
          </a:xfrm>
        </p:spPr>
        <p:txBody>
          <a:bodyPr wrap="square">
            <a:spAutoFit/>
          </a:bodyPr>
          <a:lstStyle>
            <a:lvl1pPr marL="182843" indent="-182843"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. </a:t>
            </a:r>
          </a:p>
        </p:txBody>
      </p:sp>
      <p:sp>
        <p:nvSpPr>
          <p:cNvPr id="8" name="Title 17">
            <a:extLst>
              <a:ext uri="{FF2B5EF4-FFF2-40B4-BE49-F238E27FC236}">
                <a16:creationId xmlns:a16="http://schemas.microsoft.com/office/drawing/2014/main" id="{F6993D45-8C38-E943-4D5B-0213C84D90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766" y="731667"/>
            <a:ext cx="3715550" cy="284694"/>
          </a:xfrm>
        </p:spPr>
        <p:txBody>
          <a:bodyPr anchor="t"/>
          <a:lstStyle>
            <a:lvl1pPr>
              <a:lnSpc>
                <a:spcPct val="90000"/>
              </a:lnSpc>
              <a:defRPr sz="2000" spc="0">
                <a:solidFill>
                  <a:schemeClr val="bg1"/>
                </a:solidFill>
              </a:defRPr>
            </a:lvl1pPr>
          </a:lstStyle>
          <a:p>
            <a:r>
              <a:rPr lang="en-US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46162920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1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1F0CB571-2CC5-3A2F-2978-74174DAA45F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480337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436492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EFDC720D-9A69-3CE1-C1B4-9067527A25F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2304955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1A9AE1E9-1CFA-55D3-3DF0-7261488E069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A19B2CC4-547F-49CA-6526-7197F55615C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AE628A5-ED58-A3B0-1085-968A9E997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19835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1.2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02BA032F-0C7E-6C39-16BE-83DF2C62486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6276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E41772E7-5B40-90F2-E589-5CDE69BC1D6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6276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0C6F8664-9FED-BFA0-E912-512D1791091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304955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9BAFF3A1-B2AB-57EF-7216-B3AC7AB62A95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348801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80A79D59-5844-353F-A355-16B6B3A22E86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392646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5273E02F-B306-FEE8-2E2A-998150880A3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8436492" y="515503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8BB3589-59E9-D1C6-A087-4B68C49F65D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76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2" name="Picture Placeholder 9">
            <a:extLst>
              <a:ext uri="{FF2B5EF4-FFF2-40B4-BE49-F238E27FC236}">
                <a16:creationId xmlns:a16="http://schemas.microsoft.com/office/drawing/2014/main" id="{29BC56FF-C753-705C-7A95-BFCE3BBD276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304955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3" name="Picture Placeholder 9">
            <a:extLst>
              <a:ext uri="{FF2B5EF4-FFF2-40B4-BE49-F238E27FC236}">
                <a16:creationId xmlns:a16="http://schemas.microsoft.com/office/drawing/2014/main" id="{C90FC4B6-5FA5-16D5-9044-41A00345BAB9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48801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59D69C04-CC4C-80F5-C3E4-A747486A994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392646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A68D2872-91B7-8B78-9CB9-9B212EFBC45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480337" y="795516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8" name="Picture Placeholder 9">
            <a:extLst>
              <a:ext uri="{FF2B5EF4-FFF2-40B4-BE49-F238E27FC236}">
                <a16:creationId xmlns:a16="http://schemas.microsoft.com/office/drawing/2014/main" id="{F4B3DD27-7ACF-A93D-09FF-B3E7E338204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4348801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Picture Placeholder 9">
            <a:extLst>
              <a:ext uri="{FF2B5EF4-FFF2-40B4-BE49-F238E27FC236}">
                <a16:creationId xmlns:a16="http://schemas.microsoft.com/office/drawing/2014/main" id="{170F12CB-0EC7-7879-C67C-7797326E64BB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92646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0" name="Picture Placeholder 9">
            <a:extLst>
              <a:ext uri="{FF2B5EF4-FFF2-40B4-BE49-F238E27FC236}">
                <a16:creationId xmlns:a16="http://schemas.microsoft.com/office/drawing/2014/main" id="{3083E0A1-76D1-5B10-730E-0356936047EC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436492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1" name="Picture Placeholder 9">
            <a:extLst>
              <a:ext uri="{FF2B5EF4-FFF2-40B4-BE49-F238E27FC236}">
                <a16:creationId xmlns:a16="http://schemas.microsoft.com/office/drawing/2014/main" id="{B1EC3D66-E041-A988-F44E-2CDAD644732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480337" y="2975277"/>
            <a:ext cx="1434448" cy="143444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B4869F0-5EDD-CA2E-9E36-673D0B0B1D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1429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2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79573AD3-1512-A3C1-57D1-76791DA6D33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62615" y="4176393"/>
            <a:ext cx="2414907" cy="241490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D1F00655-973F-FD6A-C63E-200233E15892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573434" y="3319765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6C50B38-7F7A-B489-F499-BA136B985D6D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884254" y="2463137"/>
            <a:ext cx="2414907" cy="241490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EB6F76FB-559D-8CE5-A862-E084509CCBB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195073" y="1606509"/>
            <a:ext cx="2414907" cy="2414908"/>
          </a:xfrm>
          <a:prstGeom prst="rect">
            <a:avLst/>
          </a:prstGeom>
          <a:solidFill>
            <a:schemeClr val="accent6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FFDA8DAD-9128-FB1B-76AC-5D625583650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9505893" y="749881"/>
            <a:ext cx="2414907" cy="2414908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E4CCCA-1E42-6208-BF17-9FAD01223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6385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2D3EB6C-7917-FE14-D867-4E2C338DB7C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F11835-9A8C-3DFF-18AF-06E3BB3DE64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4938565" y="2349070"/>
            <a:ext cx="4771047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896788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9890235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33593492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1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7229301" cy="6858000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4001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2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0"/>
            <a:ext cx="4762094" cy="6858000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CA5D229B-26B2-DA50-1F81-62BDF2D67E65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9A94769-DBAD-CB8E-3AD7-BF8E23734232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AAEA71A6-6952-49C5-5A16-0772476E3993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3869427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3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94064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42D3EB6C-7917-FE14-D867-4E2C338DB7C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420953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F11835-9A8C-3DFF-18AF-06E3BB3DE64D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890235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2346158"/>
            <a:ext cx="4771047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ACF8D43F-B4EA-6B28-5207-6C9266C9C7A9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4947194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940641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1DDF5EF-B066-1C41-3A5D-CB28E5FF0D6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0" y="-1"/>
            <a:ext cx="4784153" cy="4532405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1558103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Collage 3.4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012A4B2F-2114-2E2E-19AD-041E4AACF7D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86865" y="2345458"/>
            <a:ext cx="4762094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2777E975-2A02-8AC2-F0DC-5FFDF12CE0E3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0" y="4671753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F27E8AB6-FB7D-2037-B1BB-B7D9A36EA22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0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19970CF-7950-BA94-7724-72294457DE4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7420953" y="0"/>
            <a:ext cx="4784153" cy="4511842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7BBDBFC9-DDF4-7A08-E46D-8C65F3CEB88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2482388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F00BC903-791B-BC06-2F95-B93161AFF47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0" y="2345458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3D1BA6A1-4247-7817-BC98-3A1B254A594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0953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BE9E9866-CDC1-C0B3-B495-7AEE678D1569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9890235" y="4671754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320D2C50-33E1-A17C-8446-F27EEDF30C98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4951671" y="0"/>
            <a:ext cx="2301765" cy="2186247"/>
          </a:xfrm>
          <a:prstGeom prst="rect">
            <a:avLst/>
          </a:prstGeom>
          <a:solidFill>
            <a:srgbClr val="53544A"/>
          </a:solidFill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1170975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2002991" y="2933700"/>
            <a:ext cx="1641222" cy="1641223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250323" y="3532402"/>
            <a:ext cx="2241598" cy="2241599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246457" y="3224842"/>
            <a:ext cx="2364514" cy="236451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2993296" y="1083192"/>
            <a:ext cx="2241598" cy="2241599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4988024" y="1274996"/>
            <a:ext cx="1508104" cy="1508105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5989429" y="2674948"/>
            <a:ext cx="1508104" cy="1508105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9622" y="1088494"/>
            <a:ext cx="1793435" cy="1793437"/>
          </a:xfrm>
          <a:prstGeom prst="rect">
            <a:avLst/>
          </a:prstGeom>
          <a:solidFill>
            <a:schemeClr val="accent6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973058" y="2133600"/>
            <a:ext cx="973267" cy="973268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 algn="ctr">
              <a:spcAft>
                <a:spcPts val="600"/>
              </a:spcAft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5154" y="5295900"/>
            <a:ext cx="3699429" cy="1015663"/>
          </a:xfrm>
        </p:spPr>
        <p:txBody>
          <a:bodyPr anchor="b"/>
          <a:lstStyle>
            <a:lvl1pPr algn="r">
              <a:defRPr sz="3999" spc="-75"/>
            </a:lvl1pPr>
          </a:lstStyle>
          <a:p>
            <a:pPr lvl="0"/>
            <a:r>
              <a:rPr lang="en-US"/>
              <a:t>Iconic</a:t>
            </a:r>
            <a:br>
              <a:rPr lang="en-US"/>
            </a:br>
            <a:r>
              <a:rPr lang="en-US"/>
              <a:t>statement.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2400781" y="2206186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10631268" y="220399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397460994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CA21B709-75DD-75F4-0E06-A2EBD9F194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91827" y="794388"/>
            <a:ext cx="4067795" cy="4064630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FEC71DA8-D794-D47B-99E8-2596DC3A635D}"/>
              </a:ext>
            </a:extLst>
          </p:cNvPr>
          <p:cNvSpPr/>
          <p:nvPr userDrawn="1"/>
        </p:nvSpPr>
        <p:spPr>
          <a:xfrm>
            <a:off x="987537" y="5761382"/>
            <a:ext cx="269763" cy="2697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2A4330-ECC2-A12E-9A86-9DEAD472DA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ACCB1F5-E99F-BD08-9C6C-77F1026DC4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822" y="1052569"/>
            <a:ext cx="5223761" cy="569387"/>
          </a:xfrm>
        </p:spPr>
        <p:txBody>
          <a:bodyPr wrap="square" anchor="b">
            <a:spAutoFit/>
          </a:bodyPr>
          <a:lstStyle>
            <a:lvl1pPr>
              <a:lnSpc>
                <a:spcPct val="90000"/>
              </a:lnSpc>
              <a:defRPr sz="4000"/>
            </a:lvl1pPr>
          </a:lstStyle>
          <a:p>
            <a:r>
              <a:rPr lang="en-US"/>
              <a:t>Lorem ipsum dolor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44972888-44DA-DF8D-0082-B6FFDBA53F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9210" y="1603813"/>
            <a:ext cx="5225242" cy="330860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 eius</a:t>
            </a:r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B276F6C0-F889-F4D3-C392-39B2D8BDB1D0}"/>
              </a:ext>
            </a:extLst>
          </p:cNvPr>
          <p:cNvSpPr/>
          <p:nvPr userDrawn="1"/>
        </p:nvSpPr>
        <p:spPr>
          <a:xfrm>
            <a:off x="7223125" y="5267922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4954FDFB-4AE8-CA36-357C-7D01469D300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4560" y="2280275"/>
            <a:ext cx="3256506" cy="3256506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16C75580-1391-1C47-6F44-89D0027010C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08671" y="3706018"/>
            <a:ext cx="2325129" cy="2325127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007871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.0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0ACE03FE-A7E2-CB4D-E0BE-D1829C9E264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00175" y="1468834"/>
            <a:ext cx="1720625" cy="1720584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B57CFC60-74A3-63EC-6D83-CA7B8F4E3D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62766" y="2337598"/>
            <a:ext cx="3703382" cy="3700688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7D25256E-4A2B-47DB-3C7D-C51032FB989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247603" y="5140763"/>
            <a:ext cx="1720625" cy="1717237"/>
          </a:xfrm>
          <a:prstGeom prst="rect">
            <a:avLst/>
          </a:prstGeom>
          <a:solidFill>
            <a:srgbClr val="53544A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B1470643-1797-CB82-0F22-8D75A58545D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6642" y="2932"/>
            <a:ext cx="1467796" cy="1471712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7143" indent="-794" algn="ctr">
              <a:buNone/>
              <a:tabLst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</a:t>
            </a:r>
            <a:br>
              <a:rPr lang="en-US"/>
            </a:br>
            <a:r>
              <a:rPr lang="en-US"/>
              <a:t>to add picture</a:t>
            </a:r>
          </a:p>
          <a:p>
            <a:endParaRPr lang="en-US"/>
          </a:p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F3F980-7303-7433-7BA0-B2E600EEDB0F}"/>
              </a:ext>
            </a:extLst>
          </p:cNvPr>
          <p:cNvCxnSpPr>
            <a:cxnSpLocks/>
          </p:cNvCxnSpPr>
          <p:nvPr/>
        </p:nvCxnSpPr>
        <p:spPr>
          <a:xfrm>
            <a:off x="271200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3">
            <a:extLst>
              <a:ext uri="{FF2B5EF4-FFF2-40B4-BE49-F238E27FC236}">
                <a16:creationId xmlns:a16="http://schemas.microsoft.com/office/drawing/2014/main" id="{F9AAF923-B53F-523B-0D44-A393ECCBE8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9351" y="2971800"/>
            <a:ext cx="4702174" cy="786369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Longer Headline to be</a:t>
            </a:r>
            <a:br>
              <a:rPr lang="en-US"/>
            </a:br>
            <a:r>
              <a:rPr lang="en-US"/>
              <a:t>Written here</a:t>
            </a:r>
          </a:p>
        </p:txBody>
      </p:sp>
      <p:sp>
        <p:nvSpPr>
          <p:cNvPr id="4" name="Shape">
            <a:extLst>
              <a:ext uri="{FF2B5EF4-FFF2-40B4-BE49-F238E27FC236}">
                <a16:creationId xmlns:a16="http://schemas.microsoft.com/office/drawing/2014/main" id="{1223C6F2-494B-BF1E-D5E4-D636EBF35B9A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39106554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5BB12CB4-F5F3-7AC1-AE2C-FEA23CAE57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031760"/>
            <a:ext cx="2146041" cy="2146041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F4128765-AC6B-97A3-0F71-9EBDD5666A7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84785" y="2963196"/>
            <a:ext cx="1101012" cy="1101012"/>
          </a:xfrm>
          <a:prstGeom prst="rect">
            <a:avLst/>
          </a:prstGeom>
          <a:solidFill>
            <a:schemeClr val="accent6"/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D498DD5-8334-9B3C-9CBE-37B55B5E310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30345" y="504031"/>
            <a:ext cx="5290455" cy="5286338"/>
          </a:xfrm>
          <a:prstGeom prst="rect">
            <a:avLst/>
          </a:prstGeom>
          <a:solidFill>
            <a:srgbClr val="53544A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Shape">
            <a:extLst>
              <a:ext uri="{FF2B5EF4-FFF2-40B4-BE49-F238E27FC236}">
                <a16:creationId xmlns:a16="http://schemas.microsoft.com/office/drawing/2014/main" id="{CD1FEE7C-553C-4A8B-BC77-F8DF21CFAE2F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0AA6222-3515-ED1E-22C8-0B196FE229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180E599-A8FD-8FCF-D78E-DB2A8484EB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1248" y="4845632"/>
            <a:ext cx="4969427" cy="1174168"/>
          </a:xfrm>
        </p:spPr>
        <p:txBody>
          <a:bodyPr wrap="square">
            <a:spAutoFit/>
          </a:bodyPr>
          <a:lstStyle>
            <a:lvl1pPr>
              <a:lnSpc>
                <a:spcPct val="90000"/>
              </a:lnSpc>
              <a:defRPr sz="2800"/>
            </a:lvl1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647852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5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B54E1074-5BBA-6736-8077-5BA6D135BE2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6096000" cy="6857998"/>
          </a:xfrm>
          <a:prstGeom prst="rect">
            <a:avLst/>
          </a:prstGeom>
          <a:solidFill>
            <a:schemeClr val="bg1"/>
          </a:solidFill>
        </p:spPr>
        <p:txBody>
          <a:bodyPr anchor="t">
            <a:noAutofit/>
          </a:bodyPr>
          <a:lstStyle>
            <a:lvl1pPr marL="319976" marR="0" indent="-319976" algn="ctr" defTabSz="323935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None/>
              <a:tabLst/>
              <a:defRPr sz="16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ADD1F97-8284-C0FB-0660-9DAE99173A6B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5F2190E-3350-9007-2590-0FAF27D1874D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hape">
            <a:extLst>
              <a:ext uri="{FF2B5EF4-FFF2-40B4-BE49-F238E27FC236}">
                <a16:creationId xmlns:a16="http://schemas.microsoft.com/office/drawing/2014/main" id="{8DFC4937-3FD6-DBAC-A89D-CF49E8E0CF0D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94552704-CFDF-EF3C-D33A-73CB7A209B6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0311" y="1647695"/>
            <a:ext cx="3562610" cy="3562610"/>
          </a:xfrm>
          <a:prstGeom prst="rect">
            <a:avLst/>
          </a:prstGeom>
          <a:solidFill>
            <a:srgbClr val="C2C4B8"/>
          </a:solidFill>
        </p:spPr>
        <p:txBody>
          <a:bodyPr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Shape">
            <a:extLst>
              <a:ext uri="{FF2B5EF4-FFF2-40B4-BE49-F238E27FC236}">
                <a16:creationId xmlns:a16="http://schemas.microsoft.com/office/drawing/2014/main" id="{B19FFF9A-0B30-8282-7937-71D6BD98FA85}"/>
              </a:ext>
            </a:extLst>
          </p:cNvPr>
          <p:cNvSpPr/>
          <p:nvPr userDrawn="1"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9D70D7E-BF71-0132-08FD-F862218D7CB7}"/>
              </a:ext>
            </a:extLst>
          </p:cNvPr>
          <p:cNvCxnSpPr>
            <a:cxnSpLocks/>
          </p:cNvCxnSpPr>
          <p:nvPr userDrawn="1"/>
        </p:nvCxnSpPr>
        <p:spPr>
          <a:xfrm>
            <a:off x="262616" y="505123"/>
            <a:ext cx="582909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28E44542-7C2D-86AE-9DFD-30BB40FAA82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956314" y="4891522"/>
            <a:ext cx="1261781" cy="16543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+mj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Quote Attribution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731B8CF-2578-CD77-558D-A8A7E025E9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956314" y="5071052"/>
            <a:ext cx="1261781" cy="165430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spcBef>
                <a:spcPts val="0"/>
              </a:spcBef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  <a:lvl2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2pPr>
            <a:lvl3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3pPr>
            <a:lvl4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4pPr>
            <a:lvl5pPr marL="0" indent="0">
              <a:spcBef>
                <a:spcPts val="0"/>
              </a:spcBef>
              <a:buNone/>
              <a:defRPr b="1" i="0">
                <a:latin typeface="Snowflake Sans Medium" panose="020B0505040401040103" pitchFamily="34" charset="0"/>
              </a:defRPr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3FFC9-38C2-B4F8-4162-A5C53BC952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C1F1B34-6637-E7E7-212E-343F22CDF94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956313" y="2648016"/>
            <a:ext cx="3974583" cy="1949765"/>
          </a:xfrm>
        </p:spPr>
        <p:txBody>
          <a:bodyPr wrap="square">
            <a:spAutoFit/>
          </a:bodyPr>
          <a:lstStyle>
            <a:lvl1pPr marL="457200" indent="-457200">
              <a:lnSpc>
                <a:spcPct val="90000"/>
              </a:lnSpc>
              <a:defRPr sz="2800">
                <a:latin typeface="+mj-lt"/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</a:t>
            </a:r>
            <a:r>
              <a:rPr lang="en-US"/>
              <a:t> </a:t>
            </a:r>
            <a:r>
              <a:rPr lang="en-US" err="1"/>
              <a:t>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6866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6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14F3A46-6C79-B4B1-C65B-3636B6B3DB3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81744" y="2957988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9">
            <a:extLst>
              <a:ext uri="{FF2B5EF4-FFF2-40B4-BE49-F238E27FC236}">
                <a16:creationId xmlns:a16="http://schemas.microsoft.com/office/drawing/2014/main" id="{6DA91201-807B-7F7B-A15C-3933A50E4033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81744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9">
            <a:extLst>
              <a:ext uri="{FF2B5EF4-FFF2-40B4-BE49-F238E27FC236}">
                <a16:creationId xmlns:a16="http://schemas.microsoft.com/office/drawing/2014/main" id="{A36546E3-93E3-A778-B668-BAEE9A09CA7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464768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Picture Placeholder 9">
            <a:extLst>
              <a:ext uri="{FF2B5EF4-FFF2-40B4-BE49-F238E27FC236}">
                <a16:creationId xmlns:a16="http://schemas.microsoft.com/office/drawing/2014/main" id="{8D7F82AF-A25F-3281-B2A8-165DB08771DB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4547791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6" name="Picture Placeholder 9">
            <a:extLst>
              <a:ext uri="{FF2B5EF4-FFF2-40B4-BE49-F238E27FC236}">
                <a16:creationId xmlns:a16="http://schemas.microsoft.com/office/drawing/2014/main" id="{77846D10-B19A-7A06-CE1C-B4259CEDB20F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630814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8" name="Picture Placeholder 9">
            <a:extLst>
              <a:ext uri="{FF2B5EF4-FFF2-40B4-BE49-F238E27FC236}">
                <a16:creationId xmlns:a16="http://schemas.microsoft.com/office/drawing/2014/main" id="{E3EB4462-D286-A817-693C-92AEE36F0EE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10796860" y="5389563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C5EE55A4-37A2-B4D8-C3AC-37CB40FA2765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381744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1D15C063-808E-85A7-50C7-6E5B2FCD5AD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2464767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4B90FC3E-7F7E-90C9-3727-7F837C6F3BB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547790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D7347812-B755-7A67-CEF3-9A783EC2714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630814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DA31DF15-3CFD-8ECB-E60B-6F0BEE5C00D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8713837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8FB89C77-18AB-8B9C-D40D-9F9E06EDDEE5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10796860" y="455041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9">
            <a:extLst>
              <a:ext uri="{FF2B5EF4-FFF2-40B4-BE49-F238E27FC236}">
                <a16:creationId xmlns:a16="http://schemas.microsoft.com/office/drawing/2014/main" id="{946D8120-6638-43CD-E142-F46BAB6BB855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8713837" y="2957988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Picture Placeholder 9">
            <a:extLst>
              <a:ext uri="{FF2B5EF4-FFF2-40B4-BE49-F238E27FC236}">
                <a16:creationId xmlns:a16="http://schemas.microsoft.com/office/drawing/2014/main" id="{890A2031-10BD-625A-86DD-1D0CC2E40A5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0796860" y="2957988"/>
            <a:ext cx="1013396" cy="1013397"/>
          </a:xfrm>
          <a:prstGeom prst="rect">
            <a:avLst/>
          </a:prstGeom>
          <a:solidFill>
            <a:srgbClr val="53544A"/>
          </a:solidFill>
        </p:spPr>
        <p:txBody>
          <a:bodyPr lIns="0" tIns="0" rIns="0">
            <a:noAutofit/>
          </a:bodyPr>
          <a:lstStyle>
            <a:lvl1pPr marL="228554" indent="-228554">
              <a:spcAft>
                <a:spcPts val="600"/>
              </a:spcAft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E5F29476-6FAB-192A-D41D-7BEA14D5E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64767" y="2267696"/>
            <a:ext cx="5568834" cy="2412584"/>
          </a:xfrm>
        </p:spPr>
        <p:txBody>
          <a:bodyPr anchor="ctr"/>
          <a:lstStyle>
            <a:lvl1pPr>
              <a:defRPr sz="6399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consec</a:t>
            </a:r>
            <a:r>
              <a:rPr lang="en-US"/>
              <a:t>.</a:t>
            </a:r>
          </a:p>
        </p:txBody>
      </p:sp>
      <p:sp>
        <p:nvSpPr>
          <p:cNvPr id="7" name="Shape">
            <a:extLst>
              <a:ext uri="{FF2B5EF4-FFF2-40B4-BE49-F238E27FC236}">
                <a16:creationId xmlns:a16="http://schemas.microsoft.com/office/drawing/2014/main" id="{42AEFDCD-7460-BC06-1BA3-6506AC3F3ED7}"/>
              </a:ext>
            </a:extLst>
          </p:cNvPr>
          <p:cNvSpPr/>
          <p:nvPr userDrawn="1"/>
        </p:nvSpPr>
        <p:spPr>
          <a:xfrm>
            <a:off x="381744" y="2092121"/>
            <a:ext cx="270314" cy="2703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DCD7CBF4-445F-069C-BFC3-D839C37EA842}"/>
              </a:ext>
            </a:extLst>
          </p:cNvPr>
          <p:cNvSpPr/>
          <p:nvPr userDrawn="1"/>
        </p:nvSpPr>
        <p:spPr>
          <a:xfrm>
            <a:off x="8782640" y="6134100"/>
            <a:ext cx="875789" cy="2688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41931672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13B2BF84-5BE7-18D5-1B3F-A40FC8841C0F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2FD8A03-EF14-3F7D-B4FB-8F8317AEE0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2616" y="3114694"/>
            <a:ext cx="8672403" cy="837152"/>
          </a:xfrm>
        </p:spPr>
        <p:txBody>
          <a:bodyPr anchor="ctr">
            <a:spAutoFit/>
          </a:bodyPr>
          <a:lstStyle>
            <a:lvl1pPr>
              <a:defRPr sz="6400" spc="-15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BC3F7105-85EA-EEDA-AF17-89B0812A93E0}"/>
              </a:ext>
            </a:extLst>
          </p:cNvPr>
          <p:cNvSpPr/>
          <p:nvPr userDrawn="1"/>
        </p:nvSpPr>
        <p:spPr>
          <a:xfrm>
            <a:off x="262616" y="6401801"/>
            <a:ext cx="620712" cy="1905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105487645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.0 (Dark)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F59B46C-0A87-EC8E-63E7-C8B3030398D5}"/>
              </a:ext>
            </a:extLst>
          </p:cNvPr>
          <p:cNvCxnSpPr>
            <a:cxnSpLocks/>
          </p:cNvCxnSpPr>
          <p:nvPr/>
        </p:nvCxnSpPr>
        <p:spPr>
          <a:xfrm>
            <a:off x="262616" y="505123"/>
            <a:ext cx="11658184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262616" y="195113"/>
            <a:ext cx="190505" cy="190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262616" y="3251652"/>
            <a:ext cx="1188228" cy="364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7ECB864-F136-54CE-0DE6-54B1AE1A67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62615" y="5889563"/>
            <a:ext cx="2984987" cy="684418"/>
          </a:xfrm>
        </p:spPr>
        <p:txBody>
          <a:bodyPr wrap="square" anchor="t">
            <a:spAutoFit/>
          </a:bodyPr>
          <a:lstStyle>
            <a:lvl1pPr marL="182843" marR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Lastname |  first.last@vml.com</a:t>
            </a:r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first.last@vml.com</a:t>
            </a:r>
          </a:p>
          <a:p>
            <a:pPr marL="182843" marR="0" lvl="0" indent="-182843" algn="l" defTabSz="323935" rtl="0" eaLnBrk="1" fontAlgn="base" latinLnBrk="0" hangingPunct="1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lrTx/>
              <a:buSzPct val="100000"/>
              <a:buFont typeface="Segoe UI" panose="020B0502040204020203" pitchFamily="34" charset="0"/>
              <a:buChar char="■"/>
              <a:tabLst/>
              <a:defRPr/>
            </a:pPr>
            <a:r>
              <a:rPr lang="en-US" err="1"/>
              <a:t>Firstname</a:t>
            </a:r>
            <a:r>
              <a:rPr lang="en-US"/>
              <a:t> Lastname |  first.last@vml.com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8D3F238-8B89-4E03-B76E-8DE817532C6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2615" y="5504450"/>
            <a:ext cx="2984987" cy="198516"/>
          </a:xfrm>
        </p:spPr>
        <p:txBody>
          <a:bodyPr wrap="square">
            <a:spAutoFit/>
          </a:bodyPr>
          <a:lstStyle>
            <a:lvl1pPr marL="319976" indent="-319976">
              <a:buNone/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For Questions, Contact: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463524-75F6-094B-C30C-7FEE12C85B35}"/>
              </a:ext>
            </a:extLst>
          </p:cNvPr>
          <p:cNvCxnSpPr>
            <a:cxnSpLocks/>
          </p:cNvCxnSpPr>
          <p:nvPr userDrawn="1"/>
        </p:nvCxnSpPr>
        <p:spPr>
          <a:xfrm>
            <a:off x="262616" y="5796057"/>
            <a:ext cx="2984986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09A01D7-DFBB-35A6-810F-F143D3977A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07511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3.0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F7BA329F-5BAF-3936-46A2-3557EEBB5C23}"/>
              </a:ext>
            </a:extLst>
          </p:cNvPr>
          <p:cNvSpPr/>
          <p:nvPr/>
        </p:nvSpPr>
        <p:spPr>
          <a:xfrm>
            <a:off x="5898865" y="5974273"/>
            <a:ext cx="394268" cy="394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" y="0"/>
                </a:moveTo>
                <a:lnTo>
                  <a:pt x="0" y="1"/>
                </a:lnTo>
                <a:lnTo>
                  <a:pt x="0" y="2039"/>
                </a:lnTo>
                <a:lnTo>
                  <a:pt x="8764" y="10802"/>
                </a:lnTo>
                <a:lnTo>
                  <a:pt x="1" y="19560"/>
                </a:lnTo>
                <a:lnTo>
                  <a:pt x="2" y="21600"/>
                </a:lnTo>
                <a:lnTo>
                  <a:pt x="2041" y="21600"/>
                </a:lnTo>
                <a:lnTo>
                  <a:pt x="10798" y="12839"/>
                </a:lnTo>
                <a:lnTo>
                  <a:pt x="19561" y="21600"/>
                </a:lnTo>
                <a:lnTo>
                  <a:pt x="21600" y="21600"/>
                </a:lnTo>
                <a:lnTo>
                  <a:pt x="21599" y="19561"/>
                </a:lnTo>
                <a:lnTo>
                  <a:pt x="12837" y="10802"/>
                </a:lnTo>
                <a:lnTo>
                  <a:pt x="21600" y="2039"/>
                </a:lnTo>
                <a:lnTo>
                  <a:pt x="21600" y="2"/>
                </a:lnTo>
                <a:lnTo>
                  <a:pt x="19558" y="2"/>
                </a:lnTo>
                <a:lnTo>
                  <a:pt x="10799" y="8761"/>
                </a:lnTo>
                <a:lnTo>
                  <a:pt x="2042" y="0"/>
                </a:lnTo>
                <a:close/>
                <a:moveTo>
                  <a:pt x="4973" y="1"/>
                </a:moveTo>
                <a:lnTo>
                  <a:pt x="10801" y="5833"/>
                </a:lnTo>
                <a:lnTo>
                  <a:pt x="16629" y="1"/>
                </a:lnTo>
                <a:lnTo>
                  <a:pt x="12946" y="1"/>
                </a:lnTo>
                <a:lnTo>
                  <a:pt x="10801" y="2147"/>
                </a:lnTo>
                <a:lnTo>
                  <a:pt x="8656" y="1"/>
                </a:lnTo>
                <a:lnTo>
                  <a:pt x="4973" y="1"/>
                </a:lnTo>
                <a:close/>
                <a:moveTo>
                  <a:pt x="2" y="4973"/>
                </a:moveTo>
                <a:lnTo>
                  <a:pt x="2" y="8656"/>
                </a:lnTo>
                <a:lnTo>
                  <a:pt x="2147" y="10802"/>
                </a:lnTo>
                <a:lnTo>
                  <a:pt x="2" y="12946"/>
                </a:lnTo>
                <a:lnTo>
                  <a:pt x="2" y="16630"/>
                </a:lnTo>
                <a:lnTo>
                  <a:pt x="5834" y="10802"/>
                </a:lnTo>
                <a:lnTo>
                  <a:pt x="2" y="4973"/>
                </a:lnTo>
                <a:close/>
                <a:moveTo>
                  <a:pt x="21600" y="4973"/>
                </a:moveTo>
                <a:lnTo>
                  <a:pt x="15768" y="10802"/>
                </a:lnTo>
                <a:lnTo>
                  <a:pt x="21600" y="16630"/>
                </a:lnTo>
                <a:lnTo>
                  <a:pt x="21600" y="12946"/>
                </a:lnTo>
                <a:lnTo>
                  <a:pt x="19454" y="10802"/>
                </a:lnTo>
                <a:lnTo>
                  <a:pt x="21600" y="8656"/>
                </a:lnTo>
                <a:lnTo>
                  <a:pt x="21600" y="4973"/>
                </a:lnTo>
                <a:close/>
                <a:moveTo>
                  <a:pt x="10801" y="15767"/>
                </a:moveTo>
                <a:lnTo>
                  <a:pt x="4973" y="21599"/>
                </a:lnTo>
                <a:lnTo>
                  <a:pt x="8656" y="21599"/>
                </a:lnTo>
                <a:lnTo>
                  <a:pt x="10801" y="19453"/>
                </a:lnTo>
                <a:lnTo>
                  <a:pt x="12946" y="21599"/>
                </a:lnTo>
                <a:lnTo>
                  <a:pt x="16629" y="21599"/>
                </a:lnTo>
                <a:lnTo>
                  <a:pt x="10801" y="15767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  <p:sp>
        <p:nvSpPr>
          <p:cNvPr id="5" name="Shape">
            <a:extLst>
              <a:ext uri="{FF2B5EF4-FFF2-40B4-BE49-F238E27FC236}">
                <a16:creationId xmlns:a16="http://schemas.microsoft.com/office/drawing/2014/main" id="{C25BA493-08F9-2C51-CCB1-1B17E34F8BA0}"/>
              </a:ext>
            </a:extLst>
          </p:cNvPr>
          <p:cNvSpPr/>
          <p:nvPr/>
        </p:nvSpPr>
        <p:spPr>
          <a:xfrm>
            <a:off x="5472514" y="3240712"/>
            <a:ext cx="1246973" cy="3828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98" y="0"/>
                </a:moveTo>
                <a:lnTo>
                  <a:pt x="5110" y="11"/>
                </a:lnTo>
                <a:lnTo>
                  <a:pt x="3550" y="14551"/>
                </a:lnTo>
                <a:lnTo>
                  <a:pt x="1986" y="8"/>
                </a:lnTo>
                <a:lnTo>
                  <a:pt x="0" y="1"/>
                </a:lnTo>
                <a:lnTo>
                  <a:pt x="2503" y="21591"/>
                </a:lnTo>
                <a:lnTo>
                  <a:pt x="4596" y="21591"/>
                </a:lnTo>
                <a:lnTo>
                  <a:pt x="7098" y="0"/>
                </a:lnTo>
                <a:close/>
                <a:moveTo>
                  <a:pt x="8048" y="3"/>
                </a:moveTo>
                <a:lnTo>
                  <a:pt x="6837" y="21588"/>
                </a:lnTo>
                <a:lnTo>
                  <a:pt x="8756" y="21592"/>
                </a:lnTo>
                <a:lnTo>
                  <a:pt x="9236" y="9188"/>
                </a:lnTo>
                <a:lnTo>
                  <a:pt x="10288" y="21600"/>
                </a:lnTo>
                <a:lnTo>
                  <a:pt x="12008" y="21600"/>
                </a:lnTo>
                <a:lnTo>
                  <a:pt x="13061" y="9162"/>
                </a:lnTo>
                <a:lnTo>
                  <a:pt x="13540" y="21586"/>
                </a:lnTo>
                <a:lnTo>
                  <a:pt x="15457" y="21584"/>
                </a:lnTo>
                <a:lnTo>
                  <a:pt x="14251" y="9"/>
                </a:lnTo>
                <a:lnTo>
                  <a:pt x="12220" y="9"/>
                </a:lnTo>
                <a:lnTo>
                  <a:pt x="11148" y="12698"/>
                </a:lnTo>
                <a:lnTo>
                  <a:pt x="10076" y="5"/>
                </a:lnTo>
                <a:lnTo>
                  <a:pt x="8048" y="3"/>
                </a:lnTo>
                <a:close/>
                <a:moveTo>
                  <a:pt x="16405" y="12"/>
                </a:moveTo>
                <a:lnTo>
                  <a:pt x="16405" y="16067"/>
                </a:lnTo>
                <a:lnTo>
                  <a:pt x="16405" y="21580"/>
                </a:lnTo>
                <a:lnTo>
                  <a:pt x="18243" y="21580"/>
                </a:lnTo>
                <a:lnTo>
                  <a:pt x="20960" y="21580"/>
                </a:lnTo>
                <a:lnTo>
                  <a:pt x="21600" y="16067"/>
                </a:lnTo>
                <a:lnTo>
                  <a:pt x="18243" y="16067"/>
                </a:lnTo>
                <a:lnTo>
                  <a:pt x="18243" y="12"/>
                </a:lnTo>
                <a:lnTo>
                  <a:pt x="16405" y="12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50793" tIns="50793" rIns="50793" bIns="50793" anchor="ctr"/>
          <a:lstStyle/>
          <a:p>
            <a:pPr algn="ctr" defTabSz="825335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199"/>
          </a:p>
        </p:txBody>
      </p:sp>
    </p:spTree>
    <p:extLst>
      <p:ext uri="{BB962C8B-B14F-4D97-AF65-F5344CB8AC3E}">
        <p14:creationId xmlns:p14="http://schemas.microsoft.com/office/powerpoint/2010/main" val="390671759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 (Dark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926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ags" Target="../tags/tag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62.xml"/><Relationship Id="rId26" Type="http://schemas.openxmlformats.org/officeDocument/2006/relationships/slideLayout" Target="../slideLayouts/slideLayout70.xml"/><Relationship Id="rId39" Type="http://schemas.openxmlformats.org/officeDocument/2006/relationships/slideLayout" Target="../slideLayouts/slideLayout83.xml"/><Relationship Id="rId21" Type="http://schemas.openxmlformats.org/officeDocument/2006/relationships/slideLayout" Target="../slideLayouts/slideLayout65.xml"/><Relationship Id="rId34" Type="http://schemas.openxmlformats.org/officeDocument/2006/relationships/slideLayout" Target="../slideLayouts/slideLayout78.xml"/><Relationship Id="rId42" Type="http://schemas.openxmlformats.org/officeDocument/2006/relationships/slideLayout" Target="../slideLayouts/slideLayout86.xml"/><Relationship Id="rId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73.xml"/><Relationship Id="rId41" Type="http://schemas.openxmlformats.org/officeDocument/2006/relationships/slideLayout" Target="../slideLayouts/slideLayout85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24" Type="http://schemas.openxmlformats.org/officeDocument/2006/relationships/slideLayout" Target="../slideLayouts/slideLayout68.xml"/><Relationship Id="rId32" Type="http://schemas.openxmlformats.org/officeDocument/2006/relationships/slideLayout" Target="../slideLayouts/slideLayout76.xml"/><Relationship Id="rId37" Type="http://schemas.openxmlformats.org/officeDocument/2006/relationships/slideLayout" Target="../slideLayouts/slideLayout81.xml"/><Relationship Id="rId40" Type="http://schemas.openxmlformats.org/officeDocument/2006/relationships/slideLayout" Target="../slideLayouts/slideLayout84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67.xml"/><Relationship Id="rId28" Type="http://schemas.openxmlformats.org/officeDocument/2006/relationships/slideLayout" Target="../slideLayouts/slideLayout72.xml"/><Relationship Id="rId36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54.xml"/><Relationship Id="rId19" Type="http://schemas.openxmlformats.org/officeDocument/2006/relationships/slideLayout" Target="../slideLayouts/slideLayout63.xml"/><Relationship Id="rId31" Type="http://schemas.openxmlformats.org/officeDocument/2006/relationships/slideLayout" Target="../slideLayouts/slideLayout75.xml"/><Relationship Id="rId44" Type="http://schemas.openxmlformats.org/officeDocument/2006/relationships/tags" Target="../tags/tag2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Relationship Id="rId22" Type="http://schemas.openxmlformats.org/officeDocument/2006/relationships/slideLayout" Target="../slideLayouts/slideLayout66.xml"/><Relationship Id="rId27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4.xml"/><Relationship Id="rId35" Type="http://schemas.openxmlformats.org/officeDocument/2006/relationships/slideLayout" Target="../slideLayouts/slideLayout79.xml"/><Relationship Id="rId43" Type="http://schemas.openxmlformats.org/officeDocument/2006/relationships/theme" Target="../theme/theme2.xml"/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9.xml"/><Relationship Id="rId33" Type="http://schemas.openxmlformats.org/officeDocument/2006/relationships/slideLayout" Target="../slideLayouts/slideLayout77.xml"/><Relationship Id="rId38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 b="1" i="0">
                <a:solidFill>
                  <a:schemeClr val="tx1"/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latin typeface="+mj-lt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C0C5D6-9A52-14A6-5A51-997AE63C36D5}"/>
              </a:ext>
            </a:extLst>
          </p:cNvPr>
          <p:cNvSpPr>
            <a:spLocks noGrp="1"/>
          </p:cNvSpPr>
          <p:nvPr>
            <p:ph type="title"/>
            <p:custDataLst>
              <p:tags r:id="rId46"/>
            </p:custDataLst>
          </p:nvPr>
        </p:nvSpPr>
        <p:spPr>
          <a:xfrm>
            <a:off x="262766" y="639661"/>
            <a:ext cx="11663396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A28CD-4AA2-40A3-A15A-D185F776D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766" y="1559407"/>
            <a:ext cx="11662717" cy="61411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 +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(max) </a:t>
            </a:r>
          </a:p>
          <a:p>
            <a:pPr lvl="4"/>
            <a:r>
              <a:rPr lang="en-US"/>
              <a:t>Sixth level</a:t>
            </a:r>
          </a:p>
          <a:p>
            <a:pPr lvl="4"/>
            <a:r>
              <a:rPr lang="en-US"/>
              <a:t>Seventh level</a:t>
            </a:r>
          </a:p>
          <a:p>
            <a:pPr lvl="4"/>
            <a:r>
              <a:rPr lang="en-US"/>
              <a:t>Eight level</a:t>
            </a:r>
          </a:p>
          <a:p>
            <a:pPr lvl="4"/>
            <a:r>
              <a:rPr lang="en-US"/>
              <a:t>Ninth level</a:t>
            </a:r>
          </a:p>
          <a:p>
            <a:pPr marL="0" indent="0">
              <a:buNone/>
            </a:pPr>
            <a:r>
              <a:rPr lang="en-US"/>
              <a:t>Click to edit Master text style</a:t>
            </a:r>
          </a:p>
          <a:p>
            <a:pPr marL="341932" lvl="1" indent="0">
              <a:buNone/>
            </a:pPr>
            <a:r>
              <a:rPr lang="en-US"/>
              <a:t>Second level</a:t>
            </a:r>
          </a:p>
          <a:p>
            <a:pPr marL="611878" lvl="2" indent="0">
              <a:buNone/>
            </a:pPr>
            <a:r>
              <a:rPr lang="en-US"/>
              <a:t>Third level</a:t>
            </a:r>
          </a:p>
          <a:p>
            <a:pPr marL="845831" lvl="3" indent="0">
              <a:buNone/>
            </a:pPr>
            <a:r>
              <a:rPr lang="en-US"/>
              <a:t>Fourth level</a:t>
            </a:r>
          </a:p>
          <a:p>
            <a:pPr marL="1061788" lvl="4" indent="0">
              <a:buNone/>
            </a:pPr>
            <a:r>
              <a:rPr lang="en-US"/>
              <a:t>Fifth level (max)</a:t>
            </a:r>
          </a:p>
          <a:p>
            <a:pPr marL="1061788" lvl="4" indent="0">
              <a:buNone/>
            </a:pPr>
            <a:r>
              <a:rPr lang="en-US"/>
              <a:t>Sixth level</a:t>
            </a:r>
          </a:p>
          <a:p>
            <a:pPr marL="1061788" lvl="4" indent="0">
              <a:buNone/>
            </a:pPr>
            <a:r>
              <a:rPr lang="en-US"/>
              <a:t>Seventh level</a:t>
            </a:r>
          </a:p>
          <a:p>
            <a:pPr marL="1061788" lvl="4" indent="0">
              <a:buNone/>
            </a:pPr>
            <a:r>
              <a:rPr lang="en-US"/>
              <a:t>Eight level</a:t>
            </a:r>
          </a:p>
          <a:p>
            <a:pPr marL="1061788" lvl="4" indent="0">
              <a:buNone/>
            </a:pPr>
            <a:r>
              <a:rPr lang="en-US"/>
              <a:t>Ninth level 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ED6F108-BC7E-BD81-5225-8C7AB87182C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44400" y="0"/>
            <a:ext cx="549097" cy="1389433"/>
            <a:chOff x="24867471" y="1229882"/>
            <a:chExt cx="1807065" cy="45702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11EE233-FA67-B107-A67A-46A663C7D471}"/>
                </a:ext>
              </a:extLst>
            </p:cNvPr>
            <p:cNvSpPr/>
            <p:nvPr userDrawn="1"/>
          </p:nvSpPr>
          <p:spPr>
            <a:xfrm>
              <a:off x="24867471" y="1229882"/>
              <a:ext cx="455422" cy="455422"/>
            </a:xfrm>
            <a:prstGeom prst="rect">
              <a:avLst/>
            </a:prstGeom>
            <a:solidFill>
              <a:srgbClr val="8B8C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A54963-E401-D782-2008-B781BCC16ED1}"/>
                </a:ext>
              </a:extLst>
            </p:cNvPr>
            <p:cNvSpPr/>
            <p:nvPr userDrawn="1"/>
          </p:nvSpPr>
          <p:spPr>
            <a:xfrm>
              <a:off x="24867471" y="1915682"/>
              <a:ext cx="455422" cy="45542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26B0F8E-D330-9B3B-B782-0050BB7F4E0B}"/>
                </a:ext>
              </a:extLst>
            </p:cNvPr>
            <p:cNvSpPr/>
            <p:nvPr userDrawn="1"/>
          </p:nvSpPr>
          <p:spPr>
            <a:xfrm>
              <a:off x="24867471" y="2601482"/>
              <a:ext cx="455422" cy="45542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78BC34-52F7-43B9-5B65-6720BF61627C}"/>
                </a:ext>
              </a:extLst>
            </p:cNvPr>
            <p:cNvSpPr/>
            <p:nvPr userDrawn="1"/>
          </p:nvSpPr>
          <p:spPr>
            <a:xfrm>
              <a:off x="24867471" y="3287282"/>
              <a:ext cx="455422" cy="4554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CF591CA-34D0-CDAF-012A-921E94C72282}"/>
                </a:ext>
              </a:extLst>
            </p:cNvPr>
            <p:cNvSpPr/>
            <p:nvPr userDrawn="1"/>
          </p:nvSpPr>
          <p:spPr>
            <a:xfrm>
              <a:off x="24867471" y="3973082"/>
              <a:ext cx="455422" cy="45542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3CD4902-DE5F-22F8-F6FA-1381A4D999CC}"/>
                </a:ext>
              </a:extLst>
            </p:cNvPr>
            <p:cNvSpPr/>
            <p:nvPr userDrawn="1"/>
          </p:nvSpPr>
          <p:spPr>
            <a:xfrm>
              <a:off x="24867471" y="4658882"/>
              <a:ext cx="455422" cy="4554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F906070-BA5C-CBDA-9BCA-3EB05609D228}"/>
                </a:ext>
              </a:extLst>
            </p:cNvPr>
            <p:cNvSpPr/>
            <p:nvPr userDrawn="1"/>
          </p:nvSpPr>
          <p:spPr>
            <a:xfrm>
              <a:off x="24867471" y="5344682"/>
              <a:ext cx="455422" cy="4554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D4656C8-E6B6-BD64-A003-90A136150220}"/>
                </a:ext>
              </a:extLst>
            </p:cNvPr>
            <p:cNvSpPr/>
            <p:nvPr userDrawn="1"/>
          </p:nvSpPr>
          <p:spPr>
            <a:xfrm>
              <a:off x="25543292" y="1229882"/>
              <a:ext cx="455422" cy="455422"/>
            </a:xfrm>
            <a:prstGeom prst="rect">
              <a:avLst/>
            </a:prstGeom>
            <a:solidFill>
              <a:srgbClr val="C2C4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4B0D297-9464-52F5-361F-94208AA1F879}"/>
                </a:ext>
              </a:extLst>
            </p:cNvPr>
            <p:cNvSpPr/>
            <p:nvPr userDrawn="1"/>
          </p:nvSpPr>
          <p:spPr>
            <a:xfrm>
              <a:off x="25543292" y="1915682"/>
              <a:ext cx="455422" cy="455422"/>
            </a:xfrm>
            <a:prstGeom prst="rect">
              <a:avLst/>
            </a:prstGeom>
            <a:solidFill>
              <a:srgbClr val="3637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8F8AFDB-C124-8FAE-2024-084031832ED2}"/>
                </a:ext>
              </a:extLst>
            </p:cNvPr>
            <p:cNvSpPr/>
            <p:nvPr userDrawn="1"/>
          </p:nvSpPr>
          <p:spPr>
            <a:xfrm>
              <a:off x="25543292" y="2601482"/>
              <a:ext cx="455422" cy="455422"/>
            </a:xfrm>
            <a:prstGeom prst="rect">
              <a:avLst/>
            </a:prstGeom>
            <a:solidFill>
              <a:srgbClr val="CC7D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76DA30-AE48-18E9-2DBA-45C048E7C094}"/>
                </a:ext>
              </a:extLst>
            </p:cNvPr>
            <p:cNvSpPr/>
            <p:nvPr userDrawn="1"/>
          </p:nvSpPr>
          <p:spPr>
            <a:xfrm>
              <a:off x="25543292" y="3287282"/>
              <a:ext cx="455422" cy="455422"/>
            </a:xfrm>
            <a:prstGeom prst="rect">
              <a:avLst/>
            </a:prstGeom>
            <a:solidFill>
              <a:srgbClr val="D3A3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3927D3D-1C43-0F46-C663-C6D5BA9F94C0}"/>
                </a:ext>
              </a:extLst>
            </p:cNvPr>
            <p:cNvSpPr/>
            <p:nvPr userDrawn="1"/>
          </p:nvSpPr>
          <p:spPr>
            <a:xfrm>
              <a:off x="25543292" y="3973082"/>
              <a:ext cx="455422" cy="455422"/>
            </a:xfrm>
            <a:prstGeom prst="rect">
              <a:avLst/>
            </a:prstGeom>
            <a:solidFill>
              <a:srgbClr val="8591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04E1D28-3948-0FDA-0883-3B5138288B68}"/>
                </a:ext>
              </a:extLst>
            </p:cNvPr>
            <p:cNvSpPr/>
            <p:nvPr userDrawn="1"/>
          </p:nvSpPr>
          <p:spPr>
            <a:xfrm>
              <a:off x="25543292" y="4658882"/>
              <a:ext cx="455422" cy="455422"/>
            </a:xfrm>
            <a:prstGeom prst="rect">
              <a:avLst/>
            </a:prstGeom>
            <a:solidFill>
              <a:srgbClr val="5E88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3B6AB27-E597-D2B5-3086-097F4D9F8FE1}"/>
                </a:ext>
              </a:extLst>
            </p:cNvPr>
            <p:cNvSpPr/>
            <p:nvPr userDrawn="1"/>
          </p:nvSpPr>
          <p:spPr>
            <a:xfrm>
              <a:off x="25543292" y="5344682"/>
              <a:ext cx="455422" cy="455422"/>
            </a:xfrm>
            <a:prstGeom prst="rect">
              <a:avLst/>
            </a:prstGeom>
            <a:solidFill>
              <a:srgbClr val="9E76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4A359034-0C77-9397-F097-5779317ED29B}"/>
                </a:ext>
              </a:extLst>
            </p:cNvPr>
            <p:cNvSpPr/>
            <p:nvPr userDrawn="1"/>
          </p:nvSpPr>
          <p:spPr>
            <a:xfrm>
              <a:off x="26219114" y="1229882"/>
              <a:ext cx="455422" cy="45542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9705029-8E9A-918C-75EA-54BB2C647B6C}"/>
                </a:ext>
              </a:extLst>
            </p:cNvPr>
            <p:cNvSpPr/>
            <p:nvPr userDrawn="1"/>
          </p:nvSpPr>
          <p:spPr>
            <a:xfrm>
              <a:off x="26219114" y="1915682"/>
              <a:ext cx="455422" cy="455422"/>
            </a:xfrm>
            <a:prstGeom prst="rect">
              <a:avLst/>
            </a:prstGeom>
            <a:solidFill>
              <a:srgbClr val="5354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4652B2B8-0F1A-D117-4DF2-D582C01380D2}"/>
                </a:ext>
              </a:extLst>
            </p:cNvPr>
            <p:cNvSpPr/>
            <p:nvPr userDrawn="1"/>
          </p:nvSpPr>
          <p:spPr>
            <a:xfrm>
              <a:off x="26219114" y="2601482"/>
              <a:ext cx="455422" cy="455422"/>
            </a:xfrm>
            <a:prstGeom prst="rect">
              <a:avLst/>
            </a:prstGeom>
            <a:solidFill>
              <a:srgbClr val="FCC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4F448BA3-BEEC-5ADE-09D9-86601D90FB5E}"/>
                </a:ext>
              </a:extLst>
            </p:cNvPr>
            <p:cNvSpPr/>
            <p:nvPr userDrawn="1"/>
          </p:nvSpPr>
          <p:spPr>
            <a:xfrm>
              <a:off x="26219114" y="3287282"/>
              <a:ext cx="455422" cy="455422"/>
            </a:xfrm>
            <a:prstGeom prst="rect">
              <a:avLst/>
            </a:prstGeom>
            <a:solidFill>
              <a:srgbClr val="F9D2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20511FE-F9D0-5E5F-0B11-87433F99A7E6}"/>
                </a:ext>
              </a:extLst>
            </p:cNvPr>
            <p:cNvSpPr/>
            <p:nvPr userDrawn="1"/>
          </p:nvSpPr>
          <p:spPr>
            <a:xfrm>
              <a:off x="26219114" y="3973082"/>
              <a:ext cx="455422" cy="455422"/>
            </a:xfrm>
            <a:prstGeom prst="rect">
              <a:avLst/>
            </a:prstGeom>
            <a:solidFill>
              <a:srgbClr val="B5BF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6FB2A9F-9097-BC68-4F66-22ECEF61A8B9}"/>
                </a:ext>
              </a:extLst>
            </p:cNvPr>
            <p:cNvSpPr/>
            <p:nvPr userDrawn="1"/>
          </p:nvSpPr>
          <p:spPr>
            <a:xfrm>
              <a:off x="26219114" y="4658882"/>
              <a:ext cx="455422" cy="455422"/>
            </a:xfrm>
            <a:prstGeom prst="rect">
              <a:avLst/>
            </a:prstGeom>
            <a:solidFill>
              <a:srgbClr val="98AA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2412109-9832-209E-0B95-52B10A9DAF73}"/>
                </a:ext>
              </a:extLst>
            </p:cNvPr>
            <p:cNvSpPr/>
            <p:nvPr userDrawn="1"/>
          </p:nvSpPr>
          <p:spPr>
            <a:xfrm>
              <a:off x="26219114" y="5344682"/>
              <a:ext cx="455422" cy="455422"/>
            </a:xfrm>
            <a:prstGeom prst="rect">
              <a:avLst/>
            </a:prstGeom>
            <a:solidFill>
              <a:srgbClr val="B1A0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2EE230-6299-7ABA-CB6A-1D57E65554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5946" y="281191"/>
            <a:ext cx="792244" cy="1384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b="0" i="0" kern="1200" smtClean="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fld id="{79018C7D-48B1-7D4E-833E-C9960236B3EA}" type="datetimeFigureOut">
              <a:rPr lang="en-US" smtClean="0"/>
              <a:pPr/>
              <a:t>2/3/2026</a:t>
            </a:fld>
            <a:endParaRPr lang="en-US" sz="900" b="0" i="0" kern="1200">
              <a:solidFill>
                <a:schemeClr val="tx1"/>
              </a:solidFill>
              <a:latin typeface="Snowflake Sans Book" panose="020B0505040401040103" pitchFamily="34" charset="0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F3C4F6-ED9C-122D-2718-7C00149D13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4731" y="281148"/>
            <a:ext cx="1747730" cy="138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b="0" i="0" kern="120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pPr algn="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28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77" r:id="rId3"/>
    <p:sldLayoutId id="2147483682" r:id="rId4"/>
    <p:sldLayoutId id="2147483685" r:id="rId5"/>
    <p:sldLayoutId id="2147483809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801" r:id="rId13"/>
    <p:sldLayoutId id="2147483694" r:id="rId14"/>
    <p:sldLayoutId id="2147483802" r:id="rId15"/>
    <p:sldLayoutId id="2147483696" r:id="rId16"/>
    <p:sldLayoutId id="2147483697" r:id="rId17"/>
    <p:sldLayoutId id="2147483698" r:id="rId18"/>
    <p:sldLayoutId id="2147483699" r:id="rId19"/>
    <p:sldLayoutId id="2147483703" r:id="rId20"/>
    <p:sldLayoutId id="2147483704" r:id="rId21"/>
    <p:sldLayoutId id="2147483705" r:id="rId22"/>
    <p:sldLayoutId id="2147483706" r:id="rId23"/>
    <p:sldLayoutId id="2147483707" r:id="rId24"/>
    <p:sldLayoutId id="2147483708" r:id="rId25"/>
    <p:sldLayoutId id="2147483709" r:id="rId26"/>
    <p:sldLayoutId id="2147483710" r:id="rId27"/>
    <p:sldLayoutId id="2147483813" r:id="rId28"/>
    <p:sldLayoutId id="2147483711" r:id="rId29"/>
    <p:sldLayoutId id="2147483712" r:id="rId30"/>
    <p:sldLayoutId id="2147483713" r:id="rId31"/>
    <p:sldLayoutId id="2147483714" r:id="rId32"/>
    <p:sldLayoutId id="2147483795" r:id="rId33"/>
    <p:sldLayoutId id="2147483804" r:id="rId34"/>
    <p:sldLayoutId id="2147483676" r:id="rId35"/>
    <p:sldLayoutId id="2147483700" r:id="rId36"/>
    <p:sldLayoutId id="2147483702" r:id="rId37"/>
    <p:sldLayoutId id="2147483793" r:id="rId38"/>
    <p:sldLayoutId id="2147483715" r:id="rId39"/>
    <p:sldLayoutId id="2147483716" r:id="rId40"/>
    <p:sldLayoutId id="2147483717" r:id="rId41"/>
    <p:sldLayoutId id="2147483718" r:id="rId42"/>
    <p:sldLayoutId id="2147483808" r:id="rId43"/>
    <p:sldLayoutId id="2147483810" r:id="rId44"/>
  </p:sldLayoutIdLst>
  <p:hf hdr="0" ftr="0" dt="0"/>
  <p:txStyles>
    <p:titleStyle>
      <a:lvl1pPr marL="0" indent="0" algn="l" defTabSz="914217" rtl="0" eaLnBrk="1" latinLnBrk="0" hangingPunct="1">
        <a:lnSpc>
          <a:spcPct val="80000"/>
        </a:lnSpc>
        <a:spcBef>
          <a:spcPct val="0"/>
        </a:spcBef>
        <a:buFont typeface="System Font Regular" panose="020F0502020204030204" pitchFamily="34" charset="0"/>
        <a:buNone/>
        <a:tabLst/>
        <a:defRPr sz="3999" b="0" i="0" kern="1200" spc="-75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2000" b="0" i="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594241" indent="-274265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600" b="0" i="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822795" indent="-228554" algn="l" defTabSz="914217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400" b="0" i="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051350" indent="-228554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200" b="0" i="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1234193" indent="-182843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209433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Pct val="100000"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1390372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7pPr>
      <a:lvl8pPr marL="1571311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1747488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6" userDrawn="1">
          <p15:clr>
            <a:srgbClr val="F26B43"/>
          </p15:clr>
        </p15:guide>
        <p15:guide id="37" pos="7680" userDrawn="1">
          <p15:clr>
            <a:srgbClr val="F26B43"/>
          </p15:clr>
        </p15:guide>
        <p15:guide id="38" pos="164" userDrawn="1">
          <p15:clr>
            <a:srgbClr val="F26B43"/>
          </p15:clr>
        </p15:guide>
        <p15:guide id="40" pos="792" userDrawn="1">
          <p15:clr>
            <a:srgbClr val="F26B43"/>
          </p15:clr>
        </p15:guide>
        <p15:guide id="41" pos="1252" userDrawn="1">
          <p15:clr>
            <a:srgbClr val="F26B43"/>
          </p15:clr>
        </p15:guide>
        <p15:guide id="42" pos="1420" userDrawn="1">
          <p15:clr>
            <a:srgbClr val="F26B43"/>
          </p15:clr>
        </p15:guide>
        <p15:guide id="43" pos="1878" userDrawn="1">
          <p15:clr>
            <a:srgbClr val="F26B43"/>
          </p15:clr>
        </p15:guide>
        <p15:guide id="44" pos="2046" userDrawn="1">
          <p15:clr>
            <a:srgbClr val="F26B43"/>
          </p15:clr>
        </p15:guide>
        <p15:guide id="45" pos="2504" userDrawn="1">
          <p15:clr>
            <a:srgbClr val="F26B43"/>
          </p15:clr>
        </p15:guide>
        <p15:guide id="46" pos="2672" userDrawn="1">
          <p15:clr>
            <a:srgbClr val="F26B43"/>
          </p15:clr>
        </p15:guide>
        <p15:guide id="47" pos="3130" userDrawn="1">
          <p15:clr>
            <a:srgbClr val="F26B43"/>
          </p15:clr>
        </p15:guide>
        <p15:guide id="48" pos="3298" userDrawn="1">
          <p15:clr>
            <a:srgbClr val="F26B43"/>
          </p15:clr>
        </p15:guide>
        <p15:guide id="49" pos="3756" userDrawn="1">
          <p15:clr>
            <a:srgbClr val="F26B43"/>
          </p15:clr>
        </p15:guide>
        <p15:guide id="50" pos="3924" userDrawn="1">
          <p15:clr>
            <a:srgbClr val="F26B43"/>
          </p15:clr>
        </p15:guide>
        <p15:guide id="51" pos="4382" userDrawn="1">
          <p15:clr>
            <a:srgbClr val="F26B43"/>
          </p15:clr>
        </p15:guide>
        <p15:guide id="52" pos="4550" userDrawn="1">
          <p15:clr>
            <a:srgbClr val="F26B43"/>
          </p15:clr>
        </p15:guide>
        <p15:guide id="53" pos="5008" userDrawn="1">
          <p15:clr>
            <a:srgbClr val="F26B43"/>
          </p15:clr>
        </p15:guide>
        <p15:guide id="54" pos="5176" userDrawn="1">
          <p15:clr>
            <a:srgbClr val="F26B43"/>
          </p15:clr>
        </p15:guide>
        <p15:guide id="55" pos="5634" userDrawn="1">
          <p15:clr>
            <a:srgbClr val="F26B43"/>
          </p15:clr>
        </p15:guide>
        <p15:guide id="56" pos="5802" userDrawn="1">
          <p15:clr>
            <a:srgbClr val="F26B43"/>
          </p15:clr>
        </p15:guide>
        <p15:guide id="57" pos="6260" userDrawn="1">
          <p15:clr>
            <a:srgbClr val="F26B43"/>
          </p15:clr>
        </p15:guide>
        <p15:guide id="58" pos="6428" userDrawn="1">
          <p15:clr>
            <a:srgbClr val="F26B43"/>
          </p15:clr>
        </p15:guide>
        <p15:guide id="59" pos="6886" userDrawn="1">
          <p15:clr>
            <a:srgbClr val="F26B43"/>
          </p15:clr>
        </p15:guide>
        <p15:guide id="60" pos="7054" userDrawn="1">
          <p15:clr>
            <a:srgbClr val="F26B43"/>
          </p15:clr>
        </p15:guide>
        <p15:guide id="61" pos="7512" userDrawn="1">
          <p15:clr>
            <a:srgbClr val="F26B43"/>
          </p15:clr>
        </p15:guide>
        <p15:guide id="62" orient="horz" userDrawn="1">
          <p15:clr>
            <a:srgbClr val="F26B43"/>
          </p15:clr>
        </p15:guide>
        <p15:guide id="63" orient="horz" pos="4320" userDrawn="1">
          <p15:clr>
            <a:srgbClr val="F26B43"/>
          </p15:clr>
        </p15:guide>
        <p15:guide id="64" orient="horz" pos="2160" userDrawn="1">
          <p15:clr>
            <a:srgbClr val="F26B43"/>
          </p15:clr>
        </p15:guide>
        <p15:guide id="65" orient="horz" pos="4152" userDrawn="1">
          <p15:clr>
            <a:srgbClr val="F26B43"/>
          </p15:clr>
        </p15:guide>
        <p15:guide id="66" pos="3840" userDrawn="1">
          <p15:clr>
            <a:srgbClr val="F26B43"/>
          </p15:clr>
        </p15:guide>
        <p15:guide id="67" orient="horz" pos="243" userDrawn="1">
          <p15:clr>
            <a:srgbClr val="F26B43"/>
          </p15:clr>
        </p15:guide>
        <p15:guide id="68" orient="horz" pos="122" userDrawn="1">
          <p15:clr>
            <a:srgbClr val="F26B43"/>
          </p15:clr>
        </p15:guide>
        <p15:guide id="69" orient="horz" pos="318" userDrawn="1">
          <p15:clr>
            <a:srgbClr val="F26B43"/>
          </p15:clr>
        </p15:guide>
        <p15:guide id="70" orient="horz" pos="925" userDrawn="1">
          <p15:clr>
            <a:srgbClr val="F26B43"/>
          </p15:clr>
        </p15:guide>
        <p15:guide id="71" pos="62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CBC0C5D6-9A52-14A6-5A51-997AE63C36D5}"/>
              </a:ext>
            </a:extLst>
          </p:cNvPr>
          <p:cNvSpPr>
            <a:spLocks noGrp="1"/>
          </p:cNvSpPr>
          <p:nvPr>
            <p:ph type="title"/>
            <p:custDataLst>
              <p:tags r:id="rId44"/>
            </p:custDataLst>
          </p:nvPr>
        </p:nvSpPr>
        <p:spPr>
          <a:xfrm>
            <a:off x="262766" y="639661"/>
            <a:ext cx="11663396" cy="523220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A28CD-4AA2-40A3-A15A-D185F776D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766" y="1559407"/>
            <a:ext cx="11662717" cy="59680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 + bullets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 (max) </a:t>
            </a:r>
          </a:p>
          <a:p>
            <a:pPr lvl="4"/>
            <a:r>
              <a:rPr lang="en-US"/>
              <a:t>Sixth level</a:t>
            </a:r>
          </a:p>
          <a:p>
            <a:pPr lvl="4"/>
            <a:r>
              <a:rPr lang="en-US"/>
              <a:t>Seventh level</a:t>
            </a:r>
          </a:p>
          <a:p>
            <a:pPr lvl="4"/>
            <a:r>
              <a:rPr lang="en-US"/>
              <a:t>Eight level</a:t>
            </a:r>
          </a:p>
          <a:p>
            <a:pPr lvl="4"/>
            <a:r>
              <a:rPr lang="en-US"/>
              <a:t>Ninth level</a:t>
            </a:r>
          </a:p>
          <a:p>
            <a:pPr marL="0" indent="0">
              <a:buNone/>
            </a:pPr>
            <a:r>
              <a:rPr lang="en-US"/>
              <a:t>Click to edit Master text style</a:t>
            </a:r>
          </a:p>
          <a:p>
            <a:pPr marL="341932" lvl="1" indent="0">
              <a:buNone/>
            </a:pPr>
            <a:r>
              <a:rPr lang="en-US"/>
              <a:t>Second level</a:t>
            </a:r>
          </a:p>
          <a:p>
            <a:pPr marL="611878" lvl="2" indent="0">
              <a:buNone/>
            </a:pPr>
            <a:r>
              <a:rPr lang="en-US"/>
              <a:t>Third level</a:t>
            </a:r>
          </a:p>
          <a:p>
            <a:pPr marL="845831" lvl="3" indent="0">
              <a:buNone/>
            </a:pPr>
            <a:r>
              <a:rPr lang="en-US"/>
              <a:t>Fourth level</a:t>
            </a:r>
          </a:p>
          <a:p>
            <a:pPr marL="1061788" lvl="4" indent="0">
              <a:buNone/>
            </a:pPr>
            <a:r>
              <a:rPr lang="en-US"/>
              <a:t>Fifth level (max)</a:t>
            </a:r>
          </a:p>
          <a:p>
            <a:pPr marL="1061788" lvl="4" indent="0">
              <a:buNone/>
            </a:pPr>
            <a:r>
              <a:rPr lang="en-US"/>
              <a:t>Sixth level</a:t>
            </a:r>
          </a:p>
          <a:p>
            <a:pPr marL="1061788" lvl="4" indent="0">
              <a:buNone/>
            </a:pPr>
            <a:r>
              <a:rPr lang="en-US"/>
              <a:t>Seventh level</a:t>
            </a:r>
          </a:p>
          <a:p>
            <a:pPr marL="1061788" lvl="4" indent="0">
              <a:buNone/>
            </a:pPr>
            <a:r>
              <a:rPr lang="en-US"/>
              <a:t>Eight level</a:t>
            </a:r>
          </a:p>
          <a:p>
            <a:pPr marL="1061788" lvl="4" indent="0">
              <a:buNone/>
            </a:pPr>
            <a:r>
              <a:rPr lang="en-US"/>
              <a:t>Ninth level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63E0F2C-3AB1-73C7-D521-45FA831C82C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344400" y="0"/>
            <a:ext cx="549097" cy="1389433"/>
            <a:chOff x="24867471" y="1229882"/>
            <a:chExt cx="1807065" cy="457022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A48A52-7162-7CE4-3CC3-5B416890CC77}"/>
                </a:ext>
              </a:extLst>
            </p:cNvPr>
            <p:cNvSpPr/>
            <p:nvPr userDrawn="1"/>
          </p:nvSpPr>
          <p:spPr>
            <a:xfrm>
              <a:off x="24867471" y="1229882"/>
              <a:ext cx="455422" cy="455422"/>
            </a:xfrm>
            <a:prstGeom prst="rect">
              <a:avLst/>
            </a:prstGeom>
            <a:solidFill>
              <a:srgbClr val="8B8C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AC73DF8-B338-4009-6A19-C7A809823130}"/>
                </a:ext>
              </a:extLst>
            </p:cNvPr>
            <p:cNvSpPr/>
            <p:nvPr userDrawn="1"/>
          </p:nvSpPr>
          <p:spPr>
            <a:xfrm>
              <a:off x="24867471" y="1915682"/>
              <a:ext cx="455422" cy="45542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372DA35-BFEE-C357-1545-61E75BE812DD}"/>
                </a:ext>
              </a:extLst>
            </p:cNvPr>
            <p:cNvSpPr/>
            <p:nvPr userDrawn="1"/>
          </p:nvSpPr>
          <p:spPr>
            <a:xfrm>
              <a:off x="24867471" y="2601482"/>
              <a:ext cx="455422" cy="45542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5DE771-96C9-8336-5FA6-5C6A1AE77D05}"/>
                </a:ext>
              </a:extLst>
            </p:cNvPr>
            <p:cNvSpPr/>
            <p:nvPr userDrawn="1"/>
          </p:nvSpPr>
          <p:spPr>
            <a:xfrm>
              <a:off x="24867471" y="3287282"/>
              <a:ext cx="455422" cy="4554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97F1187-095D-673A-4FC9-F3F99D5FFFCA}"/>
                </a:ext>
              </a:extLst>
            </p:cNvPr>
            <p:cNvSpPr/>
            <p:nvPr userDrawn="1"/>
          </p:nvSpPr>
          <p:spPr>
            <a:xfrm>
              <a:off x="24867471" y="3973082"/>
              <a:ext cx="455422" cy="45542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1748CA-FC2D-68CD-F6AB-57FD117615E3}"/>
                </a:ext>
              </a:extLst>
            </p:cNvPr>
            <p:cNvSpPr/>
            <p:nvPr userDrawn="1"/>
          </p:nvSpPr>
          <p:spPr>
            <a:xfrm>
              <a:off x="24867471" y="4658882"/>
              <a:ext cx="455422" cy="4554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60E3E8-316B-B639-1F22-7D07E0CEEE81}"/>
                </a:ext>
              </a:extLst>
            </p:cNvPr>
            <p:cNvSpPr/>
            <p:nvPr userDrawn="1"/>
          </p:nvSpPr>
          <p:spPr>
            <a:xfrm>
              <a:off x="24867471" y="5344682"/>
              <a:ext cx="455422" cy="4554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D2AF4FB-71D9-EFA0-90B4-4476E6F2E157}"/>
                </a:ext>
              </a:extLst>
            </p:cNvPr>
            <p:cNvSpPr/>
            <p:nvPr userDrawn="1"/>
          </p:nvSpPr>
          <p:spPr>
            <a:xfrm>
              <a:off x="25543292" y="1229882"/>
              <a:ext cx="455422" cy="455422"/>
            </a:xfrm>
            <a:prstGeom prst="rect">
              <a:avLst/>
            </a:prstGeom>
            <a:solidFill>
              <a:srgbClr val="C2C4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5096824-FCDC-523A-02C6-CF5A08615C20}"/>
                </a:ext>
              </a:extLst>
            </p:cNvPr>
            <p:cNvSpPr/>
            <p:nvPr userDrawn="1"/>
          </p:nvSpPr>
          <p:spPr>
            <a:xfrm>
              <a:off x="25543292" y="1915682"/>
              <a:ext cx="455422" cy="455422"/>
            </a:xfrm>
            <a:prstGeom prst="rect">
              <a:avLst/>
            </a:prstGeom>
            <a:solidFill>
              <a:srgbClr val="3637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2C8862-DE44-86C5-4F2C-7AFA70C131A1}"/>
                </a:ext>
              </a:extLst>
            </p:cNvPr>
            <p:cNvSpPr/>
            <p:nvPr userDrawn="1"/>
          </p:nvSpPr>
          <p:spPr>
            <a:xfrm>
              <a:off x="25543292" y="2601482"/>
              <a:ext cx="455422" cy="455422"/>
            </a:xfrm>
            <a:prstGeom prst="rect">
              <a:avLst/>
            </a:prstGeom>
            <a:solidFill>
              <a:srgbClr val="CC7D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5F627B9-E4ED-A75E-758A-BB4B6A6766D1}"/>
                </a:ext>
              </a:extLst>
            </p:cNvPr>
            <p:cNvSpPr/>
            <p:nvPr userDrawn="1"/>
          </p:nvSpPr>
          <p:spPr>
            <a:xfrm>
              <a:off x="25543292" y="3287282"/>
              <a:ext cx="455422" cy="455422"/>
            </a:xfrm>
            <a:prstGeom prst="rect">
              <a:avLst/>
            </a:prstGeom>
            <a:solidFill>
              <a:srgbClr val="D3A3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5BDF27A-AA34-458B-B311-6C41B77ADC15}"/>
                </a:ext>
              </a:extLst>
            </p:cNvPr>
            <p:cNvSpPr/>
            <p:nvPr userDrawn="1"/>
          </p:nvSpPr>
          <p:spPr>
            <a:xfrm>
              <a:off x="25543292" y="3973082"/>
              <a:ext cx="455422" cy="455422"/>
            </a:xfrm>
            <a:prstGeom prst="rect">
              <a:avLst/>
            </a:prstGeom>
            <a:solidFill>
              <a:srgbClr val="8591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BF46883-77AC-1D1C-346C-1CC26047A930}"/>
                </a:ext>
              </a:extLst>
            </p:cNvPr>
            <p:cNvSpPr/>
            <p:nvPr userDrawn="1"/>
          </p:nvSpPr>
          <p:spPr>
            <a:xfrm>
              <a:off x="25543292" y="4658882"/>
              <a:ext cx="455422" cy="455422"/>
            </a:xfrm>
            <a:prstGeom prst="rect">
              <a:avLst/>
            </a:prstGeom>
            <a:solidFill>
              <a:srgbClr val="5E88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F613128-46C5-8267-8E17-5AD43BD44FEA}"/>
                </a:ext>
              </a:extLst>
            </p:cNvPr>
            <p:cNvSpPr/>
            <p:nvPr userDrawn="1"/>
          </p:nvSpPr>
          <p:spPr>
            <a:xfrm>
              <a:off x="25543292" y="5344682"/>
              <a:ext cx="455422" cy="455422"/>
            </a:xfrm>
            <a:prstGeom prst="rect">
              <a:avLst/>
            </a:prstGeom>
            <a:solidFill>
              <a:srgbClr val="9E76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B4DA4AA-CE22-738F-0DAF-4D11338F6CBB}"/>
                </a:ext>
              </a:extLst>
            </p:cNvPr>
            <p:cNvSpPr/>
            <p:nvPr userDrawn="1"/>
          </p:nvSpPr>
          <p:spPr>
            <a:xfrm>
              <a:off x="26219114" y="1229882"/>
              <a:ext cx="455422" cy="45542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B3D94597-F81C-DFDF-95FF-87FA70BE823F}"/>
                </a:ext>
              </a:extLst>
            </p:cNvPr>
            <p:cNvSpPr/>
            <p:nvPr userDrawn="1"/>
          </p:nvSpPr>
          <p:spPr>
            <a:xfrm>
              <a:off x="26219114" y="1915682"/>
              <a:ext cx="455422" cy="455422"/>
            </a:xfrm>
            <a:prstGeom prst="rect">
              <a:avLst/>
            </a:prstGeom>
            <a:solidFill>
              <a:srgbClr val="5354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80EC637-AC2C-28AB-5CE0-EDBE51E811B1}"/>
                </a:ext>
              </a:extLst>
            </p:cNvPr>
            <p:cNvSpPr/>
            <p:nvPr userDrawn="1"/>
          </p:nvSpPr>
          <p:spPr>
            <a:xfrm>
              <a:off x="26219114" y="2601482"/>
              <a:ext cx="455422" cy="455422"/>
            </a:xfrm>
            <a:prstGeom prst="rect">
              <a:avLst/>
            </a:prstGeom>
            <a:solidFill>
              <a:srgbClr val="FCC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444D3E0-7910-46F4-CF82-3230D960D579}"/>
                </a:ext>
              </a:extLst>
            </p:cNvPr>
            <p:cNvSpPr/>
            <p:nvPr userDrawn="1"/>
          </p:nvSpPr>
          <p:spPr>
            <a:xfrm>
              <a:off x="26219114" y="3287282"/>
              <a:ext cx="455422" cy="455422"/>
            </a:xfrm>
            <a:prstGeom prst="rect">
              <a:avLst/>
            </a:prstGeom>
            <a:solidFill>
              <a:srgbClr val="F9D2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4A1B4E9-7DF0-122D-0786-B2ECC8250A32}"/>
                </a:ext>
              </a:extLst>
            </p:cNvPr>
            <p:cNvSpPr/>
            <p:nvPr userDrawn="1"/>
          </p:nvSpPr>
          <p:spPr>
            <a:xfrm>
              <a:off x="26219114" y="3973082"/>
              <a:ext cx="455422" cy="455422"/>
            </a:xfrm>
            <a:prstGeom prst="rect">
              <a:avLst/>
            </a:prstGeom>
            <a:solidFill>
              <a:srgbClr val="B5BF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D0B3BFD-0B41-CE8A-9915-CBFDB32BD9AA}"/>
                </a:ext>
              </a:extLst>
            </p:cNvPr>
            <p:cNvSpPr/>
            <p:nvPr userDrawn="1"/>
          </p:nvSpPr>
          <p:spPr>
            <a:xfrm>
              <a:off x="26219114" y="4658882"/>
              <a:ext cx="455422" cy="455422"/>
            </a:xfrm>
            <a:prstGeom prst="rect">
              <a:avLst/>
            </a:prstGeom>
            <a:solidFill>
              <a:srgbClr val="98AA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9DFDA00B-68E6-9FD9-890D-D434EB1AC561}"/>
                </a:ext>
              </a:extLst>
            </p:cNvPr>
            <p:cNvSpPr/>
            <p:nvPr userDrawn="1"/>
          </p:nvSpPr>
          <p:spPr>
            <a:xfrm>
              <a:off x="26219114" y="5344682"/>
              <a:ext cx="455422" cy="455422"/>
            </a:xfrm>
            <a:prstGeom prst="rect">
              <a:avLst/>
            </a:prstGeom>
            <a:solidFill>
              <a:srgbClr val="B1A0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80000" rIns="180000" bIns="180000" rtlCol="0" anchor="t"/>
            <a:lstStyle/>
            <a:p>
              <a:pPr marL="179964" indent="-179964" algn="l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>
                <a:solidFill>
                  <a:schemeClr val="tx1"/>
                </a:solidFill>
              </a:endParaRPr>
            </a:p>
          </p:txBody>
        </p:sp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3853A-5294-C845-9AA4-7EFC4EC04B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1675" y="281148"/>
            <a:ext cx="457708" cy="138500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 b="1" i="0">
                <a:solidFill>
                  <a:schemeClr val="bg1"/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25" name="Footer Placeholder 4">
            <a:extLst>
              <a:ext uri="{FF2B5EF4-FFF2-40B4-BE49-F238E27FC236}">
                <a16:creationId xmlns:a16="http://schemas.microsoft.com/office/drawing/2014/main" id="{D0EAE9A5-185D-BFE8-A5F5-9AC4E1B13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4731" y="281148"/>
            <a:ext cx="1747730" cy="1385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b="0" i="0" kern="1200">
                <a:solidFill>
                  <a:schemeClr val="bg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28" name="Date Placeholder 1">
            <a:extLst>
              <a:ext uri="{FF2B5EF4-FFF2-40B4-BE49-F238E27FC236}">
                <a16:creationId xmlns:a16="http://schemas.microsoft.com/office/drawing/2014/main" id="{6053B788-EEE0-4301-733B-FD5E7DAC12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5946" y="281191"/>
            <a:ext cx="792244" cy="1384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b="0" i="0" kern="1200" smtClean="0">
                <a:solidFill>
                  <a:schemeClr val="bg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</a:lstStyle>
          <a:p>
            <a:fld id="{79018C7D-48B1-7D4E-833E-C9960236B3EA}" type="datetimeFigureOut">
              <a:rPr lang="en-GB" smtClean="0"/>
              <a:pPr/>
              <a:t>03/02/2026</a:t>
            </a:fld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2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34" r:id="rId3"/>
    <p:sldLayoutId id="2147483739" r:id="rId4"/>
    <p:sldLayoutId id="2147483742" r:id="rId5"/>
    <p:sldLayoutId id="2147483811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97" r:id="rId13"/>
    <p:sldLayoutId id="2147483751" r:id="rId14"/>
    <p:sldLayoutId id="2147483798" r:id="rId15"/>
    <p:sldLayoutId id="2147483753" r:id="rId16"/>
    <p:sldLayoutId id="2147483754" r:id="rId17"/>
    <p:sldLayoutId id="2147483755" r:id="rId18"/>
    <p:sldLayoutId id="2147483756" r:id="rId19"/>
    <p:sldLayoutId id="2147483760" r:id="rId20"/>
    <p:sldLayoutId id="2147483761" r:id="rId21"/>
    <p:sldLayoutId id="2147483762" r:id="rId22"/>
    <p:sldLayoutId id="2147483763" r:id="rId23"/>
    <p:sldLayoutId id="2147483764" r:id="rId24"/>
    <p:sldLayoutId id="2147483765" r:id="rId25"/>
    <p:sldLayoutId id="2147483766" r:id="rId26"/>
    <p:sldLayoutId id="2147483767" r:id="rId27"/>
    <p:sldLayoutId id="2147483812" r:id="rId28"/>
    <p:sldLayoutId id="2147483768" r:id="rId29"/>
    <p:sldLayoutId id="2147483769" r:id="rId30"/>
    <p:sldLayoutId id="2147483770" r:id="rId31"/>
    <p:sldLayoutId id="2147483771" r:id="rId32"/>
    <p:sldLayoutId id="2147483796" r:id="rId33"/>
    <p:sldLayoutId id="2147483806" r:id="rId34"/>
    <p:sldLayoutId id="2147483733" r:id="rId35"/>
    <p:sldLayoutId id="2147483807" r:id="rId36"/>
    <p:sldLayoutId id="2147483759" r:id="rId37"/>
    <p:sldLayoutId id="2147483794" r:id="rId38"/>
    <p:sldLayoutId id="2147483772" r:id="rId39"/>
    <p:sldLayoutId id="2147483773" r:id="rId40"/>
    <p:sldLayoutId id="2147483774" r:id="rId41"/>
    <p:sldLayoutId id="2147483775" r:id="rId42"/>
  </p:sldLayoutIdLst>
  <p:hf hdr="0" ftr="0" dt="0"/>
  <p:txStyles>
    <p:titleStyle>
      <a:lvl1pPr marL="0" indent="0" algn="l" defTabSz="914217" rtl="0" eaLnBrk="1" latinLnBrk="0" hangingPunct="1">
        <a:lnSpc>
          <a:spcPct val="80000"/>
        </a:lnSpc>
        <a:spcBef>
          <a:spcPct val="0"/>
        </a:spcBef>
        <a:buNone/>
        <a:tabLst/>
        <a:defRPr sz="3999" b="0" i="0" kern="1200" spc="-75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Snowflake Sans Book" panose="020B0505040401040103" pitchFamily="34" charset="0"/>
        <a:buChar char="□"/>
        <a:tabLst/>
        <a:defRPr lang="en-US" sz="2000" b="0" i="0" kern="1200" dirty="0">
          <a:solidFill>
            <a:schemeClr val="bg1"/>
          </a:solidFill>
          <a:latin typeface="+mn-lt"/>
          <a:ea typeface="+mn-ea"/>
          <a:cs typeface="+mn-cs"/>
        </a:defRPr>
      </a:lvl1pPr>
      <a:lvl2pPr marL="594241" indent="-274265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600" b="0" i="0" kern="1200" dirty="0">
          <a:solidFill>
            <a:schemeClr val="bg1"/>
          </a:solidFill>
          <a:latin typeface="+mn-lt"/>
          <a:ea typeface="+mn-ea"/>
          <a:cs typeface="+mn-cs"/>
        </a:defRPr>
      </a:lvl2pPr>
      <a:lvl3pPr marL="822795" indent="-228554" algn="l" defTabSz="914217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400" b="0" i="0" kern="1200" dirty="0">
          <a:solidFill>
            <a:schemeClr val="bg1"/>
          </a:solidFill>
          <a:latin typeface="+mn-lt"/>
          <a:ea typeface="+mn-ea"/>
          <a:cs typeface="+mn-cs"/>
        </a:defRPr>
      </a:lvl3pPr>
      <a:lvl4pPr marL="1051350" indent="-228554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200" b="0" i="0" kern="1200" dirty="0">
          <a:solidFill>
            <a:schemeClr val="bg1"/>
          </a:solidFill>
          <a:latin typeface="+mn-lt"/>
          <a:ea typeface="+mn-ea"/>
          <a:cs typeface="+mn-cs"/>
        </a:defRPr>
      </a:lvl4pPr>
      <a:lvl5pPr marL="1234193" indent="-182843" algn="l" defTabSz="323935" rtl="0" eaLnBrk="1" fontAlgn="auto" latinLnBrk="0" hangingPunct="1">
        <a:lnSpc>
          <a:spcPct val="110000"/>
        </a:lnSpc>
        <a:spcBef>
          <a:spcPts val="0"/>
        </a:spcBef>
        <a:spcAft>
          <a:spcPts val="1000"/>
        </a:spcAft>
        <a:buClrTx/>
        <a:buSzPct val="100000"/>
        <a:buFont typeface="Snowflake Sans Book" panose="020B0505040401040103" pitchFamily="34" charset="0"/>
        <a:buChar char="□"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5pPr>
      <a:lvl6pPr marL="1371326" marR="0" indent="-137133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Pct val="100000"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6pPr>
      <a:lvl7pPr marL="1390372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7pPr>
      <a:lvl8pPr marL="1571311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8pPr>
      <a:lvl9pPr marL="1747488" marR="0" indent="0" algn="l" defTabSz="914217" rtl="0" eaLnBrk="1" fontAlgn="auto" latinLnBrk="0" hangingPunct="1">
        <a:lnSpc>
          <a:spcPct val="60000"/>
        </a:lnSpc>
        <a:spcBef>
          <a:spcPts val="0"/>
        </a:spcBef>
        <a:spcAft>
          <a:spcPts val="1000"/>
        </a:spcAft>
        <a:buClrTx/>
        <a:buSzTx/>
        <a:buFont typeface="Segoe UI" panose="020B0502040204020203" pitchFamily="34" charset="0"/>
        <a:buNone/>
        <a:tabLst/>
        <a:defRPr lang="en-US" sz="1000" b="0" i="0" kern="1200" dirty="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3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8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6" userDrawn="1">
          <p15:clr>
            <a:srgbClr val="F26B43"/>
          </p15:clr>
        </p15:guide>
        <p15:guide id="37" pos="7680" userDrawn="1">
          <p15:clr>
            <a:srgbClr val="F26B43"/>
          </p15:clr>
        </p15:guide>
        <p15:guide id="38" pos="164" userDrawn="1">
          <p15:clr>
            <a:srgbClr val="F26B43"/>
          </p15:clr>
        </p15:guide>
        <p15:guide id="40" pos="792" userDrawn="1">
          <p15:clr>
            <a:srgbClr val="F26B43"/>
          </p15:clr>
        </p15:guide>
        <p15:guide id="41" pos="1252" userDrawn="1">
          <p15:clr>
            <a:srgbClr val="F26B43"/>
          </p15:clr>
        </p15:guide>
        <p15:guide id="42" pos="1420" userDrawn="1">
          <p15:clr>
            <a:srgbClr val="F26B43"/>
          </p15:clr>
        </p15:guide>
        <p15:guide id="43" pos="1878" userDrawn="1">
          <p15:clr>
            <a:srgbClr val="F26B43"/>
          </p15:clr>
        </p15:guide>
        <p15:guide id="44" pos="2046" userDrawn="1">
          <p15:clr>
            <a:srgbClr val="F26B43"/>
          </p15:clr>
        </p15:guide>
        <p15:guide id="45" pos="2504" userDrawn="1">
          <p15:clr>
            <a:srgbClr val="F26B43"/>
          </p15:clr>
        </p15:guide>
        <p15:guide id="46" pos="2672" userDrawn="1">
          <p15:clr>
            <a:srgbClr val="F26B43"/>
          </p15:clr>
        </p15:guide>
        <p15:guide id="47" pos="3130" userDrawn="1">
          <p15:clr>
            <a:srgbClr val="F26B43"/>
          </p15:clr>
        </p15:guide>
        <p15:guide id="48" pos="3298" userDrawn="1">
          <p15:clr>
            <a:srgbClr val="F26B43"/>
          </p15:clr>
        </p15:guide>
        <p15:guide id="49" pos="3756" userDrawn="1">
          <p15:clr>
            <a:srgbClr val="F26B43"/>
          </p15:clr>
        </p15:guide>
        <p15:guide id="50" pos="3924" userDrawn="1">
          <p15:clr>
            <a:srgbClr val="F26B43"/>
          </p15:clr>
        </p15:guide>
        <p15:guide id="51" pos="4382" userDrawn="1">
          <p15:clr>
            <a:srgbClr val="F26B43"/>
          </p15:clr>
        </p15:guide>
        <p15:guide id="52" pos="4550" userDrawn="1">
          <p15:clr>
            <a:srgbClr val="F26B43"/>
          </p15:clr>
        </p15:guide>
        <p15:guide id="53" pos="5008" userDrawn="1">
          <p15:clr>
            <a:srgbClr val="F26B43"/>
          </p15:clr>
        </p15:guide>
        <p15:guide id="54" pos="5176" userDrawn="1">
          <p15:clr>
            <a:srgbClr val="F26B43"/>
          </p15:clr>
        </p15:guide>
        <p15:guide id="55" pos="5634" userDrawn="1">
          <p15:clr>
            <a:srgbClr val="F26B43"/>
          </p15:clr>
        </p15:guide>
        <p15:guide id="56" pos="5802" userDrawn="1">
          <p15:clr>
            <a:srgbClr val="F26B43"/>
          </p15:clr>
        </p15:guide>
        <p15:guide id="57" pos="6260" userDrawn="1">
          <p15:clr>
            <a:srgbClr val="F26B43"/>
          </p15:clr>
        </p15:guide>
        <p15:guide id="58" pos="6428" userDrawn="1">
          <p15:clr>
            <a:srgbClr val="F26B43"/>
          </p15:clr>
        </p15:guide>
        <p15:guide id="59" pos="6886" userDrawn="1">
          <p15:clr>
            <a:srgbClr val="F26B43"/>
          </p15:clr>
        </p15:guide>
        <p15:guide id="60" pos="7054" userDrawn="1">
          <p15:clr>
            <a:srgbClr val="F26B43"/>
          </p15:clr>
        </p15:guide>
        <p15:guide id="61" pos="7512" userDrawn="1">
          <p15:clr>
            <a:srgbClr val="F26B43"/>
          </p15:clr>
        </p15:guide>
        <p15:guide id="62" orient="horz" userDrawn="1">
          <p15:clr>
            <a:srgbClr val="F26B43"/>
          </p15:clr>
        </p15:guide>
        <p15:guide id="63" orient="horz" pos="4320" userDrawn="1">
          <p15:clr>
            <a:srgbClr val="F26B43"/>
          </p15:clr>
        </p15:guide>
        <p15:guide id="64" orient="horz" pos="2160" userDrawn="1">
          <p15:clr>
            <a:srgbClr val="F26B43"/>
          </p15:clr>
        </p15:guide>
        <p15:guide id="65" orient="horz" pos="4152" userDrawn="1">
          <p15:clr>
            <a:srgbClr val="F26B43"/>
          </p15:clr>
        </p15:guide>
        <p15:guide id="66" pos="3840" userDrawn="1">
          <p15:clr>
            <a:srgbClr val="F26B43"/>
          </p15:clr>
        </p15:guide>
        <p15:guide id="67" orient="horz" pos="243" userDrawn="1">
          <p15:clr>
            <a:srgbClr val="F26B43"/>
          </p15:clr>
        </p15:guide>
        <p15:guide id="68" orient="horz" pos="122" userDrawn="1">
          <p15:clr>
            <a:srgbClr val="F26B43"/>
          </p15:clr>
        </p15:guide>
        <p15:guide id="69" orient="horz" pos="318" userDrawn="1">
          <p15:clr>
            <a:srgbClr val="F26B43"/>
          </p15:clr>
        </p15:guide>
        <p15:guide id="70" orient="horz" pos="925" userDrawn="1">
          <p15:clr>
            <a:srgbClr val="F26B43"/>
          </p15:clr>
        </p15:guide>
        <p15:guide id="71" pos="6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y.vml.com/_parrot-api/asset/download/1573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y.vml.com/site/brand-identit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y.vml.com/site/brand-identity/colour-librar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y.vml.com/site/brand-identity/colour-library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y.vml.com/site/brand-identity/colour-librar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y.vml.com/site/brand-identity/vml-logo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pp.box.com/s/5c182dl6u0lz1jrsd30wwn8f53hyyr0d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7.png"/><Relationship Id="rId21" Type="http://schemas.openxmlformats.org/officeDocument/2006/relationships/image" Target="../media/image32.png"/><Relationship Id="rId63" Type="http://schemas.openxmlformats.org/officeDocument/2006/relationships/image" Target="../media/image74.png"/><Relationship Id="rId159" Type="http://schemas.openxmlformats.org/officeDocument/2006/relationships/image" Target="../media/image168.svg"/><Relationship Id="rId170" Type="http://schemas.openxmlformats.org/officeDocument/2006/relationships/image" Target="../media/image179.png"/><Relationship Id="rId226" Type="http://schemas.openxmlformats.org/officeDocument/2006/relationships/image" Target="../media/image235.png"/><Relationship Id="rId268" Type="http://schemas.openxmlformats.org/officeDocument/2006/relationships/image" Target="../media/image277.png"/><Relationship Id="rId32" Type="http://schemas.openxmlformats.org/officeDocument/2006/relationships/image" Target="../media/image43.svg"/><Relationship Id="rId74" Type="http://schemas.openxmlformats.org/officeDocument/2006/relationships/image" Target="../media/image85.svg"/><Relationship Id="rId128" Type="http://schemas.openxmlformats.org/officeDocument/2006/relationships/image" Target="../media/image138.svg"/><Relationship Id="rId5" Type="http://schemas.openxmlformats.org/officeDocument/2006/relationships/image" Target="../media/image16.png"/><Relationship Id="rId181" Type="http://schemas.openxmlformats.org/officeDocument/2006/relationships/image" Target="../media/image190.svg"/><Relationship Id="rId237" Type="http://schemas.openxmlformats.org/officeDocument/2006/relationships/image" Target="../media/image246.svg"/><Relationship Id="rId279" Type="http://schemas.openxmlformats.org/officeDocument/2006/relationships/image" Target="../media/image288.svg"/><Relationship Id="rId22" Type="http://schemas.openxmlformats.org/officeDocument/2006/relationships/image" Target="../media/image33.svg"/><Relationship Id="rId43" Type="http://schemas.openxmlformats.org/officeDocument/2006/relationships/image" Target="../media/image54.png"/><Relationship Id="rId64" Type="http://schemas.openxmlformats.org/officeDocument/2006/relationships/image" Target="../media/image75.svg"/><Relationship Id="rId118" Type="http://schemas.openxmlformats.org/officeDocument/2006/relationships/image" Target="../media/image128.svg"/><Relationship Id="rId139" Type="http://schemas.openxmlformats.org/officeDocument/2006/relationships/image" Target="../media/image149.png"/><Relationship Id="rId85" Type="http://schemas.openxmlformats.org/officeDocument/2006/relationships/image" Target="../media/image96.png"/><Relationship Id="rId150" Type="http://schemas.openxmlformats.org/officeDocument/2006/relationships/image" Target="../media/image159.png"/><Relationship Id="rId171" Type="http://schemas.openxmlformats.org/officeDocument/2006/relationships/image" Target="../media/image180.svg"/><Relationship Id="rId192" Type="http://schemas.openxmlformats.org/officeDocument/2006/relationships/image" Target="../media/image201.png"/><Relationship Id="rId206" Type="http://schemas.openxmlformats.org/officeDocument/2006/relationships/image" Target="../media/image215.png"/><Relationship Id="rId227" Type="http://schemas.openxmlformats.org/officeDocument/2006/relationships/image" Target="../media/image236.svg"/><Relationship Id="rId248" Type="http://schemas.openxmlformats.org/officeDocument/2006/relationships/image" Target="../media/image257.png"/><Relationship Id="rId269" Type="http://schemas.openxmlformats.org/officeDocument/2006/relationships/image" Target="../media/image278.svg"/><Relationship Id="rId12" Type="http://schemas.openxmlformats.org/officeDocument/2006/relationships/image" Target="../media/image23.svg"/><Relationship Id="rId33" Type="http://schemas.openxmlformats.org/officeDocument/2006/relationships/image" Target="../media/image44.png"/><Relationship Id="rId108" Type="http://schemas.openxmlformats.org/officeDocument/2006/relationships/image" Target="../media/image118.svg"/><Relationship Id="rId129" Type="http://schemas.openxmlformats.org/officeDocument/2006/relationships/image" Target="../media/image139.png"/><Relationship Id="rId280" Type="http://schemas.openxmlformats.org/officeDocument/2006/relationships/image" Target="../media/image289.png"/><Relationship Id="rId54" Type="http://schemas.openxmlformats.org/officeDocument/2006/relationships/image" Target="../media/image65.svg"/><Relationship Id="rId75" Type="http://schemas.openxmlformats.org/officeDocument/2006/relationships/image" Target="../media/image86.png"/><Relationship Id="rId96" Type="http://schemas.openxmlformats.org/officeDocument/2006/relationships/image" Target="../media/image107.svg"/><Relationship Id="rId140" Type="http://schemas.openxmlformats.org/officeDocument/2006/relationships/image" Target="../media/image150.svg"/><Relationship Id="rId161" Type="http://schemas.openxmlformats.org/officeDocument/2006/relationships/image" Target="../media/image170.svg"/><Relationship Id="rId182" Type="http://schemas.openxmlformats.org/officeDocument/2006/relationships/image" Target="../media/image191.png"/><Relationship Id="rId217" Type="http://schemas.openxmlformats.org/officeDocument/2006/relationships/image" Target="../media/image226.svg"/><Relationship Id="rId6" Type="http://schemas.openxmlformats.org/officeDocument/2006/relationships/image" Target="../media/image17.svg"/><Relationship Id="rId238" Type="http://schemas.openxmlformats.org/officeDocument/2006/relationships/image" Target="../media/image247.png"/><Relationship Id="rId259" Type="http://schemas.openxmlformats.org/officeDocument/2006/relationships/image" Target="../media/image268.svg"/><Relationship Id="rId23" Type="http://schemas.openxmlformats.org/officeDocument/2006/relationships/image" Target="../media/image34.png"/><Relationship Id="rId119" Type="http://schemas.openxmlformats.org/officeDocument/2006/relationships/image" Target="../media/image129.png"/><Relationship Id="rId270" Type="http://schemas.openxmlformats.org/officeDocument/2006/relationships/image" Target="../media/image279.png"/><Relationship Id="rId44" Type="http://schemas.openxmlformats.org/officeDocument/2006/relationships/image" Target="../media/image55.svg"/><Relationship Id="rId65" Type="http://schemas.openxmlformats.org/officeDocument/2006/relationships/image" Target="../media/image76.png"/><Relationship Id="rId86" Type="http://schemas.openxmlformats.org/officeDocument/2006/relationships/image" Target="../media/image97.svg"/><Relationship Id="rId130" Type="http://schemas.openxmlformats.org/officeDocument/2006/relationships/image" Target="../media/image140.svg"/><Relationship Id="rId151" Type="http://schemas.openxmlformats.org/officeDocument/2006/relationships/image" Target="../media/image160.svg"/><Relationship Id="rId172" Type="http://schemas.openxmlformats.org/officeDocument/2006/relationships/image" Target="../media/image181.png"/><Relationship Id="rId193" Type="http://schemas.openxmlformats.org/officeDocument/2006/relationships/image" Target="../media/image202.svg"/><Relationship Id="rId207" Type="http://schemas.openxmlformats.org/officeDocument/2006/relationships/image" Target="../media/image216.svg"/><Relationship Id="rId228" Type="http://schemas.openxmlformats.org/officeDocument/2006/relationships/image" Target="../media/image237.png"/><Relationship Id="rId249" Type="http://schemas.openxmlformats.org/officeDocument/2006/relationships/image" Target="../media/image258.svg"/><Relationship Id="rId13" Type="http://schemas.openxmlformats.org/officeDocument/2006/relationships/image" Target="../media/image24.png"/><Relationship Id="rId109" Type="http://schemas.openxmlformats.org/officeDocument/2006/relationships/image" Target="../media/image119.png"/><Relationship Id="rId260" Type="http://schemas.openxmlformats.org/officeDocument/2006/relationships/image" Target="../media/image269.png"/><Relationship Id="rId281" Type="http://schemas.openxmlformats.org/officeDocument/2006/relationships/image" Target="../media/image290.svg"/><Relationship Id="rId34" Type="http://schemas.openxmlformats.org/officeDocument/2006/relationships/image" Target="../media/image45.svg"/><Relationship Id="rId55" Type="http://schemas.openxmlformats.org/officeDocument/2006/relationships/image" Target="../media/image66.png"/><Relationship Id="rId76" Type="http://schemas.openxmlformats.org/officeDocument/2006/relationships/image" Target="../media/image87.svg"/><Relationship Id="rId97" Type="http://schemas.openxmlformats.org/officeDocument/2006/relationships/image" Target="../media/image108.png"/><Relationship Id="rId120" Type="http://schemas.openxmlformats.org/officeDocument/2006/relationships/image" Target="../media/image130.svg"/><Relationship Id="rId141" Type="http://schemas.openxmlformats.org/officeDocument/2006/relationships/image" Target="../media/image151.png"/><Relationship Id="rId7" Type="http://schemas.openxmlformats.org/officeDocument/2006/relationships/image" Target="../media/image18.png"/><Relationship Id="rId162" Type="http://schemas.openxmlformats.org/officeDocument/2006/relationships/image" Target="../media/image171.png"/><Relationship Id="rId183" Type="http://schemas.openxmlformats.org/officeDocument/2006/relationships/image" Target="../media/image192.svg"/><Relationship Id="rId218" Type="http://schemas.openxmlformats.org/officeDocument/2006/relationships/image" Target="../media/image227.png"/><Relationship Id="rId239" Type="http://schemas.openxmlformats.org/officeDocument/2006/relationships/image" Target="../media/image248.svg"/><Relationship Id="rId250" Type="http://schemas.openxmlformats.org/officeDocument/2006/relationships/image" Target="../media/image259.png"/><Relationship Id="rId271" Type="http://schemas.openxmlformats.org/officeDocument/2006/relationships/image" Target="../media/image280.svg"/><Relationship Id="rId24" Type="http://schemas.openxmlformats.org/officeDocument/2006/relationships/image" Target="../media/image35.svg"/><Relationship Id="rId45" Type="http://schemas.openxmlformats.org/officeDocument/2006/relationships/image" Target="../media/image56.png"/><Relationship Id="rId66" Type="http://schemas.openxmlformats.org/officeDocument/2006/relationships/image" Target="../media/image77.svg"/><Relationship Id="rId87" Type="http://schemas.openxmlformats.org/officeDocument/2006/relationships/image" Target="../media/image98.png"/><Relationship Id="rId110" Type="http://schemas.openxmlformats.org/officeDocument/2006/relationships/image" Target="../media/image120.svg"/><Relationship Id="rId131" Type="http://schemas.openxmlformats.org/officeDocument/2006/relationships/image" Target="../media/image141.png"/><Relationship Id="rId152" Type="http://schemas.openxmlformats.org/officeDocument/2006/relationships/image" Target="../media/image161.png"/><Relationship Id="rId173" Type="http://schemas.openxmlformats.org/officeDocument/2006/relationships/image" Target="../media/image182.svg"/><Relationship Id="rId194" Type="http://schemas.openxmlformats.org/officeDocument/2006/relationships/image" Target="../media/image203.png"/><Relationship Id="rId208" Type="http://schemas.openxmlformats.org/officeDocument/2006/relationships/image" Target="../media/image217.png"/><Relationship Id="rId229" Type="http://schemas.openxmlformats.org/officeDocument/2006/relationships/image" Target="../media/image238.svg"/><Relationship Id="rId240" Type="http://schemas.openxmlformats.org/officeDocument/2006/relationships/image" Target="../media/image249.png"/><Relationship Id="rId261" Type="http://schemas.openxmlformats.org/officeDocument/2006/relationships/image" Target="../media/image270.svg"/><Relationship Id="rId14" Type="http://schemas.openxmlformats.org/officeDocument/2006/relationships/image" Target="../media/image25.svg"/><Relationship Id="rId35" Type="http://schemas.openxmlformats.org/officeDocument/2006/relationships/image" Target="../media/image46.png"/><Relationship Id="rId56" Type="http://schemas.openxmlformats.org/officeDocument/2006/relationships/image" Target="../media/image67.svg"/><Relationship Id="rId77" Type="http://schemas.openxmlformats.org/officeDocument/2006/relationships/image" Target="../media/image88.png"/><Relationship Id="rId100" Type="http://schemas.openxmlformats.org/officeDocument/2006/relationships/image" Target="../media/image111.svg"/><Relationship Id="rId282" Type="http://schemas.openxmlformats.org/officeDocument/2006/relationships/image" Target="../media/image291.png"/><Relationship Id="rId8" Type="http://schemas.openxmlformats.org/officeDocument/2006/relationships/image" Target="../media/image19.svg"/><Relationship Id="rId98" Type="http://schemas.openxmlformats.org/officeDocument/2006/relationships/image" Target="../media/image109.svg"/><Relationship Id="rId121" Type="http://schemas.openxmlformats.org/officeDocument/2006/relationships/image" Target="../media/image131.png"/><Relationship Id="rId142" Type="http://schemas.openxmlformats.org/officeDocument/2006/relationships/image" Target="../media/image152.svg"/><Relationship Id="rId163" Type="http://schemas.openxmlformats.org/officeDocument/2006/relationships/image" Target="../media/image172.svg"/><Relationship Id="rId184" Type="http://schemas.openxmlformats.org/officeDocument/2006/relationships/image" Target="../media/image193.png"/><Relationship Id="rId219" Type="http://schemas.openxmlformats.org/officeDocument/2006/relationships/image" Target="../media/image228.svg"/><Relationship Id="rId230" Type="http://schemas.openxmlformats.org/officeDocument/2006/relationships/image" Target="../media/image239.png"/><Relationship Id="rId251" Type="http://schemas.openxmlformats.org/officeDocument/2006/relationships/image" Target="../media/image260.svg"/><Relationship Id="rId25" Type="http://schemas.openxmlformats.org/officeDocument/2006/relationships/image" Target="../media/image36.png"/><Relationship Id="rId46" Type="http://schemas.openxmlformats.org/officeDocument/2006/relationships/image" Target="../media/image57.svg"/><Relationship Id="rId67" Type="http://schemas.openxmlformats.org/officeDocument/2006/relationships/image" Target="../media/image78.png"/><Relationship Id="rId272" Type="http://schemas.openxmlformats.org/officeDocument/2006/relationships/image" Target="../media/image281.png"/><Relationship Id="rId88" Type="http://schemas.openxmlformats.org/officeDocument/2006/relationships/image" Target="../media/image99.svg"/><Relationship Id="rId111" Type="http://schemas.openxmlformats.org/officeDocument/2006/relationships/image" Target="../media/image121.png"/><Relationship Id="rId132" Type="http://schemas.openxmlformats.org/officeDocument/2006/relationships/image" Target="../media/image142.svg"/><Relationship Id="rId153" Type="http://schemas.openxmlformats.org/officeDocument/2006/relationships/image" Target="../media/image162.svg"/><Relationship Id="rId174" Type="http://schemas.openxmlformats.org/officeDocument/2006/relationships/image" Target="../media/image183.png"/><Relationship Id="rId195" Type="http://schemas.openxmlformats.org/officeDocument/2006/relationships/image" Target="../media/image204.svg"/><Relationship Id="rId209" Type="http://schemas.openxmlformats.org/officeDocument/2006/relationships/image" Target="../media/image218.svg"/><Relationship Id="rId220" Type="http://schemas.openxmlformats.org/officeDocument/2006/relationships/image" Target="../media/image229.png"/><Relationship Id="rId241" Type="http://schemas.openxmlformats.org/officeDocument/2006/relationships/image" Target="../media/image250.svg"/><Relationship Id="rId15" Type="http://schemas.openxmlformats.org/officeDocument/2006/relationships/image" Target="../media/image26.png"/><Relationship Id="rId36" Type="http://schemas.openxmlformats.org/officeDocument/2006/relationships/image" Target="../media/image47.svg"/><Relationship Id="rId57" Type="http://schemas.openxmlformats.org/officeDocument/2006/relationships/image" Target="../media/image68.png"/><Relationship Id="rId262" Type="http://schemas.openxmlformats.org/officeDocument/2006/relationships/image" Target="../media/image271.png"/><Relationship Id="rId283" Type="http://schemas.openxmlformats.org/officeDocument/2006/relationships/image" Target="../media/image292.svg"/><Relationship Id="rId78" Type="http://schemas.openxmlformats.org/officeDocument/2006/relationships/image" Target="../media/image89.svg"/><Relationship Id="rId99" Type="http://schemas.openxmlformats.org/officeDocument/2006/relationships/image" Target="../media/image110.png"/><Relationship Id="rId101" Type="http://schemas.openxmlformats.org/officeDocument/2006/relationships/image" Target="../media/image112.png"/><Relationship Id="rId122" Type="http://schemas.openxmlformats.org/officeDocument/2006/relationships/image" Target="../media/image132.svg"/><Relationship Id="rId143" Type="http://schemas.openxmlformats.org/officeDocument/2006/relationships/hyperlink" Target="https://my.vml.com/site/brand-identity/hand-drawn-toolkit" TargetMode="External"/><Relationship Id="rId164" Type="http://schemas.openxmlformats.org/officeDocument/2006/relationships/image" Target="../media/image173.png"/><Relationship Id="rId185" Type="http://schemas.openxmlformats.org/officeDocument/2006/relationships/image" Target="../media/image194.svg"/><Relationship Id="rId9" Type="http://schemas.openxmlformats.org/officeDocument/2006/relationships/image" Target="../media/image20.png"/><Relationship Id="rId210" Type="http://schemas.openxmlformats.org/officeDocument/2006/relationships/image" Target="../media/image219.png"/><Relationship Id="rId26" Type="http://schemas.openxmlformats.org/officeDocument/2006/relationships/image" Target="../media/image37.svg"/><Relationship Id="rId231" Type="http://schemas.openxmlformats.org/officeDocument/2006/relationships/image" Target="../media/image240.svg"/><Relationship Id="rId252" Type="http://schemas.openxmlformats.org/officeDocument/2006/relationships/image" Target="../media/image261.png"/><Relationship Id="rId273" Type="http://schemas.openxmlformats.org/officeDocument/2006/relationships/image" Target="../media/image282.svg"/><Relationship Id="rId47" Type="http://schemas.openxmlformats.org/officeDocument/2006/relationships/image" Target="../media/image58.png"/><Relationship Id="rId68" Type="http://schemas.openxmlformats.org/officeDocument/2006/relationships/image" Target="../media/image79.svg"/><Relationship Id="rId89" Type="http://schemas.openxmlformats.org/officeDocument/2006/relationships/image" Target="../media/image100.png"/><Relationship Id="rId112" Type="http://schemas.openxmlformats.org/officeDocument/2006/relationships/image" Target="../media/image122.svg"/><Relationship Id="rId133" Type="http://schemas.openxmlformats.org/officeDocument/2006/relationships/image" Target="../media/image143.png"/><Relationship Id="rId154" Type="http://schemas.openxmlformats.org/officeDocument/2006/relationships/image" Target="../media/image163.png"/><Relationship Id="rId175" Type="http://schemas.openxmlformats.org/officeDocument/2006/relationships/image" Target="../media/image184.svg"/><Relationship Id="rId196" Type="http://schemas.openxmlformats.org/officeDocument/2006/relationships/image" Target="../media/image205.png"/><Relationship Id="rId200" Type="http://schemas.openxmlformats.org/officeDocument/2006/relationships/image" Target="../media/image209.png"/><Relationship Id="rId16" Type="http://schemas.openxmlformats.org/officeDocument/2006/relationships/image" Target="../media/image27.svg"/><Relationship Id="rId221" Type="http://schemas.openxmlformats.org/officeDocument/2006/relationships/image" Target="../media/image230.svg"/><Relationship Id="rId242" Type="http://schemas.openxmlformats.org/officeDocument/2006/relationships/image" Target="../media/image251.png"/><Relationship Id="rId263" Type="http://schemas.openxmlformats.org/officeDocument/2006/relationships/image" Target="../media/image272.svg"/><Relationship Id="rId37" Type="http://schemas.openxmlformats.org/officeDocument/2006/relationships/image" Target="../media/image48.png"/><Relationship Id="rId58" Type="http://schemas.openxmlformats.org/officeDocument/2006/relationships/image" Target="../media/image69.svg"/><Relationship Id="rId79" Type="http://schemas.openxmlformats.org/officeDocument/2006/relationships/image" Target="../media/image90.png"/><Relationship Id="rId102" Type="http://schemas.openxmlformats.org/officeDocument/2006/relationships/image" Target="../media/image113.svg"/><Relationship Id="rId123" Type="http://schemas.openxmlformats.org/officeDocument/2006/relationships/image" Target="../media/image133.png"/><Relationship Id="rId144" Type="http://schemas.openxmlformats.org/officeDocument/2006/relationships/image" Target="../media/image153.png"/><Relationship Id="rId90" Type="http://schemas.openxmlformats.org/officeDocument/2006/relationships/image" Target="../media/image101.svg"/><Relationship Id="rId165" Type="http://schemas.openxmlformats.org/officeDocument/2006/relationships/image" Target="../media/image174.svg"/><Relationship Id="rId186" Type="http://schemas.openxmlformats.org/officeDocument/2006/relationships/image" Target="../media/image195.png"/><Relationship Id="rId211" Type="http://schemas.openxmlformats.org/officeDocument/2006/relationships/image" Target="../media/image220.svg"/><Relationship Id="rId232" Type="http://schemas.openxmlformats.org/officeDocument/2006/relationships/image" Target="../media/image241.png"/><Relationship Id="rId253" Type="http://schemas.openxmlformats.org/officeDocument/2006/relationships/image" Target="../media/image262.svg"/><Relationship Id="rId274" Type="http://schemas.openxmlformats.org/officeDocument/2006/relationships/image" Target="../media/image283.png"/><Relationship Id="rId27" Type="http://schemas.openxmlformats.org/officeDocument/2006/relationships/image" Target="../media/image38.png"/><Relationship Id="rId48" Type="http://schemas.openxmlformats.org/officeDocument/2006/relationships/image" Target="../media/image59.svg"/><Relationship Id="rId69" Type="http://schemas.openxmlformats.org/officeDocument/2006/relationships/image" Target="../media/image80.png"/><Relationship Id="rId113" Type="http://schemas.openxmlformats.org/officeDocument/2006/relationships/image" Target="../media/image123.png"/><Relationship Id="rId134" Type="http://schemas.openxmlformats.org/officeDocument/2006/relationships/image" Target="../media/image144.svg"/><Relationship Id="rId80" Type="http://schemas.openxmlformats.org/officeDocument/2006/relationships/image" Target="../media/image91.svg"/><Relationship Id="rId155" Type="http://schemas.openxmlformats.org/officeDocument/2006/relationships/image" Target="../media/image164.svg"/><Relationship Id="rId176" Type="http://schemas.openxmlformats.org/officeDocument/2006/relationships/image" Target="../media/image185.png"/><Relationship Id="rId197" Type="http://schemas.openxmlformats.org/officeDocument/2006/relationships/image" Target="../media/image206.svg"/><Relationship Id="rId201" Type="http://schemas.openxmlformats.org/officeDocument/2006/relationships/image" Target="../media/image210.svg"/><Relationship Id="rId222" Type="http://schemas.openxmlformats.org/officeDocument/2006/relationships/image" Target="../media/image231.png"/><Relationship Id="rId243" Type="http://schemas.openxmlformats.org/officeDocument/2006/relationships/image" Target="../media/image252.svg"/><Relationship Id="rId264" Type="http://schemas.openxmlformats.org/officeDocument/2006/relationships/image" Target="../media/image273.png"/><Relationship Id="rId17" Type="http://schemas.openxmlformats.org/officeDocument/2006/relationships/image" Target="../media/image28.png"/><Relationship Id="rId38" Type="http://schemas.openxmlformats.org/officeDocument/2006/relationships/image" Target="../media/image49.svg"/><Relationship Id="rId59" Type="http://schemas.openxmlformats.org/officeDocument/2006/relationships/image" Target="../media/image70.png"/><Relationship Id="rId103" Type="http://schemas.openxmlformats.org/officeDocument/2006/relationships/image" Target="../media/image114.png"/><Relationship Id="rId124" Type="http://schemas.openxmlformats.org/officeDocument/2006/relationships/image" Target="../media/image134.svg"/><Relationship Id="rId70" Type="http://schemas.openxmlformats.org/officeDocument/2006/relationships/image" Target="../media/image81.svg"/><Relationship Id="rId91" Type="http://schemas.openxmlformats.org/officeDocument/2006/relationships/image" Target="../media/image102.png"/><Relationship Id="rId145" Type="http://schemas.openxmlformats.org/officeDocument/2006/relationships/image" Target="../media/image154.svg"/><Relationship Id="rId166" Type="http://schemas.openxmlformats.org/officeDocument/2006/relationships/image" Target="../media/image175.png"/><Relationship Id="rId187" Type="http://schemas.openxmlformats.org/officeDocument/2006/relationships/image" Target="../media/image196.svg"/><Relationship Id="rId1" Type="http://schemas.openxmlformats.org/officeDocument/2006/relationships/slideLayout" Target="../slideLayouts/slideLayout10.xml"/><Relationship Id="rId212" Type="http://schemas.openxmlformats.org/officeDocument/2006/relationships/image" Target="../media/image221.png"/><Relationship Id="rId233" Type="http://schemas.openxmlformats.org/officeDocument/2006/relationships/image" Target="../media/image242.svg"/><Relationship Id="rId254" Type="http://schemas.openxmlformats.org/officeDocument/2006/relationships/image" Target="../media/image263.png"/><Relationship Id="rId28" Type="http://schemas.openxmlformats.org/officeDocument/2006/relationships/image" Target="../media/image39.svg"/><Relationship Id="rId49" Type="http://schemas.openxmlformats.org/officeDocument/2006/relationships/image" Target="../media/image60.png"/><Relationship Id="rId114" Type="http://schemas.openxmlformats.org/officeDocument/2006/relationships/image" Target="../media/image124.svg"/><Relationship Id="rId275" Type="http://schemas.openxmlformats.org/officeDocument/2006/relationships/image" Target="../media/image284.svg"/><Relationship Id="rId60" Type="http://schemas.openxmlformats.org/officeDocument/2006/relationships/image" Target="../media/image71.svg"/><Relationship Id="rId81" Type="http://schemas.openxmlformats.org/officeDocument/2006/relationships/image" Target="../media/image92.png"/><Relationship Id="rId135" Type="http://schemas.openxmlformats.org/officeDocument/2006/relationships/image" Target="../media/image145.png"/><Relationship Id="rId156" Type="http://schemas.openxmlformats.org/officeDocument/2006/relationships/image" Target="../media/image165.png"/><Relationship Id="rId177" Type="http://schemas.openxmlformats.org/officeDocument/2006/relationships/image" Target="../media/image186.svg"/><Relationship Id="rId198" Type="http://schemas.openxmlformats.org/officeDocument/2006/relationships/image" Target="../media/image207.png"/><Relationship Id="rId202" Type="http://schemas.openxmlformats.org/officeDocument/2006/relationships/image" Target="../media/image211.png"/><Relationship Id="rId223" Type="http://schemas.openxmlformats.org/officeDocument/2006/relationships/image" Target="../media/image232.svg"/><Relationship Id="rId244" Type="http://schemas.openxmlformats.org/officeDocument/2006/relationships/image" Target="../media/image253.png"/><Relationship Id="rId18" Type="http://schemas.openxmlformats.org/officeDocument/2006/relationships/image" Target="../media/image29.svg"/><Relationship Id="rId39" Type="http://schemas.openxmlformats.org/officeDocument/2006/relationships/image" Target="../media/image50.png"/><Relationship Id="rId265" Type="http://schemas.openxmlformats.org/officeDocument/2006/relationships/image" Target="../media/image274.svg"/><Relationship Id="rId50" Type="http://schemas.openxmlformats.org/officeDocument/2006/relationships/image" Target="../media/image61.svg"/><Relationship Id="rId104" Type="http://schemas.openxmlformats.org/officeDocument/2006/relationships/image" Target="../media/image115.svg"/><Relationship Id="rId125" Type="http://schemas.openxmlformats.org/officeDocument/2006/relationships/image" Target="../media/image135.png"/><Relationship Id="rId146" Type="http://schemas.openxmlformats.org/officeDocument/2006/relationships/image" Target="../media/image155.png"/><Relationship Id="rId167" Type="http://schemas.openxmlformats.org/officeDocument/2006/relationships/image" Target="../media/image176.svg"/><Relationship Id="rId188" Type="http://schemas.openxmlformats.org/officeDocument/2006/relationships/image" Target="../media/image197.png"/><Relationship Id="rId71" Type="http://schemas.openxmlformats.org/officeDocument/2006/relationships/image" Target="../media/image82.png"/><Relationship Id="rId92" Type="http://schemas.openxmlformats.org/officeDocument/2006/relationships/image" Target="../media/image103.svg"/><Relationship Id="rId213" Type="http://schemas.openxmlformats.org/officeDocument/2006/relationships/image" Target="../media/image222.svg"/><Relationship Id="rId234" Type="http://schemas.openxmlformats.org/officeDocument/2006/relationships/image" Target="../media/image243.png"/><Relationship Id="rId2" Type="http://schemas.openxmlformats.org/officeDocument/2006/relationships/notesSlide" Target="../notesSlides/notesSlide11.xml"/><Relationship Id="rId29" Type="http://schemas.openxmlformats.org/officeDocument/2006/relationships/image" Target="../media/image40.png"/><Relationship Id="rId255" Type="http://schemas.openxmlformats.org/officeDocument/2006/relationships/image" Target="../media/image264.svg"/><Relationship Id="rId276" Type="http://schemas.openxmlformats.org/officeDocument/2006/relationships/image" Target="../media/image285.png"/><Relationship Id="rId40" Type="http://schemas.openxmlformats.org/officeDocument/2006/relationships/image" Target="../media/image51.svg"/><Relationship Id="rId115" Type="http://schemas.openxmlformats.org/officeDocument/2006/relationships/image" Target="../media/image125.png"/><Relationship Id="rId136" Type="http://schemas.openxmlformats.org/officeDocument/2006/relationships/image" Target="../media/image146.svg"/><Relationship Id="rId157" Type="http://schemas.openxmlformats.org/officeDocument/2006/relationships/image" Target="../media/image166.svg"/><Relationship Id="rId178" Type="http://schemas.openxmlformats.org/officeDocument/2006/relationships/image" Target="../media/image187.png"/><Relationship Id="rId61" Type="http://schemas.openxmlformats.org/officeDocument/2006/relationships/image" Target="../media/image72.png"/><Relationship Id="rId82" Type="http://schemas.openxmlformats.org/officeDocument/2006/relationships/image" Target="../media/image93.svg"/><Relationship Id="rId199" Type="http://schemas.openxmlformats.org/officeDocument/2006/relationships/image" Target="../media/image208.svg"/><Relationship Id="rId203" Type="http://schemas.openxmlformats.org/officeDocument/2006/relationships/image" Target="../media/image212.svg"/><Relationship Id="rId19" Type="http://schemas.openxmlformats.org/officeDocument/2006/relationships/image" Target="../media/image30.png"/><Relationship Id="rId224" Type="http://schemas.openxmlformats.org/officeDocument/2006/relationships/image" Target="../media/image233.png"/><Relationship Id="rId245" Type="http://schemas.openxmlformats.org/officeDocument/2006/relationships/image" Target="../media/image254.svg"/><Relationship Id="rId266" Type="http://schemas.openxmlformats.org/officeDocument/2006/relationships/image" Target="../media/image275.png"/><Relationship Id="rId30" Type="http://schemas.openxmlformats.org/officeDocument/2006/relationships/image" Target="../media/image41.svg"/><Relationship Id="rId105" Type="http://schemas.openxmlformats.org/officeDocument/2006/relationships/image" Target="../media/image8.png"/><Relationship Id="rId126" Type="http://schemas.openxmlformats.org/officeDocument/2006/relationships/image" Target="../media/image136.svg"/><Relationship Id="rId147" Type="http://schemas.openxmlformats.org/officeDocument/2006/relationships/image" Target="../media/image156.svg"/><Relationship Id="rId168" Type="http://schemas.openxmlformats.org/officeDocument/2006/relationships/image" Target="../media/image177.png"/><Relationship Id="rId51" Type="http://schemas.openxmlformats.org/officeDocument/2006/relationships/image" Target="../media/image62.png"/><Relationship Id="rId72" Type="http://schemas.openxmlformats.org/officeDocument/2006/relationships/image" Target="../media/image83.svg"/><Relationship Id="rId93" Type="http://schemas.openxmlformats.org/officeDocument/2006/relationships/image" Target="../media/image104.png"/><Relationship Id="rId189" Type="http://schemas.openxmlformats.org/officeDocument/2006/relationships/image" Target="../media/image198.svg"/><Relationship Id="rId3" Type="http://schemas.openxmlformats.org/officeDocument/2006/relationships/image" Target="../media/image14.png"/><Relationship Id="rId214" Type="http://schemas.openxmlformats.org/officeDocument/2006/relationships/image" Target="../media/image223.png"/><Relationship Id="rId235" Type="http://schemas.openxmlformats.org/officeDocument/2006/relationships/image" Target="../media/image244.svg"/><Relationship Id="rId256" Type="http://schemas.openxmlformats.org/officeDocument/2006/relationships/image" Target="../media/image265.png"/><Relationship Id="rId277" Type="http://schemas.openxmlformats.org/officeDocument/2006/relationships/image" Target="../media/image286.svg"/><Relationship Id="rId116" Type="http://schemas.openxmlformats.org/officeDocument/2006/relationships/image" Target="../media/image126.svg"/><Relationship Id="rId137" Type="http://schemas.openxmlformats.org/officeDocument/2006/relationships/image" Target="../media/image147.png"/><Relationship Id="rId158" Type="http://schemas.openxmlformats.org/officeDocument/2006/relationships/image" Target="../media/image167.png"/><Relationship Id="rId20" Type="http://schemas.openxmlformats.org/officeDocument/2006/relationships/image" Target="../media/image31.svg"/><Relationship Id="rId41" Type="http://schemas.openxmlformats.org/officeDocument/2006/relationships/image" Target="../media/image52.png"/><Relationship Id="rId62" Type="http://schemas.openxmlformats.org/officeDocument/2006/relationships/image" Target="../media/image73.svg"/><Relationship Id="rId83" Type="http://schemas.openxmlformats.org/officeDocument/2006/relationships/image" Target="../media/image94.png"/><Relationship Id="rId179" Type="http://schemas.openxmlformats.org/officeDocument/2006/relationships/image" Target="../media/image188.svg"/><Relationship Id="rId190" Type="http://schemas.openxmlformats.org/officeDocument/2006/relationships/image" Target="../media/image199.png"/><Relationship Id="rId204" Type="http://schemas.openxmlformats.org/officeDocument/2006/relationships/image" Target="../media/image213.png"/><Relationship Id="rId225" Type="http://schemas.openxmlformats.org/officeDocument/2006/relationships/image" Target="../media/image234.svg"/><Relationship Id="rId246" Type="http://schemas.openxmlformats.org/officeDocument/2006/relationships/image" Target="../media/image255.png"/><Relationship Id="rId267" Type="http://schemas.openxmlformats.org/officeDocument/2006/relationships/image" Target="../media/image276.svg"/><Relationship Id="rId106" Type="http://schemas.openxmlformats.org/officeDocument/2006/relationships/image" Target="../media/image116.svg"/><Relationship Id="rId127" Type="http://schemas.openxmlformats.org/officeDocument/2006/relationships/image" Target="../media/image137.png"/><Relationship Id="rId10" Type="http://schemas.openxmlformats.org/officeDocument/2006/relationships/image" Target="../media/image21.svg"/><Relationship Id="rId31" Type="http://schemas.openxmlformats.org/officeDocument/2006/relationships/image" Target="../media/image42.png"/><Relationship Id="rId52" Type="http://schemas.openxmlformats.org/officeDocument/2006/relationships/image" Target="../media/image63.svg"/><Relationship Id="rId73" Type="http://schemas.openxmlformats.org/officeDocument/2006/relationships/image" Target="../media/image84.png"/><Relationship Id="rId94" Type="http://schemas.openxmlformats.org/officeDocument/2006/relationships/image" Target="../media/image105.svg"/><Relationship Id="rId148" Type="http://schemas.openxmlformats.org/officeDocument/2006/relationships/image" Target="../media/image157.png"/><Relationship Id="rId169" Type="http://schemas.openxmlformats.org/officeDocument/2006/relationships/image" Target="../media/image178.svg"/><Relationship Id="rId4" Type="http://schemas.openxmlformats.org/officeDocument/2006/relationships/image" Target="../media/image15.svg"/><Relationship Id="rId180" Type="http://schemas.openxmlformats.org/officeDocument/2006/relationships/image" Target="../media/image189.png"/><Relationship Id="rId215" Type="http://schemas.openxmlformats.org/officeDocument/2006/relationships/image" Target="../media/image224.svg"/><Relationship Id="rId236" Type="http://schemas.openxmlformats.org/officeDocument/2006/relationships/image" Target="../media/image245.png"/><Relationship Id="rId257" Type="http://schemas.openxmlformats.org/officeDocument/2006/relationships/image" Target="../media/image266.svg"/><Relationship Id="rId278" Type="http://schemas.openxmlformats.org/officeDocument/2006/relationships/image" Target="../media/image287.png"/><Relationship Id="rId42" Type="http://schemas.openxmlformats.org/officeDocument/2006/relationships/image" Target="../media/image53.svg"/><Relationship Id="rId84" Type="http://schemas.openxmlformats.org/officeDocument/2006/relationships/image" Target="../media/image95.svg"/><Relationship Id="rId138" Type="http://schemas.openxmlformats.org/officeDocument/2006/relationships/image" Target="../media/image148.svg"/><Relationship Id="rId191" Type="http://schemas.openxmlformats.org/officeDocument/2006/relationships/image" Target="../media/image200.svg"/><Relationship Id="rId205" Type="http://schemas.openxmlformats.org/officeDocument/2006/relationships/image" Target="../media/image214.svg"/><Relationship Id="rId247" Type="http://schemas.openxmlformats.org/officeDocument/2006/relationships/image" Target="../media/image256.svg"/><Relationship Id="rId107" Type="http://schemas.openxmlformats.org/officeDocument/2006/relationships/image" Target="../media/image117.png"/><Relationship Id="rId11" Type="http://schemas.openxmlformats.org/officeDocument/2006/relationships/image" Target="../media/image22.png"/><Relationship Id="rId53" Type="http://schemas.openxmlformats.org/officeDocument/2006/relationships/image" Target="../media/image64.png"/><Relationship Id="rId149" Type="http://schemas.openxmlformats.org/officeDocument/2006/relationships/image" Target="../media/image158.svg"/><Relationship Id="rId95" Type="http://schemas.openxmlformats.org/officeDocument/2006/relationships/image" Target="../media/image106.png"/><Relationship Id="rId160" Type="http://schemas.openxmlformats.org/officeDocument/2006/relationships/image" Target="../media/image169.png"/><Relationship Id="rId216" Type="http://schemas.openxmlformats.org/officeDocument/2006/relationships/image" Target="../media/image225.png"/><Relationship Id="rId258" Type="http://schemas.openxmlformats.org/officeDocument/2006/relationships/image" Target="../media/image267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07.png"/><Relationship Id="rId21" Type="http://schemas.openxmlformats.org/officeDocument/2006/relationships/image" Target="../media/image311.png"/><Relationship Id="rId42" Type="http://schemas.openxmlformats.org/officeDocument/2006/relationships/image" Target="../media/image332.svg"/><Relationship Id="rId63" Type="http://schemas.openxmlformats.org/officeDocument/2006/relationships/image" Target="../media/image353.png"/><Relationship Id="rId84" Type="http://schemas.openxmlformats.org/officeDocument/2006/relationships/image" Target="../media/image374.svg"/><Relationship Id="rId138" Type="http://schemas.openxmlformats.org/officeDocument/2006/relationships/image" Target="../media/image428.svg"/><Relationship Id="rId107" Type="http://schemas.openxmlformats.org/officeDocument/2006/relationships/image" Target="../media/image397.png"/><Relationship Id="rId11" Type="http://schemas.openxmlformats.org/officeDocument/2006/relationships/image" Target="../media/image301.png"/><Relationship Id="rId32" Type="http://schemas.openxmlformats.org/officeDocument/2006/relationships/image" Target="../media/image322.svg"/><Relationship Id="rId53" Type="http://schemas.openxmlformats.org/officeDocument/2006/relationships/image" Target="../media/image343.png"/><Relationship Id="rId74" Type="http://schemas.openxmlformats.org/officeDocument/2006/relationships/image" Target="../media/image364.svg"/><Relationship Id="rId128" Type="http://schemas.openxmlformats.org/officeDocument/2006/relationships/image" Target="../media/image418.svg"/><Relationship Id="rId149" Type="http://schemas.openxmlformats.org/officeDocument/2006/relationships/image" Target="../media/image439.png"/><Relationship Id="rId5" Type="http://schemas.openxmlformats.org/officeDocument/2006/relationships/image" Target="../media/image295.png"/><Relationship Id="rId95" Type="http://schemas.openxmlformats.org/officeDocument/2006/relationships/image" Target="../media/image385.png"/><Relationship Id="rId22" Type="http://schemas.openxmlformats.org/officeDocument/2006/relationships/image" Target="../media/image312.svg"/><Relationship Id="rId43" Type="http://schemas.openxmlformats.org/officeDocument/2006/relationships/image" Target="../media/image333.png"/><Relationship Id="rId64" Type="http://schemas.openxmlformats.org/officeDocument/2006/relationships/image" Target="../media/image354.svg"/><Relationship Id="rId118" Type="http://schemas.openxmlformats.org/officeDocument/2006/relationships/image" Target="../media/image408.svg"/><Relationship Id="rId139" Type="http://schemas.openxmlformats.org/officeDocument/2006/relationships/image" Target="../media/image429.png"/><Relationship Id="rId80" Type="http://schemas.openxmlformats.org/officeDocument/2006/relationships/image" Target="../media/image370.svg"/><Relationship Id="rId85" Type="http://schemas.openxmlformats.org/officeDocument/2006/relationships/image" Target="../media/image375.png"/><Relationship Id="rId150" Type="http://schemas.openxmlformats.org/officeDocument/2006/relationships/image" Target="../media/image440.svg"/><Relationship Id="rId155" Type="http://schemas.openxmlformats.org/officeDocument/2006/relationships/image" Target="../media/image445.png"/><Relationship Id="rId12" Type="http://schemas.openxmlformats.org/officeDocument/2006/relationships/image" Target="../media/image302.svg"/><Relationship Id="rId17" Type="http://schemas.openxmlformats.org/officeDocument/2006/relationships/image" Target="../media/image307.png"/><Relationship Id="rId33" Type="http://schemas.openxmlformats.org/officeDocument/2006/relationships/image" Target="../media/image323.png"/><Relationship Id="rId38" Type="http://schemas.openxmlformats.org/officeDocument/2006/relationships/image" Target="../media/image328.svg"/><Relationship Id="rId59" Type="http://schemas.openxmlformats.org/officeDocument/2006/relationships/image" Target="../media/image349.png"/><Relationship Id="rId103" Type="http://schemas.openxmlformats.org/officeDocument/2006/relationships/image" Target="../media/image393.png"/><Relationship Id="rId108" Type="http://schemas.openxmlformats.org/officeDocument/2006/relationships/image" Target="../media/image398.svg"/><Relationship Id="rId124" Type="http://schemas.openxmlformats.org/officeDocument/2006/relationships/image" Target="../media/image414.svg"/><Relationship Id="rId129" Type="http://schemas.openxmlformats.org/officeDocument/2006/relationships/image" Target="../media/image419.png"/><Relationship Id="rId54" Type="http://schemas.openxmlformats.org/officeDocument/2006/relationships/image" Target="../media/image344.svg"/><Relationship Id="rId70" Type="http://schemas.openxmlformats.org/officeDocument/2006/relationships/image" Target="../media/image360.svg"/><Relationship Id="rId75" Type="http://schemas.openxmlformats.org/officeDocument/2006/relationships/image" Target="../media/image365.png"/><Relationship Id="rId91" Type="http://schemas.openxmlformats.org/officeDocument/2006/relationships/image" Target="../media/image381.png"/><Relationship Id="rId96" Type="http://schemas.openxmlformats.org/officeDocument/2006/relationships/image" Target="../media/image386.svg"/><Relationship Id="rId140" Type="http://schemas.openxmlformats.org/officeDocument/2006/relationships/image" Target="../media/image430.svg"/><Relationship Id="rId145" Type="http://schemas.openxmlformats.org/officeDocument/2006/relationships/image" Target="../media/image435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96.svg"/><Relationship Id="rId23" Type="http://schemas.openxmlformats.org/officeDocument/2006/relationships/image" Target="../media/image313.png"/><Relationship Id="rId28" Type="http://schemas.openxmlformats.org/officeDocument/2006/relationships/image" Target="../media/image318.svg"/><Relationship Id="rId49" Type="http://schemas.openxmlformats.org/officeDocument/2006/relationships/image" Target="../media/image339.png"/><Relationship Id="rId114" Type="http://schemas.openxmlformats.org/officeDocument/2006/relationships/image" Target="../media/image404.svg"/><Relationship Id="rId119" Type="http://schemas.openxmlformats.org/officeDocument/2006/relationships/image" Target="../media/image409.png"/><Relationship Id="rId44" Type="http://schemas.openxmlformats.org/officeDocument/2006/relationships/image" Target="../media/image334.svg"/><Relationship Id="rId60" Type="http://schemas.openxmlformats.org/officeDocument/2006/relationships/image" Target="../media/image350.svg"/><Relationship Id="rId65" Type="http://schemas.openxmlformats.org/officeDocument/2006/relationships/image" Target="../media/image355.png"/><Relationship Id="rId81" Type="http://schemas.openxmlformats.org/officeDocument/2006/relationships/image" Target="../media/image371.png"/><Relationship Id="rId86" Type="http://schemas.openxmlformats.org/officeDocument/2006/relationships/image" Target="../media/image376.svg"/><Relationship Id="rId130" Type="http://schemas.openxmlformats.org/officeDocument/2006/relationships/image" Target="../media/image420.svg"/><Relationship Id="rId135" Type="http://schemas.openxmlformats.org/officeDocument/2006/relationships/image" Target="../media/image425.png"/><Relationship Id="rId151" Type="http://schemas.openxmlformats.org/officeDocument/2006/relationships/image" Target="../media/image441.png"/><Relationship Id="rId156" Type="http://schemas.openxmlformats.org/officeDocument/2006/relationships/image" Target="../media/image446.svg"/><Relationship Id="rId13" Type="http://schemas.openxmlformats.org/officeDocument/2006/relationships/image" Target="../media/image303.png"/><Relationship Id="rId18" Type="http://schemas.openxmlformats.org/officeDocument/2006/relationships/image" Target="../media/image308.svg"/><Relationship Id="rId39" Type="http://schemas.openxmlformats.org/officeDocument/2006/relationships/image" Target="../media/image329.png"/><Relationship Id="rId109" Type="http://schemas.openxmlformats.org/officeDocument/2006/relationships/image" Target="../media/image399.png"/><Relationship Id="rId34" Type="http://schemas.openxmlformats.org/officeDocument/2006/relationships/image" Target="../media/image324.svg"/><Relationship Id="rId50" Type="http://schemas.openxmlformats.org/officeDocument/2006/relationships/image" Target="../media/image340.svg"/><Relationship Id="rId55" Type="http://schemas.openxmlformats.org/officeDocument/2006/relationships/image" Target="../media/image345.png"/><Relationship Id="rId76" Type="http://schemas.openxmlformats.org/officeDocument/2006/relationships/image" Target="../media/image366.svg"/><Relationship Id="rId97" Type="http://schemas.openxmlformats.org/officeDocument/2006/relationships/image" Target="../media/image387.png"/><Relationship Id="rId104" Type="http://schemas.openxmlformats.org/officeDocument/2006/relationships/image" Target="../media/image394.svg"/><Relationship Id="rId120" Type="http://schemas.openxmlformats.org/officeDocument/2006/relationships/image" Target="../media/image410.svg"/><Relationship Id="rId125" Type="http://schemas.openxmlformats.org/officeDocument/2006/relationships/image" Target="../media/image415.png"/><Relationship Id="rId141" Type="http://schemas.openxmlformats.org/officeDocument/2006/relationships/image" Target="../media/image431.png"/><Relationship Id="rId146" Type="http://schemas.openxmlformats.org/officeDocument/2006/relationships/image" Target="../media/image436.svg"/><Relationship Id="rId7" Type="http://schemas.openxmlformats.org/officeDocument/2006/relationships/image" Target="../media/image297.png"/><Relationship Id="rId71" Type="http://schemas.openxmlformats.org/officeDocument/2006/relationships/image" Target="../media/image361.png"/><Relationship Id="rId92" Type="http://schemas.openxmlformats.org/officeDocument/2006/relationships/image" Target="../media/image382.svg"/><Relationship Id="rId2" Type="http://schemas.openxmlformats.org/officeDocument/2006/relationships/notesSlide" Target="../notesSlides/notesSlide12.xml"/><Relationship Id="rId29" Type="http://schemas.openxmlformats.org/officeDocument/2006/relationships/image" Target="../media/image319.png"/><Relationship Id="rId24" Type="http://schemas.openxmlformats.org/officeDocument/2006/relationships/image" Target="../media/image314.svg"/><Relationship Id="rId40" Type="http://schemas.openxmlformats.org/officeDocument/2006/relationships/image" Target="../media/image330.svg"/><Relationship Id="rId45" Type="http://schemas.openxmlformats.org/officeDocument/2006/relationships/image" Target="../media/image335.png"/><Relationship Id="rId66" Type="http://schemas.openxmlformats.org/officeDocument/2006/relationships/image" Target="../media/image356.svg"/><Relationship Id="rId87" Type="http://schemas.openxmlformats.org/officeDocument/2006/relationships/image" Target="../media/image377.png"/><Relationship Id="rId110" Type="http://schemas.openxmlformats.org/officeDocument/2006/relationships/image" Target="../media/image400.svg"/><Relationship Id="rId115" Type="http://schemas.openxmlformats.org/officeDocument/2006/relationships/image" Target="../media/image405.png"/><Relationship Id="rId131" Type="http://schemas.openxmlformats.org/officeDocument/2006/relationships/image" Target="../media/image421.png"/><Relationship Id="rId136" Type="http://schemas.openxmlformats.org/officeDocument/2006/relationships/image" Target="../media/image426.svg"/><Relationship Id="rId157" Type="http://schemas.openxmlformats.org/officeDocument/2006/relationships/hyperlink" Target="https://my.vml.com/site/brand-identity/hand-drawn-toolkit" TargetMode="External"/><Relationship Id="rId61" Type="http://schemas.openxmlformats.org/officeDocument/2006/relationships/image" Target="../media/image351.png"/><Relationship Id="rId82" Type="http://schemas.openxmlformats.org/officeDocument/2006/relationships/image" Target="../media/image372.svg"/><Relationship Id="rId152" Type="http://schemas.openxmlformats.org/officeDocument/2006/relationships/image" Target="../media/image442.svg"/><Relationship Id="rId19" Type="http://schemas.openxmlformats.org/officeDocument/2006/relationships/image" Target="../media/image309.png"/><Relationship Id="rId14" Type="http://schemas.openxmlformats.org/officeDocument/2006/relationships/image" Target="../media/image304.svg"/><Relationship Id="rId30" Type="http://schemas.openxmlformats.org/officeDocument/2006/relationships/image" Target="../media/image320.svg"/><Relationship Id="rId35" Type="http://schemas.openxmlformats.org/officeDocument/2006/relationships/image" Target="../media/image325.png"/><Relationship Id="rId56" Type="http://schemas.openxmlformats.org/officeDocument/2006/relationships/image" Target="../media/image346.svg"/><Relationship Id="rId77" Type="http://schemas.openxmlformats.org/officeDocument/2006/relationships/image" Target="../media/image367.png"/><Relationship Id="rId100" Type="http://schemas.openxmlformats.org/officeDocument/2006/relationships/image" Target="../media/image390.svg"/><Relationship Id="rId105" Type="http://schemas.openxmlformats.org/officeDocument/2006/relationships/image" Target="../media/image395.png"/><Relationship Id="rId126" Type="http://schemas.openxmlformats.org/officeDocument/2006/relationships/image" Target="../media/image416.svg"/><Relationship Id="rId147" Type="http://schemas.openxmlformats.org/officeDocument/2006/relationships/image" Target="../media/image437.png"/><Relationship Id="rId8" Type="http://schemas.openxmlformats.org/officeDocument/2006/relationships/image" Target="../media/image298.svg"/><Relationship Id="rId51" Type="http://schemas.openxmlformats.org/officeDocument/2006/relationships/image" Target="../media/image341.png"/><Relationship Id="rId72" Type="http://schemas.openxmlformats.org/officeDocument/2006/relationships/image" Target="../media/image362.svg"/><Relationship Id="rId93" Type="http://schemas.openxmlformats.org/officeDocument/2006/relationships/image" Target="../media/image383.png"/><Relationship Id="rId98" Type="http://schemas.openxmlformats.org/officeDocument/2006/relationships/image" Target="../media/image388.svg"/><Relationship Id="rId121" Type="http://schemas.openxmlformats.org/officeDocument/2006/relationships/image" Target="../media/image411.png"/><Relationship Id="rId142" Type="http://schemas.openxmlformats.org/officeDocument/2006/relationships/image" Target="../media/image432.svg"/><Relationship Id="rId3" Type="http://schemas.openxmlformats.org/officeDocument/2006/relationships/image" Target="../media/image293.png"/><Relationship Id="rId25" Type="http://schemas.openxmlformats.org/officeDocument/2006/relationships/image" Target="../media/image315.png"/><Relationship Id="rId46" Type="http://schemas.openxmlformats.org/officeDocument/2006/relationships/image" Target="../media/image336.svg"/><Relationship Id="rId67" Type="http://schemas.openxmlformats.org/officeDocument/2006/relationships/image" Target="../media/image357.png"/><Relationship Id="rId116" Type="http://schemas.openxmlformats.org/officeDocument/2006/relationships/image" Target="../media/image406.svg"/><Relationship Id="rId137" Type="http://schemas.openxmlformats.org/officeDocument/2006/relationships/image" Target="../media/image427.png"/><Relationship Id="rId20" Type="http://schemas.openxmlformats.org/officeDocument/2006/relationships/image" Target="../media/image310.svg"/><Relationship Id="rId41" Type="http://schemas.openxmlformats.org/officeDocument/2006/relationships/image" Target="../media/image331.png"/><Relationship Id="rId62" Type="http://schemas.openxmlformats.org/officeDocument/2006/relationships/image" Target="../media/image352.svg"/><Relationship Id="rId83" Type="http://schemas.openxmlformats.org/officeDocument/2006/relationships/image" Target="../media/image373.png"/><Relationship Id="rId88" Type="http://schemas.openxmlformats.org/officeDocument/2006/relationships/image" Target="../media/image378.svg"/><Relationship Id="rId111" Type="http://schemas.openxmlformats.org/officeDocument/2006/relationships/image" Target="../media/image401.png"/><Relationship Id="rId132" Type="http://schemas.openxmlformats.org/officeDocument/2006/relationships/image" Target="../media/image422.svg"/><Relationship Id="rId153" Type="http://schemas.openxmlformats.org/officeDocument/2006/relationships/image" Target="../media/image443.png"/><Relationship Id="rId15" Type="http://schemas.openxmlformats.org/officeDocument/2006/relationships/image" Target="../media/image305.png"/><Relationship Id="rId36" Type="http://schemas.openxmlformats.org/officeDocument/2006/relationships/image" Target="../media/image326.svg"/><Relationship Id="rId57" Type="http://schemas.openxmlformats.org/officeDocument/2006/relationships/image" Target="../media/image347.png"/><Relationship Id="rId106" Type="http://schemas.openxmlformats.org/officeDocument/2006/relationships/image" Target="../media/image396.svg"/><Relationship Id="rId127" Type="http://schemas.openxmlformats.org/officeDocument/2006/relationships/image" Target="../media/image417.png"/><Relationship Id="rId10" Type="http://schemas.openxmlformats.org/officeDocument/2006/relationships/image" Target="../media/image300.svg"/><Relationship Id="rId31" Type="http://schemas.openxmlformats.org/officeDocument/2006/relationships/image" Target="../media/image321.png"/><Relationship Id="rId52" Type="http://schemas.openxmlformats.org/officeDocument/2006/relationships/image" Target="../media/image342.svg"/><Relationship Id="rId73" Type="http://schemas.openxmlformats.org/officeDocument/2006/relationships/image" Target="../media/image363.png"/><Relationship Id="rId78" Type="http://schemas.openxmlformats.org/officeDocument/2006/relationships/image" Target="../media/image368.svg"/><Relationship Id="rId94" Type="http://schemas.openxmlformats.org/officeDocument/2006/relationships/image" Target="../media/image384.svg"/><Relationship Id="rId99" Type="http://schemas.openxmlformats.org/officeDocument/2006/relationships/image" Target="../media/image389.png"/><Relationship Id="rId101" Type="http://schemas.openxmlformats.org/officeDocument/2006/relationships/image" Target="../media/image391.png"/><Relationship Id="rId122" Type="http://schemas.openxmlformats.org/officeDocument/2006/relationships/image" Target="../media/image412.svg"/><Relationship Id="rId143" Type="http://schemas.openxmlformats.org/officeDocument/2006/relationships/image" Target="../media/image433.png"/><Relationship Id="rId148" Type="http://schemas.openxmlformats.org/officeDocument/2006/relationships/image" Target="../media/image438.svg"/><Relationship Id="rId4" Type="http://schemas.openxmlformats.org/officeDocument/2006/relationships/image" Target="../media/image294.svg"/><Relationship Id="rId9" Type="http://schemas.openxmlformats.org/officeDocument/2006/relationships/image" Target="../media/image299.png"/><Relationship Id="rId26" Type="http://schemas.openxmlformats.org/officeDocument/2006/relationships/image" Target="../media/image316.svg"/><Relationship Id="rId47" Type="http://schemas.openxmlformats.org/officeDocument/2006/relationships/image" Target="../media/image337.png"/><Relationship Id="rId68" Type="http://schemas.openxmlformats.org/officeDocument/2006/relationships/image" Target="../media/image358.svg"/><Relationship Id="rId89" Type="http://schemas.openxmlformats.org/officeDocument/2006/relationships/image" Target="../media/image379.png"/><Relationship Id="rId112" Type="http://schemas.openxmlformats.org/officeDocument/2006/relationships/image" Target="../media/image402.svg"/><Relationship Id="rId133" Type="http://schemas.openxmlformats.org/officeDocument/2006/relationships/image" Target="../media/image423.png"/><Relationship Id="rId154" Type="http://schemas.openxmlformats.org/officeDocument/2006/relationships/image" Target="../media/image444.svg"/><Relationship Id="rId16" Type="http://schemas.openxmlformats.org/officeDocument/2006/relationships/image" Target="../media/image306.svg"/><Relationship Id="rId37" Type="http://schemas.openxmlformats.org/officeDocument/2006/relationships/image" Target="../media/image327.png"/><Relationship Id="rId58" Type="http://schemas.openxmlformats.org/officeDocument/2006/relationships/image" Target="../media/image348.svg"/><Relationship Id="rId79" Type="http://schemas.openxmlformats.org/officeDocument/2006/relationships/image" Target="../media/image369.png"/><Relationship Id="rId102" Type="http://schemas.openxmlformats.org/officeDocument/2006/relationships/image" Target="../media/image392.svg"/><Relationship Id="rId123" Type="http://schemas.openxmlformats.org/officeDocument/2006/relationships/image" Target="../media/image413.png"/><Relationship Id="rId144" Type="http://schemas.openxmlformats.org/officeDocument/2006/relationships/image" Target="../media/image434.svg"/><Relationship Id="rId90" Type="http://schemas.openxmlformats.org/officeDocument/2006/relationships/image" Target="../media/image380.svg"/><Relationship Id="rId27" Type="http://schemas.openxmlformats.org/officeDocument/2006/relationships/image" Target="../media/image317.png"/><Relationship Id="rId48" Type="http://schemas.openxmlformats.org/officeDocument/2006/relationships/image" Target="../media/image338.svg"/><Relationship Id="rId69" Type="http://schemas.openxmlformats.org/officeDocument/2006/relationships/image" Target="../media/image359.png"/><Relationship Id="rId113" Type="http://schemas.openxmlformats.org/officeDocument/2006/relationships/image" Target="../media/image403.png"/><Relationship Id="rId134" Type="http://schemas.openxmlformats.org/officeDocument/2006/relationships/image" Target="../media/image424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ml.com/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0.xml"/><Relationship Id="rId4" Type="http://schemas.openxmlformats.org/officeDocument/2006/relationships/image" Target="../media/image448.sv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1.xml"/><Relationship Id="rId6" Type="http://schemas.openxmlformats.org/officeDocument/2006/relationships/image" Target="../media/image452.svg"/><Relationship Id="rId5" Type="http://schemas.openxmlformats.org/officeDocument/2006/relationships/image" Target="../media/image451.png"/><Relationship Id="rId4" Type="http://schemas.openxmlformats.org/officeDocument/2006/relationships/image" Target="../media/image450.sv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0.xml"/><Relationship Id="rId4" Type="http://schemas.openxmlformats.org/officeDocument/2006/relationships/image" Target="../media/image454.sv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4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40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4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8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8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85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mailto:robb.smigielski@vml.com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BACBDA-A9FE-0D73-361D-04D520978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54061"/>
            <a:ext cx="8676939" cy="3770263"/>
          </a:xfrm>
        </p:spPr>
        <p:txBody>
          <a:bodyPr/>
          <a:lstStyle/>
          <a:p>
            <a:r>
              <a:rPr lang="en-US" noProof="0" dirty="0"/>
              <a:t>Presentation Template 2026</a:t>
            </a:r>
            <a:br>
              <a:rPr lang="en-US" noProof="0" dirty="0"/>
            </a:br>
            <a:endParaRPr lang="en-US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9728D4-CBCB-E9A3-42EE-460784EDFD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862" y="6450940"/>
            <a:ext cx="2009094" cy="330860"/>
          </a:xfr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en-US"/>
              <a:t>Feb 2026</a:t>
            </a:r>
            <a:endParaRPr lang="en-US" noProof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BF6221-7EB7-63B9-60F0-85028EA1FF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05641" y="6450940"/>
            <a:ext cx="2009094" cy="330860"/>
          </a:xfrm>
        </p:spPr>
        <p:txBody>
          <a:bodyPr>
            <a:normAutofit/>
          </a:bodyPr>
          <a:lstStyle/>
          <a:p>
            <a:r>
              <a:rPr lang="en-US"/>
              <a:t>Version 2.0</a:t>
            </a:r>
            <a:endParaRPr lang="en-US" noProof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C10DF5-5C10-1D38-EBB7-A81859FE25B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6421" y="6450940"/>
            <a:ext cx="4377554" cy="330860"/>
          </a:xfrm>
        </p:spPr>
        <p:txBody>
          <a:bodyPr/>
          <a:lstStyle/>
          <a:p>
            <a:r>
              <a:rPr lang="en-US"/>
              <a:t>VML</a:t>
            </a:r>
          </a:p>
        </p:txBody>
      </p:sp>
    </p:spTree>
    <p:extLst>
      <p:ext uri="{BB962C8B-B14F-4D97-AF65-F5344CB8AC3E}">
        <p14:creationId xmlns:p14="http://schemas.microsoft.com/office/powerpoint/2010/main" val="1244439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C6725B2-E0C7-C0E4-0E0F-ADE12C6734E4}"/>
              </a:ext>
            </a:extLst>
          </p:cNvPr>
          <p:cNvSpPr txBox="1"/>
          <p:nvPr/>
        </p:nvSpPr>
        <p:spPr>
          <a:xfrm>
            <a:off x="9617355" y="936554"/>
            <a:ext cx="2298365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buNone/>
            </a:pPr>
            <a:r>
              <a:rPr lang="en-US" sz="1400">
                <a:solidFill>
                  <a:srgbClr val="131313"/>
                </a:solidFill>
              </a:rPr>
              <a:t>U</a:t>
            </a:r>
            <a:r>
              <a:rPr lang="en-US" sz="1400" noProof="0" err="1">
                <a:solidFill>
                  <a:srgbClr val="131313"/>
                </a:solidFill>
              </a:rPr>
              <a:t>pdated</a:t>
            </a:r>
            <a:r>
              <a:rPr lang="en-US" sz="1400" noProof="0">
                <a:solidFill>
                  <a:srgbClr val="131313"/>
                </a:solidFill>
              </a:rPr>
              <a:t> version</a:t>
            </a:r>
          </a:p>
          <a:p>
            <a:pPr algn="r">
              <a:buNone/>
            </a:pPr>
            <a:r>
              <a:rPr lang="en-US" sz="1400" noProof="0">
                <a:solidFill>
                  <a:srgbClr val="131313"/>
                </a:solidFill>
              </a:rPr>
              <a:t>January 2026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0119AC6-2545-7333-E8F9-792794A2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679720"/>
            <a:ext cx="11663396" cy="837152"/>
          </a:xfrm>
        </p:spPr>
        <p:txBody>
          <a:bodyPr/>
          <a:lstStyle/>
          <a:p>
            <a:r>
              <a:rPr lang="en-US" noProof="0"/>
              <a:t>Template Guidance</a:t>
            </a:r>
            <a:br>
              <a:rPr lang="en-US" noProof="0"/>
            </a:br>
            <a:r>
              <a:rPr lang="en-US" noProof="0"/>
              <a:t>&amp; Requirements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717D26-D865-BAF0-E18D-24E3B1D1454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63525" y="2536825"/>
            <a:ext cx="7686675" cy="3295774"/>
          </a:xfrm>
        </p:spPr>
        <p:txBody>
          <a:bodyPr/>
          <a:lstStyle/>
          <a:p>
            <a:r>
              <a:rPr lang="en-US" noProof="0"/>
              <a:t>To use this presentation template, download and install our brand font </a:t>
            </a:r>
            <a:r>
              <a:rPr lang="en-US" b="1" noProof="0"/>
              <a:t>Snowflake Sans </a:t>
            </a:r>
            <a:r>
              <a:rPr lang="en-US" noProof="0"/>
              <a:t>from </a:t>
            </a:r>
            <a:r>
              <a:rPr lang="en-US" noProof="0" err="1"/>
              <a:t>my.vml.com</a:t>
            </a:r>
            <a:br>
              <a:rPr lang="en-US" noProof="0"/>
            </a:br>
            <a:r>
              <a:rPr lang="en-US" noProof="0">
                <a:hlinkClick r:id="rId3"/>
              </a:rPr>
              <a:t>(download file)</a:t>
            </a:r>
            <a:br>
              <a:rPr lang="en-US" noProof="0"/>
            </a:br>
            <a:endParaRPr lang="en-US" noProof="0"/>
          </a:p>
          <a:p>
            <a:r>
              <a:rPr lang="en-US" noProof="0"/>
              <a:t>Snowflake Sans - Medium (Headings) and Book (Body) are already set as standard Theme font in this template.</a:t>
            </a:r>
            <a:br>
              <a:rPr lang="en-US" noProof="0"/>
            </a:br>
            <a:endParaRPr lang="en-US" noProof="0"/>
          </a:p>
          <a:p>
            <a:r>
              <a:rPr lang="en-US" noProof="0"/>
              <a:t>Please only use this template for presentations moving forward, the old template has been deprecated.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3C6167-46C9-222B-2DAA-AB37A862E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2</a:t>
            </a:fld>
            <a:endParaRPr lang="en-US" noProof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37CF473-F810-27E5-6CB7-F0534F2AEA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22858" b="-23523"/>
          <a:stretch>
            <a:fillRect/>
          </a:stretch>
        </p:blipFill>
        <p:spPr>
          <a:xfrm>
            <a:off x="8305512" y="2536793"/>
            <a:ext cx="3623722" cy="3622149"/>
          </a:xfrm>
          <a:prstGeom prst="rect">
            <a:avLst/>
          </a:prstGeom>
          <a:solidFill>
            <a:srgbClr val="F4F4F4"/>
          </a:solidFill>
          <a:ln>
            <a:solidFill>
              <a:schemeClr val="accent6"/>
            </a:solidFill>
          </a:ln>
        </p:spPr>
      </p:pic>
    </p:spTree>
    <p:extLst>
      <p:ext uri="{BB962C8B-B14F-4D97-AF65-F5344CB8AC3E}">
        <p14:creationId xmlns:p14="http://schemas.microsoft.com/office/powerpoint/2010/main" val="2557239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119AC6-2545-7333-E8F9-792794A2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679720"/>
            <a:ext cx="11663396" cy="837152"/>
          </a:xfrm>
        </p:spPr>
        <p:txBody>
          <a:bodyPr/>
          <a:lstStyle/>
          <a:p>
            <a:r>
              <a:rPr lang="en-US" noProof="0"/>
              <a:t>PDF export</a:t>
            </a:r>
            <a:br>
              <a:rPr lang="en-US" noProof="0"/>
            </a:br>
            <a:r>
              <a:rPr lang="en-US" noProof="0"/>
              <a:t>for sharing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717D26-D865-BAF0-E18D-24E3B1D1454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63525" y="2536825"/>
            <a:ext cx="8682038" cy="1007968"/>
          </a:xfrm>
        </p:spPr>
        <p:txBody>
          <a:bodyPr/>
          <a:lstStyle/>
          <a:p>
            <a:r>
              <a:rPr lang="en-US" noProof="0"/>
              <a:t>Always select </a:t>
            </a:r>
            <a:r>
              <a:rPr lang="en-US" b="1" noProof="0"/>
              <a:t>‘Best for printing’ </a:t>
            </a:r>
            <a:r>
              <a:rPr lang="en-US" noProof="0"/>
              <a:t>when saving or exporting as PDF. Otherwise, brand fonts will be replaced, affecting the layout and overall look.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3C6167-46C9-222B-2DAA-AB37A862E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3</a:t>
            </a:fld>
            <a:endParaRPr lang="en-US" noProof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899973-6449-D2D1-2A6A-0762764F45E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8085" y="4159439"/>
            <a:ext cx="5729934" cy="1561937"/>
          </a:xfrm>
          <a:prstGeom prst="rect">
            <a:avLst/>
          </a:prstGeom>
          <a:ln>
            <a:noFill/>
          </a:ln>
        </p:spPr>
      </p:pic>
      <p:pic>
        <p:nvPicPr>
          <p:cNvPr id="2" name="DoodlesAsset 38.png">
            <a:extLst>
              <a:ext uri="{FF2B5EF4-FFF2-40B4-BE49-F238E27FC236}">
                <a16:creationId xmlns:a16="http://schemas.microsoft.com/office/drawing/2014/main" id="{1E86C672-9870-FEED-4892-F43BCF75C6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 rot="17001252">
            <a:off x="1984281" y="5261351"/>
            <a:ext cx="1206346" cy="72380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340136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4DBCD3CB-0866-6740-8340-FC0F2AC9D14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noProof="0"/>
              <a:t>There is a </a:t>
            </a:r>
            <a:r>
              <a:rPr lang="en-US" noProof="0">
                <a:latin typeface="+mj-lt"/>
              </a:rPr>
              <a:t>light </a:t>
            </a:r>
            <a:r>
              <a:rPr lang="en-US" noProof="0"/>
              <a:t>and</a:t>
            </a:r>
            <a:r>
              <a:rPr lang="en-US" noProof="0">
                <a:latin typeface="+mj-lt"/>
              </a:rPr>
              <a:t> dark version </a:t>
            </a:r>
            <a:r>
              <a:rPr lang="en-US" noProof="0"/>
              <a:t>of all slide layouts available in this template deck.</a:t>
            </a:r>
            <a:br>
              <a:rPr lang="en-US" noProof="0"/>
            </a:br>
            <a:endParaRPr lang="en-US" noProof="0"/>
          </a:p>
          <a:p>
            <a:r>
              <a:rPr lang="en-US" noProof="0"/>
              <a:t>Use color sparingly and intentionally - as a dominant flood or as an accent.</a:t>
            </a:r>
          </a:p>
          <a:p>
            <a:endParaRPr lang="en-US" noProof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7EA1B87A-9CC0-DC1B-3E75-7E87DF2763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noProof="0" smtClean="0"/>
              <a:pPr/>
              <a:t>4</a:t>
            </a:fld>
            <a:endParaRPr lang="en-US" noProof="0"/>
          </a:p>
        </p:txBody>
      </p:sp>
      <p:sp>
        <p:nvSpPr>
          <p:cNvPr id="30" name="Title 29">
            <a:extLst>
              <a:ext uri="{FF2B5EF4-FFF2-40B4-BE49-F238E27FC236}">
                <a16:creationId xmlns:a16="http://schemas.microsoft.com/office/drawing/2014/main" id="{665AE9AC-BAD8-381A-267C-9DF5DE91A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Color basics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14AC94C-AAF2-0921-FB9B-0EFE792ACB1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r>
              <a:rPr lang="en-US" noProof="0">
                <a:latin typeface="+mj-lt"/>
              </a:rPr>
              <a:t>Use one color hue at a time</a:t>
            </a:r>
            <a:r>
              <a:rPr lang="en-US" noProof="0"/>
              <a:t>. Avoid too much color variation in any single experience or communication.</a:t>
            </a:r>
            <a:br>
              <a:rPr lang="en-US" noProof="0"/>
            </a:br>
            <a:endParaRPr lang="en-US" noProof="0"/>
          </a:p>
          <a:p>
            <a:r>
              <a:rPr lang="en-US" noProof="0"/>
              <a:t>We are moving away from a bold and saturated anything-goes color vibe, and towards a refined and premium palette.</a:t>
            </a:r>
            <a:br>
              <a:rPr lang="en-US" noProof="0"/>
            </a:br>
            <a:endParaRPr lang="en-US" noProof="0"/>
          </a:p>
          <a:p>
            <a:r>
              <a:rPr lang="en-US" noProof="0"/>
              <a:t>We are primarily a black and white brand that signals simplicity, consistency and a premium, confident aesthetic.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11C5E8E-69C5-31DD-0B0B-EBC4CB228354}"/>
              </a:ext>
            </a:extLst>
          </p:cNvPr>
          <p:cNvSpPr txBox="1">
            <a:spLocks/>
          </p:cNvSpPr>
          <p:nvPr/>
        </p:nvSpPr>
        <p:spPr>
          <a:xfrm>
            <a:off x="8220158" y="708379"/>
            <a:ext cx="3709145" cy="6492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>
                <a:latin typeface="+mj-lt"/>
              </a:rPr>
              <a:t>Check out our Brand Identity guidelines </a:t>
            </a:r>
            <a:r>
              <a:rPr lang="en-US" u="sng" noProof="0">
                <a:latin typeface="+mj-lt"/>
                <a:hlinkClick r:id="rId3"/>
              </a:rPr>
              <a:t>[LINK]</a:t>
            </a:r>
            <a:endParaRPr lang="en-US" noProof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19202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Subhead:…"/>
          <p:cNvSpPr>
            <a:spLocks noGrp="1"/>
          </p:cNvSpPr>
          <p:nvPr>
            <p:ph type="body" sz="quarter" idx="30"/>
          </p:nvPr>
        </p:nvSpPr>
        <p:spPr>
          <a:xfrm>
            <a:off x="263525" y="1725613"/>
            <a:ext cx="3698875" cy="2816225"/>
          </a:xfrm>
        </p:spPr>
        <p:txBody>
          <a:bodyPr/>
          <a:lstStyle/>
          <a:p>
            <a:r>
              <a:rPr lang="en-US" noProof="0"/>
              <a:t>We are primarily a black-and-white-centric brand. Use our VML White and VML Black to signal simplicity, consistency, and a premium, confident aesthetic.</a:t>
            </a:r>
          </a:p>
          <a:p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1CB9D-EC97-85A2-074D-EB8AD26DE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7683293" cy="284694"/>
          </a:xfrm>
        </p:spPr>
        <p:txBody>
          <a:bodyPr/>
          <a:lstStyle/>
          <a:p>
            <a:r>
              <a:rPr lang="en-US" noProof="0"/>
              <a:t>Core colors</a:t>
            </a:r>
          </a:p>
        </p:txBody>
      </p:sp>
      <p:sp>
        <p:nvSpPr>
          <p:cNvPr id="407" name="Rectangle"/>
          <p:cNvSpPr/>
          <p:nvPr/>
        </p:nvSpPr>
        <p:spPr>
          <a:xfrm>
            <a:off x="4163177" y="1725834"/>
            <a:ext cx="3831126" cy="4865054"/>
          </a:xfrm>
          <a:prstGeom prst="rect">
            <a:avLst/>
          </a:prstGeom>
          <a:solidFill>
            <a:schemeClr val="bg1"/>
          </a:solidFill>
          <a:ln w="12700" cap="flat">
            <a:solidFill>
              <a:schemeClr val="accent6"/>
            </a:solidFill>
            <a:prstDash val="solid"/>
            <a:miter lim="400000"/>
          </a:ln>
          <a:effectLst/>
        </p:spPr>
        <p:txBody>
          <a:bodyPr wrap="square" lIns="25397" tIns="25397" rIns="25397" bIns="25397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US" sz="1600" noProof="0"/>
          </a:p>
        </p:txBody>
      </p:sp>
      <p:sp>
        <p:nvSpPr>
          <p:cNvPr id="408" name="Line"/>
          <p:cNvSpPr/>
          <p:nvPr/>
        </p:nvSpPr>
        <p:spPr>
          <a:xfrm>
            <a:off x="4387301" y="5884931"/>
            <a:ext cx="3432341" cy="0"/>
          </a:xfrm>
          <a:prstGeom prst="lin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</p:spPr>
        <p:txBody>
          <a:bodyPr wrap="square" lIns="25397" tIns="25397" rIns="25397" bIns="25397" numCol="1" anchor="ctr">
            <a:noAutofit/>
          </a:bodyPr>
          <a:lstStyle/>
          <a:p>
            <a:pPr defTabSz="1218925">
              <a:lnSpc>
                <a:spcPct val="90000"/>
              </a:lnSpc>
              <a:spcBef>
                <a:spcPts val="2250"/>
              </a:spcBef>
              <a:defRPr sz="4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US" sz="2400" noProof="0"/>
          </a:p>
        </p:txBody>
      </p:sp>
      <p:sp>
        <p:nvSpPr>
          <p:cNvPr id="409" name="VML White"/>
          <p:cNvSpPr txBox="1"/>
          <p:nvPr/>
        </p:nvSpPr>
        <p:spPr>
          <a:xfrm>
            <a:off x="4341309" y="5983779"/>
            <a:ext cx="2228206" cy="3922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spc="0">
                <a:latin typeface="+mn-lt"/>
                <a:ea typeface="+mn-ea"/>
                <a:cs typeface="+mn-cs"/>
                <a:sym typeface="Snowflake Sans Medium"/>
              </a:defRPr>
            </a:lvl1pPr>
          </a:lstStyle>
          <a:p>
            <a:r>
              <a:rPr lang="en-US" sz="2999" noProof="0"/>
              <a:t>VML White</a:t>
            </a:r>
          </a:p>
        </p:txBody>
      </p:sp>
      <p:sp>
        <p:nvSpPr>
          <p:cNvPr id="410" name="HEX…"/>
          <p:cNvSpPr txBox="1"/>
          <p:nvPr/>
        </p:nvSpPr>
        <p:spPr>
          <a:xfrm>
            <a:off x="6792212" y="6069203"/>
            <a:ext cx="431329" cy="3231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defRPr sz="1400" b="1" spc="0"/>
            </a:pPr>
            <a:r>
              <a:rPr lang="en-US" sz="700" noProof="0"/>
              <a:t>HEX  </a:t>
            </a:r>
          </a:p>
          <a:p>
            <a:pPr>
              <a:defRPr sz="1400" b="1" spc="0"/>
            </a:pPr>
            <a:r>
              <a:rPr lang="en-US" sz="700" noProof="0"/>
              <a:t>RGB</a:t>
            </a:r>
          </a:p>
          <a:p>
            <a:pPr>
              <a:defRPr sz="1400" b="1" spc="0"/>
            </a:pPr>
            <a:r>
              <a:rPr lang="en-US" sz="700" noProof="0"/>
              <a:t>CMYK</a:t>
            </a:r>
          </a:p>
        </p:txBody>
      </p:sp>
      <p:sp>
        <p:nvSpPr>
          <p:cNvPr id="411" name="#F5F5F5…"/>
          <p:cNvSpPr txBox="1"/>
          <p:nvPr/>
        </p:nvSpPr>
        <p:spPr>
          <a:xfrm>
            <a:off x="7239955" y="6069203"/>
            <a:ext cx="601173" cy="3231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defRPr sz="1400" b="1" spc="0"/>
            </a:pPr>
            <a:r>
              <a:rPr lang="en-US" sz="700" noProof="0"/>
              <a:t>#F5F5F5</a:t>
            </a:r>
          </a:p>
          <a:p>
            <a:pPr>
              <a:defRPr sz="1400" b="1" spc="0"/>
            </a:pPr>
            <a:r>
              <a:rPr lang="en-US" sz="700" noProof="0"/>
              <a:t>245, 245, 245</a:t>
            </a:r>
          </a:p>
          <a:p>
            <a:pPr>
              <a:defRPr sz="1400" b="1" spc="0"/>
            </a:pPr>
            <a:r>
              <a:rPr lang="en-US" sz="700" noProof="0"/>
              <a:t>1, 1, 3, 0</a:t>
            </a:r>
          </a:p>
        </p:txBody>
      </p:sp>
      <p:sp>
        <p:nvSpPr>
          <p:cNvPr id="412" name="Square"/>
          <p:cNvSpPr/>
          <p:nvPr/>
        </p:nvSpPr>
        <p:spPr>
          <a:xfrm>
            <a:off x="7135877" y="6088508"/>
            <a:ext cx="63492" cy="65827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</p:spPr>
        <p:txBody>
          <a:bodyPr wrap="square" lIns="25397" tIns="25397" rIns="25397" bIns="25397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US" sz="1600" noProof="0"/>
          </a:p>
        </p:txBody>
      </p:sp>
      <p:sp>
        <p:nvSpPr>
          <p:cNvPr id="413" name="Square"/>
          <p:cNvSpPr/>
          <p:nvPr/>
        </p:nvSpPr>
        <p:spPr>
          <a:xfrm>
            <a:off x="7135877" y="6190095"/>
            <a:ext cx="63492" cy="65827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</p:spPr>
        <p:txBody>
          <a:bodyPr wrap="square" lIns="25397" tIns="25397" rIns="25397" bIns="25397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US" sz="1600" noProof="0"/>
          </a:p>
        </p:txBody>
      </p:sp>
      <p:sp>
        <p:nvSpPr>
          <p:cNvPr id="414" name="Square"/>
          <p:cNvSpPr/>
          <p:nvPr/>
        </p:nvSpPr>
        <p:spPr>
          <a:xfrm>
            <a:off x="7135877" y="6298031"/>
            <a:ext cx="63492" cy="65827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</p:spPr>
        <p:txBody>
          <a:bodyPr wrap="square" lIns="25397" tIns="25397" rIns="25397" bIns="25397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US" sz="1600" noProof="0"/>
          </a:p>
        </p:txBody>
      </p:sp>
      <p:sp>
        <p:nvSpPr>
          <p:cNvPr id="416" name="Rectangle"/>
          <p:cNvSpPr/>
          <p:nvPr/>
        </p:nvSpPr>
        <p:spPr>
          <a:xfrm>
            <a:off x="8094209" y="1725834"/>
            <a:ext cx="3831126" cy="4865054"/>
          </a:xfrm>
          <a:prstGeom prst="rect">
            <a:avLst/>
          </a:prstGeom>
          <a:solidFill>
            <a:schemeClr val="tx1"/>
          </a:solidFill>
          <a:ln w="12700" cap="flat">
            <a:noFill/>
            <a:miter lim="400000"/>
          </a:ln>
          <a:effectLst/>
        </p:spPr>
        <p:txBody>
          <a:bodyPr wrap="square" lIns="25397" tIns="25397" rIns="25397" bIns="25397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US" sz="1600" noProof="0"/>
          </a:p>
        </p:txBody>
      </p:sp>
      <p:sp>
        <p:nvSpPr>
          <p:cNvPr id="417" name="Line"/>
          <p:cNvSpPr/>
          <p:nvPr/>
        </p:nvSpPr>
        <p:spPr>
          <a:xfrm>
            <a:off x="8318334" y="5884931"/>
            <a:ext cx="3432341" cy="0"/>
          </a:xfrm>
          <a:prstGeom prst="line">
            <a:avLst/>
          </a:prstGeom>
          <a:noFill/>
          <a:ln w="25400" cap="flat">
            <a:solidFill>
              <a:srgbClr val="FFFFFF"/>
            </a:solidFill>
            <a:prstDash val="solid"/>
            <a:miter lim="400000"/>
          </a:ln>
          <a:effectLst/>
        </p:spPr>
        <p:txBody>
          <a:bodyPr wrap="square" lIns="25397" tIns="25397" rIns="25397" bIns="25397" numCol="1" anchor="ctr">
            <a:noAutofit/>
          </a:bodyPr>
          <a:lstStyle/>
          <a:p>
            <a:pPr defTabSz="1218925">
              <a:lnSpc>
                <a:spcPct val="90000"/>
              </a:lnSpc>
              <a:spcBef>
                <a:spcPts val="2250"/>
              </a:spcBef>
              <a:defRPr sz="4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endParaRPr lang="en-US" sz="2400" noProof="0"/>
          </a:p>
        </p:txBody>
      </p:sp>
      <p:sp>
        <p:nvSpPr>
          <p:cNvPr id="418" name="VML Black"/>
          <p:cNvSpPr txBox="1"/>
          <p:nvPr/>
        </p:nvSpPr>
        <p:spPr>
          <a:xfrm>
            <a:off x="8272342" y="5983779"/>
            <a:ext cx="2228206" cy="39228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6000" spc="0">
                <a:solidFill>
                  <a:srgbClr val="FFFFFF"/>
                </a:solidFill>
                <a:latin typeface="+mn-lt"/>
                <a:ea typeface="+mn-ea"/>
                <a:cs typeface="+mn-cs"/>
                <a:sym typeface="Snowflake Sans Medium"/>
              </a:defRPr>
            </a:lvl1pPr>
          </a:lstStyle>
          <a:p>
            <a:r>
              <a:rPr lang="en-US" sz="2999" noProof="0"/>
              <a:t>VML Black</a:t>
            </a:r>
          </a:p>
        </p:txBody>
      </p:sp>
      <p:sp>
        <p:nvSpPr>
          <p:cNvPr id="419" name="HEX…"/>
          <p:cNvSpPr txBox="1"/>
          <p:nvPr/>
        </p:nvSpPr>
        <p:spPr>
          <a:xfrm>
            <a:off x="10723245" y="6069203"/>
            <a:ext cx="431329" cy="3231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defRPr sz="1400" b="1" spc="0">
                <a:solidFill>
                  <a:srgbClr val="FFFFFF"/>
                </a:solidFill>
              </a:defRPr>
            </a:pPr>
            <a:r>
              <a:rPr lang="en-US" sz="700" noProof="0"/>
              <a:t>HEX  </a:t>
            </a:r>
          </a:p>
          <a:p>
            <a:pPr>
              <a:defRPr sz="1400" b="1" spc="0">
                <a:solidFill>
                  <a:srgbClr val="FFFFFF"/>
                </a:solidFill>
              </a:defRPr>
            </a:pPr>
            <a:r>
              <a:rPr lang="en-US" sz="700" noProof="0"/>
              <a:t>RGB</a:t>
            </a:r>
          </a:p>
          <a:p>
            <a:pPr>
              <a:defRPr sz="1400" b="1" spc="0">
                <a:solidFill>
                  <a:srgbClr val="FFFFFF"/>
                </a:solidFill>
              </a:defRPr>
            </a:pPr>
            <a:r>
              <a:rPr lang="en-US" sz="700" noProof="0"/>
              <a:t>CMYK</a:t>
            </a:r>
          </a:p>
        </p:txBody>
      </p:sp>
      <p:sp>
        <p:nvSpPr>
          <p:cNvPr id="420" name="#191919…"/>
          <p:cNvSpPr txBox="1"/>
          <p:nvPr/>
        </p:nvSpPr>
        <p:spPr>
          <a:xfrm>
            <a:off x="11170988" y="6069203"/>
            <a:ext cx="601173" cy="32316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/>
          <a:p>
            <a:pPr>
              <a:defRPr sz="1400" b="1" spc="0">
                <a:solidFill>
                  <a:srgbClr val="FFFFFF"/>
                </a:solidFill>
              </a:defRPr>
            </a:pPr>
            <a:r>
              <a:rPr lang="en-US" sz="700" noProof="0"/>
              <a:t>#191919</a:t>
            </a:r>
          </a:p>
          <a:p>
            <a:pPr>
              <a:defRPr sz="1400" b="1" spc="0">
                <a:solidFill>
                  <a:srgbClr val="FFFFFF"/>
                </a:solidFill>
              </a:defRPr>
            </a:pPr>
            <a:r>
              <a:rPr lang="en-US" sz="700" noProof="0"/>
              <a:t>25, 25, 25</a:t>
            </a:r>
          </a:p>
          <a:p>
            <a:pPr>
              <a:defRPr sz="1400" b="1" spc="0">
                <a:solidFill>
                  <a:srgbClr val="FFFFFF"/>
                </a:solidFill>
              </a:defRPr>
            </a:pPr>
            <a:r>
              <a:rPr lang="en-US" sz="700" noProof="0"/>
              <a:t>74, 52, 71, 90</a:t>
            </a:r>
          </a:p>
        </p:txBody>
      </p:sp>
      <p:sp>
        <p:nvSpPr>
          <p:cNvPr id="421" name="Square"/>
          <p:cNvSpPr/>
          <p:nvPr/>
        </p:nvSpPr>
        <p:spPr>
          <a:xfrm>
            <a:off x="11066910" y="6088508"/>
            <a:ext cx="63492" cy="6582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397" tIns="25397" rIns="25397" bIns="25397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US" sz="1600" noProof="0"/>
          </a:p>
        </p:txBody>
      </p:sp>
      <p:sp>
        <p:nvSpPr>
          <p:cNvPr id="422" name="Square"/>
          <p:cNvSpPr/>
          <p:nvPr/>
        </p:nvSpPr>
        <p:spPr>
          <a:xfrm>
            <a:off x="11066910" y="6190095"/>
            <a:ext cx="63492" cy="6582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397" tIns="25397" rIns="25397" bIns="25397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US" sz="1600" noProof="0"/>
          </a:p>
        </p:txBody>
      </p:sp>
      <p:sp>
        <p:nvSpPr>
          <p:cNvPr id="423" name="Square"/>
          <p:cNvSpPr/>
          <p:nvPr/>
        </p:nvSpPr>
        <p:spPr>
          <a:xfrm>
            <a:off x="11066910" y="6298031"/>
            <a:ext cx="63492" cy="65827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25397" tIns="25397" rIns="25397" bIns="25397" numCol="1" anchor="ctr">
            <a:noAutofit/>
          </a:bodyPr>
          <a:lstStyle/>
          <a:p>
            <a:pPr algn="ctr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lang="en-US" sz="1600" noProof="0"/>
          </a:p>
        </p:txBody>
      </p:sp>
      <p:sp>
        <p:nvSpPr>
          <p:cNvPr id="425" name="These tones have been adapted from purely 100% black and 100% white."/>
          <p:cNvSpPr txBox="1"/>
          <p:nvPr/>
        </p:nvSpPr>
        <p:spPr>
          <a:xfrm>
            <a:off x="266666" y="6313908"/>
            <a:ext cx="2863478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spcBef>
                <a:spcPts val="0"/>
              </a:spcBef>
              <a:defRPr sz="1800" b="1"/>
            </a:lvl1pPr>
          </a:lstStyle>
          <a:p>
            <a:r>
              <a:rPr lang="en-US" sz="900" b="0" noProof="0">
                <a:latin typeface="+mj-lt"/>
              </a:rPr>
              <a:t>These tones have been adapted from purely 100% black and 100% white.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FEDD2E0-01C9-F171-7061-FFAF8BCE3191}"/>
              </a:ext>
            </a:extLst>
          </p:cNvPr>
          <p:cNvSpPr txBox="1">
            <a:spLocks/>
          </p:cNvSpPr>
          <p:nvPr/>
        </p:nvSpPr>
        <p:spPr>
          <a:xfrm>
            <a:off x="8220158" y="708379"/>
            <a:ext cx="3709145" cy="6492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>
                <a:latin typeface="+mj-lt"/>
              </a:rPr>
              <a:t>Download Color Swatches </a:t>
            </a:r>
            <a:r>
              <a:rPr lang="en-US" u="sng" noProof="0">
                <a:latin typeface="+mj-lt"/>
                <a:hlinkClick r:id="rId3"/>
              </a:rPr>
              <a:t>[LINK]</a:t>
            </a:r>
            <a:endParaRPr lang="en-US" noProof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419BF3-B781-1A9F-DB35-B50DBCAEB79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4702357" cy="605935"/>
          </a:xfrm>
        </p:spPr>
        <p:txBody>
          <a:bodyPr/>
          <a:lstStyle/>
          <a:p>
            <a:r>
              <a:rPr lang="en-US" noProof="0"/>
              <a:t>Broadening our primary palette, the grayscale range provides flexibility between VML Black and VML White for premium brand expression.</a:t>
            </a:r>
          </a:p>
          <a:p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2DC4-4E70-44EA-714E-BF6CF7B55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6</a:t>
            </a:fld>
            <a:endParaRPr lang="en-US" noProof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1C9AD0F-DFA8-DBF3-90C7-43129CA9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3707917" cy="284694"/>
          </a:xfrm>
        </p:spPr>
        <p:txBody>
          <a:bodyPr/>
          <a:lstStyle/>
          <a:p>
            <a:r>
              <a:rPr lang="en-US" noProof="0"/>
              <a:t>Grayscale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6A7AFE5-1FE7-FFDC-02C9-2C5591B529CB}"/>
              </a:ext>
            </a:extLst>
          </p:cNvPr>
          <p:cNvSpPr txBox="1">
            <a:spLocks/>
          </p:cNvSpPr>
          <p:nvPr/>
        </p:nvSpPr>
        <p:spPr>
          <a:xfrm>
            <a:off x="9222742" y="708379"/>
            <a:ext cx="2706562" cy="6492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>
                <a:latin typeface="+mj-lt"/>
              </a:rPr>
              <a:t>Download Color Swatches </a:t>
            </a:r>
            <a:r>
              <a:rPr lang="en-US" u="sng" noProof="0">
                <a:latin typeface="+mj-lt"/>
                <a:hlinkClick r:id="rId3"/>
              </a:rPr>
              <a:t>[LINK]</a:t>
            </a:r>
            <a:endParaRPr lang="en-US" noProof="0">
              <a:latin typeface="+mj-lt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BAC36745-9CC7-3535-F3AC-91F3FFAEAE80}"/>
              </a:ext>
            </a:extLst>
          </p:cNvPr>
          <p:cNvGrpSpPr/>
          <p:nvPr/>
        </p:nvGrpSpPr>
        <p:grpSpPr>
          <a:xfrm>
            <a:off x="264201" y="1694461"/>
            <a:ext cx="11656273" cy="4900115"/>
            <a:chOff x="528470" y="3388469"/>
            <a:chExt cx="23315580" cy="9801505"/>
          </a:xfrm>
        </p:grpSpPr>
        <p:sp>
          <p:nvSpPr>
            <p:cNvPr id="3" name="Rectangle">
              <a:extLst>
                <a:ext uri="{FF2B5EF4-FFF2-40B4-BE49-F238E27FC236}">
                  <a16:creationId xmlns:a16="http://schemas.microsoft.com/office/drawing/2014/main" id="{D6904AAF-7C0D-CC59-92B3-2B6BDE331241}"/>
                </a:ext>
              </a:extLst>
            </p:cNvPr>
            <p:cNvSpPr/>
            <p:nvPr/>
          </p:nvSpPr>
          <p:spPr>
            <a:xfrm>
              <a:off x="528470" y="3388469"/>
              <a:ext cx="7663249" cy="4779782"/>
            </a:xfrm>
            <a:prstGeom prst="rec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5" name="Line">
              <a:extLst>
                <a:ext uri="{FF2B5EF4-FFF2-40B4-BE49-F238E27FC236}">
                  <a16:creationId xmlns:a16="http://schemas.microsoft.com/office/drawing/2014/main" id="{C5095DBC-221A-510C-941C-D58845473093}"/>
                </a:ext>
              </a:extLst>
            </p:cNvPr>
            <p:cNvSpPr/>
            <p:nvPr/>
          </p:nvSpPr>
          <p:spPr>
            <a:xfrm>
              <a:off x="976777" y="6756150"/>
              <a:ext cx="6865575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 lang="en-US" sz="2400" noProof="0"/>
            </a:p>
          </p:txBody>
        </p:sp>
        <p:sp>
          <p:nvSpPr>
            <p:cNvPr id="6" name="VML Black">
              <a:extLst>
                <a:ext uri="{FF2B5EF4-FFF2-40B4-BE49-F238E27FC236}">
                  <a16:creationId xmlns:a16="http://schemas.microsoft.com/office/drawing/2014/main" id="{DCE6E76C-AC50-3BAF-0849-FAA9892D2928}"/>
                </a:ext>
              </a:extLst>
            </p:cNvPr>
            <p:cNvSpPr txBox="1"/>
            <p:nvPr/>
          </p:nvSpPr>
          <p:spPr>
            <a:xfrm>
              <a:off x="884780" y="6953874"/>
              <a:ext cx="4456992" cy="7846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z="6000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2999" noProof="0"/>
                <a:t>VML Black</a:t>
              </a:r>
            </a:p>
          </p:txBody>
        </p:sp>
        <p:sp>
          <p:nvSpPr>
            <p:cNvPr id="7" name="HEX…">
              <a:extLst>
                <a:ext uri="{FF2B5EF4-FFF2-40B4-BE49-F238E27FC236}">
                  <a16:creationId xmlns:a16="http://schemas.microsoft.com/office/drawing/2014/main" id="{5617C8E6-C86B-14C6-F219-8C3983D48490}"/>
                </a:ext>
              </a:extLst>
            </p:cNvPr>
            <p:cNvSpPr txBox="1"/>
            <p:nvPr/>
          </p:nvSpPr>
          <p:spPr>
            <a:xfrm>
              <a:off x="5787225" y="7092374"/>
              <a:ext cx="862770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HEX  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RGB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CMYK</a:t>
              </a:r>
            </a:p>
          </p:txBody>
        </p:sp>
        <p:sp>
          <p:nvSpPr>
            <p:cNvPr id="8" name="#191919…">
              <a:extLst>
                <a:ext uri="{FF2B5EF4-FFF2-40B4-BE49-F238E27FC236}">
                  <a16:creationId xmlns:a16="http://schemas.microsoft.com/office/drawing/2014/main" id="{58616D46-24E6-BBA8-3552-78EBCDF53DEF}"/>
                </a:ext>
              </a:extLst>
            </p:cNvPr>
            <p:cNvSpPr txBox="1"/>
            <p:nvPr/>
          </p:nvSpPr>
          <p:spPr>
            <a:xfrm>
              <a:off x="6660817" y="7092374"/>
              <a:ext cx="1202503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#191919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25, 25, 25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74, 52, 71, 90</a:t>
              </a:r>
            </a:p>
          </p:txBody>
        </p:sp>
        <p:sp>
          <p:nvSpPr>
            <p:cNvPr id="9" name="Square">
              <a:extLst>
                <a:ext uri="{FF2B5EF4-FFF2-40B4-BE49-F238E27FC236}">
                  <a16:creationId xmlns:a16="http://schemas.microsoft.com/office/drawing/2014/main" id="{206B54D5-57AE-9779-F7CC-510876AF8804}"/>
                </a:ext>
              </a:extLst>
            </p:cNvPr>
            <p:cNvSpPr/>
            <p:nvPr/>
          </p:nvSpPr>
          <p:spPr>
            <a:xfrm>
              <a:off x="6474645" y="7163361"/>
              <a:ext cx="127001" cy="131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11" name="Square">
              <a:extLst>
                <a:ext uri="{FF2B5EF4-FFF2-40B4-BE49-F238E27FC236}">
                  <a16:creationId xmlns:a16="http://schemas.microsoft.com/office/drawing/2014/main" id="{966982FE-184F-514C-4BAF-1B6F491CFB5A}"/>
                </a:ext>
              </a:extLst>
            </p:cNvPr>
            <p:cNvSpPr/>
            <p:nvPr/>
          </p:nvSpPr>
          <p:spPr>
            <a:xfrm>
              <a:off x="6474645" y="7366561"/>
              <a:ext cx="127001" cy="131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14" name="Square">
              <a:extLst>
                <a:ext uri="{FF2B5EF4-FFF2-40B4-BE49-F238E27FC236}">
                  <a16:creationId xmlns:a16="http://schemas.microsoft.com/office/drawing/2014/main" id="{8CAA09E7-411B-A65C-228C-E517D864F8A0}"/>
                </a:ext>
              </a:extLst>
            </p:cNvPr>
            <p:cNvSpPr/>
            <p:nvPr/>
          </p:nvSpPr>
          <p:spPr>
            <a:xfrm>
              <a:off x="6474645" y="7582461"/>
              <a:ext cx="127001" cy="131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16" name="Rectangle">
              <a:extLst>
                <a:ext uri="{FF2B5EF4-FFF2-40B4-BE49-F238E27FC236}">
                  <a16:creationId xmlns:a16="http://schemas.microsoft.com/office/drawing/2014/main" id="{43613882-1630-A7AB-EB36-007BC840AF75}"/>
                </a:ext>
              </a:extLst>
            </p:cNvPr>
            <p:cNvSpPr/>
            <p:nvPr/>
          </p:nvSpPr>
          <p:spPr>
            <a:xfrm>
              <a:off x="8354636" y="3388469"/>
              <a:ext cx="7663249" cy="4779782"/>
            </a:xfrm>
            <a:prstGeom prst="rect">
              <a:avLst/>
            </a:prstGeom>
            <a:solidFill>
              <a:srgbClr val="353731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17" name="Line">
              <a:extLst>
                <a:ext uri="{FF2B5EF4-FFF2-40B4-BE49-F238E27FC236}">
                  <a16:creationId xmlns:a16="http://schemas.microsoft.com/office/drawing/2014/main" id="{144F6304-E449-64E7-C507-350C05EDF754}"/>
                </a:ext>
              </a:extLst>
            </p:cNvPr>
            <p:cNvSpPr/>
            <p:nvPr/>
          </p:nvSpPr>
          <p:spPr>
            <a:xfrm>
              <a:off x="8802943" y="6756150"/>
              <a:ext cx="6865575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 lang="en-US" sz="2400" noProof="0"/>
            </a:p>
          </p:txBody>
        </p:sp>
        <p:sp>
          <p:nvSpPr>
            <p:cNvPr id="18" name="Dark Gray">
              <a:extLst>
                <a:ext uri="{FF2B5EF4-FFF2-40B4-BE49-F238E27FC236}">
                  <a16:creationId xmlns:a16="http://schemas.microsoft.com/office/drawing/2014/main" id="{0C0EAB1C-6C66-E5EE-B725-F078CAB9B53E}"/>
                </a:ext>
              </a:extLst>
            </p:cNvPr>
            <p:cNvSpPr txBox="1"/>
            <p:nvPr/>
          </p:nvSpPr>
          <p:spPr>
            <a:xfrm>
              <a:off x="8710947" y="6953874"/>
              <a:ext cx="4456992" cy="7846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z="6000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2999" noProof="0"/>
                <a:t>Dark Gray</a:t>
              </a:r>
            </a:p>
          </p:txBody>
        </p:sp>
        <p:sp>
          <p:nvSpPr>
            <p:cNvPr id="19" name="HEX…">
              <a:extLst>
                <a:ext uri="{FF2B5EF4-FFF2-40B4-BE49-F238E27FC236}">
                  <a16:creationId xmlns:a16="http://schemas.microsoft.com/office/drawing/2014/main" id="{9550BD7F-795A-AEFE-EC5C-25D981E710E1}"/>
                </a:ext>
              </a:extLst>
            </p:cNvPr>
            <p:cNvSpPr txBox="1"/>
            <p:nvPr/>
          </p:nvSpPr>
          <p:spPr>
            <a:xfrm>
              <a:off x="13613392" y="7092374"/>
              <a:ext cx="862770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HEX  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RGB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CMYK</a:t>
              </a:r>
            </a:p>
          </p:txBody>
        </p:sp>
        <p:sp>
          <p:nvSpPr>
            <p:cNvPr id="20" name="#363732…">
              <a:extLst>
                <a:ext uri="{FF2B5EF4-FFF2-40B4-BE49-F238E27FC236}">
                  <a16:creationId xmlns:a16="http://schemas.microsoft.com/office/drawing/2014/main" id="{FB1C6596-7AD0-1C64-F3B0-720D22A4D931}"/>
                </a:ext>
              </a:extLst>
            </p:cNvPr>
            <p:cNvSpPr txBox="1"/>
            <p:nvPr/>
          </p:nvSpPr>
          <p:spPr>
            <a:xfrm>
              <a:off x="14486984" y="7092374"/>
              <a:ext cx="1202503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#363732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54, 55, 50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63, 57, 56, 70</a:t>
              </a:r>
            </a:p>
          </p:txBody>
        </p:sp>
        <p:sp>
          <p:nvSpPr>
            <p:cNvPr id="21" name="Square">
              <a:extLst>
                <a:ext uri="{FF2B5EF4-FFF2-40B4-BE49-F238E27FC236}">
                  <a16:creationId xmlns:a16="http://schemas.microsoft.com/office/drawing/2014/main" id="{0E604DB4-82D2-79C2-9D0A-270D44604987}"/>
                </a:ext>
              </a:extLst>
            </p:cNvPr>
            <p:cNvSpPr/>
            <p:nvPr/>
          </p:nvSpPr>
          <p:spPr>
            <a:xfrm>
              <a:off x="14300811" y="7163361"/>
              <a:ext cx="127001" cy="131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22" name="Square">
              <a:extLst>
                <a:ext uri="{FF2B5EF4-FFF2-40B4-BE49-F238E27FC236}">
                  <a16:creationId xmlns:a16="http://schemas.microsoft.com/office/drawing/2014/main" id="{DD27516F-2BCD-C1A2-D822-02F5A74C64B4}"/>
                </a:ext>
              </a:extLst>
            </p:cNvPr>
            <p:cNvSpPr/>
            <p:nvPr/>
          </p:nvSpPr>
          <p:spPr>
            <a:xfrm>
              <a:off x="14300811" y="7366561"/>
              <a:ext cx="127001" cy="131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23" name="Square">
              <a:extLst>
                <a:ext uri="{FF2B5EF4-FFF2-40B4-BE49-F238E27FC236}">
                  <a16:creationId xmlns:a16="http://schemas.microsoft.com/office/drawing/2014/main" id="{34177223-6821-E55B-2338-2D02A626E7E7}"/>
                </a:ext>
              </a:extLst>
            </p:cNvPr>
            <p:cNvSpPr/>
            <p:nvPr/>
          </p:nvSpPr>
          <p:spPr>
            <a:xfrm>
              <a:off x="14300811" y="7582461"/>
              <a:ext cx="127001" cy="131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25" name="Rectangle">
              <a:extLst>
                <a:ext uri="{FF2B5EF4-FFF2-40B4-BE49-F238E27FC236}">
                  <a16:creationId xmlns:a16="http://schemas.microsoft.com/office/drawing/2014/main" id="{455C0364-E1B6-57A8-6C4A-4157E0FD8FE6}"/>
                </a:ext>
              </a:extLst>
            </p:cNvPr>
            <p:cNvSpPr/>
            <p:nvPr/>
          </p:nvSpPr>
          <p:spPr>
            <a:xfrm>
              <a:off x="16180801" y="3388469"/>
              <a:ext cx="7663249" cy="4779782"/>
            </a:xfrm>
            <a:prstGeom prst="rect">
              <a:avLst/>
            </a:prstGeom>
            <a:solidFill>
              <a:srgbClr val="53544A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26" name="Line">
              <a:extLst>
                <a:ext uri="{FF2B5EF4-FFF2-40B4-BE49-F238E27FC236}">
                  <a16:creationId xmlns:a16="http://schemas.microsoft.com/office/drawing/2014/main" id="{B4A0D008-1E95-B52C-C7EB-68DA350ADD19}"/>
                </a:ext>
              </a:extLst>
            </p:cNvPr>
            <p:cNvSpPr/>
            <p:nvPr/>
          </p:nvSpPr>
          <p:spPr>
            <a:xfrm>
              <a:off x="16629108" y="6756150"/>
              <a:ext cx="6865575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 lang="en-US" sz="2400" noProof="0"/>
            </a:p>
          </p:txBody>
        </p:sp>
        <p:sp>
          <p:nvSpPr>
            <p:cNvPr id="27" name="Med Gray">
              <a:extLst>
                <a:ext uri="{FF2B5EF4-FFF2-40B4-BE49-F238E27FC236}">
                  <a16:creationId xmlns:a16="http://schemas.microsoft.com/office/drawing/2014/main" id="{C9907109-6ACC-2415-D865-D663E0E8AC7F}"/>
                </a:ext>
              </a:extLst>
            </p:cNvPr>
            <p:cNvSpPr txBox="1"/>
            <p:nvPr/>
          </p:nvSpPr>
          <p:spPr>
            <a:xfrm>
              <a:off x="16537113" y="6953874"/>
              <a:ext cx="4456992" cy="7846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z="6000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2999" noProof="0"/>
                <a:t>Med Gray</a:t>
              </a:r>
            </a:p>
          </p:txBody>
        </p:sp>
        <p:sp>
          <p:nvSpPr>
            <p:cNvPr id="28" name="HEX…">
              <a:extLst>
                <a:ext uri="{FF2B5EF4-FFF2-40B4-BE49-F238E27FC236}">
                  <a16:creationId xmlns:a16="http://schemas.microsoft.com/office/drawing/2014/main" id="{F15307A8-A67D-8248-C25C-3FE2AAE50C7C}"/>
                </a:ext>
              </a:extLst>
            </p:cNvPr>
            <p:cNvSpPr txBox="1"/>
            <p:nvPr/>
          </p:nvSpPr>
          <p:spPr>
            <a:xfrm>
              <a:off x="21439557" y="7092374"/>
              <a:ext cx="862770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HEX  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RGB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CMYK</a:t>
              </a:r>
            </a:p>
          </p:txBody>
        </p:sp>
        <p:sp>
          <p:nvSpPr>
            <p:cNvPr id="29" name="#53544A…">
              <a:extLst>
                <a:ext uri="{FF2B5EF4-FFF2-40B4-BE49-F238E27FC236}">
                  <a16:creationId xmlns:a16="http://schemas.microsoft.com/office/drawing/2014/main" id="{B6442652-CB05-9184-DD33-9AE00F195A23}"/>
                </a:ext>
              </a:extLst>
            </p:cNvPr>
            <p:cNvSpPr txBox="1"/>
            <p:nvPr/>
          </p:nvSpPr>
          <p:spPr>
            <a:xfrm>
              <a:off x="22313149" y="7092374"/>
              <a:ext cx="1202503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#53544A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83, 84, 74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59, 48, 58, 44</a:t>
              </a:r>
            </a:p>
          </p:txBody>
        </p:sp>
        <p:sp>
          <p:nvSpPr>
            <p:cNvPr id="30" name="Square">
              <a:extLst>
                <a:ext uri="{FF2B5EF4-FFF2-40B4-BE49-F238E27FC236}">
                  <a16:creationId xmlns:a16="http://schemas.microsoft.com/office/drawing/2014/main" id="{59A5F561-99F9-5F03-CF6F-E04D22452BFE}"/>
                </a:ext>
              </a:extLst>
            </p:cNvPr>
            <p:cNvSpPr/>
            <p:nvPr/>
          </p:nvSpPr>
          <p:spPr>
            <a:xfrm>
              <a:off x="22126976" y="7163361"/>
              <a:ext cx="127001" cy="131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31" name="Square">
              <a:extLst>
                <a:ext uri="{FF2B5EF4-FFF2-40B4-BE49-F238E27FC236}">
                  <a16:creationId xmlns:a16="http://schemas.microsoft.com/office/drawing/2014/main" id="{40A3B5A4-2FD8-299C-121F-5656021F96B3}"/>
                </a:ext>
              </a:extLst>
            </p:cNvPr>
            <p:cNvSpPr/>
            <p:nvPr/>
          </p:nvSpPr>
          <p:spPr>
            <a:xfrm>
              <a:off x="22126976" y="7366561"/>
              <a:ext cx="127001" cy="131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32" name="Square">
              <a:extLst>
                <a:ext uri="{FF2B5EF4-FFF2-40B4-BE49-F238E27FC236}">
                  <a16:creationId xmlns:a16="http://schemas.microsoft.com/office/drawing/2014/main" id="{D4018B0C-FAFC-4269-4694-09136D87CEAD}"/>
                </a:ext>
              </a:extLst>
            </p:cNvPr>
            <p:cNvSpPr/>
            <p:nvPr/>
          </p:nvSpPr>
          <p:spPr>
            <a:xfrm>
              <a:off x="22126976" y="7582461"/>
              <a:ext cx="127001" cy="13167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34" name="Rectangle">
              <a:extLst>
                <a:ext uri="{FF2B5EF4-FFF2-40B4-BE49-F238E27FC236}">
                  <a16:creationId xmlns:a16="http://schemas.microsoft.com/office/drawing/2014/main" id="{3931DEEF-EB79-AE3B-367B-73582368D621}"/>
                </a:ext>
              </a:extLst>
            </p:cNvPr>
            <p:cNvSpPr/>
            <p:nvPr/>
          </p:nvSpPr>
          <p:spPr>
            <a:xfrm>
              <a:off x="528470" y="8410193"/>
              <a:ext cx="7663249" cy="4779781"/>
            </a:xfrm>
            <a:prstGeom prst="rect">
              <a:avLst/>
            </a:prstGeom>
            <a:solidFill>
              <a:schemeClr val="accent6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35" name="Line">
              <a:extLst>
                <a:ext uri="{FF2B5EF4-FFF2-40B4-BE49-F238E27FC236}">
                  <a16:creationId xmlns:a16="http://schemas.microsoft.com/office/drawing/2014/main" id="{2559BADF-6DB4-A47B-0E66-6CC99813DB0D}"/>
                </a:ext>
              </a:extLst>
            </p:cNvPr>
            <p:cNvSpPr/>
            <p:nvPr/>
          </p:nvSpPr>
          <p:spPr>
            <a:xfrm>
              <a:off x="976777" y="11777875"/>
              <a:ext cx="6865575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 lang="en-US" sz="2400" noProof="0"/>
            </a:p>
          </p:txBody>
        </p:sp>
        <p:sp>
          <p:nvSpPr>
            <p:cNvPr id="36" name="Gray">
              <a:extLst>
                <a:ext uri="{FF2B5EF4-FFF2-40B4-BE49-F238E27FC236}">
                  <a16:creationId xmlns:a16="http://schemas.microsoft.com/office/drawing/2014/main" id="{8DDCC70C-E736-7FEC-0324-30BC793885A5}"/>
                </a:ext>
              </a:extLst>
            </p:cNvPr>
            <p:cNvSpPr txBox="1"/>
            <p:nvPr/>
          </p:nvSpPr>
          <p:spPr>
            <a:xfrm>
              <a:off x="884780" y="11975598"/>
              <a:ext cx="4456992" cy="7846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z="6000" spc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2999" noProof="0"/>
                <a:t>Gray</a:t>
              </a:r>
            </a:p>
          </p:txBody>
        </p:sp>
        <p:sp>
          <p:nvSpPr>
            <p:cNvPr id="37" name="HEX…">
              <a:extLst>
                <a:ext uri="{FF2B5EF4-FFF2-40B4-BE49-F238E27FC236}">
                  <a16:creationId xmlns:a16="http://schemas.microsoft.com/office/drawing/2014/main" id="{6EA31923-222F-DCA6-0ECD-BF3C9D810AA9}"/>
                </a:ext>
              </a:extLst>
            </p:cNvPr>
            <p:cNvSpPr txBox="1"/>
            <p:nvPr/>
          </p:nvSpPr>
          <p:spPr>
            <a:xfrm>
              <a:off x="5787225" y="12114096"/>
              <a:ext cx="862770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HEX  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RGB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CMYK</a:t>
              </a:r>
            </a:p>
          </p:txBody>
        </p:sp>
        <p:sp>
          <p:nvSpPr>
            <p:cNvPr id="38" name="#8B8C81…">
              <a:extLst>
                <a:ext uri="{FF2B5EF4-FFF2-40B4-BE49-F238E27FC236}">
                  <a16:creationId xmlns:a16="http://schemas.microsoft.com/office/drawing/2014/main" id="{F6021B6E-1CB1-330B-A759-233ACDE8B125}"/>
                </a:ext>
              </a:extLst>
            </p:cNvPr>
            <p:cNvSpPr txBox="1"/>
            <p:nvPr/>
          </p:nvSpPr>
          <p:spPr>
            <a:xfrm>
              <a:off x="6660817" y="12114096"/>
              <a:ext cx="1202503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#8B8C81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139, 140, 129</a:t>
              </a:r>
            </a:p>
            <a:p>
              <a:pPr>
                <a:defRPr sz="1400" b="1" spc="0">
                  <a:solidFill>
                    <a:srgbClr val="FFFFFF"/>
                  </a:solidFill>
                </a:defRPr>
              </a:pPr>
              <a:r>
                <a:rPr lang="en-US" sz="700" noProof="0"/>
                <a:t>39, 29, 36, 9</a:t>
              </a:r>
            </a:p>
          </p:txBody>
        </p:sp>
        <p:sp>
          <p:nvSpPr>
            <p:cNvPr id="39" name="Square">
              <a:extLst>
                <a:ext uri="{FF2B5EF4-FFF2-40B4-BE49-F238E27FC236}">
                  <a16:creationId xmlns:a16="http://schemas.microsoft.com/office/drawing/2014/main" id="{B4D5C634-622E-B7F5-7000-092655FE678B}"/>
                </a:ext>
              </a:extLst>
            </p:cNvPr>
            <p:cNvSpPr/>
            <p:nvPr/>
          </p:nvSpPr>
          <p:spPr>
            <a:xfrm>
              <a:off x="6474645" y="12185084"/>
              <a:ext cx="127001" cy="13167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0" name="Square">
              <a:extLst>
                <a:ext uri="{FF2B5EF4-FFF2-40B4-BE49-F238E27FC236}">
                  <a16:creationId xmlns:a16="http://schemas.microsoft.com/office/drawing/2014/main" id="{0F83C422-037A-9437-4D75-4850F6C655F9}"/>
                </a:ext>
              </a:extLst>
            </p:cNvPr>
            <p:cNvSpPr/>
            <p:nvPr/>
          </p:nvSpPr>
          <p:spPr>
            <a:xfrm>
              <a:off x="6474645" y="12388284"/>
              <a:ext cx="127001" cy="13167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1" name="Square">
              <a:extLst>
                <a:ext uri="{FF2B5EF4-FFF2-40B4-BE49-F238E27FC236}">
                  <a16:creationId xmlns:a16="http://schemas.microsoft.com/office/drawing/2014/main" id="{EA5E18DB-40C8-1A74-4E22-491DE79DEE8E}"/>
                </a:ext>
              </a:extLst>
            </p:cNvPr>
            <p:cNvSpPr/>
            <p:nvPr/>
          </p:nvSpPr>
          <p:spPr>
            <a:xfrm>
              <a:off x="6474645" y="12604184"/>
              <a:ext cx="127001" cy="13167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3" name="Rectangle">
              <a:extLst>
                <a:ext uri="{FF2B5EF4-FFF2-40B4-BE49-F238E27FC236}">
                  <a16:creationId xmlns:a16="http://schemas.microsoft.com/office/drawing/2014/main" id="{17154749-93C4-2E7F-A1F7-71FAD9F72022}"/>
                </a:ext>
              </a:extLst>
            </p:cNvPr>
            <p:cNvSpPr/>
            <p:nvPr/>
          </p:nvSpPr>
          <p:spPr>
            <a:xfrm>
              <a:off x="8354636" y="8410193"/>
              <a:ext cx="7663249" cy="4779781"/>
            </a:xfrm>
            <a:prstGeom prst="rect">
              <a:avLst/>
            </a:prstGeom>
            <a:solidFill>
              <a:srgbClr val="C2C4B8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4" name="Line">
              <a:extLst>
                <a:ext uri="{FF2B5EF4-FFF2-40B4-BE49-F238E27FC236}">
                  <a16:creationId xmlns:a16="http://schemas.microsoft.com/office/drawing/2014/main" id="{CB3E7722-D0C0-F3D8-F12A-04C1DA2D0438}"/>
                </a:ext>
              </a:extLst>
            </p:cNvPr>
            <p:cNvSpPr/>
            <p:nvPr/>
          </p:nvSpPr>
          <p:spPr>
            <a:xfrm>
              <a:off x="8802943" y="11777875"/>
              <a:ext cx="6865575" cy="1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 lang="en-US" sz="2400" noProof="0"/>
            </a:p>
          </p:txBody>
        </p:sp>
        <p:sp>
          <p:nvSpPr>
            <p:cNvPr id="45" name="Light Gray">
              <a:extLst>
                <a:ext uri="{FF2B5EF4-FFF2-40B4-BE49-F238E27FC236}">
                  <a16:creationId xmlns:a16="http://schemas.microsoft.com/office/drawing/2014/main" id="{DCFC70E5-B28C-7438-5867-08D2432060F9}"/>
                </a:ext>
              </a:extLst>
            </p:cNvPr>
            <p:cNvSpPr txBox="1"/>
            <p:nvPr/>
          </p:nvSpPr>
          <p:spPr>
            <a:xfrm>
              <a:off x="8710947" y="11975598"/>
              <a:ext cx="4456992" cy="7846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z="6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2999" noProof="0"/>
                <a:t>Light Gray</a:t>
              </a:r>
            </a:p>
          </p:txBody>
        </p:sp>
        <p:sp>
          <p:nvSpPr>
            <p:cNvPr id="46" name="HEX…">
              <a:extLst>
                <a:ext uri="{FF2B5EF4-FFF2-40B4-BE49-F238E27FC236}">
                  <a16:creationId xmlns:a16="http://schemas.microsoft.com/office/drawing/2014/main" id="{F3A434DE-7A3A-4F04-2048-D56B3FCC27B7}"/>
                </a:ext>
              </a:extLst>
            </p:cNvPr>
            <p:cNvSpPr txBox="1"/>
            <p:nvPr/>
          </p:nvSpPr>
          <p:spPr>
            <a:xfrm>
              <a:off x="13613392" y="12114096"/>
              <a:ext cx="862770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/>
              </a:pPr>
              <a:r>
                <a:rPr lang="en-US" sz="700" noProof="0"/>
                <a:t>HEX  </a:t>
              </a:r>
            </a:p>
            <a:p>
              <a:pPr>
                <a:defRPr sz="1400" b="1" spc="0"/>
              </a:pPr>
              <a:r>
                <a:rPr lang="en-US" sz="700" noProof="0"/>
                <a:t>RGB</a:t>
              </a:r>
            </a:p>
            <a:p>
              <a:pPr>
                <a:defRPr sz="1400" b="1" spc="0"/>
              </a:pPr>
              <a:r>
                <a:rPr lang="en-US" sz="700" noProof="0"/>
                <a:t>CMYK</a:t>
              </a:r>
            </a:p>
          </p:txBody>
        </p:sp>
        <p:sp>
          <p:nvSpPr>
            <p:cNvPr id="47" name="#C2C4B8…">
              <a:extLst>
                <a:ext uri="{FF2B5EF4-FFF2-40B4-BE49-F238E27FC236}">
                  <a16:creationId xmlns:a16="http://schemas.microsoft.com/office/drawing/2014/main" id="{87C4FBB2-FA43-139E-0FE7-C80A7FBC9017}"/>
                </a:ext>
              </a:extLst>
            </p:cNvPr>
            <p:cNvSpPr txBox="1"/>
            <p:nvPr/>
          </p:nvSpPr>
          <p:spPr>
            <a:xfrm>
              <a:off x="14486984" y="12114096"/>
              <a:ext cx="1202503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/>
              </a:pPr>
              <a:r>
                <a:rPr lang="en-US" sz="700" noProof="0"/>
                <a:t>#C2C4B8</a:t>
              </a:r>
            </a:p>
            <a:p>
              <a:pPr>
                <a:defRPr sz="1400" b="1" spc="0"/>
              </a:pPr>
              <a:r>
                <a:rPr lang="en-US" sz="700" noProof="0"/>
                <a:t>194, 196, 184</a:t>
              </a:r>
            </a:p>
            <a:p>
              <a:pPr>
                <a:defRPr sz="1400" b="1" spc="0"/>
              </a:pPr>
              <a:r>
                <a:rPr lang="en-US" sz="700" noProof="0"/>
                <a:t>23, 15, 22, 0</a:t>
              </a:r>
            </a:p>
          </p:txBody>
        </p:sp>
        <p:sp>
          <p:nvSpPr>
            <p:cNvPr id="48" name="Square">
              <a:extLst>
                <a:ext uri="{FF2B5EF4-FFF2-40B4-BE49-F238E27FC236}">
                  <a16:creationId xmlns:a16="http://schemas.microsoft.com/office/drawing/2014/main" id="{D7FF70FF-8127-DA88-5A9A-5C05A3CC8223}"/>
                </a:ext>
              </a:extLst>
            </p:cNvPr>
            <p:cNvSpPr/>
            <p:nvPr/>
          </p:nvSpPr>
          <p:spPr>
            <a:xfrm>
              <a:off x="14300811" y="12185084"/>
              <a:ext cx="127001" cy="131673"/>
            </a:xfrm>
            <a:prstGeom prst="rec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49" name="Square">
              <a:extLst>
                <a:ext uri="{FF2B5EF4-FFF2-40B4-BE49-F238E27FC236}">
                  <a16:creationId xmlns:a16="http://schemas.microsoft.com/office/drawing/2014/main" id="{FBC0EF5D-23DE-A4AA-5098-C439F804F50D}"/>
                </a:ext>
              </a:extLst>
            </p:cNvPr>
            <p:cNvSpPr/>
            <p:nvPr/>
          </p:nvSpPr>
          <p:spPr>
            <a:xfrm>
              <a:off x="14300811" y="12388284"/>
              <a:ext cx="127001" cy="131673"/>
            </a:xfrm>
            <a:prstGeom prst="rec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50" name="Square">
              <a:extLst>
                <a:ext uri="{FF2B5EF4-FFF2-40B4-BE49-F238E27FC236}">
                  <a16:creationId xmlns:a16="http://schemas.microsoft.com/office/drawing/2014/main" id="{3B5B95A4-3C7C-F00B-65FA-C1B80C03A0EA}"/>
                </a:ext>
              </a:extLst>
            </p:cNvPr>
            <p:cNvSpPr/>
            <p:nvPr/>
          </p:nvSpPr>
          <p:spPr>
            <a:xfrm>
              <a:off x="14300811" y="12604184"/>
              <a:ext cx="127001" cy="131673"/>
            </a:xfrm>
            <a:prstGeom prst="rec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94" name="Rectangle">
              <a:extLst>
                <a:ext uri="{FF2B5EF4-FFF2-40B4-BE49-F238E27FC236}">
                  <a16:creationId xmlns:a16="http://schemas.microsoft.com/office/drawing/2014/main" id="{3029AAA4-5C30-0619-76EC-74599B87CD89}"/>
                </a:ext>
              </a:extLst>
            </p:cNvPr>
            <p:cNvSpPr/>
            <p:nvPr/>
          </p:nvSpPr>
          <p:spPr>
            <a:xfrm>
              <a:off x="16180801" y="8410193"/>
              <a:ext cx="7663249" cy="4779781"/>
            </a:xfrm>
            <a:prstGeom prst="rect">
              <a:avLst/>
            </a:prstGeom>
            <a:solidFill>
              <a:schemeClr val="bg1"/>
            </a:solidFill>
            <a:ln w="12700" cap="flat">
              <a:solidFill>
                <a:schemeClr val="accent6"/>
              </a:solidFill>
              <a:prstDash val="solid"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95" name="Line">
              <a:extLst>
                <a:ext uri="{FF2B5EF4-FFF2-40B4-BE49-F238E27FC236}">
                  <a16:creationId xmlns:a16="http://schemas.microsoft.com/office/drawing/2014/main" id="{6E65D4B4-CD9C-1452-1BF4-43846B2963C7}"/>
                </a:ext>
              </a:extLst>
            </p:cNvPr>
            <p:cNvSpPr/>
            <p:nvPr/>
          </p:nvSpPr>
          <p:spPr>
            <a:xfrm>
              <a:off x="16629108" y="11777875"/>
              <a:ext cx="6865575" cy="1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  <a:latin typeface="Helvetica Neue"/>
                  <a:ea typeface="Helvetica Neue"/>
                  <a:cs typeface="Helvetica Neue"/>
                  <a:sym typeface="Helvetica Neue"/>
                </a:defRPr>
              </a:pPr>
              <a:endParaRPr lang="en-US" sz="2400" noProof="0"/>
            </a:p>
          </p:txBody>
        </p:sp>
        <p:sp>
          <p:nvSpPr>
            <p:cNvPr id="96" name="VML White">
              <a:extLst>
                <a:ext uri="{FF2B5EF4-FFF2-40B4-BE49-F238E27FC236}">
                  <a16:creationId xmlns:a16="http://schemas.microsoft.com/office/drawing/2014/main" id="{7AA25F2A-2C01-DD5D-6D5D-C248F666AC84}"/>
                </a:ext>
              </a:extLst>
            </p:cNvPr>
            <p:cNvSpPr txBox="1"/>
            <p:nvPr/>
          </p:nvSpPr>
          <p:spPr>
            <a:xfrm>
              <a:off x="16537113" y="11975598"/>
              <a:ext cx="4456992" cy="7846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ct val="80000"/>
                </a:lnSpc>
                <a:spcBef>
                  <a:spcPts val="0"/>
                </a:spcBef>
                <a:defRPr sz="6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2999" noProof="0"/>
                <a:t>VML White</a:t>
              </a:r>
            </a:p>
          </p:txBody>
        </p:sp>
        <p:sp>
          <p:nvSpPr>
            <p:cNvPr id="97" name="HEX…">
              <a:extLst>
                <a:ext uri="{FF2B5EF4-FFF2-40B4-BE49-F238E27FC236}">
                  <a16:creationId xmlns:a16="http://schemas.microsoft.com/office/drawing/2014/main" id="{290832EC-0783-C9B7-0C8D-B12001E74E9B}"/>
                </a:ext>
              </a:extLst>
            </p:cNvPr>
            <p:cNvSpPr txBox="1"/>
            <p:nvPr/>
          </p:nvSpPr>
          <p:spPr>
            <a:xfrm>
              <a:off x="21439557" y="12114096"/>
              <a:ext cx="862770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/>
              </a:pPr>
              <a:r>
                <a:rPr lang="en-US" sz="700" noProof="0"/>
                <a:t>HEX  </a:t>
              </a:r>
            </a:p>
            <a:p>
              <a:pPr>
                <a:defRPr sz="1400" b="1" spc="0"/>
              </a:pPr>
              <a:r>
                <a:rPr lang="en-US" sz="700" noProof="0"/>
                <a:t>RGB</a:t>
              </a:r>
            </a:p>
            <a:p>
              <a:pPr>
                <a:defRPr sz="1400" b="1" spc="0"/>
              </a:pPr>
              <a:r>
                <a:rPr lang="en-US" sz="700" noProof="0"/>
                <a:t>CMYK</a:t>
              </a:r>
            </a:p>
          </p:txBody>
        </p:sp>
        <p:sp>
          <p:nvSpPr>
            <p:cNvPr id="98" name="#F5F5F5…">
              <a:extLst>
                <a:ext uri="{FF2B5EF4-FFF2-40B4-BE49-F238E27FC236}">
                  <a16:creationId xmlns:a16="http://schemas.microsoft.com/office/drawing/2014/main" id="{19520E10-460A-C99C-F9FC-A7DC6B782DEF}"/>
                </a:ext>
              </a:extLst>
            </p:cNvPr>
            <p:cNvSpPr txBox="1"/>
            <p:nvPr/>
          </p:nvSpPr>
          <p:spPr>
            <a:xfrm>
              <a:off x="22313149" y="12114096"/>
              <a:ext cx="1202503" cy="64641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/>
            <a:p>
              <a:pPr>
                <a:defRPr sz="1400" b="1" spc="0"/>
              </a:pPr>
              <a:r>
                <a:rPr lang="en-US" sz="700" noProof="0"/>
                <a:t>#F5F5F5</a:t>
              </a:r>
            </a:p>
            <a:p>
              <a:pPr>
                <a:defRPr sz="1400" b="1" spc="0"/>
              </a:pPr>
              <a:r>
                <a:rPr lang="en-US" sz="700" noProof="0"/>
                <a:t>245, 245, 245</a:t>
              </a:r>
            </a:p>
            <a:p>
              <a:pPr>
                <a:defRPr sz="1400" b="1" spc="0"/>
              </a:pPr>
              <a:r>
                <a:rPr lang="en-US" sz="700" noProof="0"/>
                <a:t>1, 1, 3, 0</a:t>
              </a:r>
            </a:p>
          </p:txBody>
        </p:sp>
        <p:sp>
          <p:nvSpPr>
            <p:cNvPr id="99" name="Square">
              <a:extLst>
                <a:ext uri="{FF2B5EF4-FFF2-40B4-BE49-F238E27FC236}">
                  <a16:creationId xmlns:a16="http://schemas.microsoft.com/office/drawing/2014/main" id="{7DB8EB3B-A3D9-A391-C8AD-19B1E293B418}"/>
                </a:ext>
              </a:extLst>
            </p:cNvPr>
            <p:cNvSpPr/>
            <p:nvPr/>
          </p:nvSpPr>
          <p:spPr>
            <a:xfrm>
              <a:off x="22126976" y="12185084"/>
              <a:ext cx="127001" cy="131673"/>
            </a:xfrm>
            <a:prstGeom prst="rec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100" name="Square">
              <a:extLst>
                <a:ext uri="{FF2B5EF4-FFF2-40B4-BE49-F238E27FC236}">
                  <a16:creationId xmlns:a16="http://schemas.microsoft.com/office/drawing/2014/main" id="{1574B5F3-CCC9-E521-F97B-B31196F1C4C3}"/>
                </a:ext>
              </a:extLst>
            </p:cNvPr>
            <p:cNvSpPr/>
            <p:nvPr/>
          </p:nvSpPr>
          <p:spPr>
            <a:xfrm>
              <a:off x="22126976" y="12388284"/>
              <a:ext cx="127001" cy="131673"/>
            </a:xfrm>
            <a:prstGeom prst="rec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  <p:sp>
          <p:nvSpPr>
            <p:cNvPr id="101" name="Square">
              <a:extLst>
                <a:ext uri="{FF2B5EF4-FFF2-40B4-BE49-F238E27FC236}">
                  <a16:creationId xmlns:a16="http://schemas.microsoft.com/office/drawing/2014/main" id="{F25DBE93-B7F7-B9E0-8EAB-1950886AF83F}"/>
                </a:ext>
              </a:extLst>
            </p:cNvPr>
            <p:cNvSpPr/>
            <p:nvPr/>
          </p:nvSpPr>
          <p:spPr>
            <a:xfrm>
              <a:off x="22126976" y="12604184"/>
              <a:ext cx="127001" cy="131673"/>
            </a:xfrm>
            <a:prstGeom prst="rect">
              <a:avLst/>
            </a:prstGeom>
            <a:solidFill>
              <a:schemeClr val="tx1"/>
            </a:solidFill>
            <a:ln w="12700" cap="flat">
              <a:noFill/>
              <a:miter lim="400000"/>
            </a:ln>
            <a:effectLst/>
          </p:spPr>
          <p:txBody>
            <a:bodyPr wrap="square" lIns="25397" tIns="25397" rIns="25397" bIns="25397" numCol="1" anchor="ctr">
              <a:noAutofit/>
            </a:bodyPr>
            <a:lstStyle/>
            <a:p>
              <a:pPr algn="ctr">
                <a:defRPr sz="3200">
                  <a:solidFill>
                    <a:srgbClr val="FFFFFF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  <a:endParaRPr lang="en-US" sz="16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482432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419BF3-B781-1A9F-DB35-B50DBCAEB79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4702357" cy="605935"/>
          </a:xfrm>
        </p:spPr>
        <p:txBody>
          <a:bodyPr/>
          <a:lstStyle/>
          <a:p>
            <a:r>
              <a:rPr lang="en-US" noProof="0"/>
              <a:t>Our secondary palette features rich, leather-like neutral colors to compliment the black and white, adding warmth. Use one color hue at a time. Avoid too much color variation in any single experience or communication.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2DC4-4E70-44EA-714E-BF6CF7B55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7</a:t>
            </a:fld>
            <a:endParaRPr lang="en-US" noProof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1C9AD0F-DFA8-DBF3-90C7-43129CA9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3707917" cy="284694"/>
          </a:xfrm>
        </p:spPr>
        <p:txBody>
          <a:bodyPr/>
          <a:lstStyle/>
          <a:p>
            <a:r>
              <a:rPr lang="en-US" noProof="0"/>
              <a:t>Full palette with</a:t>
            </a:r>
            <a:br>
              <a:rPr lang="en-US" noProof="0"/>
            </a:br>
            <a:r>
              <a:rPr lang="en-US" noProof="0"/>
              <a:t>secondary colors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6A7AFE5-1FE7-FFDC-02C9-2C5591B529CB}"/>
              </a:ext>
            </a:extLst>
          </p:cNvPr>
          <p:cNvSpPr txBox="1">
            <a:spLocks/>
          </p:cNvSpPr>
          <p:nvPr/>
        </p:nvSpPr>
        <p:spPr>
          <a:xfrm>
            <a:off x="9222742" y="708379"/>
            <a:ext cx="2706562" cy="6492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>
                <a:latin typeface="+mj-lt"/>
              </a:rPr>
              <a:t>Download Color Swatches </a:t>
            </a:r>
            <a:r>
              <a:rPr lang="en-US" u="sng" noProof="0">
                <a:latin typeface="+mj-lt"/>
                <a:hlinkClick r:id="rId3"/>
              </a:rPr>
              <a:t>[LINK]</a:t>
            </a:r>
            <a:endParaRPr lang="en-US" noProof="0">
              <a:latin typeface="+mj-lt"/>
            </a:endParaRPr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9364C0C6-3D40-57BB-7B24-17556B1048CA}"/>
              </a:ext>
            </a:extLst>
          </p:cNvPr>
          <p:cNvGrpSpPr/>
          <p:nvPr/>
        </p:nvGrpSpPr>
        <p:grpSpPr>
          <a:xfrm>
            <a:off x="262698" y="1689327"/>
            <a:ext cx="11657613" cy="4904936"/>
            <a:chOff x="525463" y="3378199"/>
            <a:chExt cx="23318262" cy="9811146"/>
          </a:xfrm>
        </p:grpSpPr>
        <p:sp>
          <p:nvSpPr>
            <p:cNvPr id="2" name="Rectangle">
              <a:extLst>
                <a:ext uri="{FF2B5EF4-FFF2-40B4-BE49-F238E27FC236}">
                  <a16:creationId xmlns:a16="http://schemas.microsoft.com/office/drawing/2014/main" id="{ADC3EA3C-0BAF-FD1D-3EC1-4BDCA9CBDBDA}"/>
                </a:ext>
              </a:extLst>
            </p:cNvPr>
            <p:cNvSpPr/>
            <p:nvPr/>
          </p:nvSpPr>
          <p:spPr>
            <a:xfrm>
              <a:off x="5215079" y="3384945"/>
              <a:ext cx="4556029" cy="3166138"/>
            </a:xfrm>
            <a:prstGeom prst="rect">
              <a:avLst/>
            </a:prstGeom>
            <a:solidFill>
              <a:srgbClr val="FAD28C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3" name="Line">
              <a:extLst>
                <a:ext uri="{FF2B5EF4-FFF2-40B4-BE49-F238E27FC236}">
                  <a16:creationId xmlns:a16="http://schemas.microsoft.com/office/drawing/2014/main" id="{D09B8628-9587-2A0B-9282-09E8ED442268}"/>
                </a:ext>
              </a:extLst>
            </p:cNvPr>
            <p:cNvSpPr/>
            <p:nvPr/>
          </p:nvSpPr>
          <p:spPr>
            <a:xfrm>
              <a:off x="5477131" y="5647799"/>
              <a:ext cx="4144749" cy="1"/>
            </a:xfrm>
            <a:prstGeom prst="line">
              <a:avLst/>
            </a:prstGeom>
            <a:ln w="19050">
              <a:solidFill>
                <a:schemeClr val="tx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5" name="Light Gold">
              <a:extLst>
                <a:ext uri="{FF2B5EF4-FFF2-40B4-BE49-F238E27FC236}">
                  <a16:creationId xmlns:a16="http://schemas.microsoft.com/office/drawing/2014/main" id="{4F529AAC-7E2F-EB53-4ABD-E5A0F1878685}"/>
                </a:ext>
              </a:extLst>
            </p:cNvPr>
            <p:cNvSpPr txBox="1"/>
            <p:nvPr/>
          </p:nvSpPr>
          <p:spPr>
            <a:xfrm>
              <a:off x="5466043" y="5767164"/>
              <a:ext cx="2299170" cy="5520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/>
                <a:t>Light Gold</a:t>
              </a:r>
            </a:p>
          </p:txBody>
        </p:sp>
        <p:sp>
          <p:nvSpPr>
            <p:cNvPr id="6" name="HEX…">
              <a:extLst>
                <a:ext uri="{FF2B5EF4-FFF2-40B4-BE49-F238E27FC236}">
                  <a16:creationId xmlns:a16="http://schemas.microsoft.com/office/drawing/2014/main" id="{6C57F79E-3D4A-67BA-F32E-3B8FBD1E3E88}"/>
                </a:ext>
              </a:extLst>
            </p:cNvPr>
            <p:cNvSpPr txBox="1"/>
            <p:nvPr/>
          </p:nvSpPr>
          <p:spPr>
            <a:xfrm>
              <a:off x="8188819" y="5843834"/>
              <a:ext cx="367339" cy="64353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HEX  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RGB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CMYK</a:t>
              </a:r>
              <a:br>
                <a:rPr lang="en-US" sz="450" noProof="0"/>
              </a:br>
              <a:r>
                <a:rPr lang="en-US" sz="450" noProof="0"/>
                <a:t>PMS</a:t>
              </a:r>
            </a:p>
          </p:txBody>
        </p:sp>
        <p:sp>
          <p:nvSpPr>
            <p:cNvPr id="7" name="#F9D28C…">
              <a:extLst>
                <a:ext uri="{FF2B5EF4-FFF2-40B4-BE49-F238E27FC236}">
                  <a16:creationId xmlns:a16="http://schemas.microsoft.com/office/drawing/2014/main" id="{AC7CF5F2-9B81-AEEA-E6BB-4A77091615A5}"/>
                </a:ext>
              </a:extLst>
            </p:cNvPr>
            <p:cNvSpPr txBox="1"/>
            <p:nvPr/>
          </p:nvSpPr>
          <p:spPr>
            <a:xfrm>
              <a:off x="8743485" y="5843833"/>
              <a:ext cx="725952" cy="62451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#F9D28C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249, 210, 140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0, 13, 50, 0</a:t>
              </a:r>
              <a:br>
                <a:rPr lang="en-US" sz="450" noProof="0"/>
              </a:br>
              <a:r>
                <a:rPr lang="en-US" sz="450" noProof="0"/>
                <a:t>1345 C</a:t>
              </a:r>
            </a:p>
          </p:txBody>
        </p:sp>
        <p:sp>
          <p:nvSpPr>
            <p:cNvPr id="8" name="Square">
              <a:extLst>
                <a:ext uri="{FF2B5EF4-FFF2-40B4-BE49-F238E27FC236}">
                  <a16:creationId xmlns:a16="http://schemas.microsoft.com/office/drawing/2014/main" id="{DFF2BEF6-CB93-63FC-20D7-33BBA27FCBD8}"/>
                </a:ext>
              </a:extLst>
            </p:cNvPr>
            <p:cNvSpPr/>
            <p:nvPr/>
          </p:nvSpPr>
          <p:spPr>
            <a:xfrm>
              <a:off x="8602862" y="5855530"/>
              <a:ext cx="89370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9" name="Square">
              <a:extLst>
                <a:ext uri="{FF2B5EF4-FFF2-40B4-BE49-F238E27FC236}">
                  <a16:creationId xmlns:a16="http://schemas.microsoft.com/office/drawing/2014/main" id="{32B26FF1-8B5F-7FA2-B026-6C82690BA3D9}"/>
                </a:ext>
              </a:extLst>
            </p:cNvPr>
            <p:cNvSpPr/>
            <p:nvPr/>
          </p:nvSpPr>
          <p:spPr>
            <a:xfrm>
              <a:off x="8602862" y="6001322"/>
              <a:ext cx="89370" cy="92659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1" name="Square">
              <a:extLst>
                <a:ext uri="{FF2B5EF4-FFF2-40B4-BE49-F238E27FC236}">
                  <a16:creationId xmlns:a16="http://schemas.microsoft.com/office/drawing/2014/main" id="{860B808A-496F-1300-1451-BA1D290A6A12}"/>
                </a:ext>
              </a:extLst>
            </p:cNvPr>
            <p:cNvSpPr/>
            <p:nvPr/>
          </p:nvSpPr>
          <p:spPr>
            <a:xfrm>
              <a:off x="8602862" y="6147114"/>
              <a:ext cx="89370" cy="92659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4" name="Rectangle">
              <a:extLst>
                <a:ext uri="{FF2B5EF4-FFF2-40B4-BE49-F238E27FC236}">
                  <a16:creationId xmlns:a16="http://schemas.microsoft.com/office/drawing/2014/main" id="{D4DE7DC7-BA00-AFD1-B538-A556E113350D}"/>
                </a:ext>
              </a:extLst>
            </p:cNvPr>
            <p:cNvSpPr/>
            <p:nvPr/>
          </p:nvSpPr>
          <p:spPr>
            <a:xfrm>
              <a:off x="525463" y="3378199"/>
              <a:ext cx="4556029" cy="3166138"/>
            </a:xfrm>
            <a:prstGeom prst="rect">
              <a:avLst/>
            </a:prstGeom>
            <a:solidFill>
              <a:srgbClr val="FDC7B4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5" name="Line">
              <a:extLst>
                <a:ext uri="{FF2B5EF4-FFF2-40B4-BE49-F238E27FC236}">
                  <a16:creationId xmlns:a16="http://schemas.microsoft.com/office/drawing/2014/main" id="{0DCEE541-D0BC-0136-9331-AB35E22EE690}"/>
                </a:ext>
              </a:extLst>
            </p:cNvPr>
            <p:cNvSpPr/>
            <p:nvPr/>
          </p:nvSpPr>
          <p:spPr>
            <a:xfrm>
              <a:off x="770511" y="5641053"/>
              <a:ext cx="4144749" cy="1"/>
            </a:xfrm>
            <a:prstGeom prst="line">
              <a:avLst/>
            </a:prstGeom>
            <a:ln w="19050">
              <a:solidFill>
                <a:schemeClr val="tx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16" name="Light Bronze">
              <a:extLst>
                <a:ext uri="{FF2B5EF4-FFF2-40B4-BE49-F238E27FC236}">
                  <a16:creationId xmlns:a16="http://schemas.microsoft.com/office/drawing/2014/main" id="{2E8F3B5A-0873-CF52-7598-D46E02326097}"/>
                </a:ext>
              </a:extLst>
            </p:cNvPr>
            <p:cNvSpPr txBox="1"/>
            <p:nvPr/>
          </p:nvSpPr>
          <p:spPr>
            <a:xfrm>
              <a:off x="759423" y="5760418"/>
              <a:ext cx="2527919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/>
                <a:t>Light Bronze</a:t>
              </a:r>
            </a:p>
          </p:txBody>
        </p:sp>
        <p:sp>
          <p:nvSpPr>
            <p:cNvPr id="17" name="HEX…">
              <a:extLst>
                <a:ext uri="{FF2B5EF4-FFF2-40B4-BE49-F238E27FC236}">
                  <a16:creationId xmlns:a16="http://schemas.microsoft.com/office/drawing/2014/main" id="{C26EAAF0-0A63-BE96-2BDF-4F760F7156D9}"/>
                </a:ext>
              </a:extLst>
            </p:cNvPr>
            <p:cNvSpPr txBox="1"/>
            <p:nvPr/>
          </p:nvSpPr>
          <p:spPr>
            <a:xfrm>
              <a:off x="3482199" y="5837089"/>
              <a:ext cx="520855" cy="6418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HEX  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RGB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CMYK</a:t>
              </a:r>
              <a:br>
                <a:rPr lang="en-US" sz="450" noProof="0"/>
              </a:br>
              <a:r>
                <a:rPr lang="en-US" sz="450" noProof="0"/>
                <a:t>PMS</a:t>
              </a:r>
            </a:p>
          </p:txBody>
        </p:sp>
        <p:sp>
          <p:nvSpPr>
            <p:cNvPr id="18" name="#FCC7B4…">
              <a:extLst>
                <a:ext uri="{FF2B5EF4-FFF2-40B4-BE49-F238E27FC236}">
                  <a16:creationId xmlns:a16="http://schemas.microsoft.com/office/drawing/2014/main" id="{A3FDB93B-0C62-D85C-69B4-59A37F009760}"/>
                </a:ext>
              </a:extLst>
            </p:cNvPr>
            <p:cNvSpPr txBox="1"/>
            <p:nvPr/>
          </p:nvSpPr>
          <p:spPr>
            <a:xfrm>
              <a:off x="4036865" y="5837089"/>
              <a:ext cx="725952" cy="59761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#FCC7B4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252, 199, 180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1, 25, 19, 0</a:t>
              </a:r>
              <a:br>
                <a:rPr lang="en-US" sz="450" noProof="0"/>
              </a:br>
              <a:r>
                <a:rPr lang="en-US" sz="450" noProof="0"/>
                <a:t>7520 C</a:t>
              </a:r>
            </a:p>
          </p:txBody>
        </p:sp>
        <p:sp>
          <p:nvSpPr>
            <p:cNvPr id="19" name="Square">
              <a:extLst>
                <a:ext uri="{FF2B5EF4-FFF2-40B4-BE49-F238E27FC236}">
                  <a16:creationId xmlns:a16="http://schemas.microsoft.com/office/drawing/2014/main" id="{96FA8FF6-0E30-01B5-2B56-DD08B86E2A61}"/>
                </a:ext>
              </a:extLst>
            </p:cNvPr>
            <p:cNvSpPr/>
            <p:nvPr/>
          </p:nvSpPr>
          <p:spPr>
            <a:xfrm>
              <a:off x="3899075" y="584878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20" name="Square">
              <a:extLst>
                <a:ext uri="{FF2B5EF4-FFF2-40B4-BE49-F238E27FC236}">
                  <a16:creationId xmlns:a16="http://schemas.microsoft.com/office/drawing/2014/main" id="{201684F6-6F80-5A8C-300A-94A28BB0B176}"/>
                </a:ext>
              </a:extLst>
            </p:cNvPr>
            <p:cNvSpPr/>
            <p:nvPr/>
          </p:nvSpPr>
          <p:spPr>
            <a:xfrm>
              <a:off x="3899075" y="5993502"/>
              <a:ext cx="89371" cy="92659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21" name="Square">
              <a:extLst>
                <a:ext uri="{FF2B5EF4-FFF2-40B4-BE49-F238E27FC236}">
                  <a16:creationId xmlns:a16="http://schemas.microsoft.com/office/drawing/2014/main" id="{2BE9DEE9-88D7-EAE6-0307-838759EF3B23}"/>
                </a:ext>
              </a:extLst>
            </p:cNvPr>
            <p:cNvSpPr/>
            <p:nvPr/>
          </p:nvSpPr>
          <p:spPr>
            <a:xfrm>
              <a:off x="3899075" y="6138218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22" name="Square">
              <a:extLst>
                <a:ext uri="{FF2B5EF4-FFF2-40B4-BE49-F238E27FC236}">
                  <a16:creationId xmlns:a16="http://schemas.microsoft.com/office/drawing/2014/main" id="{94CF1518-CC4B-7027-42F8-62576CF0181F}"/>
                </a:ext>
              </a:extLst>
            </p:cNvPr>
            <p:cNvSpPr/>
            <p:nvPr/>
          </p:nvSpPr>
          <p:spPr>
            <a:xfrm>
              <a:off x="3899075" y="6282935"/>
              <a:ext cx="89371" cy="92659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23" name="Rectangle">
              <a:extLst>
                <a:ext uri="{FF2B5EF4-FFF2-40B4-BE49-F238E27FC236}">
                  <a16:creationId xmlns:a16="http://schemas.microsoft.com/office/drawing/2014/main" id="{5008FB56-2E80-D1E8-4E32-5ED15C4710B8}"/>
                </a:ext>
              </a:extLst>
            </p:cNvPr>
            <p:cNvSpPr/>
            <p:nvPr/>
          </p:nvSpPr>
          <p:spPr>
            <a:xfrm>
              <a:off x="9904695" y="3378199"/>
              <a:ext cx="4556030" cy="3166138"/>
            </a:xfrm>
            <a:prstGeom prst="rect">
              <a:avLst/>
            </a:prstGeom>
            <a:solidFill>
              <a:srgbClr val="B5C09C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24" name="Line">
              <a:extLst>
                <a:ext uri="{FF2B5EF4-FFF2-40B4-BE49-F238E27FC236}">
                  <a16:creationId xmlns:a16="http://schemas.microsoft.com/office/drawing/2014/main" id="{8070AE64-2A0C-D409-6711-BE5119C4248A}"/>
                </a:ext>
              </a:extLst>
            </p:cNvPr>
            <p:cNvSpPr/>
            <p:nvPr/>
          </p:nvSpPr>
          <p:spPr>
            <a:xfrm>
              <a:off x="10191278" y="5641053"/>
              <a:ext cx="4144748" cy="1"/>
            </a:xfrm>
            <a:prstGeom prst="line">
              <a:avLst/>
            </a:prstGeom>
            <a:ln w="19050">
              <a:solidFill>
                <a:schemeClr val="tx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25" name="Light Green">
              <a:extLst>
                <a:ext uri="{FF2B5EF4-FFF2-40B4-BE49-F238E27FC236}">
                  <a16:creationId xmlns:a16="http://schemas.microsoft.com/office/drawing/2014/main" id="{EA585A5F-11D7-2EA2-64B5-4B559F40D968}"/>
                </a:ext>
              </a:extLst>
            </p:cNvPr>
            <p:cNvSpPr txBox="1"/>
            <p:nvPr/>
          </p:nvSpPr>
          <p:spPr>
            <a:xfrm>
              <a:off x="10180191" y="5760418"/>
              <a:ext cx="2299171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/>
                <a:t>Light Green</a:t>
              </a:r>
            </a:p>
          </p:txBody>
        </p:sp>
        <p:sp>
          <p:nvSpPr>
            <p:cNvPr id="26" name="HEX…">
              <a:extLst>
                <a:ext uri="{FF2B5EF4-FFF2-40B4-BE49-F238E27FC236}">
                  <a16:creationId xmlns:a16="http://schemas.microsoft.com/office/drawing/2014/main" id="{4A2ED620-25BB-E763-07CA-33260CCDCB47}"/>
                </a:ext>
              </a:extLst>
            </p:cNvPr>
            <p:cNvSpPr txBox="1"/>
            <p:nvPr/>
          </p:nvSpPr>
          <p:spPr>
            <a:xfrm>
              <a:off x="12902967" y="5837089"/>
              <a:ext cx="520855" cy="5974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HEX  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RGB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CMYK</a:t>
              </a:r>
              <a:br>
                <a:rPr lang="en-US" sz="450" noProof="0"/>
              </a:br>
              <a:r>
                <a:rPr lang="en-US" sz="450" noProof="0"/>
                <a:t>PMS</a:t>
              </a:r>
            </a:p>
          </p:txBody>
        </p:sp>
        <p:sp>
          <p:nvSpPr>
            <p:cNvPr id="27" name="#B5BF9B…">
              <a:extLst>
                <a:ext uri="{FF2B5EF4-FFF2-40B4-BE49-F238E27FC236}">
                  <a16:creationId xmlns:a16="http://schemas.microsoft.com/office/drawing/2014/main" id="{1A56AC7B-BEDD-91F0-CC77-BE1236000A07}"/>
                </a:ext>
              </a:extLst>
            </p:cNvPr>
            <p:cNvSpPr txBox="1"/>
            <p:nvPr/>
          </p:nvSpPr>
          <p:spPr>
            <a:xfrm>
              <a:off x="13457633" y="5837089"/>
              <a:ext cx="725952" cy="5909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#B5BF9B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181, 191, 155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27, 14, 38, 2</a:t>
              </a:r>
              <a:br>
                <a:rPr lang="en-US" sz="450" noProof="0"/>
              </a:br>
              <a:r>
                <a:rPr lang="en-US" sz="450" noProof="0"/>
                <a:t>5793 C</a:t>
              </a:r>
            </a:p>
          </p:txBody>
        </p:sp>
        <p:sp>
          <p:nvSpPr>
            <p:cNvPr id="28" name="Square">
              <a:extLst>
                <a:ext uri="{FF2B5EF4-FFF2-40B4-BE49-F238E27FC236}">
                  <a16:creationId xmlns:a16="http://schemas.microsoft.com/office/drawing/2014/main" id="{50DD231C-F5C2-F489-A67A-11360B04CDAA}"/>
                </a:ext>
              </a:extLst>
            </p:cNvPr>
            <p:cNvSpPr/>
            <p:nvPr/>
          </p:nvSpPr>
          <p:spPr>
            <a:xfrm>
              <a:off x="13314562" y="5848785"/>
              <a:ext cx="89370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29" name="Square">
              <a:extLst>
                <a:ext uri="{FF2B5EF4-FFF2-40B4-BE49-F238E27FC236}">
                  <a16:creationId xmlns:a16="http://schemas.microsoft.com/office/drawing/2014/main" id="{B6E2312A-DCA0-E4A0-1B17-0F22191FE864}"/>
                </a:ext>
              </a:extLst>
            </p:cNvPr>
            <p:cNvSpPr/>
            <p:nvPr/>
          </p:nvSpPr>
          <p:spPr>
            <a:xfrm>
              <a:off x="13314562" y="5992592"/>
              <a:ext cx="89370" cy="92659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30" name="Square">
              <a:extLst>
                <a:ext uri="{FF2B5EF4-FFF2-40B4-BE49-F238E27FC236}">
                  <a16:creationId xmlns:a16="http://schemas.microsoft.com/office/drawing/2014/main" id="{4AF31518-1A05-2E77-BF7C-94250FB16A16}"/>
                </a:ext>
              </a:extLst>
            </p:cNvPr>
            <p:cNvSpPr/>
            <p:nvPr/>
          </p:nvSpPr>
          <p:spPr>
            <a:xfrm>
              <a:off x="13314562" y="6136398"/>
              <a:ext cx="89370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31" name="Rectangle">
              <a:extLst>
                <a:ext uri="{FF2B5EF4-FFF2-40B4-BE49-F238E27FC236}">
                  <a16:creationId xmlns:a16="http://schemas.microsoft.com/office/drawing/2014/main" id="{DB4147C8-CE8D-82EC-A267-7BD12A75D766}"/>
                </a:ext>
              </a:extLst>
            </p:cNvPr>
            <p:cNvSpPr/>
            <p:nvPr/>
          </p:nvSpPr>
          <p:spPr>
            <a:xfrm>
              <a:off x="14594312" y="3378199"/>
              <a:ext cx="4556030" cy="3166138"/>
            </a:xfrm>
            <a:prstGeom prst="rect">
              <a:avLst/>
            </a:prstGeom>
            <a:solidFill>
              <a:srgbClr val="98AAAF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32" name="Line">
              <a:extLst>
                <a:ext uri="{FF2B5EF4-FFF2-40B4-BE49-F238E27FC236}">
                  <a16:creationId xmlns:a16="http://schemas.microsoft.com/office/drawing/2014/main" id="{69CE9658-7699-D589-9A2E-7906145AFDCF}"/>
                </a:ext>
              </a:extLst>
            </p:cNvPr>
            <p:cNvSpPr/>
            <p:nvPr/>
          </p:nvSpPr>
          <p:spPr>
            <a:xfrm>
              <a:off x="14897898" y="5641053"/>
              <a:ext cx="4144749" cy="1"/>
            </a:xfrm>
            <a:prstGeom prst="line">
              <a:avLst/>
            </a:prstGeom>
            <a:ln w="19050">
              <a:solidFill>
                <a:schemeClr val="tx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33" name="Light Blue">
              <a:extLst>
                <a:ext uri="{FF2B5EF4-FFF2-40B4-BE49-F238E27FC236}">
                  <a16:creationId xmlns:a16="http://schemas.microsoft.com/office/drawing/2014/main" id="{9D8F85DE-032B-FB0F-B0DF-1C4D5E6B2BD5}"/>
                </a:ext>
              </a:extLst>
            </p:cNvPr>
            <p:cNvSpPr txBox="1"/>
            <p:nvPr/>
          </p:nvSpPr>
          <p:spPr>
            <a:xfrm>
              <a:off x="14886811" y="5760418"/>
              <a:ext cx="2299171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/>
                <a:t>Light Blue</a:t>
              </a:r>
            </a:p>
          </p:txBody>
        </p:sp>
        <p:sp>
          <p:nvSpPr>
            <p:cNvPr id="34" name="HEX…">
              <a:extLst>
                <a:ext uri="{FF2B5EF4-FFF2-40B4-BE49-F238E27FC236}">
                  <a16:creationId xmlns:a16="http://schemas.microsoft.com/office/drawing/2014/main" id="{33A494D4-2DAA-3C16-C1B1-EE716FA209EA}"/>
                </a:ext>
              </a:extLst>
            </p:cNvPr>
            <p:cNvSpPr txBox="1"/>
            <p:nvPr/>
          </p:nvSpPr>
          <p:spPr>
            <a:xfrm>
              <a:off x="17609586" y="5837089"/>
              <a:ext cx="520855" cy="60144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HEX  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RGB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CMYK</a:t>
              </a:r>
              <a:br>
                <a:rPr lang="en-US" sz="450" noProof="0"/>
              </a:br>
              <a:r>
                <a:rPr lang="en-US" sz="450" noProof="0"/>
                <a:t>PMS</a:t>
              </a:r>
            </a:p>
          </p:txBody>
        </p:sp>
        <p:sp>
          <p:nvSpPr>
            <p:cNvPr id="35" name="#98AAAF…">
              <a:extLst>
                <a:ext uri="{FF2B5EF4-FFF2-40B4-BE49-F238E27FC236}">
                  <a16:creationId xmlns:a16="http://schemas.microsoft.com/office/drawing/2014/main" id="{A014800A-15F3-A0D8-800C-826B102FEC24}"/>
                </a:ext>
              </a:extLst>
            </p:cNvPr>
            <p:cNvSpPr txBox="1"/>
            <p:nvPr/>
          </p:nvSpPr>
          <p:spPr>
            <a:xfrm>
              <a:off x="18164253" y="5837089"/>
              <a:ext cx="725952" cy="57254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#98AAAF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152, 170, 175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34, 15, 12, 0</a:t>
              </a:r>
              <a:br>
                <a:rPr lang="en-US" sz="450" noProof="0"/>
              </a:br>
              <a:r>
                <a:rPr lang="en-US" sz="450" noProof="0"/>
                <a:t>2176 C</a:t>
              </a:r>
            </a:p>
          </p:txBody>
        </p:sp>
        <p:sp>
          <p:nvSpPr>
            <p:cNvPr id="36" name="Square">
              <a:extLst>
                <a:ext uri="{FF2B5EF4-FFF2-40B4-BE49-F238E27FC236}">
                  <a16:creationId xmlns:a16="http://schemas.microsoft.com/office/drawing/2014/main" id="{04F62B26-3FF3-E760-CA72-DDD4B31CDBB7}"/>
                </a:ext>
              </a:extLst>
            </p:cNvPr>
            <p:cNvSpPr/>
            <p:nvPr/>
          </p:nvSpPr>
          <p:spPr>
            <a:xfrm>
              <a:off x="18026462" y="584878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37" name="Square">
              <a:extLst>
                <a:ext uri="{FF2B5EF4-FFF2-40B4-BE49-F238E27FC236}">
                  <a16:creationId xmlns:a16="http://schemas.microsoft.com/office/drawing/2014/main" id="{9A4D470B-0C74-E1B0-BD2B-B783B35E0740}"/>
                </a:ext>
              </a:extLst>
            </p:cNvPr>
            <p:cNvSpPr/>
            <p:nvPr/>
          </p:nvSpPr>
          <p:spPr>
            <a:xfrm>
              <a:off x="18026462" y="5996857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38" name="Square">
              <a:extLst>
                <a:ext uri="{FF2B5EF4-FFF2-40B4-BE49-F238E27FC236}">
                  <a16:creationId xmlns:a16="http://schemas.microsoft.com/office/drawing/2014/main" id="{FD43A571-077F-76CE-D056-1C678CBCA1C5}"/>
                </a:ext>
              </a:extLst>
            </p:cNvPr>
            <p:cNvSpPr/>
            <p:nvPr/>
          </p:nvSpPr>
          <p:spPr>
            <a:xfrm>
              <a:off x="18026462" y="614486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39" name="Rectangle">
              <a:extLst>
                <a:ext uri="{FF2B5EF4-FFF2-40B4-BE49-F238E27FC236}">
                  <a16:creationId xmlns:a16="http://schemas.microsoft.com/office/drawing/2014/main" id="{F933D647-F03F-C3F0-CF35-E46129300128}"/>
                </a:ext>
              </a:extLst>
            </p:cNvPr>
            <p:cNvSpPr/>
            <p:nvPr/>
          </p:nvSpPr>
          <p:spPr>
            <a:xfrm>
              <a:off x="19283930" y="3378199"/>
              <a:ext cx="4556030" cy="3166138"/>
            </a:xfrm>
            <a:prstGeom prst="rect">
              <a:avLst/>
            </a:prstGeom>
            <a:solidFill>
              <a:srgbClr val="B1A1B0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40" name="Line">
              <a:extLst>
                <a:ext uri="{FF2B5EF4-FFF2-40B4-BE49-F238E27FC236}">
                  <a16:creationId xmlns:a16="http://schemas.microsoft.com/office/drawing/2014/main" id="{35D75652-17AE-40BD-E0EA-95CC5F5FA5FA}"/>
                </a:ext>
              </a:extLst>
            </p:cNvPr>
            <p:cNvSpPr/>
            <p:nvPr/>
          </p:nvSpPr>
          <p:spPr>
            <a:xfrm>
              <a:off x="19528980" y="5641053"/>
              <a:ext cx="4144749" cy="1"/>
            </a:xfrm>
            <a:prstGeom prst="line">
              <a:avLst/>
            </a:prstGeom>
            <a:ln w="19050">
              <a:solidFill>
                <a:schemeClr val="tx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41" name="Light Plum">
              <a:extLst>
                <a:ext uri="{FF2B5EF4-FFF2-40B4-BE49-F238E27FC236}">
                  <a16:creationId xmlns:a16="http://schemas.microsoft.com/office/drawing/2014/main" id="{77BD2CF2-425F-A3C8-956C-3D08BE0FB2D4}"/>
                </a:ext>
              </a:extLst>
            </p:cNvPr>
            <p:cNvSpPr txBox="1"/>
            <p:nvPr/>
          </p:nvSpPr>
          <p:spPr>
            <a:xfrm>
              <a:off x="19517892" y="5760418"/>
              <a:ext cx="2299171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/>
                <a:t>Light Plum</a:t>
              </a:r>
            </a:p>
          </p:txBody>
        </p:sp>
        <p:sp>
          <p:nvSpPr>
            <p:cNvPr id="42" name="HEX…">
              <a:extLst>
                <a:ext uri="{FF2B5EF4-FFF2-40B4-BE49-F238E27FC236}">
                  <a16:creationId xmlns:a16="http://schemas.microsoft.com/office/drawing/2014/main" id="{BCEBCFE6-589E-99E9-4636-B921F483274C}"/>
                </a:ext>
              </a:extLst>
            </p:cNvPr>
            <p:cNvSpPr txBox="1"/>
            <p:nvPr/>
          </p:nvSpPr>
          <p:spPr>
            <a:xfrm>
              <a:off x="22240669" y="5837089"/>
              <a:ext cx="520855" cy="60305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HEX  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RGB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CMYK</a:t>
              </a:r>
              <a:br>
                <a:rPr lang="en-US" sz="450" noProof="0"/>
              </a:br>
              <a:r>
                <a:rPr lang="en-US" sz="450" noProof="0"/>
                <a:t>PMS</a:t>
              </a:r>
            </a:p>
          </p:txBody>
        </p:sp>
        <p:sp>
          <p:nvSpPr>
            <p:cNvPr id="43" name="#B1A0B0…">
              <a:extLst>
                <a:ext uri="{FF2B5EF4-FFF2-40B4-BE49-F238E27FC236}">
                  <a16:creationId xmlns:a16="http://schemas.microsoft.com/office/drawing/2014/main" id="{1AD3F0F0-F413-6E9F-F709-B41289C4909D}"/>
                </a:ext>
              </a:extLst>
            </p:cNvPr>
            <p:cNvSpPr txBox="1"/>
            <p:nvPr/>
          </p:nvSpPr>
          <p:spPr>
            <a:xfrm>
              <a:off x="22795335" y="5837088"/>
              <a:ext cx="725952" cy="60300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#B1A0B0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177, 160, 176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29, 32, 15, 2</a:t>
              </a:r>
              <a:br>
                <a:rPr lang="en-US" sz="450" noProof="0"/>
              </a:br>
              <a:r>
                <a:rPr lang="en-US" sz="450" noProof="0"/>
                <a:t>2358 C</a:t>
              </a:r>
            </a:p>
          </p:txBody>
        </p:sp>
        <p:sp>
          <p:nvSpPr>
            <p:cNvPr id="44" name="Square">
              <a:extLst>
                <a:ext uri="{FF2B5EF4-FFF2-40B4-BE49-F238E27FC236}">
                  <a16:creationId xmlns:a16="http://schemas.microsoft.com/office/drawing/2014/main" id="{7A974057-67A4-D0B2-49AE-500FDF52D7DE}"/>
                </a:ext>
              </a:extLst>
            </p:cNvPr>
            <p:cNvSpPr/>
            <p:nvPr/>
          </p:nvSpPr>
          <p:spPr>
            <a:xfrm>
              <a:off x="22657544" y="584878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45" name="Square">
              <a:extLst>
                <a:ext uri="{FF2B5EF4-FFF2-40B4-BE49-F238E27FC236}">
                  <a16:creationId xmlns:a16="http://schemas.microsoft.com/office/drawing/2014/main" id="{C00F4CCB-EDA2-1E21-D4BB-EDD7FBCE5271}"/>
                </a:ext>
              </a:extLst>
            </p:cNvPr>
            <p:cNvSpPr/>
            <p:nvPr/>
          </p:nvSpPr>
          <p:spPr>
            <a:xfrm>
              <a:off x="22657544" y="5992592"/>
              <a:ext cx="89371" cy="92659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46" name="Square">
              <a:extLst>
                <a:ext uri="{FF2B5EF4-FFF2-40B4-BE49-F238E27FC236}">
                  <a16:creationId xmlns:a16="http://schemas.microsoft.com/office/drawing/2014/main" id="{E00444E7-5AC1-6C9E-E23B-2FB329291833}"/>
                </a:ext>
              </a:extLst>
            </p:cNvPr>
            <p:cNvSpPr/>
            <p:nvPr/>
          </p:nvSpPr>
          <p:spPr>
            <a:xfrm>
              <a:off x="22657544" y="6136398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47" name="Rectangle">
              <a:extLst>
                <a:ext uri="{FF2B5EF4-FFF2-40B4-BE49-F238E27FC236}">
                  <a16:creationId xmlns:a16="http://schemas.microsoft.com/office/drawing/2014/main" id="{BF201F20-3EE9-C2F8-2234-A8734B674AAA}"/>
                </a:ext>
              </a:extLst>
            </p:cNvPr>
            <p:cNvSpPr/>
            <p:nvPr/>
          </p:nvSpPr>
          <p:spPr>
            <a:xfrm>
              <a:off x="5211059" y="6700703"/>
              <a:ext cx="4556030" cy="3166138"/>
            </a:xfrm>
            <a:prstGeom prst="rect">
              <a:avLst/>
            </a:prstGeom>
            <a:solidFill>
              <a:srgbClr val="D4A34A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48" name="Line">
              <a:extLst>
                <a:ext uri="{FF2B5EF4-FFF2-40B4-BE49-F238E27FC236}">
                  <a16:creationId xmlns:a16="http://schemas.microsoft.com/office/drawing/2014/main" id="{08CC26A1-43C7-0ABB-4DF1-845E18843B4A}"/>
                </a:ext>
              </a:extLst>
            </p:cNvPr>
            <p:cNvSpPr/>
            <p:nvPr/>
          </p:nvSpPr>
          <p:spPr>
            <a:xfrm>
              <a:off x="5480895" y="8963557"/>
              <a:ext cx="4144749" cy="1"/>
            </a:xfrm>
            <a:prstGeom prst="line">
              <a:avLst/>
            </a:prstGeom>
            <a:ln w="19050">
              <a:solidFill>
                <a:schemeClr val="tx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49" name="Gold">
              <a:extLst>
                <a:ext uri="{FF2B5EF4-FFF2-40B4-BE49-F238E27FC236}">
                  <a16:creationId xmlns:a16="http://schemas.microsoft.com/office/drawing/2014/main" id="{71DD382E-9E59-4650-8B10-9049A7AACD6D}"/>
                </a:ext>
              </a:extLst>
            </p:cNvPr>
            <p:cNvSpPr txBox="1"/>
            <p:nvPr/>
          </p:nvSpPr>
          <p:spPr>
            <a:xfrm>
              <a:off x="5469808" y="9082923"/>
              <a:ext cx="2299171" cy="5520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/>
                <a:t>Gold</a:t>
              </a:r>
            </a:p>
          </p:txBody>
        </p:sp>
        <p:sp>
          <p:nvSpPr>
            <p:cNvPr id="50" name="HEX…">
              <a:extLst>
                <a:ext uri="{FF2B5EF4-FFF2-40B4-BE49-F238E27FC236}">
                  <a16:creationId xmlns:a16="http://schemas.microsoft.com/office/drawing/2014/main" id="{BCF52B2E-2A5F-DE12-826C-DA6FE70759AF}"/>
                </a:ext>
              </a:extLst>
            </p:cNvPr>
            <p:cNvSpPr txBox="1"/>
            <p:nvPr/>
          </p:nvSpPr>
          <p:spPr>
            <a:xfrm>
              <a:off x="8192583" y="9159593"/>
              <a:ext cx="520855" cy="58393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HEX  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RGB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CMYK</a:t>
              </a:r>
              <a:br>
                <a:rPr lang="en-US" sz="450" noProof="0"/>
              </a:br>
              <a:r>
                <a:rPr lang="en-US" sz="450" noProof="0"/>
                <a:t>PMS</a:t>
              </a:r>
            </a:p>
          </p:txBody>
        </p:sp>
        <p:sp>
          <p:nvSpPr>
            <p:cNvPr id="51" name="#D3A34A…">
              <a:extLst>
                <a:ext uri="{FF2B5EF4-FFF2-40B4-BE49-F238E27FC236}">
                  <a16:creationId xmlns:a16="http://schemas.microsoft.com/office/drawing/2014/main" id="{51137935-E6ED-7235-88A8-D81423677BA5}"/>
                </a:ext>
              </a:extLst>
            </p:cNvPr>
            <p:cNvSpPr txBox="1"/>
            <p:nvPr/>
          </p:nvSpPr>
          <p:spPr>
            <a:xfrm>
              <a:off x="8747251" y="9159592"/>
              <a:ext cx="725951" cy="55912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#D3A34A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211, 163, 74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6, 24, 71, 9</a:t>
              </a:r>
              <a:br>
                <a:rPr lang="en-US" sz="450" noProof="0"/>
              </a:br>
              <a:r>
                <a:rPr lang="en-US" sz="450" noProof="0"/>
                <a:t>7407 C</a:t>
              </a:r>
            </a:p>
          </p:txBody>
        </p:sp>
        <p:sp>
          <p:nvSpPr>
            <p:cNvPr id="94" name="Square">
              <a:extLst>
                <a:ext uri="{FF2B5EF4-FFF2-40B4-BE49-F238E27FC236}">
                  <a16:creationId xmlns:a16="http://schemas.microsoft.com/office/drawing/2014/main" id="{05ADCC73-816A-DABC-1F88-0503DFFFCC38}"/>
                </a:ext>
              </a:extLst>
            </p:cNvPr>
            <p:cNvSpPr/>
            <p:nvPr/>
          </p:nvSpPr>
          <p:spPr>
            <a:xfrm>
              <a:off x="8609459" y="9171289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95" name="Square">
              <a:extLst>
                <a:ext uri="{FF2B5EF4-FFF2-40B4-BE49-F238E27FC236}">
                  <a16:creationId xmlns:a16="http://schemas.microsoft.com/office/drawing/2014/main" id="{9DF80B3E-16B6-3976-D67B-7FA6F6E8CFC6}"/>
                </a:ext>
              </a:extLst>
            </p:cNvPr>
            <p:cNvSpPr/>
            <p:nvPr/>
          </p:nvSpPr>
          <p:spPr>
            <a:xfrm>
              <a:off x="8609459" y="9314831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96" name="Square">
              <a:extLst>
                <a:ext uri="{FF2B5EF4-FFF2-40B4-BE49-F238E27FC236}">
                  <a16:creationId xmlns:a16="http://schemas.microsoft.com/office/drawing/2014/main" id="{BBA469B1-B1E8-6D77-D8A1-A118C8602944}"/>
                </a:ext>
              </a:extLst>
            </p:cNvPr>
            <p:cNvSpPr/>
            <p:nvPr/>
          </p:nvSpPr>
          <p:spPr>
            <a:xfrm>
              <a:off x="8609459" y="9458373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97" name="Rectangle">
              <a:extLst>
                <a:ext uri="{FF2B5EF4-FFF2-40B4-BE49-F238E27FC236}">
                  <a16:creationId xmlns:a16="http://schemas.microsoft.com/office/drawing/2014/main" id="{83ACE0B1-CEAC-D604-6DA4-8706F36A74CC}"/>
                </a:ext>
              </a:extLst>
            </p:cNvPr>
            <p:cNvSpPr/>
            <p:nvPr/>
          </p:nvSpPr>
          <p:spPr>
            <a:xfrm>
              <a:off x="529226" y="6693958"/>
              <a:ext cx="4556030" cy="3166138"/>
            </a:xfrm>
            <a:prstGeom prst="rect">
              <a:avLst/>
            </a:prstGeom>
            <a:solidFill>
              <a:srgbClr val="CC7D57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98" name="Line">
              <a:extLst>
                <a:ext uri="{FF2B5EF4-FFF2-40B4-BE49-F238E27FC236}">
                  <a16:creationId xmlns:a16="http://schemas.microsoft.com/office/drawing/2014/main" id="{3CDEE5AB-6906-CAB2-BF0A-EC6362F39CC2}"/>
                </a:ext>
              </a:extLst>
            </p:cNvPr>
            <p:cNvSpPr/>
            <p:nvPr/>
          </p:nvSpPr>
          <p:spPr>
            <a:xfrm>
              <a:off x="774275" y="8956812"/>
              <a:ext cx="4144749" cy="1"/>
            </a:xfrm>
            <a:prstGeom prst="line">
              <a:avLst/>
            </a:prstGeom>
            <a:ln w="19050">
              <a:solidFill>
                <a:schemeClr val="tx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99" name="Bronze">
              <a:extLst>
                <a:ext uri="{FF2B5EF4-FFF2-40B4-BE49-F238E27FC236}">
                  <a16:creationId xmlns:a16="http://schemas.microsoft.com/office/drawing/2014/main" id="{5D625EEA-9FD8-B15B-46EB-43ACC1755138}"/>
                </a:ext>
              </a:extLst>
            </p:cNvPr>
            <p:cNvSpPr txBox="1"/>
            <p:nvPr/>
          </p:nvSpPr>
          <p:spPr>
            <a:xfrm>
              <a:off x="763187" y="9076177"/>
              <a:ext cx="2299170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/>
                <a:t>Bronze</a:t>
              </a:r>
            </a:p>
          </p:txBody>
        </p:sp>
        <p:sp>
          <p:nvSpPr>
            <p:cNvPr id="100" name="HEX…">
              <a:extLst>
                <a:ext uri="{FF2B5EF4-FFF2-40B4-BE49-F238E27FC236}">
                  <a16:creationId xmlns:a16="http://schemas.microsoft.com/office/drawing/2014/main" id="{963D848D-CD9D-4CB0-903F-E47C4A31F566}"/>
                </a:ext>
              </a:extLst>
            </p:cNvPr>
            <p:cNvSpPr txBox="1"/>
            <p:nvPr/>
          </p:nvSpPr>
          <p:spPr>
            <a:xfrm>
              <a:off x="3485963" y="9152847"/>
              <a:ext cx="520855" cy="59483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HEX  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RGB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CMYK</a:t>
              </a:r>
              <a:br>
                <a:rPr lang="en-US" sz="450" noProof="0"/>
              </a:br>
              <a:r>
                <a:rPr lang="en-US" sz="450" noProof="0"/>
                <a:t>PMS</a:t>
              </a:r>
            </a:p>
          </p:txBody>
        </p:sp>
        <p:sp>
          <p:nvSpPr>
            <p:cNvPr id="101" name="#CC7D57…">
              <a:extLst>
                <a:ext uri="{FF2B5EF4-FFF2-40B4-BE49-F238E27FC236}">
                  <a16:creationId xmlns:a16="http://schemas.microsoft.com/office/drawing/2014/main" id="{157E6688-DD17-0B8D-6078-0798429BA114}"/>
                </a:ext>
              </a:extLst>
            </p:cNvPr>
            <p:cNvSpPr txBox="1"/>
            <p:nvPr/>
          </p:nvSpPr>
          <p:spPr>
            <a:xfrm>
              <a:off x="4040631" y="9152847"/>
              <a:ext cx="725951" cy="55681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#CC7D57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204, 125, 87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6, 51, 58, 12</a:t>
              </a:r>
              <a:br>
                <a:rPr lang="en-US" sz="450" noProof="0"/>
              </a:br>
              <a:r>
                <a:rPr lang="en-US" sz="450" noProof="0"/>
                <a:t>7591 C</a:t>
              </a:r>
            </a:p>
          </p:txBody>
        </p:sp>
        <p:sp>
          <p:nvSpPr>
            <p:cNvPr id="102" name="Square">
              <a:extLst>
                <a:ext uri="{FF2B5EF4-FFF2-40B4-BE49-F238E27FC236}">
                  <a16:creationId xmlns:a16="http://schemas.microsoft.com/office/drawing/2014/main" id="{2FCF4988-372A-92AC-587F-57BC1DF70F23}"/>
                </a:ext>
              </a:extLst>
            </p:cNvPr>
            <p:cNvSpPr/>
            <p:nvPr/>
          </p:nvSpPr>
          <p:spPr>
            <a:xfrm>
              <a:off x="3902839" y="9164544"/>
              <a:ext cx="89371" cy="92659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03" name="Square">
              <a:extLst>
                <a:ext uri="{FF2B5EF4-FFF2-40B4-BE49-F238E27FC236}">
                  <a16:creationId xmlns:a16="http://schemas.microsoft.com/office/drawing/2014/main" id="{4E692614-2BFA-D8E9-AE2F-99479DD8A274}"/>
                </a:ext>
              </a:extLst>
            </p:cNvPr>
            <p:cNvSpPr/>
            <p:nvPr/>
          </p:nvSpPr>
          <p:spPr>
            <a:xfrm>
              <a:off x="3902839" y="9310334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04" name="Square">
              <a:extLst>
                <a:ext uri="{FF2B5EF4-FFF2-40B4-BE49-F238E27FC236}">
                  <a16:creationId xmlns:a16="http://schemas.microsoft.com/office/drawing/2014/main" id="{B396E46F-7726-1A3F-6644-CC546B28DEDF}"/>
                </a:ext>
              </a:extLst>
            </p:cNvPr>
            <p:cNvSpPr/>
            <p:nvPr/>
          </p:nvSpPr>
          <p:spPr>
            <a:xfrm>
              <a:off x="3902839" y="945612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05" name="Rectangle">
              <a:extLst>
                <a:ext uri="{FF2B5EF4-FFF2-40B4-BE49-F238E27FC236}">
                  <a16:creationId xmlns:a16="http://schemas.microsoft.com/office/drawing/2014/main" id="{45F48260-BD41-F2A1-8B15-1F6CF524C6B7}"/>
                </a:ext>
              </a:extLst>
            </p:cNvPr>
            <p:cNvSpPr/>
            <p:nvPr/>
          </p:nvSpPr>
          <p:spPr>
            <a:xfrm>
              <a:off x="9903561" y="6693958"/>
              <a:ext cx="4556030" cy="3166138"/>
            </a:xfrm>
            <a:prstGeom prst="rect">
              <a:avLst/>
            </a:prstGeom>
            <a:solidFill>
              <a:srgbClr val="859265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06" name="Line">
              <a:extLst>
                <a:ext uri="{FF2B5EF4-FFF2-40B4-BE49-F238E27FC236}">
                  <a16:creationId xmlns:a16="http://schemas.microsoft.com/office/drawing/2014/main" id="{E31599D2-A6C4-B4EC-1D16-892FC846445B}"/>
                </a:ext>
              </a:extLst>
            </p:cNvPr>
            <p:cNvSpPr/>
            <p:nvPr/>
          </p:nvSpPr>
          <p:spPr>
            <a:xfrm>
              <a:off x="10195043" y="8956812"/>
              <a:ext cx="4144749" cy="1"/>
            </a:xfrm>
            <a:prstGeom prst="line">
              <a:avLst/>
            </a:prstGeom>
            <a:ln w="19050">
              <a:solidFill>
                <a:schemeClr val="tx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107" name="Green">
              <a:extLst>
                <a:ext uri="{FF2B5EF4-FFF2-40B4-BE49-F238E27FC236}">
                  <a16:creationId xmlns:a16="http://schemas.microsoft.com/office/drawing/2014/main" id="{096913F2-DCBC-BA02-BA4A-2BCE4A77DE58}"/>
                </a:ext>
              </a:extLst>
            </p:cNvPr>
            <p:cNvSpPr txBox="1"/>
            <p:nvPr/>
          </p:nvSpPr>
          <p:spPr>
            <a:xfrm>
              <a:off x="10183955" y="9076177"/>
              <a:ext cx="2299171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/>
                <a:t>Green</a:t>
              </a:r>
            </a:p>
          </p:txBody>
        </p:sp>
        <p:sp>
          <p:nvSpPr>
            <p:cNvPr id="108" name="HEX…">
              <a:extLst>
                <a:ext uri="{FF2B5EF4-FFF2-40B4-BE49-F238E27FC236}">
                  <a16:creationId xmlns:a16="http://schemas.microsoft.com/office/drawing/2014/main" id="{A0CBB557-4A0E-EFF6-0B53-12A8216B6F62}"/>
                </a:ext>
              </a:extLst>
            </p:cNvPr>
            <p:cNvSpPr txBox="1"/>
            <p:nvPr/>
          </p:nvSpPr>
          <p:spPr>
            <a:xfrm>
              <a:off x="12906731" y="9152846"/>
              <a:ext cx="520855" cy="57716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HEX  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RGB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CMYK</a:t>
              </a:r>
              <a:br>
                <a:rPr lang="en-US" sz="450" noProof="0"/>
              </a:br>
              <a:r>
                <a:rPr lang="en-US" sz="450" noProof="0"/>
                <a:t>PMS</a:t>
              </a:r>
            </a:p>
          </p:txBody>
        </p:sp>
        <p:sp>
          <p:nvSpPr>
            <p:cNvPr id="109" name="#859166…">
              <a:extLst>
                <a:ext uri="{FF2B5EF4-FFF2-40B4-BE49-F238E27FC236}">
                  <a16:creationId xmlns:a16="http://schemas.microsoft.com/office/drawing/2014/main" id="{B5079D08-E7DC-E013-7A9A-FCCA9F2F8A44}"/>
                </a:ext>
              </a:extLst>
            </p:cNvPr>
            <p:cNvSpPr txBox="1"/>
            <p:nvPr/>
          </p:nvSpPr>
          <p:spPr>
            <a:xfrm>
              <a:off x="13461397" y="9152846"/>
              <a:ext cx="725952" cy="63049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#859166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133, 145, 102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38, 22, 61, 18</a:t>
              </a:r>
              <a:br>
                <a:rPr lang="en-US" sz="450" noProof="0"/>
              </a:br>
              <a:r>
                <a:rPr lang="en-US" sz="450" noProof="0"/>
                <a:t>5773 C</a:t>
              </a:r>
            </a:p>
          </p:txBody>
        </p:sp>
        <p:sp>
          <p:nvSpPr>
            <p:cNvPr id="110" name="Square">
              <a:extLst>
                <a:ext uri="{FF2B5EF4-FFF2-40B4-BE49-F238E27FC236}">
                  <a16:creationId xmlns:a16="http://schemas.microsoft.com/office/drawing/2014/main" id="{42DBEF25-8CB2-05C7-10EB-281473199C82}"/>
                </a:ext>
              </a:extLst>
            </p:cNvPr>
            <p:cNvSpPr/>
            <p:nvPr/>
          </p:nvSpPr>
          <p:spPr>
            <a:xfrm>
              <a:off x="13323607" y="9164544"/>
              <a:ext cx="89371" cy="92659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11" name="Square">
              <a:extLst>
                <a:ext uri="{FF2B5EF4-FFF2-40B4-BE49-F238E27FC236}">
                  <a16:creationId xmlns:a16="http://schemas.microsoft.com/office/drawing/2014/main" id="{7E7ADA61-1C48-C920-21FE-279E70C3DE78}"/>
                </a:ext>
              </a:extLst>
            </p:cNvPr>
            <p:cNvSpPr/>
            <p:nvPr/>
          </p:nvSpPr>
          <p:spPr>
            <a:xfrm>
              <a:off x="13323607" y="9306101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12" name="Square">
              <a:extLst>
                <a:ext uri="{FF2B5EF4-FFF2-40B4-BE49-F238E27FC236}">
                  <a16:creationId xmlns:a16="http://schemas.microsoft.com/office/drawing/2014/main" id="{6BD90857-2593-F229-3EFA-F075BDAE381D}"/>
                </a:ext>
              </a:extLst>
            </p:cNvPr>
            <p:cNvSpPr/>
            <p:nvPr/>
          </p:nvSpPr>
          <p:spPr>
            <a:xfrm>
              <a:off x="13323607" y="9447658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13" name="Rectangle">
              <a:extLst>
                <a:ext uri="{FF2B5EF4-FFF2-40B4-BE49-F238E27FC236}">
                  <a16:creationId xmlns:a16="http://schemas.microsoft.com/office/drawing/2014/main" id="{B97D2F5B-5976-8416-6E89-2CFC5E57D21E}"/>
                </a:ext>
              </a:extLst>
            </p:cNvPr>
            <p:cNvSpPr/>
            <p:nvPr/>
          </p:nvSpPr>
          <p:spPr>
            <a:xfrm>
              <a:off x="14594312" y="6693958"/>
              <a:ext cx="4556030" cy="3166138"/>
            </a:xfrm>
            <a:prstGeom prst="rect">
              <a:avLst/>
            </a:prstGeom>
            <a:solidFill>
              <a:srgbClr val="5E889C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14" name="Line">
              <a:extLst>
                <a:ext uri="{FF2B5EF4-FFF2-40B4-BE49-F238E27FC236}">
                  <a16:creationId xmlns:a16="http://schemas.microsoft.com/office/drawing/2014/main" id="{0B07530D-3F9A-4027-E543-0CFA897D7EC8}"/>
                </a:ext>
              </a:extLst>
            </p:cNvPr>
            <p:cNvSpPr/>
            <p:nvPr/>
          </p:nvSpPr>
          <p:spPr>
            <a:xfrm>
              <a:off x="14901662" y="8956812"/>
              <a:ext cx="4144748" cy="1"/>
            </a:xfrm>
            <a:prstGeom prst="line">
              <a:avLst/>
            </a:prstGeom>
            <a:ln w="19050">
              <a:solidFill>
                <a:schemeClr val="tx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115" name="Blue">
              <a:extLst>
                <a:ext uri="{FF2B5EF4-FFF2-40B4-BE49-F238E27FC236}">
                  <a16:creationId xmlns:a16="http://schemas.microsoft.com/office/drawing/2014/main" id="{ECDFD69B-01BF-A18A-A918-5497F8FEE680}"/>
                </a:ext>
              </a:extLst>
            </p:cNvPr>
            <p:cNvSpPr txBox="1"/>
            <p:nvPr/>
          </p:nvSpPr>
          <p:spPr>
            <a:xfrm>
              <a:off x="14890575" y="9076177"/>
              <a:ext cx="2299171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/>
                <a:t>Blue</a:t>
              </a:r>
            </a:p>
          </p:txBody>
        </p:sp>
        <p:sp>
          <p:nvSpPr>
            <p:cNvPr id="116" name="HEX…">
              <a:extLst>
                <a:ext uri="{FF2B5EF4-FFF2-40B4-BE49-F238E27FC236}">
                  <a16:creationId xmlns:a16="http://schemas.microsoft.com/office/drawing/2014/main" id="{5E5FFB10-63DF-62C9-890D-6AF334B902E2}"/>
                </a:ext>
              </a:extLst>
            </p:cNvPr>
            <p:cNvSpPr txBox="1"/>
            <p:nvPr/>
          </p:nvSpPr>
          <p:spPr>
            <a:xfrm>
              <a:off x="17613350" y="9152846"/>
              <a:ext cx="520855" cy="599558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HEX  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RGB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CMYK</a:t>
              </a:r>
              <a:br>
                <a:rPr lang="en-US" sz="450" noProof="0"/>
              </a:br>
              <a:r>
                <a:rPr lang="en-US" sz="450" noProof="0"/>
                <a:t>PMS</a:t>
              </a:r>
            </a:p>
          </p:txBody>
        </p:sp>
        <p:sp>
          <p:nvSpPr>
            <p:cNvPr id="117" name="#5E889C…">
              <a:extLst>
                <a:ext uri="{FF2B5EF4-FFF2-40B4-BE49-F238E27FC236}">
                  <a16:creationId xmlns:a16="http://schemas.microsoft.com/office/drawing/2014/main" id="{7C6AA009-6CAA-AB4B-7AD3-777CA1CDD21E}"/>
                </a:ext>
              </a:extLst>
            </p:cNvPr>
            <p:cNvSpPr txBox="1"/>
            <p:nvPr/>
          </p:nvSpPr>
          <p:spPr>
            <a:xfrm>
              <a:off x="18168017" y="9152846"/>
              <a:ext cx="725952" cy="58271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#5E889C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94, 136, 156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58, 26, 22, 9</a:t>
              </a:r>
              <a:br>
                <a:rPr lang="en-US" sz="450" noProof="0"/>
              </a:br>
              <a:r>
                <a:rPr lang="en-US" sz="450" noProof="0"/>
                <a:t>2178 C</a:t>
              </a:r>
            </a:p>
          </p:txBody>
        </p:sp>
        <p:sp>
          <p:nvSpPr>
            <p:cNvPr id="118" name="Square">
              <a:extLst>
                <a:ext uri="{FF2B5EF4-FFF2-40B4-BE49-F238E27FC236}">
                  <a16:creationId xmlns:a16="http://schemas.microsoft.com/office/drawing/2014/main" id="{446F17B2-7975-94DF-03DB-7E910ED406F5}"/>
                </a:ext>
              </a:extLst>
            </p:cNvPr>
            <p:cNvSpPr/>
            <p:nvPr/>
          </p:nvSpPr>
          <p:spPr>
            <a:xfrm>
              <a:off x="18030227" y="9164544"/>
              <a:ext cx="89371" cy="92659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19" name="Square">
              <a:extLst>
                <a:ext uri="{FF2B5EF4-FFF2-40B4-BE49-F238E27FC236}">
                  <a16:creationId xmlns:a16="http://schemas.microsoft.com/office/drawing/2014/main" id="{40D64592-C14B-497D-D924-272BC45ECA95}"/>
                </a:ext>
              </a:extLst>
            </p:cNvPr>
            <p:cNvSpPr/>
            <p:nvPr/>
          </p:nvSpPr>
          <p:spPr>
            <a:xfrm>
              <a:off x="18030227" y="9306101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20" name="Square">
              <a:extLst>
                <a:ext uri="{FF2B5EF4-FFF2-40B4-BE49-F238E27FC236}">
                  <a16:creationId xmlns:a16="http://schemas.microsoft.com/office/drawing/2014/main" id="{0BE47E5C-593E-13E6-946E-7974832738A2}"/>
                </a:ext>
              </a:extLst>
            </p:cNvPr>
            <p:cNvSpPr/>
            <p:nvPr/>
          </p:nvSpPr>
          <p:spPr>
            <a:xfrm>
              <a:off x="18030227" y="9447658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21" name="Rectangle">
              <a:extLst>
                <a:ext uri="{FF2B5EF4-FFF2-40B4-BE49-F238E27FC236}">
                  <a16:creationId xmlns:a16="http://schemas.microsoft.com/office/drawing/2014/main" id="{0155A4CF-7F52-97D2-5EC3-2180C69BA813}"/>
                </a:ext>
              </a:extLst>
            </p:cNvPr>
            <p:cNvSpPr/>
            <p:nvPr/>
          </p:nvSpPr>
          <p:spPr>
            <a:xfrm>
              <a:off x="19287696" y="6693958"/>
              <a:ext cx="4556029" cy="3166138"/>
            </a:xfrm>
            <a:prstGeom prst="rect">
              <a:avLst/>
            </a:prstGeom>
            <a:solidFill>
              <a:srgbClr val="9E7696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22" name="Line">
              <a:extLst>
                <a:ext uri="{FF2B5EF4-FFF2-40B4-BE49-F238E27FC236}">
                  <a16:creationId xmlns:a16="http://schemas.microsoft.com/office/drawing/2014/main" id="{E3D8305E-4E2F-0EA2-8CF8-A17B8D931A88}"/>
                </a:ext>
              </a:extLst>
            </p:cNvPr>
            <p:cNvSpPr/>
            <p:nvPr/>
          </p:nvSpPr>
          <p:spPr>
            <a:xfrm>
              <a:off x="19532744" y="8956812"/>
              <a:ext cx="4144749" cy="1"/>
            </a:xfrm>
            <a:prstGeom prst="line">
              <a:avLst/>
            </a:prstGeom>
            <a:ln w="19050">
              <a:solidFill>
                <a:schemeClr val="tx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123" name="Plum">
              <a:extLst>
                <a:ext uri="{FF2B5EF4-FFF2-40B4-BE49-F238E27FC236}">
                  <a16:creationId xmlns:a16="http://schemas.microsoft.com/office/drawing/2014/main" id="{C0F3F22C-C52F-5F0B-8EAD-892E1090B79A}"/>
                </a:ext>
              </a:extLst>
            </p:cNvPr>
            <p:cNvSpPr txBox="1"/>
            <p:nvPr/>
          </p:nvSpPr>
          <p:spPr>
            <a:xfrm>
              <a:off x="19521656" y="9076177"/>
              <a:ext cx="2299170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/>
                <a:t>Plum</a:t>
              </a:r>
            </a:p>
          </p:txBody>
        </p:sp>
        <p:sp>
          <p:nvSpPr>
            <p:cNvPr id="124" name="HEX…">
              <a:extLst>
                <a:ext uri="{FF2B5EF4-FFF2-40B4-BE49-F238E27FC236}">
                  <a16:creationId xmlns:a16="http://schemas.microsoft.com/office/drawing/2014/main" id="{E7C14F0C-FB6D-0F99-F13B-D2C85C68C4B4}"/>
                </a:ext>
              </a:extLst>
            </p:cNvPr>
            <p:cNvSpPr txBox="1"/>
            <p:nvPr/>
          </p:nvSpPr>
          <p:spPr>
            <a:xfrm>
              <a:off x="22244433" y="9152847"/>
              <a:ext cx="520855" cy="59415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HEX  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RGB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CMYK</a:t>
              </a:r>
              <a:br>
                <a:rPr lang="en-US" sz="450" noProof="0"/>
              </a:br>
              <a:r>
                <a:rPr lang="en-US" sz="450" noProof="0"/>
                <a:t>PMS</a:t>
              </a:r>
            </a:p>
          </p:txBody>
        </p:sp>
        <p:sp>
          <p:nvSpPr>
            <p:cNvPr id="125" name="#9E7696…">
              <a:extLst>
                <a:ext uri="{FF2B5EF4-FFF2-40B4-BE49-F238E27FC236}">
                  <a16:creationId xmlns:a16="http://schemas.microsoft.com/office/drawing/2014/main" id="{B702F893-DB6B-8EBD-8AA9-6D523B3773A5}"/>
                </a:ext>
              </a:extLst>
            </p:cNvPr>
            <p:cNvSpPr txBox="1"/>
            <p:nvPr/>
          </p:nvSpPr>
          <p:spPr>
            <a:xfrm>
              <a:off x="22799099" y="9152846"/>
              <a:ext cx="725952" cy="59060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#9E7696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158, 118, 150</a:t>
              </a:r>
            </a:p>
            <a:p>
              <a:pPr>
                <a:defRPr sz="900" spc="0"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/>
                <a:t>34, 53, 13, 7</a:t>
              </a:r>
              <a:br>
                <a:rPr lang="en-US" sz="450" noProof="0"/>
              </a:br>
              <a:r>
                <a:rPr lang="en-US" sz="450" noProof="0"/>
                <a:t>5145 C</a:t>
              </a:r>
            </a:p>
          </p:txBody>
        </p:sp>
        <p:sp>
          <p:nvSpPr>
            <p:cNvPr id="126" name="Square">
              <a:extLst>
                <a:ext uri="{FF2B5EF4-FFF2-40B4-BE49-F238E27FC236}">
                  <a16:creationId xmlns:a16="http://schemas.microsoft.com/office/drawing/2014/main" id="{BE9BB565-CCDA-DBC1-FF90-AE23F862A728}"/>
                </a:ext>
              </a:extLst>
            </p:cNvPr>
            <p:cNvSpPr/>
            <p:nvPr/>
          </p:nvSpPr>
          <p:spPr>
            <a:xfrm>
              <a:off x="22661308" y="9164544"/>
              <a:ext cx="89371" cy="92659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27" name="Square">
              <a:extLst>
                <a:ext uri="{FF2B5EF4-FFF2-40B4-BE49-F238E27FC236}">
                  <a16:creationId xmlns:a16="http://schemas.microsoft.com/office/drawing/2014/main" id="{00B5B8FE-B614-A0C1-2ECC-76C4B7CAF80F}"/>
                </a:ext>
              </a:extLst>
            </p:cNvPr>
            <p:cNvSpPr/>
            <p:nvPr/>
          </p:nvSpPr>
          <p:spPr>
            <a:xfrm>
              <a:off x="22661308" y="9306101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28" name="Square">
              <a:extLst>
                <a:ext uri="{FF2B5EF4-FFF2-40B4-BE49-F238E27FC236}">
                  <a16:creationId xmlns:a16="http://schemas.microsoft.com/office/drawing/2014/main" id="{C9327BAD-0FA3-26F4-948F-303BD60B8B98}"/>
                </a:ext>
              </a:extLst>
            </p:cNvPr>
            <p:cNvSpPr/>
            <p:nvPr/>
          </p:nvSpPr>
          <p:spPr>
            <a:xfrm>
              <a:off x="22661308" y="9447658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29" name="Rectangle">
              <a:extLst>
                <a:ext uri="{FF2B5EF4-FFF2-40B4-BE49-F238E27FC236}">
                  <a16:creationId xmlns:a16="http://schemas.microsoft.com/office/drawing/2014/main" id="{A523FD88-739B-9509-7CFF-A633E303AB3A}"/>
                </a:ext>
              </a:extLst>
            </p:cNvPr>
            <p:cNvSpPr/>
            <p:nvPr/>
          </p:nvSpPr>
          <p:spPr>
            <a:xfrm>
              <a:off x="5211059" y="10023207"/>
              <a:ext cx="4556030" cy="3166138"/>
            </a:xfrm>
            <a:prstGeom prst="rect">
              <a:avLst/>
            </a:prstGeom>
            <a:solidFill>
              <a:schemeClr val="accent4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30" name="Line">
              <a:extLst>
                <a:ext uri="{FF2B5EF4-FFF2-40B4-BE49-F238E27FC236}">
                  <a16:creationId xmlns:a16="http://schemas.microsoft.com/office/drawing/2014/main" id="{6A7B8693-0DA3-7D34-9B73-036853D04910}"/>
                </a:ext>
              </a:extLst>
            </p:cNvPr>
            <p:cNvSpPr/>
            <p:nvPr/>
          </p:nvSpPr>
          <p:spPr>
            <a:xfrm>
              <a:off x="5480895" y="12286061"/>
              <a:ext cx="4144749" cy="1"/>
            </a:xfrm>
            <a:prstGeom prst="line">
              <a:avLst/>
            </a:prstGeom>
            <a:ln w="19050">
              <a:solidFill>
                <a:schemeClr val="bg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131" name="Dark Gold">
              <a:extLst>
                <a:ext uri="{FF2B5EF4-FFF2-40B4-BE49-F238E27FC236}">
                  <a16:creationId xmlns:a16="http://schemas.microsoft.com/office/drawing/2014/main" id="{DDEC4BCF-F7A6-A12E-B24A-334FABA2145A}"/>
                </a:ext>
              </a:extLst>
            </p:cNvPr>
            <p:cNvSpPr txBox="1"/>
            <p:nvPr/>
          </p:nvSpPr>
          <p:spPr>
            <a:xfrm>
              <a:off x="5469808" y="12405427"/>
              <a:ext cx="2299171" cy="552025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>
                  <a:solidFill>
                    <a:schemeClr val="bg1"/>
                  </a:solidFill>
                </a:rPr>
                <a:t>Dark Gold</a:t>
              </a:r>
            </a:p>
          </p:txBody>
        </p:sp>
        <p:sp>
          <p:nvSpPr>
            <p:cNvPr id="132" name="HEX…">
              <a:extLst>
                <a:ext uri="{FF2B5EF4-FFF2-40B4-BE49-F238E27FC236}">
                  <a16:creationId xmlns:a16="http://schemas.microsoft.com/office/drawing/2014/main" id="{27CCD5B4-E4E4-FF9E-9A7A-E6E2937CFEB4}"/>
                </a:ext>
              </a:extLst>
            </p:cNvPr>
            <p:cNvSpPr txBox="1"/>
            <p:nvPr/>
          </p:nvSpPr>
          <p:spPr>
            <a:xfrm>
              <a:off x="8192583" y="12482096"/>
              <a:ext cx="520855" cy="5751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HEX  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RGB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CMYK</a:t>
              </a:r>
              <a:br>
                <a:rPr lang="en-US" sz="450" noProof="0">
                  <a:solidFill>
                    <a:schemeClr val="bg1"/>
                  </a:solidFill>
                </a:rPr>
              </a:br>
              <a:r>
                <a:rPr lang="en-US" sz="450" noProof="0">
                  <a:solidFill>
                    <a:schemeClr val="bg1"/>
                  </a:solidFill>
                </a:rPr>
                <a:t>PMS</a:t>
              </a:r>
            </a:p>
          </p:txBody>
        </p:sp>
        <p:sp>
          <p:nvSpPr>
            <p:cNvPr id="133" name="#B37A00…">
              <a:extLst>
                <a:ext uri="{FF2B5EF4-FFF2-40B4-BE49-F238E27FC236}">
                  <a16:creationId xmlns:a16="http://schemas.microsoft.com/office/drawing/2014/main" id="{EF65B5EE-C153-F1D8-F1B4-398095C2DCCE}"/>
                </a:ext>
              </a:extLst>
            </p:cNvPr>
            <p:cNvSpPr txBox="1"/>
            <p:nvPr/>
          </p:nvSpPr>
          <p:spPr>
            <a:xfrm>
              <a:off x="8747251" y="12482096"/>
              <a:ext cx="807105" cy="5878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#B37A00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179, 122, 0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0, 36, 100, 30</a:t>
              </a:r>
              <a:br>
                <a:rPr lang="en-US" sz="450" noProof="0">
                  <a:solidFill>
                    <a:schemeClr val="bg1"/>
                  </a:solidFill>
                </a:rPr>
              </a:br>
              <a:r>
                <a:rPr lang="en-US" sz="450" noProof="0">
                  <a:solidFill>
                    <a:schemeClr val="bg1"/>
                  </a:solidFill>
                </a:rPr>
                <a:t>7551 C</a:t>
              </a:r>
            </a:p>
          </p:txBody>
        </p:sp>
        <p:sp>
          <p:nvSpPr>
            <p:cNvPr id="134" name="Square">
              <a:extLst>
                <a:ext uri="{FF2B5EF4-FFF2-40B4-BE49-F238E27FC236}">
                  <a16:creationId xmlns:a16="http://schemas.microsoft.com/office/drawing/2014/main" id="{F9D3C5C2-47E9-FF0E-2C24-5AF0958919BC}"/>
                </a:ext>
              </a:extLst>
            </p:cNvPr>
            <p:cNvSpPr/>
            <p:nvPr/>
          </p:nvSpPr>
          <p:spPr>
            <a:xfrm>
              <a:off x="8609459" y="12493793"/>
              <a:ext cx="89371" cy="92658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35" name="Square">
              <a:extLst>
                <a:ext uri="{FF2B5EF4-FFF2-40B4-BE49-F238E27FC236}">
                  <a16:creationId xmlns:a16="http://schemas.microsoft.com/office/drawing/2014/main" id="{B9D8C304-19A2-DFAE-41E2-7C1F6AB8069B}"/>
                </a:ext>
              </a:extLst>
            </p:cNvPr>
            <p:cNvSpPr/>
            <p:nvPr/>
          </p:nvSpPr>
          <p:spPr>
            <a:xfrm>
              <a:off x="8609459" y="12636428"/>
              <a:ext cx="89371" cy="92658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36" name="Square">
              <a:extLst>
                <a:ext uri="{FF2B5EF4-FFF2-40B4-BE49-F238E27FC236}">
                  <a16:creationId xmlns:a16="http://schemas.microsoft.com/office/drawing/2014/main" id="{4BC6370C-88CE-74DF-94CA-FBAF00EF18E7}"/>
                </a:ext>
              </a:extLst>
            </p:cNvPr>
            <p:cNvSpPr/>
            <p:nvPr/>
          </p:nvSpPr>
          <p:spPr>
            <a:xfrm>
              <a:off x="8609459" y="12779061"/>
              <a:ext cx="89371" cy="92658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37" name="Rectangle">
              <a:extLst>
                <a:ext uri="{FF2B5EF4-FFF2-40B4-BE49-F238E27FC236}">
                  <a16:creationId xmlns:a16="http://schemas.microsoft.com/office/drawing/2014/main" id="{18CAD236-8BE3-328D-B9BE-A820CC8E2715}"/>
                </a:ext>
              </a:extLst>
            </p:cNvPr>
            <p:cNvSpPr/>
            <p:nvPr/>
          </p:nvSpPr>
          <p:spPr>
            <a:xfrm>
              <a:off x="529226" y="10016462"/>
              <a:ext cx="4556030" cy="3166138"/>
            </a:xfrm>
            <a:prstGeom prst="rect">
              <a:avLst/>
            </a:prstGeom>
            <a:solidFill>
              <a:schemeClr val="accent5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38" name="Line">
              <a:extLst>
                <a:ext uri="{FF2B5EF4-FFF2-40B4-BE49-F238E27FC236}">
                  <a16:creationId xmlns:a16="http://schemas.microsoft.com/office/drawing/2014/main" id="{B28F710B-95F1-A779-02AB-3385BF16F9E4}"/>
                </a:ext>
              </a:extLst>
            </p:cNvPr>
            <p:cNvSpPr/>
            <p:nvPr/>
          </p:nvSpPr>
          <p:spPr>
            <a:xfrm>
              <a:off x="774275" y="12279316"/>
              <a:ext cx="4144749" cy="1"/>
            </a:xfrm>
            <a:prstGeom prst="line">
              <a:avLst/>
            </a:prstGeom>
            <a:ln w="19050">
              <a:solidFill>
                <a:schemeClr val="bg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139" name="Dark Bronze">
              <a:extLst>
                <a:ext uri="{FF2B5EF4-FFF2-40B4-BE49-F238E27FC236}">
                  <a16:creationId xmlns:a16="http://schemas.microsoft.com/office/drawing/2014/main" id="{6CB8D527-7AB5-292A-2B9C-73084A1DF25E}"/>
                </a:ext>
              </a:extLst>
            </p:cNvPr>
            <p:cNvSpPr txBox="1"/>
            <p:nvPr/>
          </p:nvSpPr>
          <p:spPr>
            <a:xfrm>
              <a:off x="763188" y="12398681"/>
              <a:ext cx="2465731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>
                  <a:solidFill>
                    <a:schemeClr val="bg1"/>
                  </a:solidFill>
                </a:rPr>
                <a:t>Dark Bronze</a:t>
              </a:r>
            </a:p>
          </p:txBody>
        </p:sp>
        <p:sp>
          <p:nvSpPr>
            <p:cNvPr id="140" name="HEX…">
              <a:extLst>
                <a:ext uri="{FF2B5EF4-FFF2-40B4-BE49-F238E27FC236}">
                  <a16:creationId xmlns:a16="http://schemas.microsoft.com/office/drawing/2014/main" id="{6307C9B6-6E1A-6BFC-4A5A-417EED51E329}"/>
                </a:ext>
              </a:extLst>
            </p:cNvPr>
            <p:cNvSpPr txBox="1"/>
            <p:nvPr/>
          </p:nvSpPr>
          <p:spPr>
            <a:xfrm>
              <a:off x="3485963" y="12475351"/>
              <a:ext cx="520855" cy="61104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HEX  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RGB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CMYK</a:t>
              </a:r>
              <a:br>
                <a:rPr lang="en-US" sz="450" noProof="0">
                  <a:solidFill>
                    <a:schemeClr val="bg1"/>
                  </a:solidFill>
                </a:rPr>
              </a:br>
              <a:r>
                <a:rPr lang="en-US" sz="450" noProof="0">
                  <a:solidFill>
                    <a:schemeClr val="bg1"/>
                  </a:solidFill>
                </a:rPr>
                <a:t>PMS</a:t>
              </a:r>
            </a:p>
          </p:txBody>
        </p:sp>
        <p:sp>
          <p:nvSpPr>
            <p:cNvPr id="141" name="#983F03…">
              <a:extLst>
                <a:ext uri="{FF2B5EF4-FFF2-40B4-BE49-F238E27FC236}">
                  <a16:creationId xmlns:a16="http://schemas.microsoft.com/office/drawing/2014/main" id="{D60DFB30-BD1E-BB6C-CFE3-3E095C634297}"/>
                </a:ext>
              </a:extLst>
            </p:cNvPr>
            <p:cNvSpPr txBox="1"/>
            <p:nvPr/>
          </p:nvSpPr>
          <p:spPr>
            <a:xfrm>
              <a:off x="4040631" y="12475352"/>
              <a:ext cx="725951" cy="577853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#983F03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152, 63, 3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0, 71, 100, 38</a:t>
              </a:r>
              <a:br>
                <a:rPr lang="en-US" sz="450" noProof="0">
                  <a:solidFill>
                    <a:schemeClr val="bg1"/>
                  </a:solidFill>
                </a:rPr>
              </a:br>
              <a:r>
                <a:rPr lang="en-US" sz="450" noProof="0">
                  <a:solidFill>
                    <a:schemeClr val="bg1"/>
                  </a:solidFill>
                </a:rPr>
                <a:t>1535 C</a:t>
              </a:r>
            </a:p>
          </p:txBody>
        </p:sp>
        <p:sp>
          <p:nvSpPr>
            <p:cNvPr id="142" name="Square">
              <a:extLst>
                <a:ext uri="{FF2B5EF4-FFF2-40B4-BE49-F238E27FC236}">
                  <a16:creationId xmlns:a16="http://schemas.microsoft.com/office/drawing/2014/main" id="{D22F343B-E1A4-2B15-1AA6-0B2F0C92FEDB}"/>
                </a:ext>
              </a:extLst>
            </p:cNvPr>
            <p:cNvSpPr/>
            <p:nvPr/>
          </p:nvSpPr>
          <p:spPr>
            <a:xfrm>
              <a:off x="3902839" y="12487048"/>
              <a:ext cx="89371" cy="92658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43" name="Square">
              <a:extLst>
                <a:ext uri="{FF2B5EF4-FFF2-40B4-BE49-F238E27FC236}">
                  <a16:creationId xmlns:a16="http://schemas.microsoft.com/office/drawing/2014/main" id="{7C7BB31D-F9EC-9FC4-8F5F-15D9F442BAE1}"/>
                </a:ext>
              </a:extLst>
            </p:cNvPr>
            <p:cNvSpPr/>
            <p:nvPr/>
          </p:nvSpPr>
          <p:spPr>
            <a:xfrm>
              <a:off x="3902839" y="12631931"/>
              <a:ext cx="89371" cy="92659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44" name="Square">
              <a:extLst>
                <a:ext uri="{FF2B5EF4-FFF2-40B4-BE49-F238E27FC236}">
                  <a16:creationId xmlns:a16="http://schemas.microsoft.com/office/drawing/2014/main" id="{A09A32B5-56A4-716B-1CCD-D6F9844F529F}"/>
                </a:ext>
              </a:extLst>
            </p:cNvPr>
            <p:cNvSpPr/>
            <p:nvPr/>
          </p:nvSpPr>
          <p:spPr>
            <a:xfrm>
              <a:off x="3902839" y="12776813"/>
              <a:ext cx="89371" cy="92658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45" name="Rectangle">
              <a:extLst>
                <a:ext uri="{FF2B5EF4-FFF2-40B4-BE49-F238E27FC236}">
                  <a16:creationId xmlns:a16="http://schemas.microsoft.com/office/drawing/2014/main" id="{8949DEC7-F79A-318D-D711-11FBC033F329}"/>
                </a:ext>
              </a:extLst>
            </p:cNvPr>
            <p:cNvSpPr/>
            <p:nvPr/>
          </p:nvSpPr>
          <p:spPr>
            <a:xfrm>
              <a:off x="9903561" y="10016462"/>
              <a:ext cx="4556030" cy="3166138"/>
            </a:xfrm>
            <a:prstGeom prst="rect">
              <a:avLst/>
            </a:prstGeom>
            <a:solidFill>
              <a:schemeClr val="accent3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46" name="Line">
              <a:extLst>
                <a:ext uri="{FF2B5EF4-FFF2-40B4-BE49-F238E27FC236}">
                  <a16:creationId xmlns:a16="http://schemas.microsoft.com/office/drawing/2014/main" id="{E96F9C0B-CE64-4748-E84B-20734FA9AF82}"/>
                </a:ext>
              </a:extLst>
            </p:cNvPr>
            <p:cNvSpPr/>
            <p:nvPr/>
          </p:nvSpPr>
          <p:spPr>
            <a:xfrm>
              <a:off x="10195043" y="12279316"/>
              <a:ext cx="4144749" cy="1"/>
            </a:xfrm>
            <a:prstGeom prst="line">
              <a:avLst/>
            </a:prstGeom>
            <a:ln w="19050">
              <a:solidFill>
                <a:schemeClr val="bg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147" name="Dark Green">
              <a:extLst>
                <a:ext uri="{FF2B5EF4-FFF2-40B4-BE49-F238E27FC236}">
                  <a16:creationId xmlns:a16="http://schemas.microsoft.com/office/drawing/2014/main" id="{F45C02C8-8EA2-D2A9-62A3-A751B024522E}"/>
                </a:ext>
              </a:extLst>
            </p:cNvPr>
            <p:cNvSpPr txBox="1"/>
            <p:nvPr/>
          </p:nvSpPr>
          <p:spPr>
            <a:xfrm>
              <a:off x="10183955" y="12398681"/>
              <a:ext cx="2299171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>
                  <a:solidFill>
                    <a:schemeClr val="bg1"/>
                  </a:solidFill>
                </a:rPr>
                <a:t>Dark Green</a:t>
              </a:r>
            </a:p>
          </p:txBody>
        </p:sp>
        <p:sp>
          <p:nvSpPr>
            <p:cNvPr id="148" name="HEX…">
              <a:extLst>
                <a:ext uri="{FF2B5EF4-FFF2-40B4-BE49-F238E27FC236}">
                  <a16:creationId xmlns:a16="http://schemas.microsoft.com/office/drawing/2014/main" id="{4926FFE0-CB4F-CB85-F30D-783D6D795558}"/>
                </a:ext>
              </a:extLst>
            </p:cNvPr>
            <p:cNvSpPr txBox="1"/>
            <p:nvPr/>
          </p:nvSpPr>
          <p:spPr>
            <a:xfrm>
              <a:off x="12906731" y="12475352"/>
              <a:ext cx="520855" cy="59620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HEX  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RGB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CMYK</a:t>
              </a:r>
              <a:br>
                <a:rPr lang="en-US" sz="450" noProof="0">
                  <a:solidFill>
                    <a:schemeClr val="bg1"/>
                  </a:solidFill>
                </a:rPr>
              </a:br>
              <a:r>
                <a:rPr lang="en-US" sz="450" noProof="0">
                  <a:solidFill>
                    <a:schemeClr val="bg1"/>
                  </a:solidFill>
                </a:rPr>
                <a:t>PMS</a:t>
              </a:r>
            </a:p>
          </p:txBody>
        </p:sp>
        <p:sp>
          <p:nvSpPr>
            <p:cNvPr id="149" name="#546232…">
              <a:extLst>
                <a:ext uri="{FF2B5EF4-FFF2-40B4-BE49-F238E27FC236}">
                  <a16:creationId xmlns:a16="http://schemas.microsoft.com/office/drawing/2014/main" id="{F44F32A1-50A5-1637-E819-30BB8F40598D}"/>
                </a:ext>
              </a:extLst>
            </p:cNvPr>
            <p:cNvSpPr txBox="1"/>
            <p:nvPr/>
          </p:nvSpPr>
          <p:spPr>
            <a:xfrm>
              <a:off x="13461397" y="12475351"/>
              <a:ext cx="725952" cy="61005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#546232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84, 98, 50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49, 22, 85, 58</a:t>
              </a:r>
              <a:br>
                <a:rPr lang="en-US" sz="450" noProof="0">
                  <a:solidFill>
                    <a:schemeClr val="bg1"/>
                  </a:solidFill>
                </a:rPr>
              </a:br>
              <a:r>
                <a:rPr lang="en-US" sz="450" noProof="0">
                  <a:solidFill>
                    <a:schemeClr val="bg1"/>
                  </a:solidFill>
                </a:rPr>
                <a:t>574 C</a:t>
              </a:r>
            </a:p>
          </p:txBody>
        </p:sp>
        <p:sp>
          <p:nvSpPr>
            <p:cNvPr id="150" name="Square">
              <a:extLst>
                <a:ext uri="{FF2B5EF4-FFF2-40B4-BE49-F238E27FC236}">
                  <a16:creationId xmlns:a16="http://schemas.microsoft.com/office/drawing/2014/main" id="{7266B1F2-0B58-E218-F6B6-83FD8BF0C944}"/>
                </a:ext>
              </a:extLst>
            </p:cNvPr>
            <p:cNvSpPr/>
            <p:nvPr/>
          </p:nvSpPr>
          <p:spPr>
            <a:xfrm>
              <a:off x="13323607" y="12487048"/>
              <a:ext cx="89371" cy="92658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51" name="Square">
              <a:extLst>
                <a:ext uri="{FF2B5EF4-FFF2-40B4-BE49-F238E27FC236}">
                  <a16:creationId xmlns:a16="http://schemas.microsoft.com/office/drawing/2014/main" id="{A16B8D27-44DA-CFA0-BB31-30709C58381D}"/>
                </a:ext>
              </a:extLst>
            </p:cNvPr>
            <p:cNvSpPr/>
            <p:nvPr/>
          </p:nvSpPr>
          <p:spPr>
            <a:xfrm>
              <a:off x="13323607" y="12631931"/>
              <a:ext cx="89371" cy="92659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52" name="Square">
              <a:extLst>
                <a:ext uri="{FF2B5EF4-FFF2-40B4-BE49-F238E27FC236}">
                  <a16:creationId xmlns:a16="http://schemas.microsoft.com/office/drawing/2014/main" id="{2E1E2C2A-CA80-57BF-EB1B-31436CD0DA1B}"/>
                </a:ext>
              </a:extLst>
            </p:cNvPr>
            <p:cNvSpPr/>
            <p:nvPr/>
          </p:nvSpPr>
          <p:spPr>
            <a:xfrm>
              <a:off x="13323607" y="12776813"/>
              <a:ext cx="89371" cy="92658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53" name="Rectangle">
              <a:extLst>
                <a:ext uri="{FF2B5EF4-FFF2-40B4-BE49-F238E27FC236}">
                  <a16:creationId xmlns:a16="http://schemas.microsoft.com/office/drawing/2014/main" id="{CD01A670-FFF3-9961-5A0D-B82F9BE1AF41}"/>
                </a:ext>
              </a:extLst>
            </p:cNvPr>
            <p:cNvSpPr/>
            <p:nvPr/>
          </p:nvSpPr>
          <p:spPr>
            <a:xfrm>
              <a:off x="14594312" y="10016462"/>
              <a:ext cx="4556030" cy="3166138"/>
            </a:xfrm>
            <a:prstGeom prst="rect">
              <a:avLst/>
            </a:prstGeom>
            <a:solidFill>
              <a:schemeClr val="accent2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54" name="Line">
              <a:extLst>
                <a:ext uri="{FF2B5EF4-FFF2-40B4-BE49-F238E27FC236}">
                  <a16:creationId xmlns:a16="http://schemas.microsoft.com/office/drawing/2014/main" id="{0B4AA35A-98C8-8C90-A25B-FD8AD8679870}"/>
                </a:ext>
              </a:extLst>
            </p:cNvPr>
            <p:cNvSpPr/>
            <p:nvPr/>
          </p:nvSpPr>
          <p:spPr>
            <a:xfrm>
              <a:off x="14901662" y="12279316"/>
              <a:ext cx="4144748" cy="1"/>
            </a:xfrm>
            <a:prstGeom prst="line">
              <a:avLst/>
            </a:prstGeom>
            <a:ln w="19050">
              <a:solidFill>
                <a:schemeClr val="bg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155" name="Dark Blue">
              <a:extLst>
                <a:ext uri="{FF2B5EF4-FFF2-40B4-BE49-F238E27FC236}">
                  <a16:creationId xmlns:a16="http://schemas.microsoft.com/office/drawing/2014/main" id="{69707867-1F6E-3585-00CC-AD642BB6D340}"/>
                </a:ext>
              </a:extLst>
            </p:cNvPr>
            <p:cNvSpPr txBox="1"/>
            <p:nvPr/>
          </p:nvSpPr>
          <p:spPr>
            <a:xfrm>
              <a:off x="14890575" y="12398681"/>
              <a:ext cx="2299171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>
                  <a:solidFill>
                    <a:schemeClr val="bg1"/>
                  </a:solidFill>
                </a:rPr>
                <a:t>Dark Blue</a:t>
              </a:r>
            </a:p>
          </p:txBody>
        </p:sp>
        <p:sp>
          <p:nvSpPr>
            <p:cNvPr id="156" name="HEX…">
              <a:extLst>
                <a:ext uri="{FF2B5EF4-FFF2-40B4-BE49-F238E27FC236}">
                  <a16:creationId xmlns:a16="http://schemas.microsoft.com/office/drawing/2014/main" id="{FCF17B62-DAF5-70F5-44A3-9213F3983911}"/>
                </a:ext>
              </a:extLst>
            </p:cNvPr>
            <p:cNvSpPr txBox="1"/>
            <p:nvPr/>
          </p:nvSpPr>
          <p:spPr>
            <a:xfrm>
              <a:off x="17613350" y="12475351"/>
              <a:ext cx="520855" cy="62084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HEX  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RGB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CMYK</a:t>
              </a:r>
              <a:br>
                <a:rPr lang="en-US" sz="450" noProof="0">
                  <a:solidFill>
                    <a:schemeClr val="bg1"/>
                  </a:solidFill>
                </a:rPr>
              </a:br>
              <a:r>
                <a:rPr lang="en-US" sz="450" noProof="0">
                  <a:solidFill>
                    <a:schemeClr val="bg1"/>
                  </a:solidFill>
                </a:rPr>
                <a:t>PMS</a:t>
              </a:r>
            </a:p>
          </p:txBody>
        </p:sp>
        <p:sp>
          <p:nvSpPr>
            <p:cNvPr id="157" name="#104B68…">
              <a:extLst>
                <a:ext uri="{FF2B5EF4-FFF2-40B4-BE49-F238E27FC236}">
                  <a16:creationId xmlns:a16="http://schemas.microsoft.com/office/drawing/2014/main" id="{E864448A-6BB5-A6BB-EE0B-6148600B848C}"/>
                </a:ext>
              </a:extLst>
            </p:cNvPr>
            <p:cNvSpPr txBox="1"/>
            <p:nvPr/>
          </p:nvSpPr>
          <p:spPr>
            <a:xfrm>
              <a:off x="18168018" y="12475352"/>
              <a:ext cx="877823" cy="57963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#104B68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16, 75, 104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98, 43, 20, 52</a:t>
              </a:r>
              <a:br>
                <a:rPr lang="en-US" sz="450" noProof="0">
                  <a:solidFill>
                    <a:schemeClr val="bg1"/>
                  </a:solidFill>
                </a:rPr>
              </a:br>
              <a:r>
                <a:rPr lang="en-US" sz="450" noProof="0">
                  <a:solidFill>
                    <a:schemeClr val="bg1"/>
                  </a:solidFill>
                </a:rPr>
                <a:t>2182 C</a:t>
              </a:r>
            </a:p>
          </p:txBody>
        </p:sp>
        <p:sp>
          <p:nvSpPr>
            <p:cNvPr id="158" name="Square">
              <a:extLst>
                <a:ext uri="{FF2B5EF4-FFF2-40B4-BE49-F238E27FC236}">
                  <a16:creationId xmlns:a16="http://schemas.microsoft.com/office/drawing/2014/main" id="{0102AD1E-EA71-A127-ACDA-59E1A8290EC0}"/>
                </a:ext>
              </a:extLst>
            </p:cNvPr>
            <p:cNvSpPr/>
            <p:nvPr/>
          </p:nvSpPr>
          <p:spPr>
            <a:xfrm>
              <a:off x="18030227" y="12487048"/>
              <a:ext cx="89371" cy="92658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59" name="Square">
              <a:extLst>
                <a:ext uri="{FF2B5EF4-FFF2-40B4-BE49-F238E27FC236}">
                  <a16:creationId xmlns:a16="http://schemas.microsoft.com/office/drawing/2014/main" id="{142C74B5-A6D7-A392-CC1A-D45347489A6D}"/>
                </a:ext>
              </a:extLst>
            </p:cNvPr>
            <p:cNvSpPr/>
            <p:nvPr/>
          </p:nvSpPr>
          <p:spPr>
            <a:xfrm>
              <a:off x="18030227" y="12631931"/>
              <a:ext cx="89371" cy="92659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60" name="Square">
              <a:extLst>
                <a:ext uri="{FF2B5EF4-FFF2-40B4-BE49-F238E27FC236}">
                  <a16:creationId xmlns:a16="http://schemas.microsoft.com/office/drawing/2014/main" id="{4F8C3EBB-7122-C26A-6781-7F6465636825}"/>
                </a:ext>
              </a:extLst>
            </p:cNvPr>
            <p:cNvSpPr/>
            <p:nvPr/>
          </p:nvSpPr>
          <p:spPr>
            <a:xfrm>
              <a:off x="18030227" y="12776813"/>
              <a:ext cx="89371" cy="92658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61" name="Rectangle">
              <a:extLst>
                <a:ext uri="{FF2B5EF4-FFF2-40B4-BE49-F238E27FC236}">
                  <a16:creationId xmlns:a16="http://schemas.microsoft.com/office/drawing/2014/main" id="{121EB47F-391C-5B6E-506F-27709B53D2C6}"/>
                </a:ext>
              </a:extLst>
            </p:cNvPr>
            <p:cNvSpPr/>
            <p:nvPr/>
          </p:nvSpPr>
          <p:spPr>
            <a:xfrm>
              <a:off x="19287696" y="10016462"/>
              <a:ext cx="4556029" cy="3166138"/>
            </a:xfrm>
            <a:prstGeom prst="rect">
              <a:avLst/>
            </a:prstGeom>
            <a:solidFill>
              <a:schemeClr val="accent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62" name="Line">
              <a:extLst>
                <a:ext uri="{FF2B5EF4-FFF2-40B4-BE49-F238E27FC236}">
                  <a16:creationId xmlns:a16="http://schemas.microsoft.com/office/drawing/2014/main" id="{323E1485-7D9B-21BE-999F-69CEE070C35A}"/>
                </a:ext>
              </a:extLst>
            </p:cNvPr>
            <p:cNvSpPr/>
            <p:nvPr/>
          </p:nvSpPr>
          <p:spPr>
            <a:xfrm>
              <a:off x="19532744" y="12279316"/>
              <a:ext cx="4144749" cy="1"/>
            </a:xfrm>
            <a:prstGeom prst="line">
              <a:avLst/>
            </a:prstGeom>
            <a:ln w="19050">
              <a:solidFill>
                <a:schemeClr val="bg1"/>
              </a:solidFill>
              <a:miter lim="400000"/>
            </a:ln>
          </p:spPr>
          <p:txBody>
            <a:bodyPr lIns="25397" tIns="25397" rIns="25397" bIns="25397" anchor="ctr"/>
            <a:lstStyle/>
            <a:p>
              <a:pPr defTabSz="1218925">
                <a:lnSpc>
                  <a:spcPct val="90000"/>
                </a:lnSpc>
                <a:spcBef>
                  <a:spcPts val="2250"/>
                </a:spcBef>
                <a:defRPr sz="4800">
                  <a:solidFill>
                    <a:srgbClr val="000000"/>
                  </a:solidFill>
                </a:defRPr>
              </a:pPr>
              <a:endParaRPr lang="en-US" sz="2400" noProof="0"/>
            </a:p>
          </p:txBody>
        </p:sp>
        <p:sp>
          <p:nvSpPr>
            <p:cNvPr id="163" name="Dark Plum">
              <a:extLst>
                <a:ext uri="{FF2B5EF4-FFF2-40B4-BE49-F238E27FC236}">
                  <a16:creationId xmlns:a16="http://schemas.microsoft.com/office/drawing/2014/main" id="{83212F4B-9A51-7BDF-71EA-E8A71DBD9775}"/>
                </a:ext>
              </a:extLst>
            </p:cNvPr>
            <p:cNvSpPr txBox="1"/>
            <p:nvPr/>
          </p:nvSpPr>
          <p:spPr>
            <a:xfrm>
              <a:off x="19521656" y="12398681"/>
              <a:ext cx="2299170" cy="5520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>
              <a:lvl1pPr>
                <a:lnSpc>
                  <a:spcPct val="80000"/>
                </a:lnSpc>
                <a:spcBef>
                  <a:spcPts val="0"/>
                </a:spcBef>
                <a:defRPr sz="30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lvl1pPr>
            </a:lstStyle>
            <a:p>
              <a:r>
                <a:rPr lang="en-US" sz="1500" noProof="0">
                  <a:solidFill>
                    <a:schemeClr val="bg1"/>
                  </a:solidFill>
                </a:rPr>
                <a:t>Dark Plum</a:t>
              </a:r>
            </a:p>
          </p:txBody>
        </p:sp>
        <p:sp>
          <p:nvSpPr>
            <p:cNvPr id="164" name="HEX…">
              <a:extLst>
                <a:ext uri="{FF2B5EF4-FFF2-40B4-BE49-F238E27FC236}">
                  <a16:creationId xmlns:a16="http://schemas.microsoft.com/office/drawing/2014/main" id="{7ECF264A-45F6-DF49-BEAD-9E96BEDA38EE}"/>
                </a:ext>
              </a:extLst>
            </p:cNvPr>
            <p:cNvSpPr txBox="1"/>
            <p:nvPr/>
          </p:nvSpPr>
          <p:spPr>
            <a:xfrm>
              <a:off x="22244433" y="12475352"/>
              <a:ext cx="520855" cy="60064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HEX  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RGB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CMYK</a:t>
              </a:r>
              <a:br>
                <a:rPr lang="en-US" sz="450" noProof="0">
                  <a:solidFill>
                    <a:schemeClr val="bg1"/>
                  </a:solidFill>
                </a:rPr>
              </a:br>
              <a:r>
                <a:rPr lang="en-US" sz="450" noProof="0">
                  <a:solidFill>
                    <a:schemeClr val="bg1"/>
                  </a:solidFill>
                </a:rPr>
                <a:t>PMS</a:t>
              </a:r>
            </a:p>
          </p:txBody>
        </p:sp>
        <p:sp>
          <p:nvSpPr>
            <p:cNvPr id="165" name="#723065…">
              <a:extLst>
                <a:ext uri="{FF2B5EF4-FFF2-40B4-BE49-F238E27FC236}">
                  <a16:creationId xmlns:a16="http://schemas.microsoft.com/office/drawing/2014/main" id="{7841838F-CCA7-B0C8-1DB5-2F04F9E40C9D}"/>
                </a:ext>
              </a:extLst>
            </p:cNvPr>
            <p:cNvSpPr txBox="1"/>
            <p:nvPr/>
          </p:nvSpPr>
          <p:spPr>
            <a:xfrm>
              <a:off x="22799099" y="12475352"/>
              <a:ext cx="725952" cy="6033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/>
            <a:lstStyle/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#723065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114, 48, 101</a:t>
              </a:r>
            </a:p>
            <a:p>
              <a:pPr>
                <a:defRPr sz="900" spc="0">
                  <a:solidFill>
                    <a:schemeClr val="accent1">
                      <a:hueOff val="-959033"/>
                      <a:satOff val="-91407"/>
                      <a:lumOff val="11210"/>
                    </a:schemeClr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r>
                <a:rPr lang="en-US" sz="450" noProof="0">
                  <a:solidFill>
                    <a:schemeClr val="bg1"/>
                  </a:solidFill>
                </a:rPr>
                <a:t>45, 95, 0, 25</a:t>
              </a:r>
              <a:br>
                <a:rPr lang="en-US" sz="450" noProof="0">
                  <a:solidFill>
                    <a:schemeClr val="bg1"/>
                  </a:solidFill>
                </a:rPr>
              </a:br>
              <a:r>
                <a:rPr lang="en-US" sz="450" noProof="0">
                  <a:solidFill>
                    <a:schemeClr val="bg1"/>
                  </a:solidFill>
                </a:rPr>
                <a:t>7657 C</a:t>
              </a:r>
            </a:p>
          </p:txBody>
        </p:sp>
        <p:sp>
          <p:nvSpPr>
            <p:cNvPr id="166" name="Square">
              <a:extLst>
                <a:ext uri="{FF2B5EF4-FFF2-40B4-BE49-F238E27FC236}">
                  <a16:creationId xmlns:a16="http://schemas.microsoft.com/office/drawing/2014/main" id="{D35A510D-9CF6-6550-8115-05E2C93577E2}"/>
                </a:ext>
              </a:extLst>
            </p:cNvPr>
            <p:cNvSpPr/>
            <p:nvPr/>
          </p:nvSpPr>
          <p:spPr>
            <a:xfrm>
              <a:off x="22661308" y="12487048"/>
              <a:ext cx="89371" cy="92658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67" name="Square">
              <a:extLst>
                <a:ext uri="{FF2B5EF4-FFF2-40B4-BE49-F238E27FC236}">
                  <a16:creationId xmlns:a16="http://schemas.microsoft.com/office/drawing/2014/main" id="{2277638C-A30C-86B3-FDCC-7E4D4D0756DA}"/>
                </a:ext>
              </a:extLst>
            </p:cNvPr>
            <p:cNvSpPr/>
            <p:nvPr/>
          </p:nvSpPr>
          <p:spPr>
            <a:xfrm>
              <a:off x="22661308" y="12631931"/>
              <a:ext cx="89371" cy="92659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68" name="Square">
              <a:extLst>
                <a:ext uri="{FF2B5EF4-FFF2-40B4-BE49-F238E27FC236}">
                  <a16:creationId xmlns:a16="http://schemas.microsoft.com/office/drawing/2014/main" id="{A2F56BD9-1D5C-FC3E-BEFB-B42036BF13FA}"/>
                </a:ext>
              </a:extLst>
            </p:cNvPr>
            <p:cNvSpPr/>
            <p:nvPr/>
          </p:nvSpPr>
          <p:spPr>
            <a:xfrm>
              <a:off x="22661308" y="12776813"/>
              <a:ext cx="89371" cy="92658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69" name="Square">
              <a:extLst>
                <a:ext uri="{FF2B5EF4-FFF2-40B4-BE49-F238E27FC236}">
                  <a16:creationId xmlns:a16="http://schemas.microsoft.com/office/drawing/2014/main" id="{94B2605F-F008-1D33-D9A0-1CFE7ED9B0A7}"/>
                </a:ext>
              </a:extLst>
            </p:cNvPr>
            <p:cNvSpPr/>
            <p:nvPr/>
          </p:nvSpPr>
          <p:spPr>
            <a:xfrm>
              <a:off x="3902839" y="960191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70" name="Square">
              <a:extLst>
                <a:ext uri="{FF2B5EF4-FFF2-40B4-BE49-F238E27FC236}">
                  <a16:creationId xmlns:a16="http://schemas.microsoft.com/office/drawing/2014/main" id="{A775DFE9-B520-34C8-D1E3-5A3AF7E91BF9}"/>
                </a:ext>
              </a:extLst>
            </p:cNvPr>
            <p:cNvSpPr/>
            <p:nvPr/>
          </p:nvSpPr>
          <p:spPr>
            <a:xfrm>
              <a:off x="3902839" y="12921696"/>
              <a:ext cx="89371" cy="92659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71" name="Square">
              <a:extLst>
                <a:ext uri="{FF2B5EF4-FFF2-40B4-BE49-F238E27FC236}">
                  <a16:creationId xmlns:a16="http://schemas.microsoft.com/office/drawing/2014/main" id="{AC7F5562-2468-B0F0-27D3-44E3DEDF6B7F}"/>
                </a:ext>
              </a:extLst>
            </p:cNvPr>
            <p:cNvSpPr/>
            <p:nvPr/>
          </p:nvSpPr>
          <p:spPr>
            <a:xfrm>
              <a:off x="8609459" y="12921696"/>
              <a:ext cx="89371" cy="92659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72" name="Square">
              <a:extLst>
                <a:ext uri="{FF2B5EF4-FFF2-40B4-BE49-F238E27FC236}">
                  <a16:creationId xmlns:a16="http://schemas.microsoft.com/office/drawing/2014/main" id="{B00C656F-980F-14C1-03AA-8F4F117FAB6F}"/>
                </a:ext>
              </a:extLst>
            </p:cNvPr>
            <p:cNvSpPr/>
            <p:nvPr/>
          </p:nvSpPr>
          <p:spPr>
            <a:xfrm>
              <a:off x="8609459" y="960191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73" name="Square">
              <a:extLst>
                <a:ext uri="{FF2B5EF4-FFF2-40B4-BE49-F238E27FC236}">
                  <a16:creationId xmlns:a16="http://schemas.microsoft.com/office/drawing/2014/main" id="{94800E24-3B7D-D225-E0A9-60FF5C9FA074}"/>
                </a:ext>
              </a:extLst>
            </p:cNvPr>
            <p:cNvSpPr/>
            <p:nvPr/>
          </p:nvSpPr>
          <p:spPr>
            <a:xfrm>
              <a:off x="8602862" y="6292905"/>
              <a:ext cx="89370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74" name="Square">
              <a:extLst>
                <a:ext uri="{FF2B5EF4-FFF2-40B4-BE49-F238E27FC236}">
                  <a16:creationId xmlns:a16="http://schemas.microsoft.com/office/drawing/2014/main" id="{8F46F794-176F-402F-B295-3C3668B75920}"/>
                </a:ext>
              </a:extLst>
            </p:cNvPr>
            <p:cNvSpPr/>
            <p:nvPr/>
          </p:nvSpPr>
          <p:spPr>
            <a:xfrm>
              <a:off x="13314562" y="6280205"/>
              <a:ext cx="89370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75" name="Square">
              <a:extLst>
                <a:ext uri="{FF2B5EF4-FFF2-40B4-BE49-F238E27FC236}">
                  <a16:creationId xmlns:a16="http://schemas.microsoft.com/office/drawing/2014/main" id="{92FE6084-A606-16E1-102C-B529D1B40154}"/>
                </a:ext>
              </a:extLst>
            </p:cNvPr>
            <p:cNvSpPr/>
            <p:nvPr/>
          </p:nvSpPr>
          <p:spPr>
            <a:xfrm>
              <a:off x="13323607" y="958921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76" name="Square">
              <a:extLst>
                <a:ext uri="{FF2B5EF4-FFF2-40B4-BE49-F238E27FC236}">
                  <a16:creationId xmlns:a16="http://schemas.microsoft.com/office/drawing/2014/main" id="{D574FF98-52C8-CAA0-8456-1C8472502E69}"/>
                </a:ext>
              </a:extLst>
            </p:cNvPr>
            <p:cNvSpPr/>
            <p:nvPr/>
          </p:nvSpPr>
          <p:spPr>
            <a:xfrm>
              <a:off x="13323607" y="12921696"/>
              <a:ext cx="89371" cy="92659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77" name="Square">
              <a:extLst>
                <a:ext uri="{FF2B5EF4-FFF2-40B4-BE49-F238E27FC236}">
                  <a16:creationId xmlns:a16="http://schemas.microsoft.com/office/drawing/2014/main" id="{F3F85BD1-0252-288A-4C2F-5938CFE5FDF3}"/>
                </a:ext>
              </a:extLst>
            </p:cNvPr>
            <p:cNvSpPr/>
            <p:nvPr/>
          </p:nvSpPr>
          <p:spPr>
            <a:xfrm>
              <a:off x="18030227" y="12921696"/>
              <a:ext cx="89371" cy="92659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78" name="Square">
              <a:extLst>
                <a:ext uri="{FF2B5EF4-FFF2-40B4-BE49-F238E27FC236}">
                  <a16:creationId xmlns:a16="http://schemas.microsoft.com/office/drawing/2014/main" id="{C5FA6B17-2B3B-4833-06A5-03B567CBA291}"/>
                </a:ext>
              </a:extLst>
            </p:cNvPr>
            <p:cNvSpPr/>
            <p:nvPr/>
          </p:nvSpPr>
          <p:spPr>
            <a:xfrm>
              <a:off x="18030227" y="958921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79" name="Square">
              <a:extLst>
                <a:ext uri="{FF2B5EF4-FFF2-40B4-BE49-F238E27FC236}">
                  <a16:creationId xmlns:a16="http://schemas.microsoft.com/office/drawing/2014/main" id="{000E181F-EA3A-2113-0CE2-C64E9853EE3B}"/>
                </a:ext>
              </a:extLst>
            </p:cNvPr>
            <p:cNvSpPr/>
            <p:nvPr/>
          </p:nvSpPr>
          <p:spPr>
            <a:xfrm>
              <a:off x="18026462" y="629290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80" name="Square">
              <a:extLst>
                <a:ext uri="{FF2B5EF4-FFF2-40B4-BE49-F238E27FC236}">
                  <a16:creationId xmlns:a16="http://schemas.microsoft.com/office/drawing/2014/main" id="{31B61399-8AB3-093F-F632-661C3706FD6E}"/>
                </a:ext>
              </a:extLst>
            </p:cNvPr>
            <p:cNvSpPr/>
            <p:nvPr/>
          </p:nvSpPr>
          <p:spPr>
            <a:xfrm>
              <a:off x="22657544" y="628020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81" name="Square">
              <a:extLst>
                <a:ext uri="{FF2B5EF4-FFF2-40B4-BE49-F238E27FC236}">
                  <a16:creationId xmlns:a16="http://schemas.microsoft.com/office/drawing/2014/main" id="{89228522-727A-2573-6503-0CDD98AA0AD8}"/>
                </a:ext>
              </a:extLst>
            </p:cNvPr>
            <p:cNvSpPr/>
            <p:nvPr/>
          </p:nvSpPr>
          <p:spPr>
            <a:xfrm>
              <a:off x="22661308" y="9589215"/>
              <a:ext cx="89371" cy="92658"/>
            </a:xfrm>
            <a:prstGeom prst="rect">
              <a:avLst/>
            </a:prstGeom>
            <a:solidFill>
              <a:schemeClr val="tx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  <p:sp>
          <p:nvSpPr>
            <p:cNvPr id="182" name="Square">
              <a:extLst>
                <a:ext uri="{FF2B5EF4-FFF2-40B4-BE49-F238E27FC236}">
                  <a16:creationId xmlns:a16="http://schemas.microsoft.com/office/drawing/2014/main" id="{FA11B6CB-48FF-9AC9-43FC-C24A0DEA5E54}"/>
                </a:ext>
              </a:extLst>
            </p:cNvPr>
            <p:cNvSpPr/>
            <p:nvPr/>
          </p:nvSpPr>
          <p:spPr>
            <a:xfrm>
              <a:off x="22661308" y="12921696"/>
              <a:ext cx="89371" cy="92659"/>
            </a:xfrm>
            <a:prstGeom prst="rect">
              <a:avLst/>
            </a:prstGeom>
            <a:solidFill>
              <a:schemeClr val="bg1"/>
            </a:solidFill>
            <a:ln w="12700">
              <a:miter lim="400000"/>
            </a:ln>
          </p:spPr>
          <p:txBody>
            <a:bodyPr lIns="25397" tIns="25397" rIns="25397" bIns="25397" anchor="ctr"/>
            <a:lstStyle/>
            <a:p>
              <a:pPr algn="ctr"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Snowflake Sans Medium"/>
                </a:defRPr>
              </a:pPr>
              <a:endParaRPr lang="en-US" sz="16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718200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0119AC6-2545-7333-E8F9-792794A2B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679720"/>
            <a:ext cx="11663396" cy="837152"/>
          </a:xfrm>
        </p:spPr>
        <p:txBody>
          <a:bodyPr/>
          <a:lstStyle/>
          <a:p>
            <a:r>
              <a:rPr lang="en-US" noProof="0"/>
              <a:t>Using color in</a:t>
            </a:r>
            <a:br>
              <a:rPr lang="en-US" noProof="0"/>
            </a:br>
            <a:r>
              <a:rPr lang="en-US" noProof="0"/>
              <a:t>your presentation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717D26-D865-BAF0-E18D-24E3B1D1454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63525" y="2536825"/>
            <a:ext cx="7686675" cy="3295774"/>
          </a:xfrm>
        </p:spPr>
        <p:txBody>
          <a:bodyPr/>
          <a:lstStyle/>
          <a:p>
            <a:r>
              <a:rPr lang="en-US" noProof="0"/>
              <a:t>Set up your presentation in black and white and only use one color hue as a supportive color.</a:t>
            </a:r>
            <a:br>
              <a:rPr lang="en-US" noProof="0"/>
            </a:br>
            <a:endParaRPr lang="en-US" noProof="0"/>
          </a:p>
          <a:p>
            <a:r>
              <a:rPr lang="en-US" noProof="0"/>
              <a:t>The standard PowerPoint palette only supports one row of theme colors. We’ve therefore added a small color palette in the top-right corner of each slide. Select these colors via ‘More Colors’ using the color picker.</a:t>
            </a:r>
            <a:br>
              <a:rPr lang="en-US" noProof="0"/>
            </a:br>
            <a:endParaRPr lang="en-US" noProof="0"/>
          </a:p>
          <a:p>
            <a:r>
              <a:rPr lang="en-US" b="1" noProof="0"/>
              <a:t>Only use colors from this secondary color palette!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3C6167-46C9-222B-2DAA-AB37A862E3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8</a:t>
            </a:fld>
            <a:endParaRPr lang="en-US" noProof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17BA3F-5ECF-7FE7-2538-4F12A205618B}"/>
              </a:ext>
            </a:extLst>
          </p:cNvPr>
          <p:cNvGrpSpPr>
            <a:grpSpLocks noChangeAspect="1"/>
          </p:cNvGrpSpPr>
          <p:nvPr/>
        </p:nvGrpSpPr>
        <p:grpSpPr>
          <a:xfrm>
            <a:off x="10230763" y="4258627"/>
            <a:ext cx="852652" cy="2157269"/>
            <a:chOff x="24867471" y="1229882"/>
            <a:chExt cx="1807065" cy="457022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C70C508-09F3-E807-1157-7BD9F498DCE0}"/>
                </a:ext>
              </a:extLst>
            </p:cNvPr>
            <p:cNvSpPr/>
            <p:nvPr userDrawn="1"/>
          </p:nvSpPr>
          <p:spPr>
            <a:xfrm>
              <a:off x="24867471" y="1229882"/>
              <a:ext cx="455422" cy="455422"/>
            </a:xfrm>
            <a:prstGeom prst="rect">
              <a:avLst/>
            </a:prstGeom>
            <a:solidFill>
              <a:srgbClr val="8B8C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3E1F64-1D6C-8C8E-CD21-FBA0848AFD4D}"/>
                </a:ext>
              </a:extLst>
            </p:cNvPr>
            <p:cNvSpPr/>
            <p:nvPr userDrawn="1"/>
          </p:nvSpPr>
          <p:spPr>
            <a:xfrm>
              <a:off x="24867471" y="1915682"/>
              <a:ext cx="455422" cy="45542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632CEA5-64E5-6902-B6BC-24868E4C83E9}"/>
                </a:ext>
              </a:extLst>
            </p:cNvPr>
            <p:cNvSpPr/>
            <p:nvPr userDrawn="1"/>
          </p:nvSpPr>
          <p:spPr>
            <a:xfrm>
              <a:off x="24867471" y="2601482"/>
              <a:ext cx="455422" cy="45542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191C604-C07E-3C13-A484-5116E1D6E23A}"/>
                </a:ext>
              </a:extLst>
            </p:cNvPr>
            <p:cNvSpPr/>
            <p:nvPr userDrawn="1"/>
          </p:nvSpPr>
          <p:spPr>
            <a:xfrm>
              <a:off x="24867471" y="3287282"/>
              <a:ext cx="455422" cy="45542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2D245E0-5964-119B-A4A6-3E92EFE74BCB}"/>
                </a:ext>
              </a:extLst>
            </p:cNvPr>
            <p:cNvSpPr/>
            <p:nvPr userDrawn="1"/>
          </p:nvSpPr>
          <p:spPr>
            <a:xfrm>
              <a:off x="24867471" y="3973082"/>
              <a:ext cx="455422" cy="45542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E599889-B9D2-7DD9-41D0-6F68EB8EFC27}"/>
                </a:ext>
              </a:extLst>
            </p:cNvPr>
            <p:cNvSpPr/>
            <p:nvPr userDrawn="1"/>
          </p:nvSpPr>
          <p:spPr>
            <a:xfrm>
              <a:off x="24867471" y="4658882"/>
              <a:ext cx="455422" cy="45542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FEE49CC-DBED-B8AA-C7BE-67004A992556}"/>
                </a:ext>
              </a:extLst>
            </p:cNvPr>
            <p:cNvSpPr/>
            <p:nvPr userDrawn="1"/>
          </p:nvSpPr>
          <p:spPr>
            <a:xfrm>
              <a:off x="24867471" y="5344682"/>
              <a:ext cx="455422" cy="45542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D56F00-9DCA-4284-7887-E0E9A46D890B}"/>
                </a:ext>
              </a:extLst>
            </p:cNvPr>
            <p:cNvSpPr/>
            <p:nvPr userDrawn="1"/>
          </p:nvSpPr>
          <p:spPr>
            <a:xfrm>
              <a:off x="25543292" y="1229882"/>
              <a:ext cx="455422" cy="455422"/>
            </a:xfrm>
            <a:prstGeom prst="rect">
              <a:avLst/>
            </a:prstGeom>
            <a:solidFill>
              <a:srgbClr val="C2C4B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B19AE4C-82B8-F436-19DF-036EA77A3BC5}"/>
                </a:ext>
              </a:extLst>
            </p:cNvPr>
            <p:cNvSpPr/>
            <p:nvPr userDrawn="1"/>
          </p:nvSpPr>
          <p:spPr>
            <a:xfrm>
              <a:off x="25543292" y="1915682"/>
              <a:ext cx="455422" cy="455422"/>
            </a:xfrm>
            <a:prstGeom prst="rect">
              <a:avLst/>
            </a:prstGeom>
            <a:solidFill>
              <a:srgbClr val="3637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1977F40-3EA2-AE9C-410B-C29B6C03A361}"/>
                </a:ext>
              </a:extLst>
            </p:cNvPr>
            <p:cNvSpPr/>
            <p:nvPr userDrawn="1"/>
          </p:nvSpPr>
          <p:spPr>
            <a:xfrm>
              <a:off x="25543292" y="2601482"/>
              <a:ext cx="455422" cy="455422"/>
            </a:xfrm>
            <a:prstGeom prst="rect">
              <a:avLst/>
            </a:prstGeom>
            <a:solidFill>
              <a:srgbClr val="CC7D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CB6EC6-E37A-C4FC-B8B6-A9C05A071BFF}"/>
                </a:ext>
              </a:extLst>
            </p:cNvPr>
            <p:cNvSpPr/>
            <p:nvPr userDrawn="1"/>
          </p:nvSpPr>
          <p:spPr>
            <a:xfrm>
              <a:off x="25543292" y="3287282"/>
              <a:ext cx="455422" cy="455422"/>
            </a:xfrm>
            <a:prstGeom prst="rect">
              <a:avLst/>
            </a:prstGeom>
            <a:solidFill>
              <a:srgbClr val="D3A3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D54763D-CC7F-625E-9A85-956DCFA0A769}"/>
                </a:ext>
              </a:extLst>
            </p:cNvPr>
            <p:cNvSpPr/>
            <p:nvPr userDrawn="1"/>
          </p:nvSpPr>
          <p:spPr>
            <a:xfrm>
              <a:off x="25543292" y="3973082"/>
              <a:ext cx="455422" cy="455422"/>
            </a:xfrm>
            <a:prstGeom prst="rect">
              <a:avLst/>
            </a:prstGeom>
            <a:solidFill>
              <a:srgbClr val="85916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4272CEF-2DA2-19B0-8BDD-CBEB1085AE0C}"/>
                </a:ext>
              </a:extLst>
            </p:cNvPr>
            <p:cNvSpPr/>
            <p:nvPr userDrawn="1"/>
          </p:nvSpPr>
          <p:spPr>
            <a:xfrm>
              <a:off x="25543292" y="4658882"/>
              <a:ext cx="455422" cy="455422"/>
            </a:xfrm>
            <a:prstGeom prst="rect">
              <a:avLst/>
            </a:prstGeom>
            <a:solidFill>
              <a:srgbClr val="5E889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0F98983-ED0B-622E-9F6C-2A681F4C8906}"/>
                </a:ext>
              </a:extLst>
            </p:cNvPr>
            <p:cNvSpPr/>
            <p:nvPr userDrawn="1"/>
          </p:nvSpPr>
          <p:spPr>
            <a:xfrm>
              <a:off x="25543292" y="5344682"/>
              <a:ext cx="455422" cy="455422"/>
            </a:xfrm>
            <a:prstGeom prst="rect">
              <a:avLst/>
            </a:prstGeom>
            <a:solidFill>
              <a:srgbClr val="9E769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5747ECB-3FFB-B675-80A5-717E837B8F79}"/>
                </a:ext>
              </a:extLst>
            </p:cNvPr>
            <p:cNvSpPr/>
            <p:nvPr userDrawn="1"/>
          </p:nvSpPr>
          <p:spPr>
            <a:xfrm>
              <a:off x="26219114" y="1229882"/>
              <a:ext cx="455422" cy="455422"/>
            </a:xfrm>
            <a:prstGeom prst="rect">
              <a:avLst/>
            </a:prstGeom>
            <a:solidFill>
              <a:schemeClr val="bg2"/>
            </a:solidFill>
            <a:ln w="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2A2D926-DEDE-635E-1193-CDCA954E7EC3}"/>
                </a:ext>
              </a:extLst>
            </p:cNvPr>
            <p:cNvSpPr/>
            <p:nvPr userDrawn="1"/>
          </p:nvSpPr>
          <p:spPr>
            <a:xfrm>
              <a:off x="26219114" y="1915682"/>
              <a:ext cx="455422" cy="455422"/>
            </a:xfrm>
            <a:prstGeom prst="rect">
              <a:avLst/>
            </a:prstGeom>
            <a:solidFill>
              <a:srgbClr val="5354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B62164B-92C2-3CB3-516D-79FC7CF8477C}"/>
                </a:ext>
              </a:extLst>
            </p:cNvPr>
            <p:cNvSpPr/>
            <p:nvPr userDrawn="1"/>
          </p:nvSpPr>
          <p:spPr>
            <a:xfrm>
              <a:off x="26219114" y="2601482"/>
              <a:ext cx="455422" cy="455422"/>
            </a:xfrm>
            <a:prstGeom prst="rect">
              <a:avLst/>
            </a:prstGeom>
            <a:solidFill>
              <a:srgbClr val="FCC7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938EAF8-648C-D1A8-9E48-D0CADC07763B}"/>
                </a:ext>
              </a:extLst>
            </p:cNvPr>
            <p:cNvSpPr/>
            <p:nvPr userDrawn="1"/>
          </p:nvSpPr>
          <p:spPr>
            <a:xfrm>
              <a:off x="26219114" y="3287282"/>
              <a:ext cx="455422" cy="455422"/>
            </a:xfrm>
            <a:prstGeom prst="rect">
              <a:avLst/>
            </a:prstGeom>
            <a:solidFill>
              <a:srgbClr val="F9D28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F2C3176-08DA-08CD-45F1-AA738E039979}"/>
                </a:ext>
              </a:extLst>
            </p:cNvPr>
            <p:cNvSpPr/>
            <p:nvPr userDrawn="1"/>
          </p:nvSpPr>
          <p:spPr>
            <a:xfrm>
              <a:off x="26219114" y="3973082"/>
              <a:ext cx="455422" cy="455422"/>
            </a:xfrm>
            <a:prstGeom prst="rect">
              <a:avLst/>
            </a:prstGeom>
            <a:solidFill>
              <a:srgbClr val="B5BF9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9D0A4C9-7C32-B7A6-3DF6-4BEB072E37AC}"/>
                </a:ext>
              </a:extLst>
            </p:cNvPr>
            <p:cNvSpPr/>
            <p:nvPr userDrawn="1"/>
          </p:nvSpPr>
          <p:spPr>
            <a:xfrm>
              <a:off x="26219114" y="4658882"/>
              <a:ext cx="455422" cy="455422"/>
            </a:xfrm>
            <a:prstGeom prst="rect">
              <a:avLst/>
            </a:prstGeom>
            <a:solidFill>
              <a:srgbClr val="98AAA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0649DE7-21B5-1882-7F5E-C7A5AB62783D}"/>
                </a:ext>
              </a:extLst>
            </p:cNvPr>
            <p:cNvSpPr/>
            <p:nvPr userDrawn="1"/>
          </p:nvSpPr>
          <p:spPr>
            <a:xfrm>
              <a:off x="26219114" y="5344682"/>
              <a:ext cx="455422" cy="455422"/>
            </a:xfrm>
            <a:prstGeom prst="rect">
              <a:avLst/>
            </a:prstGeom>
            <a:solidFill>
              <a:srgbClr val="B1A0B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89988" tIns="89988" rIns="89988" bIns="89988" rtlCol="0" anchor="t"/>
            <a:lstStyle/>
            <a:p>
              <a:pPr marL="179964" indent="-179964">
                <a:lnSpc>
                  <a:spcPct val="110000"/>
                </a:lnSpc>
                <a:spcAft>
                  <a:spcPts val="900"/>
                </a:spcAft>
                <a:buFont typeface="Snowflake Sans Light" panose="020B0305040401040103" pitchFamily="34" charset="0"/>
                <a:buChar char="□"/>
              </a:pPr>
              <a:endParaRPr lang="en-US" sz="1000" noProof="0">
                <a:solidFill>
                  <a:schemeClr val="tx1"/>
                </a:solidFill>
              </a:endParaRPr>
            </a:p>
          </p:txBody>
        </p: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C3C68BF7-1F87-0635-C60B-A1F66BBCEA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08"/>
          <a:stretch>
            <a:fillRect/>
          </a:stretch>
        </p:blipFill>
        <p:spPr>
          <a:xfrm>
            <a:off x="8737423" y="748128"/>
            <a:ext cx="1253273" cy="2590463"/>
          </a:xfrm>
          <a:prstGeom prst="roundRect">
            <a:avLst>
              <a:gd name="adj" fmla="val 3280"/>
            </a:avLst>
          </a:prstGeom>
          <a:effectLst>
            <a:outerShdw blurRad="76200" dist="38100" dir="2700000" algn="tl" rotWithShape="0">
              <a:prstClr val="black">
                <a:alpha val="19819"/>
              </a:prstClr>
            </a:outerShdw>
          </a:effectLst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644BAEF-EAEB-D9F0-D41E-712A849CD06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30763" y="952822"/>
            <a:ext cx="1587293" cy="2666653"/>
          </a:xfrm>
          <a:prstGeom prst="roundRect">
            <a:avLst>
              <a:gd name="adj" fmla="val 6875"/>
            </a:avLst>
          </a:prstGeom>
          <a:effectLst>
            <a:outerShdw blurRad="76200" dist="38100" dir="2700000" algn="tl" rotWithShape="0">
              <a:prstClr val="black">
                <a:alpha val="19819"/>
              </a:prstClr>
            </a:outerShdw>
          </a:effectLst>
        </p:spPr>
      </p:pic>
      <p:pic>
        <p:nvPicPr>
          <p:cNvPr id="34" name="DoodlesAsset 38.png">
            <a:extLst>
              <a:ext uri="{FF2B5EF4-FFF2-40B4-BE49-F238E27FC236}">
                <a16:creationId xmlns:a16="http://schemas.microsoft.com/office/drawing/2014/main" id="{C9F8A8F2-F2AD-BF9E-18D4-74075CFE71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6710872" flipH="1">
            <a:off x="7939545" y="1286030"/>
            <a:ext cx="924138" cy="554482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3D4A128D-C0DF-D0C6-D51F-BA7122DA23F6}"/>
              </a:ext>
            </a:extLst>
          </p:cNvPr>
          <p:cNvSpPr txBox="1"/>
          <p:nvPr/>
        </p:nvSpPr>
        <p:spPr>
          <a:xfrm>
            <a:off x="7894957" y="1843698"/>
            <a:ext cx="820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>
                <a:latin typeface="+mj-lt"/>
              </a:rPr>
              <a:t>VML Brand colors</a:t>
            </a:r>
          </a:p>
        </p:txBody>
      </p:sp>
      <p:pic>
        <p:nvPicPr>
          <p:cNvPr id="36" name="DoodlesAsset 38.png">
            <a:extLst>
              <a:ext uri="{FF2B5EF4-FFF2-40B4-BE49-F238E27FC236}">
                <a16:creationId xmlns:a16="http://schemas.microsoft.com/office/drawing/2014/main" id="{8066161D-DC76-41ED-0E62-76582DF523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10800000" flipH="1">
            <a:off x="9677961" y="2729743"/>
            <a:ext cx="751355" cy="450812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DoodlesAsset 35.png">
            <a:extLst>
              <a:ext uri="{FF2B5EF4-FFF2-40B4-BE49-F238E27FC236}">
                <a16:creationId xmlns:a16="http://schemas.microsoft.com/office/drawing/2014/main" id="{28081377-CC7A-12A7-D637-0C1E7E91AD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611539" y="1343651"/>
            <a:ext cx="1505041" cy="102932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DoodlesAsset 38.png">
            <a:extLst>
              <a:ext uri="{FF2B5EF4-FFF2-40B4-BE49-F238E27FC236}">
                <a16:creationId xmlns:a16="http://schemas.microsoft.com/office/drawing/2014/main" id="{13418ABD-718F-3F7C-87DE-FA63A6F140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 rot="7010997" flipH="1">
            <a:off x="9200945" y="4886386"/>
            <a:ext cx="1041515" cy="624908"/>
          </a:xfrm>
          <a:prstGeom prst="rect">
            <a:avLst/>
          </a:prstGeom>
          <a:ln w="12700">
            <a:miter lim="400000"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45290CC-9CC2-8F44-AA23-A067229EE1C5}"/>
              </a:ext>
            </a:extLst>
          </p:cNvPr>
          <p:cNvSpPr txBox="1"/>
          <p:nvPr/>
        </p:nvSpPr>
        <p:spPr>
          <a:xfrm>
            <a:off x="8797699" y="5500822"/>
            <a:ext cx="1027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noProof="0">
                <a:latin typeface="+mj-lt"/>
              </a:rPr>
              <a:t>Pick one of these colors</a:t>
            </a:r>
          </a:p>
        </p:txBody>
      </p:sp>
    </p:spTree>
    <p:extLst>
      <p:ext uri="{BB962C8B-B14F-4D97-AF65-F5344CB8AC3E}">
        <p14:creationId xmlns:p14="http://schemas.microsoft.com/office/powerpoint/2010/main" val="10975684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9CC5F22-3F61-CAC4-BE35-1B5356F4D0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1110" y="3897272"/>
            <a:ext cx="11668274" cy="26791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988" tIns="89988" rIns="89988" bIns="89988" rtlCol="0" anchor="t"/>
          <a:lstStyle/>
          <a:p>
            <a:pPr marL="179964" indent="-179964">
              <a:lnSpc>
                <a:spcPct val="110000"/>
              </a:lnSpc>
              <a:spcAft>
                <a:spcPts val="900"/>
              </a:spcAft>
              <a:buFont typeface="Snowflake Sans Light" panose="020B0305040401040103" pitchFamily="34" charset="0"/>
              <a:buChar char="□"/>
            </a:pPr>
            <a:endParaRPr lang="en-US" sz="1000" noProof="0">
              <a:solidFill>
                <a:schemeClr val="tx1"/>
              </a:solidFill>
            </a:endParaRPr>
          </a:p>
        </p:txBody>
      </p:sp>
      <p:sp>
        <p:nvSpPr>
          <p:cNvPr id="636" name="Spark"/>
          <p:cNvSpPr/>
          <p:nvPr/>
        </p:nvSpPr>
        <p:spPr>
          <a:xfrm>
            <a:off x="9953171" y="2686139"/>
            <a:ext cx="311596" cy="311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561"/>
                </a:moveTo>
                <a:lnTo>
                  <a:pt x="21600" y="21600"/>
                </a:lnTo>
                <a:lnTo>
                  <a:pt x="19561" y="21600"/>
                </a:lnTo>
                <a:lnTo>
                  <a:pt x="10800" y="12839"/>
                </a:lnTo>
                <a:lnTo>
                  <a:pt x="2039" y="21600"/>
                </a:lnTo>
                <a:lnTo>
                  <a:pt x="0" y="21600"/>
                </a:lnTo>
                <a:lnTo>
                  <a:pt x="0" y="19561"/>
                </a:lnTo>
                <a:lnTo>
                  <a:pt x="8761" y="10800"/>
                </a:lnTo>
                <a:lnTo>
                  <a:pt x="0" y="2039"/>
                </a:lnTo>
                <a:lnTo>
                  <a:pt x="0" y="0"/>
                </a:lnTo>
                <a:lnTo>
                  <a:pt x="2039" y="0"/>
                </a:lnTo>
                <a:lnTo>
                  <a:pt x="10800" y="8761"/>
                </a:lnTo>
                <a:lnTo>
                  <a:pt x="19561" y="0"/>
                </a:lnTo>
                <a:lnTo>
                  <a:pt x="21600" y="0"/>
                </a:lnTo>
                <a:lnTo>
                  <a:pt x="21600" y="2039"/>
                </a:lnTo>
                <a:lnTo>
                  <a:pt x="12839" y="10800"/>
                </a:lnTo>
                <a:lnTo>
                  <a:pt x="21600" y="19561"/>
                </a:lnTo>
                <a:close/>
                <a:moveTo>
                  <a:pt x="12942" y="0"/>
                </a:moveTo>
                <a:lnTo>
                  <a:pt x="10800" y="2142"/>
                </a:lnTo>
                <a:lnTo>
                  <a:pt x="8658" y="0"/>
                </a:lnTo>
                <a:lnTo>
                  <a:pt x="4974" y="0"/>
                </a:lnTo>
                <a:lnTo>
                  <a:pt x="10799" y="5826"/>
                </a:lnTo>
                <a:lnTo>
                  <a:pt x="16625" y="0"/>
                </a:lnTo>
                <a:lnTo>
                  <a:pt x="12942" y="0"/>
                </a:lnTo>
                <a:close/>
                <a:moveTo>
                  <a:pt x="16626" y="21600"/>
                </a:moveTo>
                <a:lnTo>
                  <a:pt x="10800" y="15774"/>
                </a:lnTo>
                <a:lnTo>
                  <a:pt x="4975" y="21600"/>
                </a:lnTo>
                <a:lnTo>
                  <a:pt x="8659" y="21600"/>
                </a:lnTo>
                <a:lnTo>
                  <a:pt x="10801" y="19458"/>
                </a:lnTo>
                <a:lnTo>
                  <a:pt x="12942" y="21600"/>
                </a:lnTo>
                <a:lnTo>
                  <a:pt x="16627" y="21600"/>
                </a:lnTo>
                <a:lnTo>
                  <a:pt x="16626" y="21600"/>
                </a:lnTo>
                <a:close/>
                <a:moveTo>
                  <a:pt x="21600" y="12942"/>
                </a:moveTo>
                <a:lnTo>
                  <a:pt x="19458" y="10800"/>
                </a:lnTo>
                <a:lnTo>
                  <a:pt x="21600" y="8658"/>
                </a:lnTo>
                <a:lnTo>
                  <a:pt x="21600" y="4974"/>
                </a:lnTo>
                <a:lnTo>
                  <a:pt x="15774" y="10800"/>
                </a:lnTo>
                <a:lnTo>
                  <a:pt x="21600" y="16625"/>
                </a:lnTo>
                <a:lnTo>
                  <a:pt x="21600" y="12941"/>
                </a:lnTo>
                <a:lnTo>
                  <a:pt x="21600" y="12942"/>
                </a:lnTo>
                <a:close/>
                <a:moveTo>
                  <a:pt x="0" y="16626"/>
                </a:moveTo>
                <a:lnTo>
                  <a:pt x="5826" y="10800"/>
                </a:lnTo>
                <a:lnTo>
                  <a:pt x="0" y="4974"/>
                </a:lnTo>
                <a:lnTo>
                  <a:pt x="0" y="8659"/>
                </a:lnTo>
                <a:lnTo>
                  <a:pt x="2142" y="10800"/>
                </a:lnTo>
                <a:lnTo>
                  <a:pt x="0" y="12942"/>
                </a:lnTo>
                <a:lnTo>
                  <a:pt x="0" y="16626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Snowflake Sans Medium"/>
              </a:defRPr>
            </a:pPr>
            <a:endParaRPr lang="en-US" sz="1600" noProof="0"/>
          </a:p>
        </p:txBody>
      </p:sp>
      <p:sp>
        <p:nvSpPr>
          <p:cNvPr id="637" name="VML"/>
          <p:cNvSpPr/>
          <p:nvPr/>
        </p:nvSpPr>
        <p:spPr>
          <a:xfrm>
            <a:off x="3057977" y="2172550"/>
            <a:ext cx="4374602" cy="13416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49" y="0"/>
                </a:moveTo>
                <a:lnTo>
                  <a:pt x="15458" y="21600"/>
                </a:lnTo>
                <a:lnTo>
                  <a:pt x="13539" y="21600"/>
                </a:lnTo>
                <a:lnTo>
                  <a:pt x="13059" y="9173"/>
                </a:lnTo>
                <a:lnTo>
                  <a:pt x="12009" y="21600"/>
                </a:lnTo>
                <a:lnTo>
                  <a:pt x="10287" y="21600"/>
                </a:lnTo>
                <a:lnTo>
                  <a:pt x="9238" y="9173"/>
                </a:lnTo>
                <a:lnTo>
                  <a:pt x="8757" y="21600"/>
                </a:lnTo>
                <a:lnTo>
                  <a:pt x="6838" y="21600"/>
                </a:lnTo>
                <a:lnTo>
                  <a:pt x="8047" y="0"/>
                </a:lnTo>
                <a:lnTo>
                  <a:pt x="10077" y="0"/>
                </a:lnTo>
                <a:lnTo>
                  <a:pt x="11148" y="12692"/>
                </a:lnTo>
                <a:lnTo>
                  <a:pt x="12219" y="0"/>
                </a:lnTo>
                <a:lnTo>
                  <a:pt x="14249" y="0"/>
                </a:lnTo>
                <a:close/>
                <a:moveTo>
                  <a:pt x="5112" y="0"/>
                </a:moveTo>
                <a:lnTo>
                  <a:pt x="3550" y="14576"/>
                </a:lnTo>
                <a:lnTo>
                  <a:pt x="1988" y="0"/>
                </a:lnTo>
                <a:lnTo>
                  <a:pt x="0" y="0"/>
                </a:lnTo>
                <a:lnTo>
                  <a:pt x="2502" y="21600"/>
                </a:lnTo>
                <a:lnTo>
                  <a:pt x="4598" y="21600"/>
                </a:lnTo>
                <a:lnTo>
                  <a:pt x="7099" y="0"/>
                </a:lnTo>
                <a:lnTo>
                  <a:pt x="5112" y="0"/>
                </a:lnTo>
                <a:close/>
                <a:moveTo>
                  <a:pt x="18242" y="16070"/>
                </a:moveTo>
                <a:lnTo>
                  <a:pt x="18242" y="0"/>
                </a:lnTo>
                <a:lnTo>
                  <a:pt x="16406" y="0"/>
                </a:lnTo>
                <a:lnTo>
                  <a:pt x="16406" y="21600"/>
                </a:lnTo>
                <a:lnTo>
                  <a:pt x="20960" y="21600"/>
                </a:lnTo>
                <a:lnTo>
                  <a:pt x="21600" y="16070"/>
                </a:lnTo>
                <a:lnTo>
                  <a:pt x="18242" y="16070"/>
                </a:lnTo>
                <a:close/>
              </a:path>
            </a:pathLst>
          </a:custGeom>
          <a:solidFill>
            <a:schemeClr val="tx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Snowflake Sans Medium"/>
              </a:defRPr>
            </a:pPr>
            <a:endParaRPr lang="en-US" sz="1600" noProof="0"/>
          </a:p>
        </p:txBody>
      </p:sp>
      <p:sp>
        <p:nvSpPr>
          <p:cNvPr id="638" name="Spark"/>
          <p:cNvSpPr/>
          <p:nvPr/>
        </p:nvSpPr>
        <p:spPr>
          <a:xfrm>
            <a:off x="9953171" y="5050607"/>
            <a:ext cx="311596" cy="311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561"/>
                </a:moveTo>
                <a:lnTo>
                  <a:pt x="21600" y="21600"/>
                </a:lnTo>
                <a:lnTo>
                  <a:pt x="19561" y="21600"/>
                </a:lnTo>
                <a:lnTo>
                  <a:pt x="10800" y="12839"/>
                </a:lnTo>
                <a:lnTo>
                  <a:pt x="2039" y="21600"/>
                </a:lnTo>
                <a:lnTo>
                  <a:pt x="0" y="21600"/>
                </a:lnTo>
                <a:lnTo>
                  <a:pt x="0" y="19561"/>
                </a:lnTo>
                <a:lnTo>
                  <a:pt x="8761" y="10800"/>
                </a:lnTo>
                <a:lnTo>
                  <a:pt x="0" y="2039"/>
                </a:lnTo>
                <a:lnTo>
                  <a:pt x="0" y="0"/>
                </a:lnTo>
                <a:lnTo>
                  <a:pt x="2039" y="0"/>
                </a:lnTo>
                <a:lnTo>
                  <a:pt x="10800" y="8761"/>
                </a:lnTo>
                <a:lnTo>
                  <a:pt x="19561" y="0"/>
                </a:lnTo>
                <a:lnTo>
                  <a:pt x="21600" y="0"/>
                </a:lnTo>
                <a:lnTo>
                  <a:pt x="21600" y="2039"/>
                </a:lnTo>
                <a:lnTo>
                  <a:pt x="12839" y="10800"/>
                </a:lnTo>
                <a:lnTo>
                  <a:pt x="21600" y="19561"/>
                </a:lnTo>
                <a:close/>
                <a:moveTo>
                  <a:pt x="12942" y="0"/>
                </a:moveTo>
                <a:lnTo>
                  <a:pt x="10800" y="2142"/>
                </a:lnTo>
                <a:lnTo>
                  <a:pt x="8658" y="0"/>
                </a:lnTo>
                <a:lnTo>
                  <a:pt x="4974" y="0"/>
                </a:lnTo>
                <a:lnTo>
                  <a:pt x="10799" y="5826"/>
                </a:lnTo>
                <a:lnTo>
                  <a:pt x="16625" y="0"/>
                </a:lnTo>
                <a:lnTo>
                  <a:pt x="12942" y="0"/>
                </a:lnTo>
                <a:close/>
                <a:moveTo>
                  <a:pt x="16626" y="21600"/>
                </a:moveTo>
                <a:lnTo>
                  <a:pt x="10800" y="15774"/>
                </a:lnTo>
                <a:lnTo>
                  <a:pt x="4975" y="21600"/>
                </a:lnTo>
                <a:lnTo>
                  <a:pt x="8659" y="21600"/>
                </a:lnTo>
                <a:lnTo>
                  <a:pt x="10801" y="19458"/>
                </a:lnTo>
                <a:lnTo>
                  <a:pt x="12942" y="21600"/>
                </a:lnTo>
                <a:lnTo>
                  <a:pt x="16627" y="21600"/>
                </a:lnTo>
                <a:lnTo>
                  <a:pt x="16626" y="21600"/>
                </a:lnTo>
                <a:close/>
                <a:moveTo>
                  <a:pt x="21600" y="12942"/>
                </a:moveTo>
                <a:lnTo>
                  <a:pt x="19458" y="10800"/>
                </a:lnTo>
                <a:lnTo>
                  <a:pt x="21600" y="8658"/>
                </a:lnTo>
                <a:lnTo>
                  <a:pt x="21600" y="4974"/>
                </a:lnTo>
                <a:lnTo>
                  <a:pt x="15774" y="10800"/>
                </a:lnTo>
                <a:lnTo>
                  <a:pt x="21600" y="16625"/>
                </a:lnTo>
                <a:lnTo>
                  <a:pt x="21600" y="12941"/>
                </a:lnTo>
                <a:lnTo>
                  <a:pt x="21600" y="12942"/>
                </a:lnTo>
                <a:close/>
                <a:moveTo>
                  <a:pt x="0" y="16626"/>
                </a:moveTo>
                <a:lnTo>
                  <a:pt x="5826" y="10800"/>
                </a:lnTo>
                <a:lnTo>
                  <a:pt x="0" y="4974"/>
                </a:lnTo>
                <a:lnTo>
                  <a:pt x="0" y="8659"/>
                </a:lnTo>
                <a:lnTo>
                  <a:pt x="2142" y="10800"/>
                </a:lnTo>
                <a:lnTo>
                  <a:pt x="0" y="12942"/>
                </a:lnTo>
                <a:lnTo>
                  <a:pt x="0" y="16626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Snowflake Sans Medium"/>
              </a:defRPr>
            </a:pPr>
            <a:endParaRPr lang="en-US" sz="1600" noProof="0">
              <a:solidFill>
                <a:schemeClr val="bg2"/>
              </a:solidFill>
            </a:endParaRPr>
          </a:p>
        </p:txBody>
      </p:sp>
      <p:sp>
        <p:nvSpPr>
          <p:cNvPr id="639" name="VML"/>
          <p:cNvSpPr/>
          <p:nvPr/>
        </p:nvSpPr>
        <p:spPr>
          <a:xfrm>
            <a:off x="3057977" y="4537018"/>
            <a:ext cx="4374602" cy="1341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249" y="0"/>
                </a:moveTo>
                <a:lnTo>
                  <a:pt x="15458" y="21600"/>
                </a:lnTo>
                <a:lnTo>
                  <a:pt x="13539" y="21600"/>
                </a:lnTo>
                <a:lnTo>
                  <a:pt x="13059" y="9173"/>
                </a:lnTo>
                <a:lnTo>
                  <a:pt x="12009" y="21600"/>
                </a:lnTo>
                <a:lnTo>
                  <a:pt x="10287" y="21600"/>
                </a:lnTo>
                <a:lnTo>
                  <a:pt x="9238" y="9173"/>
                </a:lnTo>
                <a:lnTo>
                  <a:pt x="8757" y="21600"/>
                </a:lnTo>
                <a:lnTo>
                  <a:pt x="6838" y="21600"/>
                </a:lnTo>
                <a:lnTo>
                  <a:pt x="8047" y="0"/>
                </a:lnTo>
                <a:lnTo>
                  <a:pt x="10077" y="0"/>
                </a:lnTo>
                <a:lnTo>
                  <a:pt x="11148" y="12692"/>
                </a:lnTo>
                <a:lnTo>
                  <a:pt x="12219" y="0"/>
                </a:lnTo>
                <a:lnTo>
                  <a:pt x="14249" y="0"/>
                </a:lnTo>
                <a:close/>
                <a:moveTo>
                  <a:pt x="5112" y="0"/>
                </a:moveTo>
                <a:lnTo>
                  <a:pt x="3550" y="14576"/>
                </a:lnTo>
                <a:lnTo>
                  <a:pt x="1988" y="0"/>
                </a:lnTo>
                <a:lnTo>
                  <a:pt x="0" y="0"/>
                </a:lnTo>
                <a:lnTo>
                  <a:pt x="2502" y="21600"/>
                </a:lnTo>
                <a:lnTo>
                  <a:pt x="4598" y="21600"/>
                </a:lnTo>
                <a:lnTo>
                  <a:pt x="7099" y="0"/>
                </a:lnTo>
                <a:lnTo>
                  <a:pt x="5112" y="0"/>
                </a:lnTo>
                <a:close/>
                <a:moveTo>
                  <a:pt x="18242" y="16070"/>
                </a:moveTo>
                <a:lnTo>
                  <a:pt x="18242" y="0"/>
                </a:lnTo>
                <a:lnTo>
                  <a:pt x="16406" y="0"/>
                </a:lnTo>
                <a:lnTo>
                  <a:pt x="16406" y="21600"/>
                </a:lnTo>
                <a:lnTo>
                  <a:pt x="20960" y="21600"/>
                </a:lnTo>
                <a:lnTo>
                  <a:pt x="21600" y="16070"/>
                </a:lnTo>
                <a:lnTo>
                  <a:pt x="18242" y="16070"/>
                </a:ln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25400" tIns="25400" rIns="25400" bIns="25400" anchor="ctr"/>
          <a:lstStyle/>
          <a:p>
            <a:pPr algn="ctr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Snowflake Sans Medium"/>
              </a:defRPr>
            </a:pPr>
            <a:endParaRPr lang="en-US" sz="1600" noProof="0">
              <a:solidFill>
                <a:schemeClr val="bg2"/>
              </a:solidFill>
            </a:endParaRPr>
          </a:p>
        </p:txBody>
      </p:sp>
      <p:sp>
        <p:nvSpPr>
          <p:cNvPr id="641" name="Secondary Spark symbol"/>
          <p:cNvSpPr txBox="1"/>
          <p:nvPr/>
        </p:nvSpPr>
        <p:spPr>
          <a:xfrm>
            <a:off x="8554880" y="1837316"/>
            <a:ext cx="3108178" cy="28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25400" tIns="25400" rIns="25400" bIns="25400">
            <a:spAutoFit/>
          </a:bodyPr>
          <a:lstStyle>
            <a:lvl1pPr>
              <a:lnSpc>
                <a:spcPct val="100000"/>
              </a:lnSpc>
              <a:defRPr sz="3000" b="1" spc="59"/>
            </a:lvl1pPr>
          </a:lstStyle>
          <a:p>
            <a:r>
              <a:rPr lang="en-US" sz="1500" noProof="0"/>
              <a:t>Secondary Spark symbol</a:t>
            </a:r>
          </a:p>
        </p:txBody>
      </p:sp>
      <p:sp>
        <p:nvSpPr>
          <p:cNvPr id="642" name="Primary logo"/>
          <p:cNvSpPr txBox="1"/>
          <p:nvPr/>
        </p:nvSpPr>
        <p:spPr>
          <a:xfrm>
            <a:off x="446143" y="1837316"/>
            <a:ext cx="2133771" cy="282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spAutoFit/>
          </a:bodyPr>
          <a:lstStyle>
            <a:lvl1pPr>
              <a:lnSpc>
                <a:spcPct val="100000"/>
              </a:lnSpc>
              <a:defRPr sz="3000" b="1" spc="59"/>
            </a:lvl1pPr>
          </a:lstStyle>
          <a:p>
            <a:r>
              <a:rPr lang="en-US" sz="1500" noProof="0"/>
              <a:t>Primary logo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8D1D2-04B7-0C36-70CD-BB8C7642E6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3803295" cy="734175"/>
          </a:xfrm>
        </p:spPr>
        <p:txBody>
          <a:bodyPr/>
          <a:lstStyle/>
          <a:p>
            <a:r>
              <a:rPr lang="en-US" b="1" noProof="0"/>
              <a:t>The primary logo </a:t>
            </a:r>
            <a:r>
              <a:rPr lang="en-US" noProof="0"/>
              <a:t>is the dominant asset, the first thing you’d make large in size. Separate the logo and symbol in most cases — the symbol being a supportive signifier of the brand.</a:t>
            </a:r>
          </a:p>
          <a:p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E211CF-7D51-3EFC-A12C-0C0934FFE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Logo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5BBA182-4679-6DE2-DBA9-F9F5413E5833}"/>
              </a:ext>
            </a:extLst>
          </p:cNvPr>
          <p:cNvSpPr txBox="1">
            <a:spLocks/>
          </p:cNvSpPr>
          <p:nvPr/>
        </p:nvSpPr>
        <p:spPr>
          <a:xfrm>
            <a:off x="8943604" y="708379"/>
            <a:ext cx="2985699" cy="6492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>
                <a:latin typeface="+mj-lt"/>
              </a:rPr>
              <a:t>Download logo files </a:t>
            </a:r>
            <a:r>
              <a:rPr lang="en-US" noProof="0"/>
              <a:t>(SVG, .EPS, .AI, .PNG, .JPG)</a:t>
            </a:r>
            <a:r>
              <a:rPr lang="en-US" noProof="0">
                <a:latin typeface="+mj-lt"/>
              </a:rPr>
              <a:t> </a:t>
            </a:r>
            <a:r>
              <a:rPr lang="en-US" u="sng" noProof="0">
                <a:latin typeface="+mj-lt"/>
                <a:hlinkClick r:id="rId3"/>
              </a:rPr>
              <a:t>[LINK]</a:t>
            </a:r>
            <a:endParaRPr lang="en-US" noProof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01D3DA1-6309-6AA1-1919-84FB56AE9F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1110" y="3897272"/>
            <a:ext cx="11668274" cy="26791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988" tIns="89988" rIns="89988" bIns="89988" rtlCol="0" anchor="t"/>
          <a:lstStyle/>
          <a:p>
            <a:pPr marL="179964" indent="-179964">
              <a:lnSpc>
                <a:spcPct val="110000"/>
              </a:lnSpc>
              <a:spcAft>
                <a:spcPts val="900"/>
              </a:spcAft>
              <a:buFont typeface="Snowflake Sans Light" panose="020B0305040401040103" pitchFamily="34" charset="0"/>
              <a:buChar char="□"/>
            </a:pPr>
            <a:endParaRPr lang="en-US" sz="1000" noProof="0">
              <a:solidFill>
                <a:schemeClr val="tx1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419BF3-B781-1A9F-DB35-B50DBCAEB79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4702357" cy="605935"/>
          </a:xfrm>
        </p:spPr>
        <p:txBody>
          <a:bodyPr/>
          <a:lstStyle/>
          <a:p>
            <a:r>
              <a:rPr lang="en-US" noProof="0"/>
              <a:t>Copy and paste special characters to use within your deck.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2DC4-4E70-44EA-714E-BF6CF7B55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10</a:t>
            </a:fld>
            <a:endParaRPr lang="en-US" noProof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1C9AD0F-DFA8-DBF3-90C7-43129CA9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3707917" cy="284694"/>
          </a:xfrm>
        </p:spPr>
        <p:txBody>
          <a:bodyPr/>
          <a:lstStyle/>
          <a:p>
            <a:r>
              <a:rPr lang="en-US" noProof="0"/>
              <a:t>Special characters</a:t>
            </a:r>
            <a:br>
              <a:rPr lang="en-US" noProof="0"/>
            </a:br>
            <a:r>
              <a:rPr lang="en-US" noProof="0"/>
              <a:t>on a light and dark BG</a:t>
            </a:r>
          </a:p>
        </p:txBody>
      </p:sp>
      <p:sp>
        <p:nvSpPr>
          <p:cNvPr id="16" name="Snowflake Sans">
            <a:extLst>
              <a:ext uri="{FF2B5EF4-FFF2-40B4-BE49-F238E27FC236}">
                <a16:creationId xmlns:a16="http://schemas.microsoft.com/office/drawing/2014/main" id="{525E8F3C-DDF4-2F7E-9D83-868A3C288E06}"/>
              </a:ext>
            </a:extLst>
          </p:cNvPr>
          <p:cNvSpPr txBox="1"/>
          <p:nvPr/>
        </p:nvSpPr>
        <p:spPr>
          <a:xfrm>
            <a:off x="738120" y="1936771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+mj-lt"/>
              </a:rPr>
              <a:t>Snowflake Sans</a:t>
            </a:r>
          </a:p>
        </p:txBody>
      </p:sp>
      <p:sp>
        <p:nvSpPr>
          <p:cNvPr id="22" name="Snowflake Sans">
            <a:extLst>
              <a:ext uri="{FF2B5EF4-FFF2-40B4-BE49-F238E27FC236}">
                <a16:creationId xmlns:a16="http://schemas.microsoft.com/office/drawing/2014/main" id="{1547ED5F-8D74-831A-AB3F-A203CB42AECE}"/>
              </a:ext>
            </a:extLst>
          </p:cNvPr>
          <p:cNvSpPr txBox="1"/>
          <p:nvPr/>
        </p:nvSpPr>
        <p:spPr>
          <a:xfrm>
            <a:off x="738119" y="4585839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FFFFFF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+mj-lt"/>
              </a:rPr>
              <a:t>Snowflake Sans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A59C9AFB-DABE-626B-345E-9847015B897A}"/>
              </a:ext>
            </a:extLst>
          </p:cNvPr>
          <p:cNvSpPr txBox="1">
            <a:spLocks/>
          </p:cNvSpPr>
          <p:nvPr/>
        </p:nvSpPr>
        <p:spPr>
          <a:xfrm>
            <a:off x="8220158" y="708379"/>
            <a:ext cx="3709145" cy="6492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>
                <a:latin typeface="+mj-lt"/>
              </a:rPr>
              <a:t>Download Special Characters </a:t>
            </a:r>
            <a:r>
              <a:rPr lang="en-US" u="sng" noProof="0">
                <a:latin typeface="+mj-lt"/>
                <a:hlinkClick r:id="rId3"/>
              </a:rPr>
              <a:t>[LINK]</a:t>
            </a:r>
            <a:endParaRPr lang="en-US" noProof="0">
              <a:latin typeface="+mj-lt"/>
            </a:endParaRPr>
          </a:p>
        </p:txBody>
      </p:sp>
      <p:sp>
        <p:nvSpPr>
          <p:cNvPr id="3" name="□ △ ⬤ ◖ ◗ ◇ ☆ ✡ ♡ ⬡ ㆔ &gt; &gt; &gt; ╳ &lt; &lt; &lt; → → ← ←">
            <a:extLst>
              <a:ext uri="{FF2B5EF4-FFF2-40B4-BE49-F238E27FC236}">
                <a16:creationId xmlns:a16="http://schemas.microsoft.com/office/drawing/2014/main" id="{DF3DD361-A3EE-B0EC-9BB2-BDA210007FD7}"/>
              </a:ext>
            </a:extLst>
          </p:cNvPr>
          <p:cNvSpPr txBox="1"/>
          <p:nvPr/>
        </p:nvSpPr>
        <p:spPr>
          <a:xfrm>
            <a:off x="738119" y="2417124"/>
            <a:ext cx="10193406" cy="543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397" tIns="25397" rIns="25397" bIns="25397">
            <a:spAutoFit/>
          </a:bodyPr>
          <a:lstStyle>
            <a:lvl1pPr>
              <a:spcBef>
                <a:spcPts val="0"/>
              </a:spcBef>
              <a:defRPr sz="6400" b="1" spc="256"/>
            </a:lvl1pPr>
          </a:lstStyle>
          <a:p>
            <a:r>
              <a:rPr lang="en-US" sz="3199" b="0" noProof="0"/>
              <a:t>□ △ ⬤ ◖ ◗ ◇ ☆ ✡ ♡ ⬡ ㆔ &gt; &gt; &gt; ╳ &lt; &lt; &lt; → → ← ←</a:t>
            </a:r>
          </a:p>
        </p:txBody>
      </p:sp>
      <p:sp>
        <p:nvSpPr>
          <p:cNvPr id="5" name="□ △ ⬤ ◖ ◗ ◇ ☆ ✡ ♡ ⬡ ㆔ &gt; &gt; &gt; ╳ &lt; &lt; &lt; → → ← ←">
            <a:extLst>
              <a:ext uri="{FF2B5EF4-FFF2-40B4-BE49-F238E27FC236}">
                <a16:creationId xmlns:a16="http://schemas.microsoft.com/office/drawing/2014/main" id="{B6DDF655-19DC-248F-7469-6246ACAD7B12}"/>
              </a:ext>
            </a:extLst>
          </p:cNvPr>
          <p:cNvSpPr txBox="1"/>
          <p:nvPr/>
        </p:nvSpPr>
        <p:spPr>
          <a:xfrm>
            <a:off x="738118" y="5188159"/>
            <a:ext cx="10193407" cy="5436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397" tIns="25397" rIns="25397" bIns="25397">
            <a:spAutoFit/>
          </a:bodyPr>
          <a:lstStyle>
            <a:lvl1pPr>
              <a:spcBef>
                <a:spcPts val="0"/>
              </a:spcBef>
              <a:defRPr sz="6400" b="1" spc="256">
                <a:solidFill>
                  <a:schemeClr val="accent1">
                    <a:hueOff val="-959033"/>
                    <a:satOff val="-91407"/>
                    <a:lumOff val="11210"/>
                  </a:schemeClr>
                </a:solidFill>
              </a:defRPr>
            </a:lvl1pPr>
          </a:lstStyle>
          <a:p>
            <a:r>
              <a:rPr lang="en-US" sz="3199" b="0" noProof="0">
                <a:solidFill>
                  <a:schemeClr val="bg1"/>
                </a:solidFill>
              </a:rPr>
              <a:t>□ △ ⬤ ◖ ◗ ◇ ☆ ✡ ♡ ⬡ ㆔ &gt; &gt; &gt; ╳ &lt; &lt; &lt; → → ← ←</a:t>
            </a:r>
          </a:p>
        </p:txBody>
      </p:sp>
    </p:spTree>
    <p:extLst>
      <p:ext uri="{BB962C8B-B14F-4D97-AF65-F5344CB8AC3E}">
        <p14:creationId xmlns:p14="http://schemas.microsoft.com/office/powerpoint/2010/main" val="33568044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024B0B4-294A-496E-1439-111A2BAA31C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1110" y="3897272"/>
            <a:ext cx="11668274" cy="267917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9988" tIns="89988" rIns="89988" bIns="89988" rtlCol="0" anchor="t"/>
          <a:lstStyle/>
          <a:p>
            <a:pPr marL="179964" indent="-179964">
              <a:lnSpc>
                <a:spcPct val="110000"/>
              </a:lnSpc>
              <a:spcAft>
                <a:spcPts val="900"/>
              </a:spcAft>
              <a:buFont typeface="Snowflake Sans Light" panose="020B0305040401040103" pitchFamily="34" charset="0"/>
              <a:buChar char="□"/>
            </a:pPr>
            <a:endParaRPr lang="en-US" sz="1000" noProof="0">
              <a:solidFill>
                <a:schemeClr val="tx1"/>
              </a:solidFill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419BF3-B781-1A9F-DB35-B50DBCAEB79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4702357" cy="605935"/>
          </a:xfrm>
        </p:spPr>
        <p:txBody>
          <a:bodyPr/>
          <a:lstStyle/>
          <a:p>
            <a:r>
              <a:rPr lang="en-US" noProof="0"/>
              <a:t>.SVG doodles &amp; numbers: Left for for small use. Right for larger use.</a:t>
            </a:r>
            <a:br>
              <a:rPr lang="en-US" noProof="0"/>
            </a:br>
            <a:r>
              <a:rPr lang="en-US" noProof="0"/>
              <a:t>They can all be copied and re-colored to your needs.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2DC4-4E70-44EA-714E-BF6CF7B55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11</a:t>
            </a:fld>
            <a:endParaRPr lang="en-US" noProof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1C9AD0F-DFA8-DBF3-90C7-43129CA9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3707917" cy="284694"/>
          </a:xfrm>
        </p:spPr>
        <p:txBody>
          <a:bodyPr/>
          <a:lstStyle/>
          <a:p>
            <a:r>
              <a:rPr lang="en-US" noProof="0"/>
              <a:t>Doodles &amp; numbers</a:t>
            </a:r>
            <a:br>
              <a:rPr lang="en-US" noProof="0"/>
            </a:br>
            <a:r>
              <a:rPr lang="en-US" noProof="0"/>
              <a:t>on a light and dark BG</a:t>
            </a:r>
          </a:p>
        </p:txBody>
      </p:sp>
      <p:pic>
        <p:nvPicPr>
          <p:cNvPr id="32" name="numbersAsset 26.png">
            <a:extLst>
              <a:ext uri="{FF2B5EF4-FFF2-40B4-BE49-F238E27FC236}">
                <a16:creationId xmlns:a16="http://schemas.microsoft.com/office/drawing/2014/main" id="{0F139095-AAA9-33D9-AF8A-17C39F3CE6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509618" y="261759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numbersAsset 25.png">
            <a:extLst>
              <a:ext uri="{FF2B5EF4-FFF2-40B4-BE49-F238E27FC236}">
                <a16:creationId xmlns:a16="http://schemas.microsoft.com/office/drawing/2014/main" id="{53C67D05-A336-AAF6-2B01-CF6F87D52C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2185334" y="261759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numbersAsset 24.png">
            <a:extLst>
              <a:ext uri="{FF2B5EF4-FFF2-40B4-BE49-F238E27FC236}">
                <a16:creationId xmlns:a16="http://schemas.microsoft.com/office/drawing/2014/main" id="{366CA60F-FE9E-EE65-5E6F-9517E88EFD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904053" y="261759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numbersAsset 23.png">
            <a:extLst>
              <a:ext uri="{FF2B5EF4-FFF2-40B4-BE49-F238E27FC236}">
                <a16:creationId xmlns:a16="http://schemas.microsoft.com/office/drawing/2014/main" id="{F4562108-2D99-0B51-C1C4-DA3FDE2508A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3177731" y="2767862"/>
            <a:ext cx="182856" cy="182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numbersAsset 22.png">
            <a:extLst>
              <a:ext uri="{FF2B5EF4-FFF2-40B4-BE49-F238E27FC236}">
                <a16:creationId xmlns:a16="http://schemas.microsoft.com/office/drawing/2014/main" id="{140928E7-9F26-2317-0E37-6BC7BF14C12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866575" y="2759904"/>
            <a:ext cx="182856" cy="182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numbersAsset 21.png">
            <a:extLst>
              <a:ext uri="{FF2B5EF4-FFF2-40B4-BE49-F238E27FC236}">
                <a16:creationId xmlns:a16="http://schemas.microsoft.com/office/drawing/2014/main" id="{0F0C62D5-8058-04F2-C3C0-D4D4F87AB22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4987817" y="2207270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numbersAsset 20.png">
            <a:extLst>
              <a:ext uri="{FF2B5EF4-FFF2-40B4-BE49-F238E27FC236}">
                <a16:creationId xmlns:a16="http://schemas.microsoft.com/office/drawing/2014/main" id="{BBA336BE-BE45-F503-7E3A-4CE7BF4CF44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608324" y="2207270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numbersAsset 19.png">
            <a:extLst>
              <a:ext uri="{FF2B5EF4-FFF2-40B4-BE49-F238E27FC236}">
                <a16:creationId xmlns:a16="http://schemas.microsoft.com/office/drawing/2014/main" id="{A393E25C-7FC1-409B-8584-CB52098248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4228832" y="2207270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numbersAsset 18.png">
            <a:extLst>
              <a:ext uri="{FF2B5EF4-FFF2-40B4-BE49-F238E27FC236}">
                <a16:creationId xmlns:a16="http://schemas.microsoft.com/office/drawing/2014/main" id="{CED8B7E0-4A07-84A1-3A66-42FF58CD263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3849339" y="2207270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numbersAsset 17.png">
            <a:extLst>
              <a:ext uri="{FF2B5EF4-FFF2-40B4-BE49-F238E27FC236}">
                <a16:creationId xmlns:a16="http://schemas.microsoft.com/office/drawing/2014/main" id="{73FFA5E0-65BC-4C54-ACD9-14634282299E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/>
        </p:blipFill>
        <p:spPr>
          <a:xfrm>
            <a:off x="3431199" y="2150956"/>
            <a:ext cx="427834" cy="427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numbersAsset 16.png">
            <a:extLst>
              <a:ext uri="{FF2B5EF4-FFF2-40B4-BE49-F238E27FC236}">
                <a16:creationId xmlns:a16="http://schemas.microsoft.com/office/drawing/2014/main" id="{6EEECBBC-48C1-2562-222F-1383C08E84C9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/>
        </p:blipFill>
        <p:spPr>
          <a:xfrm>
            <a:off x="3090354" y="2207270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numbersAsset 15.png">
            <a:extLst>
              <a:ext uri="{FF2B5EF4-FFF2-40B4-BE49-F238E27FC236}">
                <a16:creationId xmlns:a16="http://schemas.microsoft.com/office/drawing/2014/main" id="{030329BD-7B31-D8B2-0787-040E581B98F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/>
        </p:blipFill>
        <p:spPr>
          <a:xfrm>
            <a:off x="2710861" y="2207270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numbersAsset 14.png">
            <a:extLst>
              <a:ext uri="{FF2B5EF4-FFF2-40B4-BE49-F238E27FC236}">
                <a16:creationId xmlns:a16="http://schemas.microsoft.com/office/drawing/2014/main" id="{090C41F5-BA09-8B1A-DAC3-6B08A6ADAF5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2331369" y="2207270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numbersAsset 13.png">
            <a:extLst>
              <a:ext uri="{FF2B5EF4-FFF2-40B4-BE49-F238E27FC236}">
                <a16:creationId xmlns:a16="http://schemas.microsoft.com/office/drawing/2014/main" id="{2BEF3BCB-5121-4702-1F2A-6573D02B233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/>
        </p:blipFill>
        <p:spPr>
          <a:xfrm>
            <a:off x="1951876" y="2207270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DoodlesAsset 40.png">
            <a:extLst>
              <a:ext uri="{FF2B5EF4-FFF2-40B4-BE49-F238E27FC236}">
                <a16:creationId xmlns:a16="http://schemas.microsoft.com/office/drawing/2014/main" id="{7FDBBD19-16DE-3008-B16D-B9C149DAC292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>
            <a:off x="3416788" y="3009167"/>
            <a:ext cx="589532" cy="35371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DoodlesAsset 39.png">
            <a:extLst>
              <a:ext uri="{FF2B5EF4-FFF2-40B4-BE49-F238E27FC236}">
                <a16:creationId xmlns:a16="http://schemas.microsoft.com/office/drawing/2014/main" id="{EA1EA354-BCAF-8105-3683-370BCA5389F5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2428657" y="3465359"/>
            <a:ext cx="366454" cy="246126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DoodlesAsset 38.png">
            <a:extLst>
              <a:ext uri="{FF2B5EF4-FFF2-40B4-BE49-F238E27FC236}">
                <a16:creationId xmlns:a16="http://schemas.microsoft.com/office/drawing/2014/main" id="{6CF85C34-4C9B-EB67-26A8-0F9F22E35B4B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1881871" y="3454032"/>
            <a:ext cx="310588" cy="268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DoodlesAsset 37.png">
            <a:extLst>
              <a:ext uri="{FF2B5EF4-FFF2-40B4-BE49-F238E27FC236}">
                <a16:creationId xmlns:a16="http://schemas.microsoft.com/office/drawing/2014/main" id="{98779180-6FB0-25D7-9580-5CB752BC019E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3509460" y="3476659"/>
            <a:ext cx="630837" cy="223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DoodlesAsset 36.png">
            <a:extLst>
              <a:ext uri="{FF2B5EF4-FFF2-40B4-BE49-F238E27FC236}">
                <a16:creationId xmlns:a16="http://schemas.microsoft.com/office/drawing/2014/main" id="{48A5A3A3-0526-0131-00B7-413A7EE69BAF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2912834" y="3446380"/>
            <a:ext cx="473470" cy="28408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DoodlesAsset 35.png">
            <a:extLst>
              <a:ext uri="{FF2B5EF4-FFF2-40B4-BE49-F238E27FC236}">
                <a16:creationId xmlns:a16="http://schemas.microsoft.com/office/drawing/2014/main" id="{E7875537-B5A6-9123-69DF-53CE93D4D755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2915277" y="3040641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DoodlesAsset 34.png">
            <a:extLst>
              <a:ext uri="{FF2B5EF4-FFF2-40B4-BE49-F238E27FC236}">
                <a16:creationId xmlns:a16="http://schemas.microsoft.com/office/drawing/2014/main" id="{67781632-4E79-A7F2-9899-E189468878C2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2413767" y="3040641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DoodlesAsset 33.png">
            <a:extLst>
              <a:ext uri="{FF2B5EF4-FFF2-40B4-BE49-F238E27FC236}">
                <a16:creationId xmlns:a16="http://schemas.microsoft.com/office/drawing/2014/main" id="{CE187946-64B0-EDC0-397C-BBF7367416AE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4187832" y="3052316"/>
            <a:ext cx="456399" cy="273839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DoodlesAsset 32.png">
            <a:extLst>
              <a:ext uri="{FF2B5EF4-FFF2-40B4-BE49-F238E27FC236}">
                <a16:creationId xmlns:a16="http://schemas.microsoft.com/office/drawing/2014/main" id="{2219CD3F-D912-11B6-1C12-87806BC9DFBE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4825743" y="3027156"/>
            <a:ext cx="318515" cy="298608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DoodlesAsset 31.png">
            <a:extLst>
              <a:ext uri="{FF2B5EF4-FFF2-40B4-BE49-F238E27FC236}">
                <a16:creationId xmlns:a16="http://schemas.microsoft.com/office/drawing/2014/main" id="{C201C8A2-EC36-AAF0-C460-93EEC8220F8D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1912256" y="3034395"/>
            <a:ext cx="319998" cy="319998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Numbers">
            <a:extLst>
              <a:ext uri="{FF2B5EF4-FFF2-40B4-BE49-F238E27FC236}">
                <a16:creationId xmlns:a16="http://schemas.microsoft.com/office/drawing/2014/main" id="{7D002A5B-C453-4AF3-E8D5-DE6F9329F6CD}"/>
              </a:ext>
            </a:extLst>
          </p:cNvPr>
          <p:cNvSpPr txBox="1"/>
          <p:nvPr/>
        </p:nvSpPr>
        <p:spPr>
          <a:xfrm>
            <a:off x="733108" y="2122717"/>
            <a:ext cx="702835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+mj-lt"/>
              </a:rPr>
              <a:t>Numbers</a:t>
            </a:r>
          </a:p>
        </p:txBody>
      </p:sp>
      <p:sp>
        <p:nvSpPr>
          <p:cNvPr id="57" name="Doodles">
            <a:extLst>
              <a:ext uri="{FF2B5EF4-FFF2-40B4-BE49-F238E27FC236}">
                <a16:creationId xmlns:a16="http://schemas.microsoft.com/office/drawing/2014/main" id="{288B34BD-A4F8-470C-C252-38F07C9E240E}"/>
              </a:ext>
            </a:extLst>
          </p:cNvPr>
          <p:cNvSpPr txBox="1"/>
          <p:nvPr/>
        </p:nvSpPr>
        <p:spPr>
          <a:xfrm>
            <a:off x="733108" y="3092726"/>
            <a:ext cx="702835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+mj-lt"/>
              </a:rPr>
              <a:t>Doodles</a:t>
            </a:r>
          </a:p>
        </p:txBody>
      </p:sp>
      <p:sp>
        <p:nvSpPr>
          <p:cNvPr id="59" name="Numbers">
            <a:extLst>
              <a:ext uri="{FF2B5EF4-FFF2-40B4-BE49-F238E27FC236}">
                <a16:creationId xmlns:a16="http://schemas.microsoft.com/office/drawing/2014/main" id="{BBF1273B-9672-DC59-7237-D20A00AD9FFA}"/>
              </a:ext>
            </a:extLst>
          </p:cNvPr>
          <p:cNvSpPr txBox="1"/>
          <p:nvPr/>
        </p:nvSpPr>
        <p:spPr>
          <a:xfrm>
            <a:off x="6436438" y="2122717"/>
            <a:ext cx="702835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+mj-lt"/>
              </a:rPr>
              <a:t>Numbers</a:t>
            </a:r>
          </a:p>
        </p:txBody>
      </p:sp>
      <p:sp>
        <p:nvSpPr>
          <p:cNvPr id="60" name="Doodles">
            <a:extLst>
              <a:ext uri="{FF2B5EF4-FFF2-40B4-BE49-F238E27FC236}">
                <a16:creationId xmlns:a16="http://schemas.microsoft.com/office/drawing/2014/main" id="{06A261B4-70FF-AE80-7ED8-FAC67B80B866}"/>
              </a:ext>
            </a:extLst>
          </p:cNvPr>
          <p:cNvSpPr txBox="1"/>
          <p:nvPr/>
        </p:nvSpPr>
        <p:spPr>
          <a:xfrm>
            <a:off x="6436438" y="3092726"/>
            <a:ext cx="702835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+mj-lt"/>
              </a:rPr>
              <a:t>Doodles</a:t>
            </a:r>
          </a:p>
        </p:txBody>
      </p:sp>
      <p:pic>
        <p:nvPicPr>
          <p:cNvPr id="96" name="Image">
            <a:extLst>
              <a:ext uri="{FF2B5EF4-FFF2-40B4-BE49-F238E27FC236}">
                <a16:creationId xmlns:a16="http://schemas.microsoft.com/office/drawing/2014/main" id="{E56AC7B8-EF40-477A-76FC-7F231EDE6608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4178867" y="3506505"/>
            <a:ext cx="1092228" cy="163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numbersAsset 12.png">
            <a:extLst>
              <a:ext uri="{FF2B5EF4-FFF2-40B4-BE49-F238E27FC236}">
                <a16:creationId xmlns:a16="http://schemas.microsoft.com/office/drawing/2014/main" id="{B8381AD8-10B1-F1ED-554C-39AB3519D53C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4369550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numbersAsset 11.png">
            <a:extLst>
              <a:ext uri="{FF2B5EF4-FFF2-40B4-BE49-F238E27FC236}">
                <a16:creationId xmlns:a16="http://schemas.microsoft.com/office/drawing/2014/main" id="{5C1CC28E-7451-1A46-EF01-9CB30559F2F7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4101758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numbersAsset 10.png">
            <a:extLst>
              <a:ext uri="{FF2B5EF4-FFF2-40B4-BE49-F238E27FC236}">
                <a16:creationId xmlns:a16="http://schemas.microsoft.com/office/drawing/2014/main" id="{F0827716-ED2E-B676-EDB1-965547F69DC3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3833969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numbersAsset 9.png">
            <a:extLst>
              <a:ext uri="{FF2B5EF4-FFF2-40B4-BE49-F238E27FC236}">
                <a16:creationId xmlns:a16="http://schemas.microsoft.com/office/drawing/2014/main" id="{0A0F64BD-298E-C5B2-A568-341061DD819E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3566179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numbersAsset 8.png">
            <a:extLst>
              <a:ext uri="{FF2B5EF4-FFF2-40B4-BE49-F238E27FC236}">
                <a16:creationId xmlns:a16="http://schemas.microsoft.com/office/drawing/2014/main" id="{140A05D2-1FA4-0A3C-C9A9-0231E5E7C0EE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3298389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numbersAsset 7.png">
            <a:extLst>
              <a:ext uri="{FF2B5EF4-FFF2-40B4-BE49-F238E27FC236}">
                <a16:creationId xmlns:a16="http://schemas.microsoft.com/office/drawing/2014/main" id="{F90B21E0-0908-254C-12B4-0BD44D708207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3030600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numbersAsset 6.png">
            <a:extLst>
              <a:ext uri="{FF2B5EF4-FFF2-40B4-BE49-F238E27FC236}">
                <a16:creationId xmlns:a16="http://schemas.microsoft.com/office/drawing/2014/main" id="{34DEA6E9-F7AE-F616-DF1D-4AE934271896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2762810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numbersAsset 5.png">
            <a:extLst>
              <a:ext uri="{FF2B5EF4-FFF2-40B4-BE49-F238E27FC236}">
                <a16:creationId xmlns:a16="http://schemas.microsoft.com/office/drawing/2014/main" id="{6362B066-2784-AACE-31D9-DA9FDA66B498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2495021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numbersAsset 4.png">
            <a:extLst>
              <a:ext uri="{FF2B5EF4-FFF2-40B4-BE49-F238E27FC236}">
                <a16:creationId xmlns:a16="http://schemas.microsoft.com/office/drawing/2014/main" id="{BEEA7E20-3A4C-84FD-4C60-D275D6891727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2227231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numbersAsset 3.png">
            <a:extLst>
              <a:ext uri="{FF2B5EF4-FFF2-40B4-BE49-F238E27FC236}">
                <a16:creationId xmlns:a16="http://schemas.microsoft.com/office/drawing/2014/main" id="{EDD5A86A-D7AA-D9B3-6780-C5F9770AF27E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1959441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numbersAsset 26.png">
            <a:extLst>
              <a:ext uri="{FF2B5EF4-FFF2-40B4-BE49-F238E27FC236}">
                <a16:creationId xmlns:a16="http://schemas.microsoft.com/office/drawing/2014/main" id="{58A0FC4D-5432-B7AE-FE53-34727D991DB8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8216322" y="2617592"/>
            <a:ext cx="266665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numbersAsset 25.png">
            <a:extLst>
              <a:ext uri="{FF2B5EF4-FFF2-40B4-BE49-F238E27FC236}">
                <a16:creationId xmlns:a16="http://schemas.microsoft.com/office/drawing/2014/main" id="{3920749F-75CD-64A8-CBBD-71863BAAE345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7865372" y="261759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numbersAsset 24.png">
            <a:extLst>
              <a:ext uri="{FF2B5EF4-FFF2-40B4-BE49-F238E27FC236}">
                <a16:creationId xmlns:a16="http://schemas.microsoft.com/office/drawing/2014/main" id="{C0F61E8A-8935-7E88-F698-007E384F97BC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7584091" y="261759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numbersAsset 23.png">
            <a:extLst>
              <a:ext uri="{FF2B5EF4-FFF2-40B4-BE49-F238E27FC236}">
                <a16:creationId xmlns:a16="http://schemas.microsoft.com/office/drawing/2014/main" id="{91D4AA9A-CAE8-93E1-20F3-AC3544B61743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8857768" y="2767862"/>
            <a:ext cx="182856" cy="182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numbersAsset 22.png">
            <a:extLst>
              <a:ext uri="{FF2B5EF4-FFF2-40B4-BE49-F238E27FC236}">
                <a16:creationId xmlns:a16="http://schemas.microsoft.com/office/drawing/2014/main" id="{A8DDED9F-5597-B720-33B6-1DB4F6613B0A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8546613" y="2759904"/>
            <a:ext cx="182856" cy="182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numbersAsset 21.png">
            <a:extLst>
              <a:ext uri="{FF2B5EF4-FFF2-40B4-BE49-F238E27FC236}">
                <a16:creationId xmlns:a16="http://schemas.microsoft.com/office/drawing/2014/main" id="{970DE7FD-2211-DABE-56A6-DA77F1F65077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10667855" y="2230127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numbersAsset 20.png">
            <a:extLst>
              <a:ext uri="{FF2B5EF4-FFF2-40B4-BE49-F238E27FC236}">
                <a16:creationId xmlns:a16="http://schemas.microsoft.com/office/drawing/2014/main" id="{B9DC28FF-ED1D-BEB3-D571-8E10D968A345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10288362" y="2230127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numbersAsset 19.png">
            <a:extLst>
              <a:ext uri="{FF2B5EF4-FFF2-40B4-BE49-F238E27FC236}">
                <a16:creationId xmlns:a16="http://schemas.microsoft.com/office/drawing/2014/main" id="{2156B74B-A7C8-FF50-14B6-DC7D7326D688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9908870" y="2230127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numbersAsset 18.png">
            <a:extLst>
              <a:ext uri="{FF2B5EF4-FFF2-40B4-BE49-F238E27FC236}">
                <a16:creationId xmlns:a16="http://schemas.microsoft.com/office/drawing/2014/main" id="{28D23D87-3722-8B51-3A52-4EA32E5A112F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9529377" y="2230127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numbersAsset 17.png">
            <a:extLst>
              <a:ext uri="{FF2B5EF4-FFF2-40B4-BE49-F238E27FC236}">
                <a16:creationId xmlns:a16="http://schemas.microsoft.com/office/drawing/2014/main" id="{FED93A83-EFD3-1798-5B13-5FF73E517769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9129956" y="2236615"/>
            <a:ext cx="332266" cy="27688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numbersAsset 16.png">
            <a:extLst>
              <a:ext uri="{FF2B5EF4-FFF2-40B4-BE49-F238E27FC236}">
                <a16:creationId xmlns:a16="http://schemas.microsoft.com/office/drawing/2014/main" id="{03D55CFF-246A-7CF0-630F-FE8996719EC2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8770392" y="2230127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numbersAsset 15.png">
            <a:extLst>
              <a:ext uri="{FF2B5EF4-FFF2-40B4-BE49-F238E27FC236}">
                <a16:creationId xmlns:a16="http://schemas.microsoft.com/office/drawing/2014/main" id="{84514B8C-1768-5949-78C7-D9EEC12D6173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8390899" y="2230127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numbersAsset 14.png">
            <a:extLst>
              <a:ext uri="{FF2B5EF4-FFF2-40B4-BE49-F238E27FC236}">
                <a16:creationId xmlns:a16="http://schemas.microsoft.com/office/drawing/2014/main" id="{F1E67524-8D38-EBBF-490C-B7EDEB2C93C4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8011407" y="2233936"/>
            <a:ext cx="319998" cy="266665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numbersAsset 13.png">
            <a:extLst>
              <a:ext uri="{FF2B5EF4-FFF2-40B4-BE49-F238E27FC236}">
                <a16:creationId xmlns:a16="http://schemas.microsoft.com/office/drawing/2014/main" id="{4B9E1FD7-A383-EE44-4C0A-9C689524DD83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7650696" y="2226071"/>
            <a:ext cx="287680" cy="287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DoodlesAsset 40.png">
            <a:extLst>
              <a:ext uri="{FF2B5EF4-FFF2-40B4-BE49-F238E27FC236}">
                <a16:creationId xmlns:a16="http://schemas.microsoft.com/office/drawing/2014/main" id="{D868A329-97BF-2262-69CD-B6E9432E3090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9096826" y="3025245"/>
            <a:ext cx="589532" cy="32156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DoodlesAsset 39.png">
            <a:extLst>
              <a:ext uri="{FF2B5EF4-FFF2-40B4-BE49-F238E27FC236}">
                <a16:creationId xmlns:a16="http://schemas.microsoft.com/office/drawing/2014/main" id="{839E2E01-7EBA-75A1-11D0-9E872D3527EE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8108695" y="3488479"/>
            <a:ext cx="366454" cy="199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DoodlesAsset 38.png">
            <a:extLst>
              <a:ext uri="{FF2B5EF4-FFF2-40B4-BE49-F238E27FC236}">
                <a16:creationId xmlns:a16="http://schemas.microsoft.com/office/drawing/2014/main" id="{C8BA1D9F-3FA2-24A8-4979-C6935A46A9AB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7561909" y="3495245"/>
            <a:ext cx="310588" cy="1863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DoodlesAsset 37.png">
            <a:extLst>
              <a:ext uri="{FF2B5EF4-FFF2-40B4-BE49-F238E27FC236}">
                <a16:creationId xmlns:a16="http://schemas.microsoft.com/office/drawing/2014/main" id="{FC928FB3-5522-2408-B1D2-AFECDF859B32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9189498" y="3493796"/>
            <a:ext cx="630837" cy="189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DoodlesAsset 36.png">
            <a:extLst>
              <a:ext uri="{FF2B5EF4-FFF2-40B4-BE49-F238E27FC236}">
                <a16:creationId xmlns:a16="http://schemas.microsoft.com/office/drawing/2014/main" id="{49B9D9CE-D424-F92B-C01D-F2203C553094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8592872" y="3459293"/>
            <a:ext cx="473470" cy="2582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DoodlesAsset 35.png">
            <a:extLst>
              <a:ext uri="{FF2B5EF4-FFF2-40B4-BE49-F238E27FC236}">
                <a16:creationId xmlns:a16="http://schemas.microsoft.com/office/drawing/2014/main" id="{E11B02FE-23BE-03D5-415E-4668DE3AE907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8595315" y="3040641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DoodlesAsset 34.png">
            <a:extLst>
              <a:ext uri="{FF2B5EF4-FFF2-40B4-BE49-F238E27FC236}">
                <a16:creationId xmlns:a16="http://schemas.microsoft.com/office/drawing/2014/main" id="{74FB4465-7426-7AB9-B71F-920F600FAD4D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8093805" y="3063498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DoodlesAsset 33.png">
            <a:extLst>
              <a:ext uri="{FF2B5EF4-FFF2-40B4-BE49-F238E27FC236}">
                <a16:creationId xmlns:a16="http://schemas.microsoft.com/office/drawing/2014/main" id="{57487829-9C01-BB31-584D-EED38371AA30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9867870" y="3075136"/>
            <a:ext cx="456399" cy="22819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DoodlesAsset 32.png">
            <a:extLst>
              <a:ext uri="{FF2B5EF4-FFF2-40B4-BE49-F238E27FC236}">
                <a16:creationId xmlns:a16="http://schemas.microsoft.com/office/drawing/2014/main" id="{D826CEF1-5D9F-8CC3-E022-E398B4B39AD9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10505781" y="3048486"/>
            <a:ext cx="318515" cy="2559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DoodlesAsset 31.png">
            <a:extLst>
              <a:ext uri="{FF2B5EF4-FFF2-40B4-BE49-F238E27FC236}">
                <a16:creationId xmlns:a16="http://schemas.microsoft.com/office/drawing/2014/main" id="{9E016B83-678D-00BE-1F48-9340D74F3726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7592294" y="3065823"/>
            <a:ext cx="319998" cy="257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Image">
            <a:extLst>
              <a:ext uri="{FF2B5EF4-FFF2-40B4-BE49-F238E27FC236}">
                <a16:creationId xmlns:a16="http://schemas.microsoft.com/office/drawing/2014/main" id="{E4BE7CA2-CDD7-E857-495A-3078B9A63561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9858905" y="3511263"/>
            <a:ext cx="1092228" cy="15431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numbersAsset 12.png">
            <a:extLst>
              <a:ext uri="{FF2B5EF4-FFF2-40B4-BE49-F238E27FC236}">
                <a16:creationId xmlns:a16="http://schemas.microsoft.com/office/drawing/2014/main" id="{0E8017BD-2613-6B56-0CD6-B8D25ACA0187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10049588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numbersAsset 11.png">
            <a:extLst>
              <a:ext uri="{FF2B5EF4-FFF2-40B4-BE49-F238E27FC236}">
                <a16:creationId xmlns:a16="http://schemas.microsoft.com/office/drawing/2014/main" id="{E65BAC09-EDA7-8007-7362-497FB31B2BA9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9781796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numbersAsset 10.png">
            <a:extLst>
              <a:ext uri="{FF2B5EF4-FFF2-40B4-BE49-F238E27FC236}">
                <a16:creationId xmlns:a16="http://schemas.microsoft.com/office/drawing/2014/main" id="{B029E315-01F1-C086-15F0-8D7CF54E5C68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9514007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numbersAsset 9.png">
            <a:extLst>
              <a:ext uri="{FF2B5EF4-FFF2-40B4-BE49-F238E27FC236}">
                <a16:creationId xmlns:a16="http://schemas.microsoft.com/office/drawing/2014/main" id="{C4ACD436-6F84-1E6A-CB63-8883EA13DCEE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9246217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numbersAsset 8.png">
            <a:extLst>
              <a:ext uri="{FF2B5EF4-FFF2-40B4-BE49-F238E27FC236}">
                <a16:creationId xmlns:a16="http://schemas.microsoft.com/office/drawing/2014/main" id="{C6F2311F-1ACE-8C58-28ED-09DCE3C08275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8978427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numbersAsset 7.png">
            <a:extLst>
              <a:ext uri="{FF2B5EF4-FFF2-40B4-BE49-F238E27FC236}">
                <a16:creationId xmlns:a16="http://schemas.microsoft.com/office/drawing/2014/main" id="{66E0C7B9-FD42-E538-8738-112A9D95A129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8710638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numbersAsset 6.png">
            <a:extLst>
              <a:ext uri="{FF2B5EF4-FFF2-40B4-BE49-F238E27FC236}">
                <a16:creationId xmlns:a16="http://schemas.microsoft.com/office/drawing/2014/main" id="{B09A3D43-DF61-3ADC-DEAE-3B773C6764EE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8442848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numbersAsset 5.png">
            <a:extLst>
              <a:ext uri="{FF2B5EF4-FFF2-40B4-BE49-F238E27FC236}">
                <a16:creationId xmlns:a16="http://schemas.microsoft.com/office/drawing/2014/main" id="{59F0DDE4-3017-993C-3CDE-3D208C376505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8175058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numbersAsset 4.png">
            <a:extLst>
              <a:ext uri="{FF2B5EF4-FFF2-40B4-BE49-F238E27FC236}">
                <a16:creationId xmlns:a16="http://schemas.microsoft.com/office/drawing/2014/main" id="{F1C3F550-A5C3-B458-A855-7D1493BE9E85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7907269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numbersAsset 3.png">
            <a:extLst>
              <a:ext uri="{FF2B5EF4-FFF2-40B4-BE49-F238E27FC236}">
                <a16:creationId xmlns:a16="http://schemas.microsoft.com/office/drawing/2014/main" id="{8436E17F-BCBD-D3A7-9F3B-E4509D196E8E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7639479" y="1804026"/>
            <a:ext cx="319998" cy="319998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A51DCD3-B13B-914B-CBD7-039443A2DC7C}"/>
              </a:ext>
            </a:extLst>
          </p:cNvPr>
          <p:cNvSpPr txBox="1">
            <a:spLocks/>
          </p:cNvSpPr>
          <p:nvPr/>
        </p:nvSpPr>
        <p:spPr>
          <a:xfrm>
            <a:off x="8220158" y="708379"/>
            <a:ext cx="3709145" cy="6492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>
                <a:latin typeface="+mj-lt"/>
              </a:rPr>
              <a:t>Download all Doodle &amp; Number </a:t>
            </a:r>
            <a:r>
              <a:rPr lang="en-US" noProof="0"/>
              <a:t>(SVG, .EPS, .AI, .PNG, .JPG) </a:t>
            </a:r>
            <a:r>
              <a:rPr lang="en-US" u="sng" noProof="0">
                <a:latin typeface="+mj-lt"/>
                <a:hlinkClick r:id="rId143"/>
              </a:rPr>
              <a:t>[LINK]</a:t>
            </a:r>
            <a:endParaRPr lang="en-US" noProof="0">
              <a:latin typeface="+mj-lt"/>
            </a:endParaRPr>
          </a:p>
        </p:txBody>
      </p:sp>
      <p:sp>
        <p:nvSpPr>
          <p:cNvPr id="26" name="Numbers">
            <a:extLst>
              <a:ext uri="{FF2B5EF4-FFF2-40B4-BE49-F238E27FC236}">
                <a16:creationId xmlns:a16="http://schemas.microsoft.com/office/drawing/2014/main" id="{0D9015D0-3BED-AA0B-5CF4-730272BDD8E0}"/>
              </a:ext>
            </a:extLst>
          </p:cNvPr>
          <p:cNvSpPr txBox="1"/>
          <p:nvPr/>
        </p:nvSpPr>
        <p:spPr>
          <a:xfrm>
            <a:off x="733107" y="1656807"/>
            <a:ext cx="113980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1200" noProof="0">
                <a:latin typeface="+mj-lt"/>
              </a:rPr>
              <a:t>For Small Use</a:t>
            </a:r>
          </a:p>
        </p:txBody>
      </p:sp>
      <p:sp>
        <p:nvSpPr>
          <p:cNvPr id="27" name="Numbers">
            <a:extLst>
              <a:ext uri="{FF2B5EF4-FFF2-40B4-BE49-F238E27FC236}">
                <a16:creationId xmlns:a16="http://schemas.microsoft.com/office/drawing/2014/main" id="{02D551FF-73E4-FA18-6926-5B22CB71AB36}"/>
              </a:ext>
            </a:extLst>
          </p:cNvPr>
          <p:cNvSpPr txBox="1"/>
          <p:nvPr/>
        </p:nvSpPr>
        <p:spPr>
          <a:xfrm>
            <a:off x="6436438" y="1656807"/>
            <a:ext cx="11990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1200" noProof="0">
                <a:latin typeface="+mj-lt"/>
              </a:rPr>
              <a:t>For Large Use</a:t>
            </a:r>
          </a:p>
        </p:txBody>
      </p:sp>
      <p:pic>
        <p:nvPicPr>
          <p:cNvPr id="28" name="numbersAsset 26.png">
            <a:extLst>
              <a:ext uri="{FF2B5EF4-FFF2-40B4-BE49-F238E27FC236}">
                <a16:creationId xmlns:a16="http://schemas.microsoft.com/office/drawing/2014/main" id="{D03206D8-43A4-83A4-2F7B-4CA6DBF3E22D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rcRect/>
          <a:stretch/>
        </p:blipFill>
        <p:spPr>
          <a:xfrm>
            <a:off x="2509618" y="5156355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numbersAsset 25.png">
            <a:extLst>
              <a:ext uri="{FF2B5EF4-FFF2-40B4-BE49-F238E27FC236}">
                <a16:creationId xmlns:a16="http://schemas.microsoft.com/office/drawing/2014/main" id="{F54B6B04-498B-6371-69F3-A866AB5BF47B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rcRect/>
          <a:stretch/>
        </p:blipFill>
        <p:spPr>
          <a:xfrm>
            <a:off x="2185334" y="5156355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numbersAsset 24.png">
            <a:extLst>
              <a:ext uri="{FF2B5EF4-FFF2-40B4-BE49-F238E27FC236}">
                <a16:creationId xmlns:a16="http://schemas.microsoft.com/office/drawing/2014/main" id="{7D21DAE6-0F79-77F6-578C-4649DC00886C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rcRect/>
          <a:stretch/>
        </p:blipFill>
        <p:spPr>
          <a:xfrm>
            <a:off x="1904053" y="5156355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numbersAsset 23.png">
            <a:extLst>
              <a:ext uri="{FF2B5EF4-FFF2-40B4-BE49-F238E27FC236}">
                <a16:creationId xmlns:a16="http://schemas.microsoft.com/office/drawing/2014/main" id="{5E04FC6C-CCF1-3242-3A7F-FD6836BEE290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rcRect/>
          <a:stretch/>
        </p:blipFill>
        <p:spPr>
          <a:xfrm>
            <a:off x="3177731" y="5306625"/>
            <a:ext cx="182856" cy="182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numbersAsset 22.png">
            <a:extLst>
              <a:ext uri="{FF2B5EF4-FFF2-40B4-BE49-F238E27FC236}">
                <a16:creationId xmlns:a16="http://schemas.microsoft.com/office/drawing/2014/main" id="{C6FCED8A-7F0C-198B-EB1D-B22F216C584A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rcRect/>
          <a:stretch/>
        </p:blipFill>
        <p:spPr>
          <a:xfrm>
            <a:off x="2866575" y="5298666"/>
            <a:ext cx="182856" cy="182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numbersAsset 21.png">
            <a:extLst>
              <a:ext uri="{FF2B5EF4-FFF2-40B4-BE49-F238E27FC236}">
                <a16:creationId xmlns:a16="http://schemas.microsoft.com/office/drawing/2014/main" id="{11D34194-A1A0-92AE-7506-F556FA6F696C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rcRect/>
          <a:stretch/>
        </p:blipFill>
        <p:spPr>
          <a:xfrm>
            <a:off x="4987817" y="474603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numbersAsset 20.png">
            <a:extLst>
              <a:ext uri="{FF2B5EF4-FFF2-40B4-BE49-F238E27FC236}">
                <a16:creationId xmlns:a16="http://schemas.microsoft.com/office/drawing/2014/main" id="{5F8026BE-B851-8717-5AE6-F4994A9EBC4E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rcRect/>
          <a:stretch/>
        </p:blipFill>
        <p:spPr>
          <a:xfrm>
            <a:off x="4608324" y="474603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numbersAsset 19.png">
            <a:extLst>
              <a:ext uri="{FF2B5EF4-FFF2-40B4-BE49-F238E27FC236}">
                <a16:creationId xmlns:a16="http://schemas.microsoft.com/office/drawing/2014/main" id="{B15D3A8C-9428-8D7F-D79D-17A6CB3F3EC5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rcRect/>
          <a:stretch/>
        </p:blipFill>
        <p:spPr>
          <a:xfrm>
            <a:off x="4228832" y="474603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numbersAsset 18.png">
            <a:extLst>
              <a:ext uri="{FF2B5EF4-FFF2-40B4-BE49-F238E27FC236}">
                <a16:creationId xmlns:a16="http://schemas.microsoft.com/office/drawing/2014/main" id="{107827A9-6BAB-D03E-F023-1E6531C35AC1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rcRect/>
          <a:stretch/>
        </p:blipFill>
        <p:spPr>
          <a:xfrm>
            <a:off x="3849339" y="474603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numbersAsset 17.png">
            <a:extLst>
              <a:ext uri="{FF2B5EF4-FFF2-40B4-BE49-F238E27FC236}">
                <a16:creationId xmlns:a16="http://schemas.microsoft.com/office/drawing/2014/main" id="{38FD9CEB-DEF7-5A81-8732-089F77DDD0A6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rcRect/>
          <a:stretch/>
        </p:blipFill>
        <p:spPr>
          <a:xfrm>
            <a:off x="3431199" y="4689718"/>
            <a:ext cx="427834" cy="427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numbersAsset 16.png">
            <a:extLst>
              <a:ext uri="{FF2B5EF4-FFF2-40B4-BE49-F238E27FC236}">
                <a16:creationId xmlns:a16="http://schemas.microsoft.com/office/drawing/2014/main" id="{CD25D34E-FA0D-5FF0-B7E6-F0058FCD54C3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rcRect/>
          <a:stretch/>
        </p:blipFill>
        <p:spPr>
          <a:xfrm>
            <a:off x="3090354" y="474603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numbersAsset 15.png">
            <a:extLst>
              <a:ext uri="{FF2B5EF4-FFF2-40B4-BE49-F238E27FC236}">
                <a16:creationId xmlns:a16="http://schemas.microsoft.com/office/drawing/2014/main" id="{DC3E7B7D-C40E-8A12-F7AB-3F4D45B51BF6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rcRect/>
          <a:stretch/>
        </p:blipFill>
        <p:spPr>
          <a:xfrm>
            <a:off x="2710861" y="474603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numbersAsset 14.png">
            <a:extLst>
              <a:ext uri="{FF2B5EF4-FFF2-40B4-BE49-F238E27FC236}">
                <a16:creationId xmlns:a16="http://schemas.microsoft.com/office/drawing/2014/main" id="{09527990-7453-D2C4-9C06-549DBDB0703A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rcRect/>
          <a:stretch/>
        </p:blipFill>
        <p:spPr>
          <a:xfrm>
            <a:off x="2331369" y="474603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numbersAsset 13.png">
            <a:extLst>
              <a:ext uri="{FF2B5EF4-FFF2-40B4-BE49-F238E27FC236}">
                <a16:creationId xmlns:a16="http://schemas.microsoft.com/office/drawing/2014/main" id="{94A8F2F4-059C-46D7-E291-0953D6D20004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rcRect/>
          <a:stretch/>
        </p:blipFill>
        <p:spPr>
          <a:xfrm>
            <a:off x="1951876" y="4746032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DoodlesAsset 40.png">
            <a:extLst>
              <a:ext uri="{FF2B5EF4-FFF2-40B4-BE49-F238E27FC236}">
                <a16:creationId xmlns:a16="http://schemas.microsoft.com/office/drawing/2014/main" id="{AC265AD1-C48E-4D7D-A139-46952CF96188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rcRect/>
          <a:stretch/>
        </p:blipFill>
        <p:spPr>
          <a:xfrm>
            <a:off x="3416788" y="5547930"/>
            <a:ext cx="589532" cy="353719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DoodlesAsset 39.png">
            <a:extLst>
              <a:ext uri="{FF2B5EF4-FFF2-40B4-BE49-F238E27FC236}">
                <a16:creationId xmlns:a16="http://schemas.microsoft.com/office/drawing/2014/main" id="{4796510C-007A-A31D-FC66-C9741B0A9067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rcRect/>
          <a:stretch/>
        </p:blipFill>
        <p:spPr>
          <a:xfrm>
            <a:off x="2428657" y="6004121"/>
            <a:ext cx="366454" cy="2461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3" name="DoodlesAsset 38.png">
            <a:extLst>
              <a:ext uri="{FF2B5EF4-FFF2-40B4-BE49-F238E27FC236}">
                <a16:creationId xmlns:a16="http://schemas.microsoft.com/office/drawing/2014/main" id="{2EDC2256-C80B-BD93-60C1-205A76A74C60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rcRect/>
          <a:stretch/>
        </p:blipFill>
        <p:spPr>
          <a:xfrm>
            <a:off x="1881871" y="5992795"/>
            <a:ext cx="310588" cy="268778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DoodlesAsset 37.png">
            <a:extLst>
              <a:ext uri="{FF2B5EF4-FFF2-40B4-BE49-F238E27FC236}">
                <a16:creationId xmlns:a16="http://schemas.microsoft.com/office/drawing/2014/main" id="{F3FCBAED-1177-5028-CE53-07241DD556EF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rcRect/>
          <a:stretch/>
        </p:blipFill>
        <p:spPr>
          <a:xfrm>
            <a:off x="3509460" y="6015421"/>
            <a:ext cx="630837" cy="22352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DoodlesAsset 36.png">
            <a:extLst>
              <a:ext uri="{FF2B5EF4-FFF2-40B4-BE49-F238E27FC236}">
                <a16:creationId xmlns:a16="http://schemas.microsoft.com/office/drawing/2014/main" id="{A1462A73-8E73-1B4F-F73C-93ED87BBA6C0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rcRect/>
          <a:stretch/>
        </p:blipFill>
        <p:spPr>
          <a:xfrm>
            <a:off x="2912834" y="5985142"/>
            <a:ext cx="473470" cy="284083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DoodlesAsset 35.png">
            <a:extLst>
              <a:ext uri="{FF2B5EF4-FFF2-40B4-BE49-F238E27FC236}">
                <a16:creationId xmlns:a16="http://schemas.microsoft.com/office/drawing/2014/main" id="{23304A8A-D084-648A-4AB0-56C40104C4F7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rcRect/>
          <a:stretch/>
        </p:blipFill>
        <p:spPr>
          <a:xfrm>
            <a:off x="2915277" y="5579403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DoodlesAsset 34.png">
            <a:extLst>
              <a:ext uri="{FF2B5EF4-FFF2-40B4-BE49-F238E27FC236}">
                <a16:creationId xmlns:a16="http://schemas.microsoft.com/office/drawing/2014/main" id="{5C3F59A2-C880-78CE-913F-894420C96BB3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rcRect/>
          <a:stretch/>
        </p:blipFill>
        <p:spPr>
          <a:xfrm>
            <a:off x="2413767" y="5579403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DoodlesAsset 33.png">
            <a:extLst>
              <a:ext uri="{FF2B5EF4-FFF2-40B4-BE49-F238E27FC236}">
                <a16:creationId xmlns:a16="http://schemas.microsoft.com/office/drawing/2014/main" id="{65958FFF-60E9-1528-7B29-EE22BA1282E0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rcRect/>
          <a:stretch/>
        </p:blipFill>
        <p:spPr>
          <a:xfrm>
            <a:off x="4187832" y="5591079"/>
            <a:ext cx="456399" cy="27383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DoodlesAsset 32.png">
            <a:extLst>
              <a:ext uri="{FF2B5EF4-FFF2-40B4-BE49-F238E27FC236}">
                <a16:creationId xmlns:a16="http://schemas.microsoft.com/office/drawing/2014/main" id="{C4C02D44-D335-7C60-5D63-AAAAFE6F312C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rcRect/>
          <a:stretch/>
        </p:blipFill>
        <p:spPr>
          <a:xfrm>
            <a:off x="4825743" y="5565919"/>
            <a:ext cx="318515" cy="298608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DoodlesAsset 31.png">
            <a:extLst>
              <a:ext uri="{FF2B5EF4-FFF2-40B4-BE49-F238E27FC236}">
                <a16:creationId xmlns:a16="http://schemas.microsoft.com/office/drawing/2014/main" id="{AFE51DBE-1D93-C6C1-CE93-F46D83E07EF4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rcRect/>
          <a:stretch/>
        </p:blipFill>
        <p:spPr>
          <a:xfrm>
            <a:off x="1912256" y="5573157"/>
            <a:ext cx="319998" cy="31999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Numbers">
            <a:extLst>
              <a:ext uri="{FF2B5EF4-FFF2-40B4-BE49-F238E27FC236}">
                <a16:creationId xmlns:a16="http://schemas.microsoft.com/office/drawing/2014/main" id="{7D7512C2-A4E9-A77C-2282-30BAFFE59891}"/>
              </a:ext>
            </a:extLst>
          </p:cNvPr>
          <p:cNvSpPr txBox="1"/>
          <p:nvPr/>
        </p:nvSpPr>
        <p:spPr>
          <a:xfrm>
            <a:off x="733108" y="4661480"/>
            <a:ext cx="702835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solidFill>
                  <a:schemeClr val="bg1"/>
                </a:solidFill>
                <a:latin typeface="+mj-lt"/>
              </a:rPr>
              <a:t>Numbers</a:t>
            </a:r>
          </a:p>
        </p:txBody>
      </p:sp>
      <p:sp>
        <p:nvSpPr>
          <p:cNvPr id="82" name="Doodles">
            <a:extLst>
              <a:ext uri="{FF2B5EF4-FFF2-40B4-BE49-F238E27FC236}">
                <a16:creationId xmlns:a16="http://schemas.microsoft.com/office/drawing/2014/main" id="{55693F95-351A-A3FB-38B7-4B2AFD7DCC89}"/>
              </a:ext>
            </a:extLst>
          </p:cNvPr>
          <p:cNvSpPr txBox="1"/>
          <p:nvPr/>
        </p:nvSpPr>
        <p:spPr>
          <a:xfrm>
            <a:off x="733108" y="5631489"/>
            <a:ext cx="702835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solidFill>
                  <a:schemeClr val="bg1"/>
                </a:solidFill>
                <a:latin typeface="+mj-lt"/>
              </a:rPr>
              <a:t>Doodles</a:t>
            </a:r>
          </a:p>
        </p:txBody>
      </p:sp>
      <p:sp>
        <p:nvSpPr>
          <p:cNvPr id="83" name="Numbers">
            <a:extLst>
              <a:ext uri="{FF2B5EF4-FFF2-40B4-BE49-F238E27FC236}">
                <a16:creationId xmlns:a16="http://schemas.microsoft.com/office/drawing/2014/main" id="{35770D0A-F532-4F6D-0E3B-F5B897572B04}"/>
              </a:ext>
            </a:extLst>
          </p:cNvPr>
          <p:cNvSpPr txBox="1"/>
          <p:nvPr/>
        </p:nvSpPr>
        <p:spPr>
          <a:xfrm>
            <a:off x="6436438" y="4661480"/>
            <a:ext cx="702835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solidFill>
                  <a:schemeClr val="bg1"/>
                </a:solidFill>
                <a:latin typeface="+mj-lt"/>
              </a:rPr>
              <a:t>Numbers</a:t>
            </a:r>
          </a:p>
        </p:txBody>
      </p:sp>
      <p:sp>
        <p:nvSpPr>
          <p:cNvPr id="84" name="Doodles">
            <a:extLst>
              <a:ext uri="{FF2B5EF4-FFF2-40B4-BE49-F238E27FC236}">
                <a16:creationId xmlns:a16="http://schemas.microsoft.com/office/drawing/2014/main" id="{CA5EAB34-8E8D-338A-9BEA-BC8838A8A80B}"/>
              </a:ext>
            </a:extLst>
          </p:cNvPr>
          <p:cNvSpPr txBox="1"/>
          <p:nvPr/>
        </p:nvSpPr>
        <p:spPr>
          <a:xfrm>
            <a:off x="6436438" y="5631489"/>
            <a:ext cx="702835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solidFill>
                  <a:schemeClr val="bg1"/>
                </a:solidFill>
                <a:latin typeface="+mj-lt"/>
              </a:rPr>
              <a:t>Doodles</a:t>
            </a:r>
          </a:p>
        </p:txBody>
      </p:sp>
      <p:pic>
        <p:nvPicPr>
          <p:cNvPr id="85" name="Image">
            <a:extLst>
              <a:ext uri="{FF2B5EF4-FFF2-40B4-BE49-F238E27FC236}">
                <a16:creationId xmlns:a16="http://schemas.microsoft.com/office/drawing/2014/main" id="{90F0F9BC-FDA4-913A-1506-402B9CA9EF4F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rcRect/>
          <a:stretch/>
        </p:blipFill>
        <p:spPr>
          <a:xfrm>
            <a:off x="4178867" y="6045267"/>
            <a:ext cx="1092228" cy="163834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numbersAsset 12.png">
            <a:extLst>
              <a:ext uri="{FF2B5EF4-FFF2-40B4-BE49-F238E27FC236}">
                <a16:creationId xmlns:a16="http://schemas.microsoft.com/office/drawing/2014/main" id="{569C4928-D3DE-06CB-542B-9139A9050008}"/>
              </a:ext>
            </a:extLst>
          </p:cNvPr>
          <p:cNvPicPr>
            <a:picLocks noChangeAspect="1"/>
          </p:cNvPicPr>
          <p:nvPr/>
        </p:nvPicPr>
        <p:blipFill>
          <a:blip r:embed="rId194"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rcRect/>
          <a:stretch/>
        </p:blipFill>
        <p:spPr>
          <a:xfrm>
            <a:off x="4369550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numbersAsset 11.png">
            <a:extLst>
              <a:ext uri="{FF2B5EF4-FFF2-40B4-BE49-F238E27FC236}">
                <a16:creationId xmlns:a16="http://schemas.microsoft.com/office/drawing/2014/main" id="{F15E5697-5755-576B-1CE8-856A56B0C7E9}"/>
              </a:ext>
            </a:extLst>
          </p:cNvPr>
          <p:cNvPicPr>
            <a:picLocks noChangeAspect="1"/>
          </p:cNvPicPr>
          <p:nvPr/>
        </p:nvPicPr>
        <p:blipFill>
          <a:blip r:embed="rId196"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rcRect/>
          <a:stretch/>
        </p:blipFill>
        <p:spPr>
          <a:xfrm>
            <a:off x="4101758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numbersAsset 10.png">
            <a:extLst>
              <a:ext uri="{FF2B5EF4-FFF2-40B4-BE49-F238E27FC236}">
                <a16:creationId xmlns:a16="http://schemas.microsoft.com/office/drawing/2014/main" id="{739AED1D-8E6F-7E58-7513-9E05D2688E54}"/>
              </a:ext>
            </a:extLst>
          </p:cNvPr>
          <p:cNvPicPr>
            <a:picLocks noChangeAspect="1"/>
          </p:cNvPicPr>
          <p:nvPr/>
        </p:nvPicPr>
        <p:blipFill>
          <a:blip r:embed="rId198"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rcRect/>
          <a:stretch/>
        </p:blipFill>
        <p:spPr>
          <a:xfrm>
            <a:off x="3833969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numbersAsset 9.png">
            <a:extLst>
              <a:ext uri="{FF2B5EF4-FFF2-40B4-BE49-F238E27FC236}">
                <a16:creationId xmlns:a16="http://schemas.microsoft.com/office/drawing/2014/main" id="{A894A754-5C7C-5DB4-D19D-2797DF97301D}"/>
              </a:ext>
            </a:extLst>
          </p:cNvPr>
          <p:cNvPicPr>
            <a:picLocks noChangeAspect="1"/>
          </p:cNvPicPr>
          <p:nvPr/>
        </p:nvPicPr>
        <p:blipFill>
          <a:blip r:embed="rId200"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rcRect/>
          <a:stretch/>
        </p:blipFill>
        <p:spPr>
          <a:xfrm>
            <a:off x="3566179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numbersAsset 8.png">
            <a:extLst>
              <a:ext uri="{FF2B5EF4-FFF2-40B4-BE49-F238E27FC236}">
                <a16:creationId xmlns:a16="http://schemas.microsoft.com/office/drawing/2014/main" id="{6759FBFE-ED3A-404D-3C4C-71721432DE54}"/>
              </a:ext>
            </a:extLst>
          </p:cNvPr>
          <p:cNvPicPr>
            <a:picLocks noChangeAspect="1"/>
          </p:cNvPicPr>
          <p:nvPr/>
        </p:nvPicPr>
        <p:blipFill>
          <a:blip r:embed="rId202"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rcRect/>
          <a:stretch/>
        </p:blipFill>
        <p:spPr>
          <a:xfrm>
            <a:off x="3298389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91" name="numbersAsset 7.png">
            <a:extLst>
              <a:ext uri="{FF2B5EF4-FFF2-40B4-BE49-F238E27FC236}">
                <a16:creationId xmlns:a16="http://schemas.microsoft.com/office/drawing/2014/main" id="{F632917B-0AC4-B155-2E57-9F583FE0576C}"/>
              </a:ext>
            </a:extLst>
          </p:cNvPr>
          <p:cNvPicPr>
            <a:picLocks noChangeAspect="1"/>
          </p:cNvPicPr>
          <p:nvPr/>
        </p:nvPicPr>
        <p:blipFill>
          <a:blip r:embed="rId204">
            <a:extLst>
              <a:ext uri="{96DAC541-7B7A-43D3-8B79-37D633B846F1}">
                <asvg:svgBlip xmlns:asvg="http://schemas.microsoft.com/office/drawing/2016/SVG/main" r:embed="rId205"/>
              </a:ext>
            </a:extLst>
          </a:blip>
          <a:srcRect/>
          <a:stretch/>
        </p:blipFill>
        <p:spPr>
          <a:xfrm>
            <a:off x="3030600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92" name="numbersAsset 6.png">
            <a:extLst>
              <a:ext uri="{FF2B5EF4-FFF2-40B4-BE49-F238E27FC236}">
                <a16:creationId xmlns:a16="http://schemas.microsoft.com/office/drawing/2014/main" id="{48460345-57CD-9872-28CA-112795D7DDF9}"/>
              </a:ext>
            </a:extLst>
          </p:cNvPr>
          <p:cNvPicPr>
            <a:picLocks noChangeAspect="1"/>
          </p:cNvPicPr>
          <p:nvPr/>
        </p:nvPicPr>
        <p:blipFill>
          <a:blip r:embed="rId206"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rcRect/>
          <a:stretch/>
        </p:blipFill>
        <p:spPr>
          <a:xfrm>
            <a:off x="2762810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93" name="numbersAsset 5.png">
            <a:extLst>
              <a:ext uri="{FF2B5EF4-FFF2-40B4-BE49-F238E27FC236}">
                <a16:creationId xmlns:a16="http://schemas.microsoft.com/office/drawing/2014/main" id="{3638BB18-DCEC-780E-8E08-293ADF0A1CC4}"/>
              </a:ext>
            </a:extLst>
          </p:cNvPr>
          <p:cNvPicPr>
            <a:picLocks noChangeAspect="1"/>
          </p:cNvPicPr>
          <p:nvPr/>
        </p:nvPicPr>
        <p:blipFill>
          <a:blip r:embed="rId208"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rcRect/>
          <a:stretch/>
        </p:blipFill>
        <p:spPr>
          <a:xfrm>
            <a:off x="2495021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94" name="numbersAsset 4.png">
            <a:extLst>
              <a:ext uri="{FF2B5EF4-FFF2-40B4-BE49-F238E27FC236}">
                <a16:creationId xmlns:a16="http://schemas.microsoft.com/office/drawing/2014/main" id="{8038338C-769A-EFBC-C96F-7924D94DA787}"/>
              </a:ext>
            </a:extLst>
          </p:cNvPr>
          <p:cNvPicPr>
            <a:picLocks noChangeAspect="1"/>
          </p:cNvPicPr>
          <p:nvPr/>
        </p:nvPicPr>
        <p:blipFill>
          <a:blip r:embed="rId210"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rcRect/>
          <a:stretch/>
        </p:blipFill>
        <p:spPr>
          <a:xfrm>
            <a:off x="2227231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numbersAsset 3.png">
            <a:extLst>
              <a:ext uri="{FF2B5EF4-FFF2-40B4-BE49-F238E27FC236}">
                <a16:creationId xmlns:a16="http://schemas.microsoft.com/office/drawing/2014/main" id="{D3CD09E6-DC7A-2519-C9CE-136AC0F79B34}"/>
              </a:ext>
            </a:extLst>
          </p:cNvPr>
          <p:cNvPicPr>
            <a:picLocks noChangeAspect="1"/>
          </p:cNvPicPr>
          <p:nvPr/>
        </p:nvPicPr>
        <p:blipFill>
          <a:blip r:embed="rId212"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rcRect/>
          <a:stretch/>
        </p:blipFill>
        <p:spPr>
          <a:xfrm>
            <a:off x="1959441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numbersAsset 26.png">
            <a:extLst>
              <a:ext uri="{FF2B5EF4-FFF2-40B4-BE49-F238E27FC236}">
                <a16:creationId xmlns:a16="http://schemas.microsoft.com/office/drawing/2014/main" id="{BBCF455E-1E85-A9F3-425A-B0B946D6D4DF}"/>
              </a:ext>
            </a:extLst>
          </p:cNvPr>
          <p:cNvPicPr>
            <a:picLocks noChangeAspect="1"/>
          </p:cNvPicPr>
          <p:nvPr/>
        </p:nvPicPr>
        <p:blipFill>
          <a:blip r:embed="rId214"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rcRect/>
          <a:stretch/>
        </p:blipFill>
        <p:spPr>
          <a:xfrm>
            <a:off x="8216322" y="5156355"/>
            <a:ext cx="266665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numbersAsset 25.png">
            <a:extLst>
              <a:ext uri="{FF2B5EF4-FFF2-40B4-BE49-F238E27FC236}">
                <a16:creationId xmlns:a16="http://schemas.microsoft.com/office/drawing/2014/main" id="{FD401A4C-722D-ED35-B4D7-3BCD7D5939A9}"/>
              </a:ext>
            </a:extLst>
          </p:cNvPr>
          <p:cNvPicPr>
            <a:picLocks noChangeAspect="1"/>
          </p:cNvPicPr>
          <p:nvPr/>
        </p:nvPicPr>
        <p:blipFill>
          <a:blip r:embed="rId216"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rcRect/>
          <a:stretch/>
        </p:blipFill>
        <p:spPr>
          <a:xfrm>
            <a:off x="7865372" y="5156355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numbersAsset 24.png">
            <a:extLst>
              <a:ext uri="{FF2B5EF4-FFF2-40B4-BE49-F238E27FC236}">
                <a16:creationId xmlns:a16="http://schemas.microsoft.com/office/drawing/2014/main" id="{52317FB8-916B-359A-F6D7-D08CC32039C3}"/>
              </a:ext>
            </a:extLst>
          </p:cNvPr>
          <p:cNvPicPr>
            <a:picLocks noChangeAspect="1"/>
          </p:cNvPicPr>
          <p:nvPr/>
        </p:nvPicPr>
        <p:blipFill>
          <a:blip r:embed="rId218"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rcRect/>
          <a:stretch/>
        </p:blipFill>
        <p:spPr>
          <a:xfrm>
            <a:off x="7584091" y="5156355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numbersAsset 23.png">
            <a:extLst>
              <a:ext uri="{FF2B5EF4-FFF2-40B4-BE49-F238E27FC236}">
                <a16:creationId xmlns:a16="http://schemas.microsoft.com/office/drawing/2014/main" id="{D8E6B062-F550-8EC6-D866-DE2F7DEF567A}"/>
              </a:ext>
            </a:extLst>
          </p:cNvPr>
          <p:cNvPicPr>
            <a:picLocks noChangeAspect="1"/>
          </p:cNvPicPr>
          <p:nvPr/>
        </p:nvPicPr>
        <p:blipFill>
          <a:blip r:embed="rId220"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rcRect/>
          <a:stretch/>
        </p:blipFill>
        <p:spPr>
          <a:xfrm>
            <a:off x="8857768" y="5306625"/>
            <a:ext cx="182856" cy="182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numbersAsset 22.png">
            <a:extLst>
              <a:ext uri="{FF2B5EF4-FFF2-40B4-BE49-F238E27FC236}">
                <a16:creationId xmlns:a16="http://schemas.microsoft.com/office/drawing/2014/main" id="{CCA1F90B-957A-3CCA-6D08-FC9CCAF56DFC}"/>
              </a:ext>
            </a:extLst>
          </p:cNvPr>
          <p:cNvPicPr>
            <a:picLocks noChangeAspect="1"/>
          </p:cNvPicPr>
          <p:nvPr/>
        </p:nvPicPr>
        <p:blipFill>
          <a:blip r:embed="rId222"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rcRect/>
          <a:stretch/>
        </p:blipFill>
        <p:spPr>
          <a:xfrm>
            <a:off x="8546613" y="5298666"/>
            <a:ext cx="182856" cy="1828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numbersAsset 21.png">
            <a:extLst>
              <a:ext uri="{FF2B5EF4-FFF2-40B4-BE49-F238E27FC236}">
                <a16:creationId xmlns:a16="http://schemas.microsoft.com/office/drawing/2014/main" id="{2F823D76-7B46-C010-32BF-E8BC9ED3F07A}"/>
              </a:ext>
            </a:extLst>
          </p:cNvPr>
          <p:cNvPicPr>
            <a:picLocks noChangeAspect="1"/>
          </p:cNvPicPr>
          <p:nvPr/>
        </p:nvPicPr>
        <p:blipFill>
          <a:blip r:embed="rId224"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rcRect/>
          <a:stretch/>
        </p:blipFill>
        <p:spPr>
          <a:xfrm>
            <a:off x="10667855" y="4768889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numbersAsset 20.png">
            <a:extLst>
              <a:ext uri="{FF2B5EF4-FFF2-40B4-BE49-F238E27FC236}">
                <a16:creationId xmlns:a16="http://schemas.microsoft.com/office/drawing/2014/main" id="{A4C7B15A-A5D3-FFEB-03B1-33EC25AD1296}"/>
              </a:ext>
            </a:extLst>
          </p:cNvPr>
          <p:cNvPicPr>
            <a:picLocks noChangeAspect="1"/>
          </p:cNvPicPr>
          <p:nvPr/>
        </p:nvPicPr>
        <p:blipFill>
          <a:blip r:embed="rId226"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rcRect/>
          <a:stretch/>
        </p:blipFill>
        <p:spPr>
          <a:xfrm>
            <a:off x="10288362" y="4768889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" name="numbersAsset 19.png">
            <a:extLst>
              <a:ext uri="{FF2B5EF4-FFF2-40B4-BE49-F238E27FC236}">
                <a16:creationId xmlns:a16="http://schemas.microsoft.com/office/drawing/2014/main" id="{E171E704-1B14-E386-606D-B1B917162063}"/>
              </a:ext>
            </a:extLst>
          </p:cNvPr>
          <p:cNvPicPr>
            <a:picLocks noChangeAspect="1"/>
          </p:cNvPicPr>
          <p:nvPr/>
        </p:nvPicPr>
        <p:blipFill>
          <a:blip r:embed="rId228"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rcRect/>
          <a:stretch/>
        </p:blipFill>
        <p:spPr>
          <a:xfrm>
            <a:off x="9908870" y="4768889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9" name="numbersAsset 18.png">
            <a:extLst>
              <a:ext uri="{FF2B5EF4-FFF2-40B4-BE49-F238E27FC236}">
                <a16:creationId xmlns:a16="http://schemas.microsoft.com/office/drawing/2014/main" id="{77AEB164-C116-95E7-3D73-C557B20BAD7C}"/>
              </a:ext>
            </a:extLst>
          </p:cNvPr>
          <p:cNvPicPr>
            <a:picLocks noChangeAspect="1"/>
          </p:cNvPicPr>
          <p:nvPr/>
        </p:nvPicPr>
        <p:blipFill>
          <a:blip r:embed="rId230"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rcRect/>
          <a:stretch/>
        </p:blipFill>
        <p:spPr>
          <a:xfrm>
            <a:off x="9529377" y="4768889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numbersAsset 17.png">
            <a:extLst>
              <a:ext uri="{FF2B5EF4-FFF2-40B4-BE49-F238E27FC236}">
                <a16:creationId xmlns:a16="http://schemas.microsoft.com/office/drawing/2014/main" id="{B8AC45F3-4A4E-286C-5346-E38A2028B7F1}"/>
              </a:ext>
            </a:extLst>
          </p:cNvPr>
          <p:cNvPicPr>
            <a:picLocks noChangeAspect="1"/>
          </p:cNvPicPr>
          <p:nvPr/>
        </p:nvPicPr>
        <p:blipFill>
          <a:blip r:embed="rId232"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rcRect/>
          <a:stretch/>
        </p:blipFill>
        <p:spPr>
          <a:xfrm>
            <a:off x="9129956" y="4775378"/>
            <a:ext cx="332266" cy="2768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numbersAsset 16.png">
            <a:extLst>
              <a:ext uri="{FF2B5EF4-FFF2-40B4-BE49-F238E27FC236}">
                <a16:creationId xmlns:a16="http://schemas.microsoft.com/office/drawing/2014/main" id="{05A2A00A-8FC1-7259-522F-423066E1CFCA}"/>
              </a:ext>
            </a:extLst>
          </p:cNvPr>
          <p:cNvPicPr>
            <a:picLocks noChangeAspect="1"/>
          </p:cNvPicPr>
          <p:nvPr/>
        </p:nvPicPr>
        <p:blipFill>
          <a:blip r:embed="rId234"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rcRect/>
          <a:stretch/>
        </p:blipFill>
        <p:spPr>
          <a:xfrm>
            <a:off x="8770392" y="4768889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numbersAsset 15.png">
            <a:extLst>
              <a:ext uri="{FF2B5EF4-FFF2-40B4-BE49-F238E27FC236}">
                <a16:creationId xmlns:a16="http://schemas.microsoft.com/office/drawing/2014/main" id="{FD018440-0BFA-60E4-FBC9-B400A0C01FF8}"/>
              </a:ext>
            </a:extLst>
          </p:cNvPr>
          <p:cNvPicPr>
            <a:picLocks noChangeAspect="1"/>
          </p:cNvPicPr>
          <p:nvPr/>
        </p:nvPicPr>
        <p:blipFill>
          <a:blip r:embed="rId236">
            <a:extLst>
              <a:ext uri="{96DAC541-7B7A-43D3-8B79-37D633B846F1}">
                <asvg:svgBlip xmlns:asvg="http://schemas.microsoft.com/office/drawing/2016/SVG/main" r:embed="rId237"/>
              </a:ext>
            </a:extLst>
          </a:blip>
          <a:srcRect/>
          <a:stretch/>
        </p:blipFill>
        <p:spPr>
          <a:xfrm>
            <a:off x="8390899" y="4768889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numbersAsset 14.png">
            <a:extLst>
              <a:ext uri="{FF2B5EF4-FFF2-40B4-BE49-F238E27FC236}">
                <a16:creationId xmlns:a16="http://schemas.microsoft.com/office/drawing/2014/main" id="{60B4A8B1-D801-3B4C-89C2-52F49D02EEE3}"/>
              </a:ext>
            </a:extLst>
          </p:cNvPr>
          <p:cNvPicPr>
            <a:picLocks noChangeAspect="1"/>
          </p:cNvPicPr>
          <p:nvPr/>
        </p:nvPicPr>
        <p:blipFill>
          <a:blip r:embed="rId238">
            <a:extLst>
              <a:ext uri="{96DAC541-7B7A-43D3-8B79-37D633B846F1}">
                <asvg:svgBlip xmlns:asvg="http://schemas.microsoft.com/office/drawing/2016/SVG/main" r:embed="rId239"/>
              </a:ext>
            </a:extLst>
          </a:blip>
          <a:srcRect/>
          <a:stretch/>
        </p:blipFill>
        <p:spPr>
          <a:xfrm>
            <a:off x="8011407" y="4772699"/>
            <a:ext cx="319998" cy="26666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numbersAsset 13.png">
            <a:extLst>
              <a:ext uri="{FF2B5EF4-FFF2-40B4-BE49-F238E27FC236}">
                <a16:creationId xmlns:a16="http://schemas.microsoft.com/office/drawing/2014/main" id="{660B35D1-9DD4-4AF9-3833-CD9DB023ACB7}"/>
              </a:ext>
            </a:extLst>
          </p:cNvPr>
          <p:cNvPicPr>
            <a:picLocks noChangeAspect="1"/>
          </p:cNvPicPr>
          <p:nvPr/>
        </p:nvPicPr>
        <p:blipFill>
          <a:blip r:embed="rId240">
            <a:extLst>
              <a:ext uri="{96DAC541-7B7A-43D3-8B79-37D633B846F1}">
                <asvg:svgBlip xmlns:asvg="http://schemas.microsoft.com/office/drawing/2016/SVG/main" r:embed="rId241"/>
              </a:ext>
            </a:extLst>
          </a:blip>
          <a:srcRect/>
          <a:stretch/>
        </p:blipFill>
        <p:spPr>
          <a:xfrm>
            <a:off x="7650696" y="4764833"/>
            <a:ext cx="287680" cy="28768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DoodlesAsset 40.png">
            <a:extLst>
              <a:ext uri="{FF2B5EF4-FFF2-40B4-BE49-F238E27FC236}">
                <a16:creationId xmlns:a16="http://schemas.microsoft.com/office/drawing/2014/main" id="{38D6877A-1217-D8E0-FCE5-609084411CC3}"/>
              </a:ext>
            </a:extLst>
          </p:cNvPr>
          <p:cNvPicPr>
            <a:picLocks noChangeAspect="1"/>
          </p:cNvPicPr>
          <p:nvPr/>
        </p:nvPicPr>
        <p:blipFill>
          <a:blip r:embed="rId242">
            <a:extLst>
              <a:ext uri="{96DAC541-7B7A-43D3-8B79-37D633B846F1}">
                <asvg:svgBlip xmlns:asvg="http://schemas.microsoft.com/office/drawing/2016/SVG/main" r:embed="rId243"/>
              </a:ext>
            </a:extLst>
          </a:blip>
          <a:srcRect/>
          <a:stretch/>
        </p:blipFill>
        <p:spPr>
          <a:xfrm>
            <a:off x="9096826" y="5564008"/>
            <a:ext cx="589532" cy="3215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DoodlesAsset 39.png">
            <a:extLst>
              <a:ext uri="{FF2B5EF4-FFF2-40B4-BE49-F238E27FC236}">
                <a16:creationId xmlns:a16="http://schemas.microsoft.com/office/drawing/2014/main" id="{F3477020-506A-FEC3-A744-A3BA2A965148}"/>
              </a:ext>
            </a:extLst>
          </p:cNvPr>
          <p:cNvPicPr>
            <a:picLocks noChangeAspect="1"/>
          </p:cNvPicPr>
          <p:nvPr/>
        </p:nvPicPr>
        <p:blipFill>
          <a:blip r:embed="rId244">
            <a:extLst>
              <a:ext uri="{96DAC541-7B7A-43D3-8B79-37D633B846F1}">
                <asvg:svgBlip xmlns:asvg="http://schemas.microsoft.com/office/drawing/2016/SVG/main" r:embed="rId245"/>
              </a:ext>
            </a:extLst>
          </a:blip>
          <a:srcRect/>
          <a:stretch/>
        </p:blipFill>
        <p:spPr>
          <a:xfrm>
            <a:off x="8108695" y="6027242"/>
            <a:ext cx="366454" cy="199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DoodlesAsset 38.png">
            <a:extLst>
              <a:ext uri="{FF2B5EF4-FFF2-40B4-BE49-F238E27FC236}">
                <a16:creationId xmlns:a16="http://schemas.microsoft.com/office/drawing/2014/main" id="{8266E928-ADA6-D8F9-A340-620896992421}"/>
              </a:ext>
            </a:extLst>
          </p:cNvPr>
          <p:cNvPicPr>
            <a:picLocks noChangeAspect="1"/>
          </p:cNvPicPr>
          <p:nvPr/>
        </p:nvPicPr>
        <p:blipFill>
          <a:blip r:embed="rId246">
            <a:extLst>
              <a:ext uri="{96DAC541-7B7A-43D3-8B79-37D633B846F1}">
                <asvg:svgBlip xmlns:asvg="http://schemas.microsoft.com/office/drawing/2016/SVG/main" r:embed="rId247"/>
              </a:ext>
            </a:extLst>
          </a:blip>
          <a:srcRect/>
          <a:stretch/>
        </p:blipFill>
        <p:spPr>
          <a:xfrm>
            <a:off x="7561909" y="6034008"/>
            <a:ext cx="310588" cy="18635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DoodlesAsset 37.png">
            <a:extLst>
              <a:ext uri="{FF2B5EF4-FFF2-40B4-BE49-F238E27FC236}">
                <a16:creationId xmlns:a16="http://schemas.microsoft.com/office/drawing/2014/main" id="{254B12A8-9CB2-E05A-635D-9270C59E9BDD}"/>
              </a:ext>
            </a:extLst>
          </p:cNvPr>
          <p:cNvPicPr>
            <a:picLocks noChangeAspect="1"/>
          </p:cNvPicPr>
          <p:nvPr/>
        </p:nvPicPr>
        <p:blipFill>
          <a:blip r:embed="rId248">
            <a:extLst>
              <a:ext uri="{96DAC541-7B7A-43D3-8B79-37D633B846F1}">
                <asvg:svgBlip xmlns:asvg="http://schemas.microsoft.com/office/drawing/2016/SVG/main" r:embed="rId249"/>
              </a:ext>
            </a:extLst>
          </a:blip>
          <a:srcRect/>
          <a:stretch/>
        </p:blipFill>
        <p:spPr>
          <a:xfrm>
            <a:off x="9189498" y="6032558"/>
            <a:ext cx="630837" cy="189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DoodlesAsset 36.png">
            <a:extLst>
              <a:ext uri="{FF2B5EF4-FFF2-40B4-BE49-F238E27FC236}">
                <a16:creationId xmlns:a16="http://schemas.microsoft.com/office/drawing/2014/main" id="{2C1C244D-0C91-9990-FA4D-F279797854EF}"/>
              </a:ext>
            </a:extLst>
          </p:cNvPr>
          <p:cNvPicPr>
            <a:picLocks noChangeAspect="1"/>
          </p:cNvPicPr>
          <p:nvPr/>
        </p:nvPicPr>
        <p:blipFill>
          <a:blip r:embed="rId250">
            <a:extLst>
              <a:ext uri="{96DAC541-7B7A-43D3-8B79-37D633B846F1}">
                <asvg:svgBlip xmlns:asvg="http://schemas.microsoft.com/office/drawing/2016/SVG/main" r:embed="rId251"/>
              </a:ext>
            </a:extLst>
          </a:blip>
          <a:srcRect/>
          <a:stretch/>
        </p:blipFill>
        <p:spPr>
          <a:xfrm>
            <a:off x="8592872" y="5998056"/>
            <a:ext cx="473470" cy="2582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DoodlesAsset 35.png">
            <a:extLst>
              <a:ext uri="{FF2B5EF4-FFF2-40B4-BE49-F238E27FC236}">
                <a16:creationId xmlns:a16="http://schemas.microsoft.com/office/drawing/2014/main" id="{4F0DC421-6498-61CC-9B5D-E9E1B9A59D85}"/>
              </a:ext>
            </a:extLst>
          </p:cNvPr>
          <p:cNvPicPr>
            <a:picLocks noChangeAspect="1"/>
          </p:cNvPicPr>
          <p:nvPr/>
        </p:nvPicPr>
        <p:blipFill>
          <a:blip r:embed="rId252">
            <a:extLst>
              <a:ext uri="{96DAC541-7B7A-43D3-8B79-37D633B846F1}">
                <asvg:svgBlip xmlns:asvg="http://schemas.microsoft.com/office/drawing/2016/SVG/main" r:embed="rId253"/>
              </a:ext>
            </a:extLst>
          </a:blip>
          <a:srcRect/>
          <a:stretch/>
        </p:blipFill>
        <p:spPr>
          <a:xfrm>
            <a:off x="8595315" y="5579403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DoodlesAsset 34.png">
            <a:extLst>
              <a:ext uri="{FF2B5EF4-FFF2-40B4-BE49-F238E27FC236}">
                <a16:creationId xmlns:a16="http://schemas.microsoft.com/office/drawing/2014/main" id="{1E992257-A121-9076-1766-79913F913213}"/>
              </a:ext>
            </a:extLst>
          </p:cNvPr>
          <p:cNvPicPr>
            <a:picLocks noChangeAspect="1"/>
          </p:cNvPicPr>
          <p:nvPr/>
        </p:nvPicPr>
        <p:blipFill>
          <a:blip r:embed="rId254">
            <a:extLst>
              <a:ext uri="{96DAC541-7B7A-43D3-8B79-37D633B846F1}">
                <asvg:svgBlip xmlns:asvg="http://schemas.microsoft.com/office/drawing/2016/SVG/main" r:embed="rId255"/>
              </a:ext>
            </a:extLst>
          </a:blip>
          <a:srcRect/>
          <a:stretch/>
        </p:blipFill>
        <p:spPr>
          <a:xfrm>
            <a:off x="8093805" y="5602260"/>
            <a:ext cx="319998" cy="2742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DoodlesAsset 33.png">
            <a:extLst>
              <a:ext uri="{FF2B5EF4-FFF2-40B4-BE49-F238E27FC236}">
                <a16:creationId xmlns:a16="http://schemas.microsoft.com/office/drawing/2014/main" id="{400A95E4-B4F2-CF3F-FDC4-BF50940851FB}"/>
              </a:ext>
            </a:extLst>
          </p:cNvPr>
          <p:cNvPicPr>
            <a:picLocks noChangeAspect="1"/>
          </p:cNvPicPr>
          <p:nvPr/>
        </p:nvPicPr>
        <p:blipFill>
          <a:blip r:embed="rId256">
            <a:extLst>
              <a:ext uri="{96DAC541-7B7A-43D3-8B79-37D633B846F1}">
                <asvg:svgBlip xmlns:asvg="http://schemas.microsoft.com/office/drawing/2016/SVG/main" r:embed="rId257"/>
              </a:ext>
            </a:extLst>
          </a:blip>
          <a:srcRect/>
          <a:stretch/>
        </p:blipFill>
        <p:spPr>
          <a:xfrm>
            <a:off x="9867870" y="5613899"/>
            <a:ext cx="456399" cy="22819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DoodlesAsset 32.png">
            <a:extLst>
              <a:ext uri="{FF2B5EF4-FFF2-40B4-BE49-F238E27FC236}">
                <a16:creationId xmlns:a16="http://schemas.microsoft.com/office/drawing/2014/main" id="{AC97B1C5-A98B-A06C-555C-40920D977161}"/>
              </a:ext>
            </a:extLst>
          </p:cNvPr>
          <p:cNvPicPr>
            <a:picLocks noChangeAspect="1"/>
          </p:cNvPicPr>
          <p:nvPr/>
        </p:nvPicPr>
        <p:blipFill>
          <a:blip r:embed="rId258">
            <a:extLst>
              <a:ext uri="{96DAC541-7B7A-43D3-8B79-37D633B846F1}">
                <asvg:svgBlip xmlns:asvg="http://schemas.microsoft.com/office/drawing/2016/SVG/main" r:embed="rId259"/>
              </a:ext>
            </a:extLst>
          </a:blip>
          <a:srcRect/>
          <a:stretch/>
        </p:blipFill>
        <p:spPr>
          <a:xfrm>
            <a:off x="10505781" y="5587248"/>
            <a:ext cx="318515" cy="25594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DoodlesAsset 31.png">
            <a:extLst>
              <a:ext uri="{FF2B5EF4-FFF2-40B4-BE49-F238E27FC236}">
                <a16:creationId xmlns:a16="http://schemas.microsoft.com/office/drawing/2014/main" id="{64C3449D-C8B1-F806-8E8A-DF9645B49732}"/>
              </a:ext>
            </a:extLst>
          </p:cNvPr>
          <p:cNvPicPr>
            <a:picLocks noChangeAspect="1"/>
          </p:cNvPicPr>
          <p:nvPr/>
        </p:nvPicPr>
        <p:blipFill>
          <a:blip r:embed="rId260">
            <a:extLst>
              <a:ext uri="{96DAC541-7B7A-43D3-8B79-37D633B846F1}">
                <asvg:svgBlip xmlns:asvg="http://schemas.microsoft.com/office/drawing/2016/SVG/main" r:embed="rId261"/>
              </a:ext>
            </a:extLst>
          </a:blip>
          <a:srcRect/>
          <a:stretch/>
        </p:blipFill>
        <p:spPr>
          <a:xfrm>
            <a:off x="7592294" y="5604585"/>
            <a:ext cx="319998" cy="25714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Image">
            <a:extLst>
              <a:ext uri="{FF2B5EF4-FFF2-40B4-BE49-F238E27FC236}">
                <a16:creationId xmlns:a16="http://schemas.microsoft.com/office/drawing/2014/main" id="{31D2A8C7-4ABA-C628-5155-04D68992E335}"/>
              </a:ext>
            </a:extLst>
          </p:cNvPr>
          <p:cNvPicPr>
            <a:picLocks noChangeAspect="1"/>
          </p:cNvPicPr>
          <p:nvPr/>
        </p:nvPicPr>
        <p:blipFill>
          <a:blip r:embed="rId262">
            <a:extLst>
              <a:ext uri="{96DAC541-7B7A-43D3-8B79-37D633B846F1}">
                <asvg:svgBlip xmlns:asvg="http://schemas.microsoft.com/office/drawing/2016/SVG/main" r:embed="rId263"/>
              </a:ext>
            </a:extLst>
          </a:blip>
          <a:srcRect/>
          <a:stretch/>
        </p:blipFill>
        <p:spPr>
          <a:xfrm>
            <a:off x="9858905" y="6050026"/>
            <a:ext cx="1092228" cy="15431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numbersAsset 12.png">
            <a:extLst>
              <a:ext uri="{FF2B5EF4-FFF2-40B4-BE49-F238E27FC236}">
                <a16:creationId xmlns:a16="http://schemas.microsoft.com/office/drawing/2014/main" id="{9DBB8AC6-FAE7-1058-EC5C-8A54C06409F9}"/>
              </a:ext>
            </a:extLst>
          </p:cNvPr>
          <p:cNvPicPr>
            <a:picLocks noChangeAspect="1"/>
          </p:cNvPicPr>
          <p:nvPr/>
        </p:nvPicPr>
        <p:blipFill>
          <a:blip r:embed="rId264">
            <a:extLst>
              <a:ext uri="{96DAC541-7B7A-43D3-8B79-37D633B846F1}">
                <asvg:svgBlip xmlns:asvg="http://schemas.microsoft.com/office/drawing/2016/SVG/main" r:embed="rId265"/>
              </a:ext>
            </a:extLst>
          </a:blip>
          <a:srcRect/>
          <a:stretch/>
        </p:blipFill>
        <p:spPr>
          <a:xfrm>
            <a:off x="10049588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numbersAsset 11.png">
            <a:extLst>
              <a:ext uri="{FF2B5EF4-FFF2-40B4-BE49-F238E27FC236}">
                <a16:creationId xmlns:a16="http://schemas.microsoft.com/office/drawing/2014/main" id="{C705BE6E-0995-4CA7-1B37-FE25992F5205}"/>
              </a:ext>
            </a:extLst>
          </p:cNvPr>
          <p:cNvPicPr>
            <a:picLocks noChangeAspect="1"/>
          </p:cNvPicPr>
          <p:nvPr/>
        </p:nvPicPr>
        <p:blipFill>
          <a:blip r:embed="rId266">
            <a:extLst>
              <a:ext uri="{96DAC541-7B7A-43D3-8B79-37D633B846F1}">
                <asvg:svgBlip xmlns:asvg="http://schemas.microsoft.com/office/drawing/2016/SVG/main" r:embed="rId267"/>
              </a:ext>
            </a:extLst>
          </a:blip>
          <a:srcRect/>
          <a:stretch/>
        </p:blipFill>
        <p:spPr>
          <a:xfrm>
            <a:off x="9781796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numbersAsset 10.png">
            <a:extLst>
              <a:ext uri="{FF2B5EF4-FFF2-40B4-BE49-F238E27FC236}">
                <a16:creationId xmlns:a16="http://schemas.microsoft.com/office/drawing/2014/main" id="{CFF80FAD-0FE6-FBAE-99C4-E9728EDD23F9}"/>
              </a:ext>
            </a:extLst>
          </p:cNvPr>
          <p:cNvPicPr>
            <a:picLocks noChangeAspect="1"/>
          </p:cNvPicPr>
          <p:nvPr/>
        </p:nvPicPr>
        <p:blipFill>
          <a:blip r:embed="rId268">
            <a:extLst>
              <a:ext uri="{96DAC541-7B7A-43D3-8B79-37D633B846F1}">
                <asvg:svgBlip xmlns:asvg="http://schemas.microsoft.com/office/drawing/2016/SVG/main" r:embed="rId269"/>
              </a:ext>
            </a:extLst>
          </a:blip>
          <a:srcRect/>
          <a:stretch/>
        </p:blipFill>
        <p:spPr>
          <a:xfrm>
            <a:off x="9514007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numbersAsset 9.png">
            <a:extLst>
              <a:ext uri="{FF2B5EF4-FFF2-40B4-BE49-F238E27FC236}">
                <a16:creationId xmlns:a16="http://schemas.microsoft.com/office/drawing/2014/main" id="{599F58B0-473F-4125-F44A-28B94E3BF99C}"/>
              </a:ext>
            </a:extLst>
          </p:cNvPr>
          <p:cNvPicPr>
            <a:picLocks noChangeAspect="1"/>
          </p:cNvPicPr>
          <p:nvPr/>
        </p:nvPicPr>
        <p:blipFill>
          <a:blip r:embed="rId270">
            <a:extLst>
              <a:ext uri="{96DAC541-7B7A-43D3-8B79-37D633B846F1}">
                <asvg:svgBlip xmlns:asvg="http://schemas.microsoft.com/office/drawing/2016/SVG/main" r:embed="rId271"/>
              </a:ext>
            </a:extLst>
          </a:blip>
          <a:srcRect/>
          <a:stretch/>
        </p:blipFill>
        <p:spPr>
          <a:xfrm>
            <a:off x="9246217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numbersAsset 8.png">
            <a:extLst>
              <a:ext uri="{FF2B5EF4-FFF2-40B4-BE49-F238E27FC236}">
                <a16:creationId xmlns:a16="http://schemas.microsoft.com/office/drawing/2014/main" id="{A085CC54-329E-8559-2A77-450309644D30}"/>
              </a:ext>
            </a:extLst>
          </p:cNvPr>
          <p:cNvPicPr>
            <a:picLocks noChangeAspect="1"/>
          </p:cNvPicPr>
          <p:nvPr/>
        </p:nvPicPr>
        <p:blipFill>
          <a:blip r:embed="rId272">
            <a:extLst>
              <a:ext uri="{96DAC541-7B7A-43D3-8B79-37D633B846F1}">
                <asvg:svgBlip xmlns:asvg="http://schemas.microsoft.com/office/drawing/2016/SVG/main" r:embed="rId273"/>
              </a:ext>
            </a:extLst>
          </a:blip>
          <a:srcRect/>
          <a:stretch/>
        </p:blipFill>
        <p:spPr>
          <a:xfrm>
            <a:off x="8978427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numbersAsset 7.png">
            <a:extLst>
              <a:ext uri="{FF2B5EF4-FFF2-40B4-BE49-F238E27FC236}">
                <a16:creationId xmlns:a16="http://schemas.microsoft.com/office/drawing/2014/main" id="{41F9F519-1146-99AA-6370-9E4246AE45D2}"/>
              </a:ext>
            </a:extLst>
          </p:cNvPr>
          <p:cNvPicPr>
            <a:picLocks noChangeAspect="1"/>
          </p:cNvPicPr>
          <p:nvPr/>
        </p:nvPicPr>
        <p:blipFill>
          <a:blip r:embed="rId274">
            <a:extLst>
              <a:ext uri="{96DAC541-7B7A-43D3-8B79-37D633B846F1}">
                <asvg:svgBlip xmlns:asvg="http://schemas.microsoft.com/office/drawing/2016/SVG/main" r:embed="rId275"/>
              </a:ext>
            </a:extLst>
          </a:blip>
          <a:srcRect/>
          <a:stretch/>
        </p:blipFill>
        <p:spPr>
          <a:xfrm>
            <a:off x="8710638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2" name="numbersAsset 6.png">
            <a:extLst>
              <a:ext uri="{FF2B5EF4-FFF2-40B4-BE49-F238E27FC236}">
                <a16:creationId xmlns:a16="http://schemas.microsoft.com/office/drawing/2014/main" id="{E7510AA4-0305-1F5F-2500-09B0CAFF7D76}"/>
              </a:ext>
            </a:extLst>
          </p:cNvPr>
          <p:cNvPicPr>
            <a:picLocks noChangeAspect="1"/>
          </p:cNvPicPr>
          <p:nvPr/>
        </p:nvPicPr>
        <p:blipFill>
          <a:blip r:embed="rId276">
            <a:extLst>
              <a:ext uri="{96DAC541-7B7A-43D3-8B79-37D633B846F1}">
                <asvg:svgBlip xmlns:asvg="http://schemas.microsoft.com/office/drawing/2016/SVG/main" r:embed="rId277"/>
              </a:ext>
            </a:extLst>
          </a:blip>
          <a:srcRect/>
          <a:stretch/>
        </p:blipFill>
        <p:spPr>
          <a:xfrm>
            <a:off x="8442848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numbersAsset 5.png">
            <a:extLst>
              <a:ext uri="{FF2B5EF4-FFF2-40B4-BE49-F238E27FC236}">
                <a16:creationId xmlns:a16="http://schemas.microsoft.com/office/drawing/2014/main" id="{D8E878DD-1F9A-5C67-2968-D3F4AEA3021D}"/>
              </a:ext>
            </a:extLst>
          </p:cNvPr>
          <p:cNvPicPr>
            <a:picLocks noChangeAspect="1"/>
          </p:cNvPicPr>
          <p:nvPr/>
        </p:nvPicPr>
        <p:blipFill>
          <a:blip r:embed="rId278">
            <a:extLst>
              <a:ext uri="{96DAC541-7B7A-43D3-8B79-37D633B846F1}">
                <asvg:svgBlip xmlns:asvg="http://schemas.microsoft.com/office/drawing/2016/SVG/main" r:embed="rId279"/>
              </a:ext>
            </a:extLst>
          </a:blip>
          <a:srcRect/>
          <a:stretch/>
        </p:blipFill>
        <p:spPr>
          <a:xfrm>
            <a:off x="8175058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4" name="numbersAsset 4.png">
            <a:extLst>
              <a:ext uri="{FF2B5EF4-FFF2-40B4-BE49-F238E27FC236}">
                <a16:creationId xmlns:a16="http://schemas.microsoft.com/office/drawing/2014/main" id="{F9298BCA-EAAE-7D08-D526-9740B23EE48A}"/>
              </a:ext>
            </a:extLst>
          </p:cNvPr>
          <p:cNvPicPr>
            <a:picLocks noChangeAspect="1"/>
          </p:cNvPicPr>
          <p:nvPr/>
        </p:nvPicPr>
        <p:blipFill>
          <a:blip r:embed="rId280">
            <a:extLst>
              <a:ext uri="{96DAC541-7B7A-43D3-8B79-37D633B846F1}">
                <asvg:svgBlip xmlns:asvg="http://schemas.microsoft.com/office/drawing/2016/SVG/main" r:embed="rId281"/>
              </a:ext>
            </a:extLst>
          </a:blip>
          <a:srcRect/>
          <a:stretch/>
        </p:blipFill>
        <p:spPr>
          <a:xfrm>
            <a:off x="7907269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pic>
        <p:nvPicPr>
          <p:cNvPr id="135" name="numbersAsset 3.png">
            <a:extLst>
              <a:ext uri="{FF2B5EF4-FFF2-40B4-BE49-F238E27FC236}">
                <a16:creationId xmlns:a16="http://schemas.microsoft.com/office/drawing/2014/main" id="{21290E67-7526-C478-4826-6DBD4F6EF1FE}"/>
              </a:ext>
            </a:extLst>
          </p:cNvPr>
          <p:cNvPicPr>
            <a:picLocks noChangeAspect="1"/>
          </p:cNvPicPr>
          <p:nvPr/>
        </p:nvPicPr>
        <p:blipFill>
          <a:blip r:embed="rId282">
            <a:extLst>
              <a:ext uri="{96DAC541-7B7A-43D3-8B79-37D633B846F1}">
                <asvg:svgBlip xmlns:asvg="http://schemas.microsoft.com/office/drawing/2016/SVG/main" r:embed="rId283"/>
              </a:ext>
            </a:extLst>
          </a:blip>
          <a:srcRect/>
          <a:stretch/>
        </p:blipFill>
        <p:spPr>
          <a:xfrm>
            <a:off x="7639479" y="4342789"/>
            <a:ext cx="319998" cy="319998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Numbers">
            <a:extLst>
              <a:ext uri="{FF2B5EF4-FFF2-40B4-BE49-F238E27FC236}">
                <a16:creationId xmlns:a16="http://schemas.microsoft.com/office/drawing/2014/main" id="{3CFF72EC-BAB0-5A1F-A685-0F3E4C1AABCF}"/>
              </a:ext>
            </a:extLst>
          </p:cNvPr>
          <p:cNvSpPr txBox="1"/>
          <p:nvPr/>
        </p:nvSpPr>
        <p:spPr>
          <a:xfrm>
            <a:off x="733107" y="4195570"/>
            <a:ext cx="1139808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1200" noProof="0">
                <a:solidFill>
                  <a:schemeClr val="bg1"/>
                </a:solidFill>
                <a:latin typeface="+mj-lt"/>
              </a:rPr>
              <a:t>For Small Use</a:t>
            </a:r>
          </a:p>
        </p:txBody>
      </p:sp>
      <p:sp>
        <p:nvSpPr>
          <p:cNvPr id="137" name="Numbers">
            <a:extLst>
              <a:ext uri="{FF2B5EF4-FFF2-40B4-BE49-F238E27FC236}">
                <a16:creationId xmlns:a16="http://schemas.microsoft.com/office/drawing/2014/main" id="{403F8E17-423E-668B-5F01-70E1A8DFF4B5}"/>
              </a:ext>
            </a:extLst>
          </p:cNvPr>
          <p:cNvSpPr txBox="1"/>
          <p:nvPr/>
        </p:nvSpPr>
        <p:spPr>
          <a:xfrm>
            <a:off x="6436438" y="4195570"/>
            <a:ext cx="1199004" cy="1846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0" tIns="0" rIns="0" bIns="0">
            <a:spAutoFit/>
          </a:bodyPr>
          <a:lstStyle>
            <a:lvl1pPr defTabSz="584200">
              <a:lnSpc>
                <a:spcPct val="100000"/>
              </a:lnSpc>
              <a:spcBef>
                <a:spcPts val="0"/>
              </a:spcBef>
              <a:defRPr sz="1800" spc="0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1200" noProof="0">
                <a:solidFill>
                  <a:schemeClr val="bg1"/>
                </a:solidFill>
                <a:latin typeface="+mj-lt"/>
              </a:rPr>
              <a:t>For Large Use</a:t>
            </a:r>
          </a:p>
        </p:txBody>
      </p:sp>
    </p:spTree>
    <p:extLst>
      <p:ext uri="{BB962C8B-B14F-4D97-AF65-F5344CB8AC3E}">
        <p14:creationId xmlns:p14="http://schemas.microsoft.com/office/powerpoint/2010/main" val="37011009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6419BF3-B781-1A9F-DB35-B50DBCAEB79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4702357" cy="605935"/>
          </a:xfrm>
        </p:spPr>
        <p:txBody>
          <a:bodyPr/>
          <a:lstStyle/>
          <a:p>
            <a:r>
              <a:rPr lang="en-US" noProof="0"/>
              <a:t>.SVG icon set. They can all be copied and re-colored to your needs.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22DC4-4E70-44EA-714E-BF6CF7B55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12</a:t>
            </a:fld>
            <a:endParaRPr lang="en-US" noProof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1C9AD0F-DFA8-DBF3-90C7-43129CA93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3707917" cy="284694"/>
          </a:xfrm>
        </p:spPr>
        <p:txBody>
          <a:bodyPr/>
          <a:lstStyle/>
          <a:p>
            <a:r>
              <a:rPr lang="en-US" noProof="0"/>
              <a:t>Hand drawn icons</a:t>
            </a:r>
          </a:p>
        </p:txBody>
      </p:sp>
      <p:sp>
        <p:nvSpPr>
          <p:cNvPr id="288" name="Snowflake Sans">
            <a:extLst>
              <a:ext uri="{FF2B5EF4-FFF2-40B4-BE49-F238E27FC236}">
                <a16:creationId xmlns:a16="http://schemas.microsoft.com/office/drawing/2014/main" id="{BC7E4744-949C-E8F3-F2C7-1BB12F67EA00}"/>
              </a:ext>
            </a:extLst>
          </p:cNvPr>
          <p:cNvSpPr txBox="1"/>
          <p:nvPr/>
        </p:nvSpPr>
        <p:spPr>
          <a:xfrm>
            <a:off x="7442594" y="1768332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Snowflake Sans Medium" panose="020B0505040401040103" pitchFamily="34" charset="0"/>
              </a:rPr>
              <a:t>Technology</a:t>
            </a:r>
          </a:p>
        </p:txBody>
      </p:sp>
      <p:pic>
        <p:nvPicPr>
          <p:cNvPr id="299" name="Graphic 298">
            <a:extLst>
              <a:ext uri="{FF2B5EF4-FFF2-40B4-BE49-F238E27FC236}">
                <a16:creationId xmlns:a16="http://schemas.microsoft.com/office/drawing/2014/main" id="{783AC359-374D-F51D-FDF4-32E9B4B04A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61651" y="1983965"/>
            <a:ext cx="457140" cy="457140"/>
          </a:xfrm>
          <a:prstGeom prst="rect">
            <a:avLst/>
          </a:prstGeom>
        </p:spPr>
      </p:pic>
      <p:pic>
        <p:nvPicPr>
          <p:cNvPr id="301" name="Graphic 300">
            <a:extLst>
              <a:ext uri="{FF2B5EF4-FFF2-40B4-BE49-F238E27FC236}">
                <a16:creationId xmlns:a16="http://schemas.microsoft.com/office/drawing/2014/main" id="{1947EB95-347C-7846-33FB-857CD7B5FF8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7689" y="1983965"/>
            <a:ext cx="457140" cy="457140"/>
          </a:xfrm>
          <a:prstGeom prst="rect">
            <a:avLst/>
          </a:prstGeom>
        </p:spPr>
      </p:pic>
      <p:pic>
        <p:nvPicPr>
          <p:cNvPr id="303" name="Graphic 302">
            <a:extLst>
              <a:ext uri="{FF2B5EF4-FFF2-40B4-BE49-F238E27FC236}">
                <a16:creationId xmlns:a16="http://schemas.microsoft.com/office/drawing/2014/main" id="{F847D4F3-9A57-7CCF-AAE9-0AF41CB3E9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42594" y="1983965"/>
            <a:ext cx="457140" cy="457140"/>
          </a:xfrm>
          <a:prstGeom prst="rect">
            <a:avLst/>
          </a:prstGeom>
        </p:spPr>
      </p:pic>
      <p:pic>
        <p:nvPicPr>
          <p:cNvPr id="305" name="Graphic 304">
            <a:extLst>
              <a:ext uri="{FF2B5EF4-FFF2-40B4-BE49-F238E27FC236}">
                <a16:creationId xmlns:a16="http://schemas.microsoft.com/office/drawing/2014/main" id="{AADF0CE5-0EA1-1C7B-9A88-B211CA782CB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34670" y="1983965"/>
            <a:ext cx="457140" cy="457140"/>
          </a:xfrm>
          <a:prstGeom prst="rect">
            <a:avLst/>
          </a:prstGeom>
        </p:spPr>
      </p:pic>
      <p:pic>
        <p:nvPicPr>
          <p:cNvPr id="307" name="Graphic 306">
            <a:extLst>
              <a:ext uri="{FF2B5EF4-FFF2-40B4-BE49-F238E27FC236}">
                <a16:creationId xmlns:a16="http://schemas.microsoft.com/office/drawing/2014/main" id="{1C4C3DA3-7630-7783-45ED-D07C24399E5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15613" y="1983965"/>
            <a:ext cx="457140" cy="457140"/>
          </a:xfrm>
          <a:prstGeom prst="rect">
            <a:avLst/>
          </a:prstGeom>
        </p:spPr>
      </p:pic>
      <p:pic>
        <p:nvPicPr>
          <p:cNvPr id="309" name="Graphic 308">
            <a:extLst>
              <a:ext uri="{FF2B5EF4-FFF2-40B4-BE49-F238E27FC236}">
                <a16:creationId xmlns:a16="http://schemas.microsoft.com/office/drawing/2014/main" id="{B766719B-B382-C6BC-220C-B5FE695EB7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453728" y="1983965"/>
            <a:ext cx="457140" cy="457140"/>
          </a:xfrm>
          <a:prstGeom prst="rect">
            <a:avLst/>
          </a:prstGeom>
        </p:spPr>
      </p:pic>
      <p:pic>
        <p:nvPicPr>
          <p:cNvPr id="311" name="Graphic 310">
            <a:extLst>
              <a:ext uri="{FF2B5EF4-FFF2-40B4-BE49-F238E27FC236}">
                <a16:creationId xmlns:a16="http://schemas.microsoft.com/office/drawing/2014/main" id="{545922A8-726A-B7BB-578F-AEAE6783A3B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588632" y="1983965"/>
            <a:ext cx="457140" cy="457140"/>
          </a:xfrm>
          <a:prstGeom prst="rect">
            <a:avLst/>
          </a:prstGeom>
        </p:spPr>
      </p:pic>
      <p:pic>
        <p:nvPicPr>
          <p:cNvPr id="313" name="Graphic 312">
            <a:extLst>
              <a:ext uri="{FF2B5EF4-FFF2-40B4-BE49-F238E27FC236}">
                <a16:creationId xmlns:a16="http://schemas.microsoft.com/office/drawing/2014/main" id="{68D1336B-FCA7-A473-D886-D0E3CC365F5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880708" y="1983965"/>
            <a:ext cx="457140" cy="457140"/>
          </a:xfrm>
          <a:prstGeom prst="rect">
            <a:avLst/>
          </a:prstGeom>
        </p:spPr>
      </p:pic>
      <p:sp>
        <p:nvSpPr>
          <p:cNvPr id="289" name="Snowflake Inline 1X">
            <a:extLst>
              <a:ext uri="{FF2B5EF4-FFF2-40B4-BE49-F238E27FC236}">
                <a16:creationId xmlns:a16="http://schemas.microsoft.com/office/drawing/2014/main" id="{7E89E084-44F0-6D27-B492-E5D5D068078A}"/>
              </a:ext>
            </a:extLst>
          </p:cNvPr>
          <p:cNvSpPr txBox="1"/>
          <p:nvPr/>
        </p:nvSpPr>
        <p:spPr>
          <a:xfrm>
            <a:off x="7481516" y="5705290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Snowflake Sans Medium" panose="020B0505040401040103" pitchFamily="34" charset="0"/>
              </a:rPr>
              <a:t>Health</a:t>
            </a:r>
          </a:p>
        </p:txBody>
      </p:sp>
      <p:pic>
        <p:nvPicPr>
          <p:cNvPr id="315" name="Graphic 314">
            <a:extLst>
              <a:ext uri="{FF2B5EF4-FFF2-40B4-BE49-F238E27FC236}">
                <a16:creationId xmlns:a16="http://schemas.microsoft.com/office/drawing/2014/main" id="{332CA6E2-DFD4-CCD8-CC34-CF3B487F568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51739" y="5920923"/>
            <a:ext cx="457140" cy="457140"/>
          </a:xfrm>
          <a:prstGeom prst="rect">
            <a:avLst/>
          </a:prstGeom>
        </p:spPr>
      </p:pic>
      <p:pic>
        <p:nvPicPr>
          <p:cNvPr id="317" name="Graphic 316">
            <a:extLst>
              <a:ext uri="{FF2B5EF4-FFF2-40B4-BE49-F238E27FC236}">
                <a16:creationId xmlns:a16="http://schemas.microsoft.com/office/drawing/2014/main" id="{BE50A09B-717C-E65A-2618-41A2E95984C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738589" y="5920923"/>
            <a:ext cx="457140" cy="457140"/>
          </a:xfrm>
          <a:prstGeom prst="rect">
            <a:avLst/>
          </a:prstGeom>
        </p:spPr>
      </p:pic>
      <p:pic>
        <p:nvPicPr>
          <p:cNvPr id="319" name="Graphic 318">
            <a:extLst>
              <a:ext uri="{FF2B5EF4-FFF2-40B4-BE49-F238E27FC236}">
                <a16:creationId xmlns:a16="http://schemas.microsoft.com/office/drawing/2014/main" id="{C7B8AD38-B7E0-8EB1-3F0E-9A24ED7EBC3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595164" y="5920923"/>
            <a:ext cx="457140" cy="457140"/>
          </a:xfrm>
          <a:prstGeom prst="rect">
            <a:avLst/>
          </a:prstGeom>
        </p:spPr>
      </p:pic>
      <p:pic>
        <p:nvPicPr>
          <p:cNvPr id="321" name="Graphic 320">
            <a:extLst>
              <a:ext uri="{FF2B5EF4-FFF2-40B4-BE49-F238E27FC236}">
                <a16:creationId xmlns:a16="http://schemas.microsoft.com/office/drawing/2014/main" id="{8E168D49-61C5-4437-1607-E3EFCCB7E60A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1453728" y="5920923"/>
            <a:ext cx="457140" cy="457140"/>
          </a:xfrm>
          <a:prstGeom prst="rect">
            <a:avLst/>
          </a:prstGeom>
        </p:spPr>
      </p:pic>
      <p:pic>
        <p:nvPicPr>
          <p:cNvPr id="323" name="Graphic 322">
            <a:extLst>
              <a:ext uri="{FF2B5EF4-FFF2-40B4-BE49-F238E27FC236}">
                <a16:creationId xmlns:a16="http://schemas.microsoft.com/office/drawing/2014/main" id="{37A97783-8BB9-6B2B-4BD3-F0AD5D2F147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166876" y="5920923"/>
            <a:ext cx="457140" cy="457140"/>
          </a:xfrm>
          <a:prstGeom prst="rect">
            <a:avLst/>
          </a:prstGeom>
        </p:spPr>
      </p:pic>
      <p:pic>
        <p:nvPicPr>
          <p:cNvPr id="325" name="Graphic 324">
            <a:extLst>
              <a:ext uri="{FF2B5EF4-FFF2-40B4-BE49-F238E27FC236}">
                <a16:creationId xmlns:a16="http://schemas.microsoft.com/office/drawing/2014/main" id="{8DD60A52-E061-9371-B8D6-90482FACEE44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310302" y="5920923"/>
            <a:ext cx="457140" cy="457140"/>
          </a:xfrm>
          <a:prstGeom prst="rect">
            <a:avLst/>
          </a:prstGeom>
        </p:spPr>
      </p:pic>
      <p:pic>
        <p:nvPicPr>
          <p:cNvPr id="327" name="Graphic 326">
            <a:extLst>
              <a:ext uri="{FF2B5EF4-FFF2-40B4-BE49-F238E27FC236}">
                <a16:creationId xmlns:a16="http://schemas.microsoft.com/office/drawing/2014/main" id="{F4648A2E-7432-EC46-3ACA-30D07DA243C1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0882014" y="5920923"/>
            <a:ext cx="457140" cy="457140"/>
          </a:xfrm>
          <a:prstGeom prst="rect">
            <a:avLst/>
          </a:prstGeom>
        </p:spPr>
      </p:pic>
      <p:pic>
        <p:nvPicPr>
          <p:cNvPr id="329" name="Graphic 328">
            <a:extLst>
              <a:ext uri="{FF2B5EF4-FFF2-40B4-BE49-F238E27FC236}">
                <a16:creationId xmlns:a16="http://schemas.microsoft.com/office/drawing/2014/main" id="{469BB5C4-EBE0-36D4-255E-66DF75AB4135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023451" y="5920923"/>
            <a:ext cx="457140" cy="457140"/>
          </a:xfrm>
          <a:prstGeom prst="rect">
            <a:avLst/>
          </a:prstGeom>
        </p:spPr>
      </p:pic>
      <p:sp>
        <p:nvSpPr>
          <p:cNvPr id="290" name="Snowflake Inline 2X">
            <a:extLst>
              <a:ext uri="{FF2B5EF4-FFF2-40B4-BE49-F238E27FC236}">
                <a16:creationId xmlns:a16="http://schemas.microsoft.com/office/drawing/2014/main" id="{9D471062-6B1D-652C-C932-B81935B668A5}"/>
              </a:ext>
            </a:extLst>
          </p:cNvPr>
          <p:cNvSpPr txBox="1"/>
          <p:nvPr/>
        </p:nvSpPr>
        <p:spPr>
          <a:xfrm>
            <a:off x="261110" y="1766480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Snowflake Sans Medium" panose="020B0505040401040103" pitchFamily="34" charset="0"/>
              </a:rPr>
              <a:t>Data &amp; Insights</a:t>
            </a:r>
          </a:p>
        </p:txBody>
      </p:sp>
      <p:pic>
        <p:nvPicPr>
          <p:cNvPr id="330" name="Graphic 329">
            <a:extLst>
              <a:ext uri="{FF2B5EF4-FFF2-40B4-BE49-F238E27FC236}">
                <a16:creationId xmlns:a16="http://schemas.microsoft.com/office/drawing/2014/main" id="{189DCD39-F762-1C58-96F3-1119B7944163}"/>
              </a:ext>
            </a:extLst>
      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3246518" y="1983965"/>
            <a:ext cx="457140" cy="457140"/>
          </a:xfrm>
          <a:prstGeom prst="rect">
            <a:avLst/>
          </a:prstGeom>
        </p:spPr>
      </p:pic>
      <p:pic>
        <p:nvPicPr>
          <p:cNvPr id="331" name="Graphic 330">
            <a:extLst>
              <a:ext uri="{FF2B5EF4-FFF2-40B4-BE49-F238E27FC236}">
                <a16:creationId xmlns:a16="http://schemas.microsoft.com/office/drawing/2014/main" id="{4A07BAA6-D8D2-92FA-49C9-64733153090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/>
          <a:stretch/>
        </p:blipFill>
        <p:spPr>
          <a:xfrm>
            <a:off x="2072736" y="1983965"/>
            <a:ext cx="457140" cy="457140"/>
          </a:xfrm>
          <a:prstGeom prst="rect">
            <a:avLst/>
          </a:prstGeom>
        </p:spPr>
      </p:pic>
      <p:pic>
        <p:nvPicPr>
          <p:cNvPr id="332" name="Graphic 331">
            <a:extLst>
              <a:ext uri="{FF2B5EF4-FFF2-40B4-BE49-F238E27FC236}">
                <a16:creationId xmlns:a16="http://schemas.microsoft.com/office/drawing/2014/main" id="{AB2395AD-75EF-95FC-EB0F-5C95308511B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/>
          <a:stretch/>
        </p:blipFill>
        <p:spPr>
          <a:xfrm>
            <a:off x="312062" y="1983965"/>
            <a:ext cx="457140" cy="457140"/>
          </a:xfrm>
          <a:prstGeom prst="rect">
            <a:avLst/>
          </a:prstGeom>
        </p:spPr>
      </p:pic>
      <p:pic>
        <p:nvPicPr>
          <p:cNvPr id="334" name="Graphic 333">
            <a:extLst>
              <a:ext uri="{FF2B5EF4-FFF2-40B4-BE49-F238E27FC236}">
                <a16:creationId xmlns:a16="http://schemas.microsoft.com/office/drawing/2014/main" id="{B274D6FB-95B5-FA2F-99A5-14020C31F3B7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3833409" y="1983965"/>
            <a:ext cx="457140" cy="457140"/>
          </a:xfrm>
          <a:prstGeom prst="rect">
            <a:avLst/>
          </a:prstGeom>
        </p:spPr>
      </p:pic>
      <p:pic>
        <p:nvPicPr>
          <p:cNvPr id="335" name="Graphic 334">
            <a:extLst>
              <a:ext uri="{FF2B5EF4-FFF2-40B4-BE49-F238E27FC236}">
                <a16:creationId xmlns:a16="http://schemas.microsoft.com/office/drawing/2014/main" id="{7D2E9B7E-E474-9966-0FB0-406D6F7CA41B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898953" y="1983965"/>
            <a:ext cx="457140" cy="457140"/>
          </a:xfrm>
          <a:prstGeom prst="rect">
            <a:avLst/>
          </a:prstGeom>
        </p:spPr>
      </p:pic>
      <p:pic>
        <p:nvPicPr>
          <p:cNvPr id="336" name="Graphic 335">
            <a:extLst>
              <a:ext uri="{FF2B5EF4-FFF2-40B4-BE49-F238E27FC236}">
                <a16:creationId xmlns:a16="http://schemas.microsoft.com/office/drawing/2014/main" id="{CE6F605A-67E8-BB5D-9E61-4E7CC5C741EC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2659627" y="1983965"/>
            <a:ext cx="457140" cy="457140"/>
          </a:xfrm>
          <a:prstGeom prst="rect">
            <a:avLst/>
          </a:prstGeom>
        </p:spPr>
      </p:pic>
      <p:pic>
        <p:nvPicPr>
          <p:cNvPr id="337" name="Graphic 336">
            <a:extLst>
              <a:ext uri="{FF2B5EF4-FFF2-40B4-BE49-F238E27FC236}">
                <a16:creationId xmlns:a16="http://schemas.microsoft.com/office/drawing/2014/main" id="{48AB49F1-3952-895D-1C7D-2A3E3A27820A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485845" y="1983965"/>
            <a:ext cx="457140" cy="457140"/>
          </a:xfrm>
          <a:prstGeom prst="rect">
            <a:avLst/>
          </a:prstGeom>
        </p:spPr>
      </p:pic>
      <p:sp>
        <p:nvSpPr>
          <p:cNvPr id="291" name="Snowflake Sans">
            <a:extLst>
              <a:ext uri="{FF2B5EF4-FFF2-40B4-BE49-F238E27FC236}">
                <a16:creationId xmlns:a16="http://schemas.microsoft.com/office/drawing/2014/main" id="{05588698-D417-635C-AB63-B4EE89A2C1B0}"/>
              </a:ext>
            </a:extLst>
          </p:cNvPr>
          <p:cNvSpPr txBox="1"/>
          <p:nvPr/>
        </p:nvSpPr>
        <p:spPr>
          <a:xfrm>
            <a:off x="7451739" y="2751158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Snowflake Sans Medium" panose="020B0505040401040103" pitchFamily="34" charset="0"/>
              </a:rPr>
              <a:t>Journey &amp; Timeline</a:t>
            </a:r>
          </a:p>
        </p:txBody>
      </p:sp>
      <p:pic>
        <p:nvPicPr>
          <p:cNvPr id="338" name="Graphic 337">
            <a:extLst>
              <a:ext uri="{FF2B5EF4-FFF2-40B4-BE49-F238E27FC236}">
                <a16:creationId xmlns:a16="http://schemas.microsoft.com/office/drawing/2014/main" id="{83408B41-EC3D-468D-8CF5-30FD1AF1365D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7472914" y="2968162"/>
            <a:ext cx="457140" cy="457140"/>
          </a:xfrm>
          <a:prstGeom prst="rect">
            <a:avLst/>
          </a:prstGeom>
        </p:spPr>
      </p:pic>
      <p:pic>
        <p:nvPicPr>
          <p:cNvPr id="339" name="Graphic 338">
            <a:extLst>
              <a:ext uri="{FF2B5EF4-FFF2-40B4-BE49-F238E27FC236}">
                <a16:creationId xmlns:a16="http://schemas.microsoft.com/office/drawing/2014/main" id="{21F07837-7FC3-71B6-DF4A-46C7CC63D56B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9729902" y="2968162"/>
            <a:ext cx="457140" cy="457140"/>
          </a:xfrm>
          <a:prstGeom prst="rect">
            <a:avLst/>
          </a:prstGeom>
        </p:spPr>
      </p:pic>
      <p:pic>
        <p:nvPicPr>
          <p:cNvPr id="340" name="Graphic 339">
            <a:extLst>
              <a:ext uri="{FF2B5EF4-FFF2-40B4-BE49-F238E27FC236}">
                <a16:creationId xmlns:a16="http://schemas.microsoft.com/office/drawing/2014/main" id="{2C7E6D52-DAF5-B84A-791A-C87C871AF206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8037161" y="2968162"/>
            <a:ext cx="457140" cy="457140"/>
          </a:xfrm>
          <a:prstGeom prst="rect">
            <a:avLst/>
          </a:prstGeom>
        </p:spPr>
      </p:pic>
      <p:pic>
        <p:nvPicPr>
          <p:cNvPr id="342" name="Graphic 341">
            <a:extLst>
              <a:ext uri="{FF2B5EF4-FFF2-40B4-BE49-F238E27FC236}">
                <a16:creationId xmlns:a16="http://schemas.microsoft.com/office/drawing/2014/main" id="{3F830D91-4925-8A88-4EE2-5B0DA1750FF4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9165655" y="2968162"/>
            <a:ext cx="457140" cy="457140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E6B124DC-6731-9741-BC80-A9B27A660436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8601408" y="2968162"/>
            <a:ext cx="457140" cy="457140"/>
          </a:xfrm>
          <a:prstGeom prst="rect">
            <a:avLst/>
          </a:prstGeom>
        </p:spPr>
      </p:pic>
      <p:sp>
        <p:nvSpPr>
          <p:cNvPr id="292" name="Snowflake Inline 1X">
            <a:extLst>
              <a:ext uri="{FF2B5EF4-FFF2-40B4-BE49-F238E27FC236}">
                <a16:creationId xmlns:a16="http://schemas.microsoft.com/office/drawing/2014/main" id="{0ACAEA78-B1E5-DA32-53FC-5B374FC33562}"/>
              </a:ext>
            </a:extLst>
          </p:cNvPr>
          <p:cNvSpPr txBox="1"/>
          <p:nvPr/>
        </p:nvSpPr>
        <p:spPr>
          <a:xfrm>
            <a:off x="261110" y="3733403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Snowflake Sans Medium" panose="020B0505040401040103" pitchFamily="34" charset="0"/>
              </a:rPr>
              <a:t>Creative</a:t>
            </a:r>
          </a:p>
        </p:txBody>
      </p:sp>
      <p:pic>
        <p:nvPicPr>
          <p:cNvPr id="346" name="Graphic 345">
            <a:extLst>
              <a:ext uri="{FF2B5EF4-FFF2-40B4-BE49-F238E27FC236}">
                <a16:creationId xmlns:a16="http://schemas.microsoft.com/office/drawing/2014/main" id="{8B96325E-1096-BFFD-130F-78F6FD7A79F9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/>
          <a:stretch/>
        </p:blipFill>
        <p:spPr>
          <a:xfrm>
            <a:off x="2080796" y="3951469"/>
            <a:ext cx="457140" cy="457140"/>
          </a:xfrm>
          <a:prstGeom prst="rect">
            <a:avLst/>
          </a:prstGeom>
        </p:spPr>
      </p:pic>
      <p:pic>
        <p:nvPicPr>
          <p:cNvPr id="347" name="Graphic 346">
            <a:extLst>
              <a:ext uri="{FF2B5EF4-FFF2-40B4-BE49-F238E27FC236}">
                <a16:creationId xmlns:a16="http://schemas.microsoft.com/office/drawing/2014/main" id="{DD1D5BA7-C5F8-1CE5-01AC-85F33AFF48C0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5618262" y="3951469"/>
            <a:ext cx="457140" cy="457140"/>
          </a:xfrm>
          <a:prstGeom prst="rect">
            <a:avLst/>
          </a:prstGeom>
        </p:spPr>
      </p:pic>
      <p:pic>
        <p:nvPicPr>
          <p:cNvPr id="348" name="Graphic 347">
            <a:extLst>
              <a:ext uri="{FF2B5EF4-FFF2-40B4-BE49-F238E27FC236}">
                <a16:creationId xmlns:a16="http://schemas.microsoft.com/office/drawing/2014/main" id="{8A24663B-207C-7087-3804-CA5AF6D8972F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312062" y="3951469"/>
            <a:ext cx="457140" cy="457140"/>
          </a:xfrm>
          <a:prstGeom prst="rect">
            <a:avLst/>
          </a:prstGeom>
        </p:spPr>
      </p:pic>
      <p:pic>
        <p:nvPicPr>
          <p:cNvPr id="349" name="Graphic 348">
            <a:extLst>
              <a:ext uri="{FF2B5EF4-FFF2-40B4-BE49-F238E27FC236}">
                <a16:creationId xmlns:a16="http://schemas.microsoft.com/office/drawing/2014/main" id="{5BE4AFCE-59F4-D0F2-C48B-7F27EFB24DF1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2670373" y="3951469"/>
            <a:ext cx="457140" cy="457140"/>
          </a:xfrm>
          <a:prstGeom prst="rect">
            <a:avLst/>
          </a:prstGeom>
        </p:spPr>
      </p:pic>
      <p:pic>
        <p:nvPicPr>
          <p:cNvPr id="350" name="Graphic 349">
            <a:extLst>
              <a:ext uri="{FF2B5EF4-FFF2-40B4-BE49-F238E27FC236}">
                <a16:creationId xmlns:a16="http://schemas.microsoft.com/office/drawing/2014/main" id="{A5579A56-5407-B442-7FCE-14F77B62A4B0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1491218" y="3951469"/>
            <a:ext cx="457140" cy="457140"/>
          </a:xfrm>
          <a:prstGeom prst="rect">
            <a:avLst/>
          </a:prstGeom>
        </p:spPr>
      </p:pic>
      <p:pic>
        <p:nvPicPr>
          <p:cNvPr id="351" name="Graphic 350">
            <a:extLst>
              <a:ext uri="{FF2B5EF4-FFF2-40B4-BE49-F238E27FC236}">
                <a16:creationId xmlns:a16="http://schemas.microsoft.com/office/drawing/2014/main" id="{F3BF4CBE-579F-DAA2-C9F6-004AB0B2F55F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/>
          <a:stretch/>
        </p:blipFill>
        <p:spPr>
          <a:xfrm>
            <a:off x="3259951" y="3951469"/>
            <a:ext cx="457140" cy="457140"/>
          </a:xfrm>
          <a:prstGeom prst="rect">
            <a:avLst/>
          </a:prstGeom>
        </p:spPr>
      </p:pic>
      <p:pic>
        <p:nvPicPr>
          <p:cNvPr id="352" name="Graphic 351">
            <a:extLst>
              <a:ext uri="{FF2B5EF4-FFF2-40B4-BE49-F238E27FC236}">
                <a16:creationId xmlns:a16="http://schemas.microsoft.com/office/drawing/2014/main" id="{EB849419-C105-F071-C7F1-DAE60071C38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/>
          <a:stretch/>
        </p:blipFill>
        <p:spPr>
          <a:xfrm>
            <a:off x="5028684" y="3951469"/>
            <a:ext cx="457140" cy="457140"/>
          </a:xfrm>
          <a:prstGeom prst="rect">
            <a:avLst/>
          </a:prstGeom>
        </p:spPr>
      </p:pic>
      <p:pic>
        <p:nvPicPr>
          <p:cNvPr id="353" name="Graphic 352">
            <a:extLst>
              <a:ext uri="{FF2B5EF4-FFF2-40B4-BE49-F238E27FC236}">
                <a16:creationId xmlns:a16="http://schemas.microsoft.com/office/drawing/2014/main" id="{3A120F24-392A-BB34-6149-AE6E1913291D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/>
          <a:stretch/>
        </p:blipFill>
        <p:spPr>
          <a:xfrm>
            <a:off x="901640" y="3951469"/>
            <a:ext cx="457140" cy="457140"/>
          </a:xfrm>
          <a:prstGeom prst="rect">
            <a:avLst/>
          </a:prstGeom>
        </p:spPr>
      </p:pic>
      <p:sp>
        <p:nvSpPr>
          <p:cNvPr id="368" name="Snowflake Inline 1X">
            <a:extLst>
              <a:ext uri="{FF2B5EF4-FFF2-40B4-BE49-F238E27FC236}">
                <a16:creationId xmlns:a16="http://schemas.microsoft.com/office/drawing/2014/main" id="{37C79D58-3E46-3CE0-4D80-D8DDFC3D69A1}"/>
              </a:ext>
            </a:extLst>
          </p:cNvPr>
          <p:cNvSpPr txBox="1"/>
          <p:nvPr/>
        </p:nvSpPr>
        <p:spPr>
          <a:xfrm>
            <a:off x="7451739" y="3735355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Snowflake Sans Medium" panose="020B0505040401040103" pitchFamily="34" charset="0"/>
              </a:rPr>
              <a:t>Communications</a:t>
            </a:r>
          </a:p>
        </p:txBody>
      </p:sp>
      <p:pic>
        <p:nvPicPr>
          <p:cNvPr id="369" name="Graphic 368">
            <a:extLst>
              <a:ext uri="{FF2B5EF4-FFF2-40B4-BE49-F238E27FC236}">
                <a16:creationId xmlns:a16="http://schemas.microsoft.com/office/drawing/2014/main" id="{52192BE5-925D-33E6-E02D-3C23DC0C0B81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7442594" y="3950988"/>
            <a:ext cx="457140" cy="457140"/>
          </a:xfrm>
          <a:prstGeom prst="rect">
            <a:avLst/>
          </a:prstGeom>
        </p:spPr>
      </p:pic>
      <p:pic>
        <p:nvPicPr>
          <p:cNvPr id="370" name="Graphic 369">
            <a:extLst>
              <a:ext uri="{FF2B5EF4-FFF2-40B4-BE49-F238E27FC236}">
                <a16:creationId xmlns:a16="http://schemas.microsoft.com/office/drawing/2014/main" id="{019D0C5F-CEFA-6BBF-7C34-C7E9CED7FB95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rcRect/>
          <a:stretch/>
        </p:blipFill>
        <p:spPr>
          <a:xfrm>
            <a:off x="8588632" y="3950988"/>
            <a:ext cx="457140" cy="457140"/>
          </a:xfrm>
          <a:prstGeom prst="rect">
            <a:avLst/>
          </a:prstGeom>
        </p:spPr>
      </p:pic>
      <p:pic>
        <p:nvPicPr>
          <p:cNvPr id="371" name="Graphic 370">
            <a:extLst>
              <a:ext uri="{FF2B5EF4-FFF2-40B4-BE49-F238E27FC236}">
                <a16:creationId xmlns:a16="http://schemas.microsoft.com/office/drawing/2014/main" id="{C24D993A-917F-F861-2EAC-D403DB56B2A7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rcRect/>
          <a:stretch/>
        </p:blipFill>
        <p:spPr>
          <a:xfrm>
            <a:off x="8015613" y="3950988"/>
            <a:ext cx="457140" cy="457140"/>
          </a:xfrm>
          <a:prstGeom prst="rect">
            <a:avLst/>
          </a:prstGeom>
        </p:spPr>
      </p:pic>
      <p:pic>
        <p:nvPicPr>
          <p:cNvPr id="373" name="Graphic 372">
            <a:extLst>
              <a:ext uri="{FF2B5EF4-FFF2-40B4-BE49-F238E27FC236}">
                <a16:creationId xmlns:a16="http://schemas.microsoft.com/office/drawing/2014/main" id="{40424277-8D14-6BEF-C886-243BDB878402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/>
          <a:stretch/>
        </p:blipFill>
        <p:spPr>
          <a:xfrm>
            <a:off x="10307689" y="3950988"/>
            <a:ext cx="457140" cy="457140"/>
          </a:xfrm>
          <a:prstGeom prst="rect">
            <a:avLst/>
          </a:prstGeom>
        </p:spPr>
      </p:pic>
      <p:pic>
        <p:nvPicPr>
          <p:cNvPr id="374" name="Graphic 373">
            <a:extLst>
              <a:ext uri="{FF2B5EF4-FFF2-40B4-BE49-F238E27FC236}">
                <a16:creationId xmlns:a16="http://schemas.microsoft.com/office/drawing/2014/main" id="{90971BAE-4C87-180B-4B34-8686932BC9E5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/>
        </p:blipFill>
        <p:spPr>
          <a:xfrm>
            <a:off x="9734670" y="3950988"/>
            <a:ext cx="457140" cy="457140"/>
          </a:xfrm>
          <a:prstGeom prst="rect">
            <a:avLst/>
          </a:prstGeom>
        </p:spPr>
      </p:pic>
      <p:pic>
        <p:nvPicPr>
          <p:cNvPr id="376" name="Graphic 375">
            <a:extLst>
              <a:ext uri="{FF2B5EF4-FFF2-40B4-BE49-F238E27FC236}">
                <a16:creationId xmlns:a16="http://schemas.microsoft.com/office/drawing/2014/main" id="{E0024C25-8020-F5FD-868B-A71F98A9C265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rcRect/>
          <a:stretch/>
        </p:blipFill>
        <p:spPr>
          <a:xfrm>
            <a:off x="9161651" y="3950988"/>
            <a:ext cx="457140" cy="457140"/>
          </a:xfrm>
          <a:prstGeom prst="rect">
            <a:avLst/>
          </a:prstGeom>
        </p:spPr>
      </p:pic>
      <p:sp>
        <p:nvSpPr>
          <p:cNvPr id="377" name="Snowflake Inline 2X">
            <a:extLst>
              <a:ext uri="{FF2B5EF4-FFF2-40B4-BE49-F238E27FC236}">
                <a16:creationId xmlns:a16="http://schemas.microsoft.com/office/drawing/2014/main" id="{3A460421-EDC8-ED16-C8E5-B7316F1D43D6}"/>
              </a:ext>
            </a:extLst>
          </p:cNvPr>
          <p:cNvSpPr txBox="1"/>
          <p:nvPr/>
        </p:nvSpPr>
        <p:spPr>
          <a:xfrm>
            <a:off x="7451739" y="4718181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Snowflake Sans Medium" panose="020B0505040401040103" pitchFamily="34" charset="0"/>
              </a:rPr>
              <a:t>Social</a:t>
            </a:r>
          </a:p>
        </p:txBody>
      </p:sp>
      <p:pic>
        <p:nvPicPr>
          <p:cNvPr id="378" name="Graphic 377">
            <a:extLst>
              <a:ext uri="{FF2B5EF4-FFF2-40B4-BE49-F238E27FC236}">
                <a16:creationId xmlns:a16="http://schemas.microsoft.com/office/drawing/2014/main" id="{3DE955E1-4D25-8CFE-2A4F-F7C139711BC0}"/>
              </a:ext>
            </a:extLst>
          </p:cNvPr>
          <p:cNvPicPr>
            <a:picLocks noChangeAspect="1"/>
          </p:cNvPicPr>
          <p:nvPr/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/>
          <a:stretch/>
        </p:blipFill>
        <p:spPr>
          <a:xfrm>
            <a:off x="7472914" y="4935666"/>
            <a:ext cx="457140" cy="457140"/>
          </a:xfrm>
          <a:prstGeom prst="rect">
            <a:avLst/>
          </a:prstGeom>
        </p:spPr>
      </p:pic>
      <p:pic>
        <p:nvPicPr>
          <p:cNvPr id="379" name="Graphic 378">
            <a:extLst>
              <a:ext uri="{FF2B5EF4-FFF2-40B4-BE49-F238E27FC236}">
                <a16:creationId xmlns:a16="http://schemas.microsoft.com/office/drawing/2014/main" id="{31534C87-BDCE-AF91-146C-93F3C88CA831}"/>
              </a:ext>
            </a:extLst>
          </p:cNvPr>
          <p:cNvPicPr>
            <a:picLocks noChangeAspect="1"/>
          </p:cNvPicPr>
          <p:nvPr/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/>
          <a:stretch/>
        </p:blipFill>
        <p:spPr>
          <a:xfrm>
            <a:off x="9740735" y="4935666"/>
            <a:ext cx="457140" cy="457140"/>
          </a:xfrm>
          <a:prstGeom prst="rect">
            <a:avLst/>
          </a:prstGeom>
        </p:spPr>
      </p:pic>
      <p:pic>
        <p:nvPicPr>
          <p:cNvPr id="380" name="Graphic 379">
            <a:extLst>
              <a:ext uri="{FF2B5EF4-FFF2-40B4-BE49-F238E27FC236}">
                <a16:creationId xmlns:a16="http://schemas.microsoft.com/office/drawing/2014/main" id="{A215E368-585C-DB24-32D2-FD29857832D9}"/>
              </a:ext>
            </a:extLst>
          </p:cNvPr>
          <p:cNvPicPr>
            <a:picLocks noChangeAspect="1"/>
          </p:cNvPicPr>
          <p:nvPr/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/>
          <a:stretch/>
        </p:blipFill>
        <p:spPr>
          <a:xfrm>
            <a:off x="8606824" y="4935666"/>
            <a:ext cx="457140" cy="457140"/>
          </a:xfrm>
          <a:prstGeom prst="rect">
            <a:avLst/>
          </a:prstGeom>
        </p:spPr>
      </p:pic>
      <p:pic>
        <p:nvPicPr>
          <p:cNvPr id="382" name="Graphic 381">
            <a:extLst>
              <a:ext uri="{FF2B5EF4-FFF2-40B4-BE49-F238E27FC236}">
                <a16:creationId xmlns:a16="http://schemas.microsoft.com/office/drawing/2014/main" id="{47A995FA-6312-41D0-6847-5CAD7C1E0567}"/>
              </a:ext>
            </a:extLst>
          </p:cNvPr>
          <p:cNvPicPr>
            <a:picLocks noChangeAspect="1"/>
          </p:cNvPicPr>
          <p:nvPr/>
        </p:nvPicPr>
        <p:blipFill>
          <a:blip r:embed="rId93">
            <a:extLst>
              <a:ext uri="{96DAC541-7B7A-43D3-8B79-37D633B846F1}">
                <asvg:svgBlip xmlns:asvg="http://schemas.microsoft.com/office/drawing/2016/SVG/main" r:embed="rId94"/>
              </a:ext>
            </a:extLst>
          </a:blip>
          <a:srcRect/>
          <a:stretch/>
        </p:blipFill>
        <p:spPr>
          <a:xfrm>
            <a:off x="9173779" y="4935666"/>
            <a:ext cx="457140" cy="457140"/>
          </a:xfrm>
          <a:prstGeom prst="rect">
            <a:avLst/>
          </a:prstGeom>
        </p:spPr>
      </p:pic>
      <p:pic>
        <p:nvPicPr>
          <p:cNvPr id="383" name="Graphic 382">
            <a:extLst>
              <a:ext uri="{FF2B5EF4-FFF2-40B4-BE49-F238E27FC236}">
                <a16:creationId xmlns:a16="http://schemas.microsoft.com/office/drawing/2014/main" id="{1E4DDDFC-CB28-4BEF-B8AB-C860111D9056}"/>
              </a:ext>
            </a:extLst>
          </p:cNvPr>
          <p:cNvPicPr>
            <a:picLocks noChangeAspect="1"/>
          </p:cNvPicPr>
          <p:nvPr/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/>
        </p:blipFill>
        <p:spPr>
          <a:xfrm>
            <a:off x="10307689" y="4935666"/>
            <a:ext cx="457140" cy="457140"/>
          </a:xfrm>
          <a:prstGeom prst="rect">
            <a:avLst/>
          </a:prstGeom>
        </p:spPr>
      </p:pic>
      <p:pic>
        <p:nvPicPr>
          <p:cNvPr id="385" name="Graphic 384">
            <a:extLst>
              <a:ext uri="{FF2B5EF4-FFF2-40B4-BE49-F238E27FC236}">
                <a16:creationId xmlns:a16="http://schemas.microsoft.com/office/drawing/2014/main" id="{907E544D-AB0E-A550-9FCD-6B5098AF8408}"/>
              </a:ext>
            </a:extLst>
          </p:cNvPr>
          <p:cNvPicPr>
            <a:picLocks noChangeAspect="1"/>
          </p:cNvPicPr>
          <p:nvPr/>
        </p:nvPicPr>
        <p:blipFill>
          <a:blip r:embed="rId97">
            <a:extLst>
              <a:ext uri="{96DAC541-7B7A-43D3-8B79-37D633B846F1}">
                <asvg:svgBlip xmlns:asvg="http://schemas.microsoft.com/office/drawing/2016/SVG/main" r:embed="rId98"/>
              </a:ext>
            </a:extLst>
          </a:blip>
          <a:srcRect/>
          <a:stretch/>
        </p:blipFill>
        <p:spPr>
          <a:xfrm>
            <a:off x="8039869" y="4935666"/>
            <a:ext cx="457140" cy="457140"/>
          </a:xfrm>
          <a:prstGeom prst="rect">
            <a:avLst/>
          </a:prstGeom>
        </p:spPr>
      </p:pic>
      <p:sp>
        <p:nvSpPr>
          <p:cNvPr id="386" name="Snowflake Sans">
            <a:extLst>
              <a:ext uri="{FF2B5EF4-FFF2-40B4-BE49-F238E27FC236}">
                <a16:creationId xmlns:a16="http://schemas.microsoft.com/office/drawing/2014/main" id="{061F5DC1-E13B-2300-B21B-67E3FB4AF86D}"/>
              </a:ext>
            </a:extLst>
          </p:cNvPr>
          <p:cNvSpPr txBox="1"/>
          <p:nvPr/>
        </p:nvSpPr>
        <p:spPr>
          <a:xfrm>
            <a:off x="263706" y="4718662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Snowflake Sans Medium" panose="020B0505040401040103" pitchFamily="34" charset="0"/>
              </a:rPr>
              <a:t>People &amp; Global</a:t>
            </a:r>
          </a:p>
        </p:txBody>
      </p:sp>
      <p:pic>
        <p:nvPicPr>
          <p:cNvPr id="387" name="Graphic 386">
            <a:extLst>
              <a:ext uri="{FF2B5EF4-FFF2-40B4-BE49-F238E27FC236}">
                <a16:creationId xmlns:a16="http://schemas.microsoft.com/office/drawing/2014/main" id="{C516E1D8-1D82-C7E7-B030-4CE2EC985CDE}"/>
              </a:ext>
            </a:extLst>
          </p:cNvPr>
          <p:cNvPicPr>
            <a:picLocks noChangeAspect="1"/>
          </p:cNvPicPr>
          <p:nvPr/>
        </p:nvPicPr>
        <p:blipFill>
          <a:blip r:embed="rId99">
            <a:extLst>
              <a:ext uri="{96DAC541-7B7A-43D3-8B79-37D633B846F1}">
                <asvg:svgBlip xmlns:asvg="http://schemas.microsoft.com/office/drawing/2016/SVG/main" r:embed="rId100"/>
              </a:ext>
            </a:extLst>
          </a:blip>
          <a:srcRect/>
          <a:stretch/>
        </p:blipFill>
        <p:spPr>
          <a:xfrm>
            <a:off x="3833409" y="4935666"/>
            <a:ext cx="457140" cy="457140"/>
          </a:xfrm>
          <a:prstGeom prst="rect">
            <a:avLst/>
          </a:prstGeom>
        </p:spPr>
      </p:pic>
      <p:pic>
        <p:nvPicPr>
          <p:cNvPr id="388" name="Graphic 387">
            <a:extLst>
              <a:ext uri="{FF2B5EF4-FFF2-40B4-BE49-F238E27FC236}">
                <a16:creationId xmlns:a16="http://schemas.microsoft.com/office/drawing/2014/main" id="{1E4280E9-DB71-F00F-CCB1-0165ED65F518}"/>
              </a:ext>
            </a:extLst>
          </p:cNvPr>
          <p:cNvPicPr>
            <a:picLocks noChangeAspect="1"/>
          </p:cNvPicPr>
          <p:nvPr/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rcRect/>
          <a:stretch/>
        </p:blipFill>
        <p:spPr>
          <a:xfrm>
            <a:off x="263706" y="4935666"/>
            <a:ext cx="457140" cy="457140"/>
          </a:xfrm>
          <a:prstGeom prst="rect">
            <a:avLst/>
          </a:prstGeom>
        </p:spPr>
      </p:pic>
      <p:pic>
        <p:nvPicPr>
          <p:cNvPr id="389" name="Graphic 388">
            <a:extLst>
              <a:ext uri="{FF2B5EF4-FFF2-40B4-BE49-F238E27FC236}">
                <a16:creationId xmlns:a16="http://schemas.microsoft.com/office/drawing/2014/main" id="{5FC15BDD-17C1-D36B-7B39-5C42D1929C12}"/>
              </a:ext>
            </a:extLst>
          </p:cNvPr>
          <p:cNvPicPr>
            <a:picLocks noChangeAspect="1"/>
          </p:cNvPicPr>
          <p:nvPr/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/>
          <a:stretch/>
        </p:blipFill>
        <p:spPr>
          <a:xfrm>
            <a:off x="2048558" y="4935666"/>
            <a:ext cx="457140" cy="457140"/>
          </a:xfrm>
          <a:prstGeom prst="rect">
            <a:avLst/>
          </a:prstGeom>
        </p:spPr>
      </p:pic>
      <p:pic>
        <p:nvPicPr>
          <p:cNvPr id="390" name="Graphic 389">
            <a:extLst>
              <a:ext uri="{FF2B5EF4-FFF2-40B4-BE49-F238E27FC236}">
                <a16:creationId xmlns:a16="http://schemas.microsoft.com/office/drawing/2014/main" id="{3818B220-52D7-C016-E7BF-105542D8F388}"/>
              </a:ext>
            </a:extLst>
          </p:cNvPr>
          <p:cNvPicPr>
            <a:picLocks noChangeAspect="1"/>
          </p:cNvPicPr>
          <p:nvPr/>
        </p:nvPicPr>
        <p:blipFill>
          <a:blip r:embed="rId105">
            <a:extLst>
              <a:ext uri="{96DAC541-7B7A-43D3-8B79-37D633B846F1}">
                <asvg:svgBlip xmlns:asvg="http://schemas.microsoft.com/office/drawing/2016/SVG/main" r:embed="rId106"/>
              </a:ext>
            </a:extLst>
          </a:blip>
          <a:srcRect/>
          <a:stretch/>
        </p:blipFill>
        <p:spPr>
          <a:xfrm>
            <a:off x="5023310" y="4934295"/>
            <a:ext cx="457140" cy="457140"/>
          </a:xfrm>
          <a:prstGeom prst="rect">
            <a:avLst/>
          </a:prstGeom>
        </p:spPr>
      </p:pic>
      <p:pic>
        <p:nvPicPr>
          <p:cNvPr id="391" name="Graphic 390">
            <a:extLst>
              <a:ext uri="{FF2B5EF4-FFF2-40B4-BE49-F238E27FC236}">
                <a16:creationId xmlns:a16="http://schemas.microsoft.com/office/drawing/2014/main" id="{8425899F-9190-0371-3BC7-21C53CBBF2ED}"/>
              </a:ext>
            </a:extLst>
          </p:cNvPr>
          <p:cNvPicPr>
            <a:picLocks noChangeAspect="1"/>
          </p:cNvPicPr>
          <p:nvPr/>
        </p:nvPicPr>
        <p:blipFill>
          <a:blip r:embed="rId107">
            <a:extLst>
              <a:ext uri="{96DAC541-7B7A-43D3-8B79-37D633B846F1}">
                <asvg:svgBlip xmlns:asvg="http://schemas.microsoft.com/office/drawing/2016/SVG/main" r:embed="rId108"/>
              </a:ext>
            </a:extLst>
          </a:blip>
          <a:srcRect/>
          <a:stretch/>
        </p:blipFill>
        <p:spPr>
          <a:xfrm>
            <a:off x="5618262" y="4934295"/>
            <a:ext cx="457140" cy="457140"/>
          </a:xfrm>
          <a:prstGeom prst="rect">
            <a:avLst/>
          </a:prstGeom>
        </p:spPr>
      </p:pic>
      <p:pic>
        <p:nvPicPr>
          <p:cNvPr id="392" name="Graphic 391">
            <a:extLst>
              <a:ext uri="{FF2B5EF4-FFF2-40B4-BE49-F238E27FC236}">
                <a16:creationId xmlns:a16="http://schemas.microsoft.com/office/drawing/2014/main" id="{D16894F1-B71C-032A-DC85-4A811D83DA5D}"/>
              </a:ext>
            </a:extLst>
          </p:cNvPr>
          <p:cNvPicPr>
            <a:picLocks noChangeAspect="1"/>
          </p:cNvPicPr>
          <p:nvPr/>
        </p:nvPicPr>
        <p:blipFill>
          <a:blip r:embed="rId109">
            <a:extLst>
              <a:ext uri="{96DAC541-7B7A-43D3-8B79-37D633B846F1}">
                <asvg:svgBlip xmlns:asvg="http://schemas.microsoft.com/office/drawing/2016/SVG/main" r:embed="rId110"/>
              </a:ext>
            </a:extLst>
          </a:blip>
          <a:srcRect/>
          <a:stretch/>
        </p:blipFill>
        <p:spPr>
          <a:xfrm>
            <a:off x="1453607" y="4935666"/>
            <a:ext cx="457140" cy="457140"/>
          </a:xfrm>
          <a:prstGeom prst="rect">
            <a:avLst/>
          </a:prstGeom>
        </p:spPr>
      </p:pic>
      <p:pic>
        <p:nvPicPr>
          <p:cNvPr id="393" name="Graphic 392">
            <a:extLst>
              <a:ext uri="{FF2B5EF4-FFF2-40B4-BE49-F238E27FC236}">
                <a16:creationId xmlns:a16="http://schemas.microsoft.com/office/drawing/2014/main" id="{B8AD3615-CD35-E187-9E34-C18BB36148AC}"/>
              </a:ext>
            </a:extLst>
          </p:cNvPr>
          <p:cNvPicPr>
            <a:picLocks noChangeAspect="1"/>
          </p:cNvPicPr>
          <p:nvPr/>
        </p:nvPicPr>
        <p:blipFill>
          <a:blip r:embed="rId111">
            <a:extLst>
              <a:ext uri="{96DAC541-7B7A-43D3-8B79-37D633B846F1}">
                <asvg:svgBlip xmlns:asvg="http://schemas.microsoft.com/office/drawing/2016/SVG/main" r:embed="rId112"/>
              </a:ext>
            </a:extLst>
          </a:blip>
          <a:srcRect/>
          <a:stretch/>
        </p:blipFill>
        <p:spPr>
          <a:xfrm>
            <a:off x="3238459" y="4934295"/>
            <a:ext cx="457140" cy="457140"/>
          </a:xfrm>
          <a:prstGeom prst="rect">
            <a:avLst/>
          </a:prstGeom>
        </p:spPr>
      </p:pic>
      <p:pic>
        <p:nvPicPr>
          <p:cNvPr id="394" name="Graphic 393">
            <a:extLst>
              <a:ext uri="{FF2B5EF4-FFF2-40B4-BE49-F238E27FC236}">
                <a16:creationId xmlns:a16="http://schemas.microsoft.com/office/drawing/2014/main" id="{A93A6639-815C-4E89-38FF-29B1CDE25BBE}"/>
              </a:ext>
            </a:extLst>
          </p:cNvPr>
          <p:cNvPicPr>
            <a:picLocks noChangeAspect="1"/>
          </p:cNvPicPr>
          <p:nvPr/>
        </p:nvPicPr>
        <p:blipFill>
          <a:blip r:embed="rId113">
            <a:extLst>
              <a:ext uri="{96DAC541-7B7A-43D3-8B79-37D633B846F1}">
                <asvg:svgBlip xmlns:asvg="http://schemas.microsoft.com/office/drawing/2016/SVG/main" r:embed="rId114"/>
              </a:ext>
            </a:extLst>
          </a:blip>
          <a:srcRect/>
          <a:stretch/>
        </p:blipFill>
        <p:spPr>
          <a:xfrm>
            <a:off x="858657" y="4935666"/>
            <a:ext cx="457140" cy="457140"/>
          </a:xfrm>
          <a:prstGeom prst="rect">
            <a:avLst/>
          </a:prstGeom>
        </p:spPr>
      </p:pic>
      <p:sp>
        <p:nvSpPr>
          <p:cNvPr id="395" name="Snowflake Inline 1X">
            <a:extLst>
              <a:ext uri="{FF2B5EF4-FFF2-40B4-BE49-F238E27FC236}">
                <a16:creationId xmlns:a16="http://schemas.microsoft.com/office/drawing/2014/main" id="{38BD6BAD-AD46-B92B-D22B-BF52AC7523E9}"/>
              </a:ext>
            </a:extLst>
          </p:cNvPr>
          <p:cNvSpPr txBox="1"/>
          <p:nvPr/>
        </p:nvSpPr>
        <p:spPr>
          <a:xfrm>
            <a:off x="261110" y="5702857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Snowflake Sans Medium" panose="020B0505040401040103" pitchFamily="34" charset="0"/>
              </a:rPr>
              <a:t>Miscellaneous</a:t>
            </a:r>
          </a:p>
        </p:txBody>
      </p:sp>
      <p:pic>
        <p:nvPicPr>
          <p:cNvPr id="396" name="Graphic 395">
            <a:extLst>
              <a:ext uri="{FF2B5EF4-FFF2-40B4-BE49-F238E27FC236}">
                <a16:creationId xmlns:a16="http://schemas.microsoft.com/office/drawing/2014/main" id="{1CBDB4B5-00C9-0195-3757-F87737A41BE0}"/>
              </a:ext>
            </a:extLst>
          </p:cNvPr>
          <p:cNvPicPr>
            <a:picLocks noChangeAspect="1"/>
          </p:cNvPicPr>
          <p:nvPr/>
        </p:nvPicPr>
        <p:blipFill>
          <a:blip r:embed="rId115">
            <a:extLst>
              <a:ext uri="{96DAC541-7B7A-43D3-8B79-37D633B846F1}">
                <asvg:svgBlip xmlns:asvg="http://schemas.microsoft.com/office/drawing/2016/SVG/main" r:embed="rId116"/>
              </a:ext>
            </a:extLst>
          </a:blip>
          <a:srcRect/>
          <a:stretch/>
        </p:blipFill>
        <p:spPr>
          <a:xfrm>
            <a:off x="2048558" y="5920923"/>
            <a:ext cx="457140" cy="457140"/>
          </a:xfrm>
          <a:prstGeom prst="rect">
            <a:avLst/>
          </a:prstGeom>
        </p:spPr>
      </p:pic>
      <p:pic>
        <p:nvPicPr>
          <p:cNvPr id="397" name="Graphic 396">
            <a:extLst>
              <a:ext uri="{FF2B5EF4-FFF2-40B4-BE49-F238E27FC236}">
                <a16:creationId xmlns:a16="http://schemas.microsoft.com/office/drawing/2014/main" id="{E20AB6CC-0DDB-32D1-AE56-92D6DC8802E8}"/>
              </a:ext>
            </a:extLst>
          </p:cNvPr>
          <p:cNvPicPr>
            <a:picLocks noChangeAspect="1"/>
          </p:cNvPicPr>
          <p:nvPr/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rcRect/>
          <a:stretch/>
        </p:blipFill>
        <p:spPr>
          <a:xfrm>
            <a:off x="263706" y="5920923"/>
            <a:ext cx="457140" cy="457140"/>
          </a:xfrm>
          <a:prstGeom prst="rect">
            <a:avLst/>
          </a:prstGeom>
        </p:spPr>
      </p:pic>
      <p:pic>
        <p:nvPicPr>
          <p:cNvPr id="398" name="Graphic 397">
            <a:extLst>
              <a:ext uri="{FF2B5EF4-FFF2-40B4-BE49-F238E27FC236}">
                <a16:creationId xmlns:a16="http://schemas.microsoft.com/office/drawing/2014/main" id="{ED60BCF2-D9A7-DD6F-FA76-1FAFADC7676E}"/>
              </a:ext>
            </a:extLst>
          </p:cNvPr>
          <p:cNvPicPr>
            <a:picLocks noChangeAspect="1"/>
          </p:cNvPicPr>
          <p:nvPr/>
        </p:nvPicPr>
        <p:blipFill>
          <a:blip r:embed="rId119">
            <a:extLst>
              <a:ext uri="{96DAC541-7B7A-43D3-8B79-37D633B846F1}">
                <asvg:svgBlip xmlns:asvg="http://schemas.microsoft.com/office/drawing/2016/SVG/main" r:embed="rId120"/>
              </a:ext>
            </a:extLst>
          </a:blip>
          <a:srcRect/>
          <a:stretch/>
        </p:blipFill>
        <p:spPr>
          <a:xfrm>
            <a:off x="5023310" y="5920923"/>
            <a:ext cx="457140" cy="457140"/>
          </a:xfrm>
          <a:prstGeom prst="rect">
            <a:avLst/>
          </a:prstGeom>
        </p:spPr>
      </p:pic>
      <p:pic>
        <p:nvPicPr>
          <p:cNvPr id="399" name="Graphic 398">
            <a:extLst>
              <a:ext uri="{FF2B5EF4-FFF2-40B4-BE49-F238E27FC236}">
                <a16:creationId xmlns:a16="http://schemas.microsoft.com/office/drawing/2014/main" id="{D4B47603-940F-D6AD-59FB-9CBACAC3EE63}"/>
              </a:ext>
            </a:extLst>
          </p:cNvPr>
          <p:cNvPicPr>
            <a:picLocks noChangeAspect="1"/>
          </p:cNvPicPr>
          <p:nvPr/>
        </p:nvPicPr>
        <p:blipFill>
          <a:blip r:embed="rId121">
            <a:extLst>
              <a:ext uri="{96DAC541-7B7A-43D3-8B79-37D633B846F1}">
                <asvg:svgBlip xmlns:asvg="http://schemas.microsoft.com/office/drawing/2016/SVG/main" r:embed="rId122"/>
              </a:ext>
            </a:extLst>
          </a:blip>
          <a:srcRect/>
          <a:stretch/>
        </p:blipFill>
        <p:spPr>
          <a:xfrm>
            <a:off x="2643508" y="5920923"/>
            <a:ext cx="457140" cy="457140"/>
          </a:xfrm>
          <a:prstGeom prst="rect">
            <a:avLst/>
          </a:prstGeom>
        </p:spPr>
      </p:pic>
      <p:pic>
        <p:nvPicPr>
          <p:cNvPr id="400" name="Graphic 399">
            <a:extLst>
              <a:ext uri="{FF2B5EF4-FFF2-40B4-BE49-F238E27FC236}">
                <a16:creationId xmlns:a16="http://schemas.microsoft.com/office/drawing/2014/main" id="{B7155F69-6D0A-F85C-AEB6-02200678EC32}"/>
              </a:ext>
            </a:extLst>
          </p:cNvPr>
          <p:cNvPicPr>
            <a:picLocks noChangeAspect="1"/>
          </p:cNvPicPr>
          <p:nvPr/>
        </p:nvPicPr>
        <p:blipFill>
          <a:blip r:embed="rId123">
            <a:extLst>
              <a:ext uri="{96DAC541-7B7A-43D3-8B79-37D633B846F1}">
                <asvg:svgBlip xmlns:asvg="http://schemas.microsoft.com/office/drawing/2016/SVG/main" r:embed="rId124"/>
              </a:ext>
            </a:extLst>
          </a:blip>
          <a:srcRect/>
          <a:stretch/>
        </p:blipFill>
        <p:spPr>
          <a:xfrm>
            <a:off x="1453607" y="5920923"/>
            <a:ext cx="457140" cy="457140"/>
          </a:xfrm>
          <a:prstGeom prst="rect">
            <a:avLst/>
          </a:prstGeom>
        </p:spPr>
      </p:pic>
      <p:pic>
        <p:nvPicPr>
          <p:cNvPr id="401" name="Graphic 400">
            <a:extLst>
              <a:ext uri="{FF2B5EF4-FFF2-40B4-BE49-F238E27FC236}">
                <a16:creationId xmlns:a16="http://schemas.microsoft.com/office/drawing/2014/main" id="{8B6AE3AB-FCC9-EC0F-2B1B-B8B765384651}"/>
              </a:ext>
            </a:extLst>
          </p:cNvPr>
          <p:cNvPicPr>
            <a:picLocks noChangeAspect="1"/>
          </p:cNvPicPr>
          <p:nvPr/>
        </p:nvPicPr>
        <p:blipFill>
          <a:blip r:embed="rId125">
            <a:extLst>
              <a:ext uri="{96DAC541-7B7A-43D3-8B79-37D633B846F1}">
                <asvg:svgBlip xmlns:asvg="http://schemas.microsoft.com/office/drawing/2016/SVG/main" r:embed="rId126"/>
              </a:ext>
            </a:extLst>
          </a:blip>
          <a:srcRect/>
          <a:stretch/>
        </p:blipFill>
        <p:spPr>
          <a:xfrm>
            <a:off x="3238459" y="5920923"/>
            <a:ext cx="457140" cy="457140"/>
          </a:xfrm>
          <a:prstGeom prst="rect">
            <a:avLst/>
          </a:prstGeom>
        </p:spPr>
      </p:pic>
      <p:pic>
        <p:nvPicPr>
          <p:cNvPr id="402" name="Graphic 401">
            <a:extLst>
              <a:ext uri="{FF2B5EF4-FFF2-40B4-BE49-F238E27FC236}">
                <a16:creationId xmlns:a16="http://schemas.microsoft.com/office/drawing/2014/main" id="{C3A47872-63B4-9A79-B3DC-A7034C640F93}"/>
              </a:ext>
            </a:extLst>
          </p:cNvPr>
          <p:cNvPicPr>
            <a:picLocks noChangeAspect="1"/>
          </p:cNvPicPr>
          <p:nvPr/>
        </p:nvPicPr>
        <p:blipFill>
          <a:blip r:embed="rId127">
            <a:extLst>
              <a:ext uri="{96DAC541-7B7A-43D3-8B79-37D633B846F1}">
                <asvg:svgBlip xmlns:asvg="http://schemas.microsoft.com/office/drawing/2016/SVG/main" r:embed="rId128"/>
              </a:ext>
            </a:extLst>
          </a:blip>
          <a:srcRect/>
          <a:stretch/>
        </p:blipFill>
        <p:spPr>
          <a:xfrm>
            <a:off x="5618262" y="5920923"/>
            <a:ext cx="457140" cy="457140"/>
          </a:xfrm>
          <a:prstGeom prst="rect">
            <a:avLst/>
          </a:prstGeom>
        </p:spPr>
      </p:pic>
      <p:pic>
        <p:nvPicPr>
          <p:cNvPr id="403" name="Graphic 402">
            <a:extLst>
              <a:ext uri="{FF2B5EF4-FFF2-40B4-BE49-F238E27FC236}">
                <a16:creationId xmlns:a16="http://schemas.microsoft.com/office/drawing/2014/main" id="{E9D54C16-BB3C-D5FE-EB4D-9F804B3E11FB}"/>
              </a:ext>
            </a:extLst>
          </p:cNvPr>
          <p:cNvPicPr>
            <a:picLocks noChangeAspect="1"/>
          </p:cNvPicPr>
          <p:nvPr/>
        </p:nvPicPr>
        <p:blipFill>
          <a:blip r:embed="rId129">
            <a:extLst>
              <a:ext uri="{96DAC541-7B7A-43D3-8B79-37D633B846F1}">
                <asvg:svgBlip xmlns:asvg="http://schemas.microsoft.com/office/drawing/2016/SVG/main" r:embed="rId130"/>
              </a:ext>
            </a:extLst>
          </a:blip>
          <a:srcRect/>
          <a:stretch/>
        </p:blipFill>
        <p:spPr>
          <a:xfrm>
            <a:off x="6213214" y="5920923"/>
            <a:ext cx="457140" cy="457140"/>
          </a:xfrm>
          <a:prstGeom prst="rect">
            <a:avLst/>
          </a:prstGeom>
        </p:spPr>
      </p:pic>
      <p:pic>
        <p:nvPicPr>
          <p:cNvPr id="404" name="Graphic 403">
            <a:extLst>
              <a:ext uri="{FF2B5EF4-FFF2-40B4-BE49-F238E27FC236}">
                <a16:creationId xmlns:a16="http://schemas.microsoft.com/office/drawing/2014/main" id="{2E6811EB-6DB8-9818-78CE-29A379659BF7}"/>
              </a:ext>
            </a:extLst>
          </p:cNvPr>
          <p:cNvPicPr>
            <a:picLocks noChangeAspect="1"/>
          </p:cNvPicPr>
          <p:nvPr/>
        </p:nvPicPr>
        <p:blipFill>
          <a:blip r:embed="rId131"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rcRect/>
          <a:stretch/>
        </p:blipFill>
        <p:spPr>
          <a:xfrm>
            <a:off x="4439106" y="3951469"/>
            <a:ext cx="457140" cy="457140"/>
          </a:xfrm>
          <a:prstGeom prst="rect">
            <a:avLst/>
          </a:prstGeom>
        </p:spPr>
      </p:pic>
      <p:pic>
        <p:nvPicPr>
          <p:cNvPr id="405" name="Graphic 404">
            <a:extLst>
              <a:ext uri="{FF2B5EF4-FFF2-40B4-BE49-F238E27FC236}">
                <a16:creationId xmlns:a16="http://schemas.microsoft.com/office/drawing/2014/main" id="{85B99BE5-9D4C-633B-3738-AC93498F6DE9}"/>
              </a:ext>
            </a:extLst>
          </p:cNvPr>
          <p:cNvPicPr>
            <a:picLocks noChangeAspect="1"/>
          </p:cNvPicPr>
          <p:nvPr/>
        </p:nvPicPr>
        <p:blipFill>
          <a:blip r:embed="rId133">
            <a:extLst>
              <a:ext uri="{96DAC541-7B7A-43D3-8B79-37D633B846F1}">
                <asvg:svgBlip xmlns:asvg="http://schemas.microsoft.com/office/drawing/2016/SVG/main" r:embed="rId134"/>
              </a:ext>
            </a:extLst>
          </a:blip>
          <a:srcRect/>
          <a:stretch/>
        </p:blipFill>
        <p:spPr>
          <a:xfrm>
            <a:off x="3849529" y="3937690"/>
            <a:ext cx="457140" cy="457140"/>
          </a:xfrm>
          <a:prstGeom prst="rect">
            <a:avLst/>
          </a:prstGeom>
        </p:spPr>
      </p:pic>
      <p:pic>
        <p:nvPicPr>
          <p:cNvPr id="406" name="Graphic 405">
            <a:extLst>
              <a:ext uri="{FF2B5EF4-FFF2-40B4-BE49-F238E27FC236}">
                <a16:creationId xmlns:a16="http://schemas.microsoft.com/office/drawing/2014/main" id="{9D33FC26-3207-514C-741F-8C687528DB79}"/>
              </a:ext>
            </a:extLst>
          </p:cNvPr>
          <p:cNvPicPr>
            <a:picLocks noChangeAspect="1"/>
          </p:cNvPicPr>
          <p:nvPr/>
        </p:nvPicPr>
        <p:blipFill>
          <a:blip r:embed="rId135">
            <a:extLst>
              <a:ext uri="{96DAC541-7B7A-43D3-8B79-37D633B846F1}">
                <asvg:svgBlip xmlns:asvg="http://schemas.microsoft.com/office/drawing/2016/SVG/main" r:embed="rId136"/>
              </a:ext>
            </a:extLst>
          </a:blip>
          <a:srcRect/>
          <a:stretch/>
        </p:blipFill>
        <p:spPr>
          <a:xfrm>
            <a:off x="2643508" y="4935666"/>
            <a:ext cx="457140" cy="457140"/>
          </a:xfrm>
          <a:prstGeom prst="rect">
            <a:avLst/>
          </a:prstGeom>
        </p:spPr>
      </p:pic>
      <p:pic>
        <p:nvPicPr>
          <p:cNvPr id="407" name="Graphic 406">
            <a:extLst>
              <a:ext uri="{FF2B5EF4-FFF2-40B4-BE49-F238E27FC236}">
                <a16:creationId xmlns:a16="http://schemas.microsoft.com/office/drawing/2014/main" id="{A81C5B57-536B-F2E1-6C4C-80CD2308180B}"/>
              </a:ext>
            </a:extLst>
          </p:cNvPr>
          <p:cNvPicPr>
            <a:picLocks noChangeAspect="1"/>
          </p:cNvPicPr>
          <p:nvPr/>
        </p:nvPicPr>
        <p:blipFill>
          <a:blip r:embed="rId137">
            <a:extLst>
              <a:ext uri="{96DAC541-7B7A-43D3-8B79-37D633B846F1}">
                <asvg:svgBlip xmlns:asvg="http://schemas.microsoft.com/office/drawing/2016/SVG/main" r:embed="rId138"/>
              </a:ext>
            </a:extLst>
          </a:blip>
          <a:srcRect/>
          <a:stretch/>
        </p:blipFill>
        <p:spPr>
          <a:xfrm>
            <a:off x="4428360" y="4934295"/>
            <a:ext cx="457140" cy="457140"/>
          </a:xfrm>
          <a:prstGeom prst="rect">
            <a:avLst/>
          </a:prstGeom>
        </p:spPr>
      </p:pic>
      <p:pic>
        <p:nvPicPr>
          <p:cNvPr id="408" name="Graphic 407">
            <a:extLst>
              <a:ext uri="{FF2B5EF4-FFF2-40B4-BE49-F238E27FC236}">
                <a16:creationId xmlns:a16="http://schemas.microsoft.com/office/drawing/2014/main" id="{27AE8CFF-E72B-1760-DB7E-A410BAAEB4FB}"/>
              </a:ext>
            </a:extLst>
          </p:cNvPr>
          <p:cNvPicPr>
            <a:picLocks noChangeAspect="1"/>
          </p:cNvPicPr>
          <p:nvPr/>
        </p:nvPicPr>
        <p:blipFill>
          <a:blip r:embed="rId139">
            <a:extLst>
              <a:ext uri="{96DAC541-7B7A-43D3-8B79-37D633B846F1}">
                <asvg:svgBlip xmlns:asvg="http://schemas.microsoft.com/office/drawing/2016/SVG/main" r:embed="rId140"/>
              </a:ext>
            </a:extLst>
          </a:blip>
          <a:srcRect/>
          <a:stretch/>
        </p:blipFill>
        <p:spPr>
          <a:xfrm>
            <a:off x="3833409" y="5920923"/>
            <a:ext cx="457140" cy="457140"/>
          </a:xfrm>
          <a:prstGeom prst="rect">
            <a:avLst/>
          </a:prstGeom>
        </p:spPr>
      </p:pic>
      <p:pic>
        <p:nvPicPr>
          <p:cNvPr id="409" name="Graphic 408">
            <a:extLst>
              <a:ext uri="{FF2B5EF4-FFF2-40B4-BE49-F238E27FC236}">
                <a16:creationId xmlns:a16="http://schemas.microsoft.com/office/drawing/2014/main" id="{7A3B1D59-5E0C-938F-FB4D-28B1A36FA3E4}"/>
              </a:ext>
            </a:extLst>
          </p:cNvPr>
          <p:cNvPicPr>
            <a:picLocks noChangeAspect="1"/>
          </p:cNvPicPr>
          <p:nvPr/>
        </p:nvPicPr>
        <p:blipFill>
          <a:blip r:embed="rId141">
            <a:extLst>
              <a:ext uri="{96DAC541-7B7A-43D3-8B79-37D633B846F1}">
                <asvg:svgBlip xmlns:asvg="http://schemas.microsoft.com/office/drawing/2016/SVG/main" r:embed="rId142"/>
              </a:ext>
            </a:extLst>
          </a:blip>
          <a:srcRect/>
          <a:stretch/>
        </p:blipFill>
        <p:spPr>
          <a:xfrm>
            <a:off x="4428360" y="5920923"/>
            <a:ext cx="457140" cy="457140"/>
          </a:xfrm>
          <a:prstGeom prst="rect">
            <a:avLst/>
          </a:prstGeom>
        </p:spPr>
      </p:pic>
      <p:pic>
        <p:nvPicPr>
          <p:cNvPr id="410" name="Graphic 409">
            <a:extLst>
              <a:ext uri="{FF2B5EF4-FFF2-40B4-BE49-F238E27FC236}">
                <a16:creationId xmlns:a16="http://schemas.microsoft.com/office/drawing/2014/main" id="{2FEDF9C3-6398-831E-086D-EF26C688FDF3}"/>
              </a:ext>
            </a:extLst>
          </p:cNvPr>
          <p:cNvPicPr>
            <a:picLocks noChangeAspect="1"/>
          </p:cNvPicPr>
          <p:nvPr/>
        </p:nvPicPr>
        <p:blipFill>
          <a:blip r:embed="rId143">
            <a:extLst>
              <a:ext uri="{96DAC541-7B7A-43D3-8B79-37D633B846F1}">
                <asvg:svgBlip xmlns:asvg="http://schemas.microsoft.com/office/drawing/2016/SVG/main" r:embed="rId144"/>
              </a:ext>
            </a:extLst>
          </a:blip>
          <a:srcRect/>
          <a:stretch/>
        </p:blipFill>
        <p:spPr>
          <a:xfrm>
            <a:off x="858657" y="5920923"/>
            <a:ext cx="457140" cy="457140"/>
          </a:xfrm>
          <a:prstGeom prst="rect">
            <a:avLst/>
          </a:prstGeom>
        </p:spPr>
      </p:pic>
      <p:sp>
        <p:nvSpPr>
          <p:cNvPr id="411" name="Snowflake Sans">
            <a:extLst>
              <a:ext uri="{FF2B5EF4-FFF2-40B4-BE49-F238E27FC236}">
                <a16:creationId xmlns:a16="http://schemas.microsoft.com/office/drawing/2014/main" id="{11556550-AD6C-0F4E-73E5-370C89E23FD9}"/>
              </a:ext>
            </a:extLst>
          </p:cNvPr>
          <p:cNvSpPr txBox="1"/>
          <p:nvPr/>
        </p:nvSpPr>
        <p:spPr>
          <a:xfrm>
            <a:off x="281132" y="2751158"/>
            <a:ext cx="1396819" cy="138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1800" b="1">
                <a:solidFill>
                  <a:srgbClr val="191919"/>
                </a:solidFill>
                <a:latin typeface="Snowflake Sans Book"/>
                <a:ea typeface="Snowflake Sans Book"/>
                <a:cs typeface="Snowflake Sans Book"/>
                <a:sym typeface="Snowflake Sans Book"/>
              </a:defRPr>
            </a:lvl1pPr>
          </a:lstStyle>
          <a:p>
            <a:r>
              <a:rPr lang="en-US" sz="900" noProof="0">
                <a:latin typeface="Snowflake Sans Medium" panose="020B0505040401040103" pitchFamily="34" charset="0"/>
              </a:rPr>
              <a:t>Strategy</a:t>
            </a:r>
          </a:p>
        </p:txBody>
      </p:sp>
      <p:pic>
        <p:nvPicPr>
          <p:cNvPr id="412" name="Graphic 411">
            <a:extLst>
              <a:ext uri="{FF2B5EF4-FFF2-40B4-BE49-F238E27FC236}">
                <a16:creationId xmlns:a16="http://schemas.microsoft.com/office/drawing/2014/main" id="{B75E5061-8C47-9718-E6F5-571204FA23D8}"/>
              </a:ext>
            </a:extLst>
          </p:cNvPr>
          <p:cNvPicPr>
            <a:picLocks noChangeAspect="1"/>
          </p:cNvPicPr>
          <p:nvPr/>
        </p:nvPicPr>
        <p:blipFill>
          <a:blip r:embed="rId145"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rcRect/>
          <a:stretch/>
        </p:blipFill>
        <p:spPr>
          <a:xfrm>
            <a:off x="2066687" y="2966791"/>
            <a:ext cx="457140" cy="457140"/>
          </a:xfrm>
          <a:prstGeom prst="rect">
            <a:avLst/>
          </a:prstGeom>
        </p:spPr>
      </p:pic>
      <p:pic>
        <p:nvPicPr>
          <p:cNvPr id="413" name="Graphic 412">
            <a:extLst>
              <a:ext uri="{FF2B5EF4-FFF2-40B4-BE49-F238E27FC236}">
                <a16:creationId xmlns:a16="http://schemas.microsoft.com/office/drawing/2014/main" id="{7F295F73-A301-3DF2-3B6E-B293D847F7DF}"/>
              </a:ext>
            </a:extLst>
          </p:cNvPr>
          <p:cNvPicPr>
            <a:picLocks noChangeAspect="1"/>
          </p:cNvPicPr>
          <p:nvPr/>
        </p:nvPicPr>
        <p:blipFill>
          <a:blip r:embed="rId147">
            <a:extLst>
              <a:ext uri="{96DAC541-7B7A-43D3-8B79-37D633B846F1}">
                <asvg:svgBlip xmlns:asvg="http://schemas.microsoft.com/office/drawing/2016/SVG/main" r:embed="rId148"/>
              </a:ext>
            </a:extLst>
          </a:blip>
          <a:srcRect/>
          <a:stretch/>
        </p:blipFill>
        <p:spPr>
          <a:xfrm>
            <a:off x="3257058" y="2966791"/>
            <a:ext cx="457140" cy="457140"/>
          </a:xfrm>
          <a:prstGeom prst="rect">
            <a:avLst/>
          </a:prstGeom>
        </p:spPr>
      </p:pic>
      <p:pic>
        <p:nvPicPr>
          <p:cNvPr id="414" name="Graphic 413">
            <a:extLst>
              <a:ext uri="{FF2B5EF4-FFF2-40B4-BE49-F238E27FC236}">
                <a16:creationId xmlns:a16="http://schemas.microsoft.com/office/drawing/2014/main" id="{7F97C1C4-64FF-536B-E007-25B0BF979178}"/>
              </a:ext>
            </a:extLst>
          </p:cNvPr>
          <p:cNvPicPr>
            <a:picLocks noChangeAspect="1"/>
          </p:cNvPicPr>
          <p:nvPr/>
        </p:nvPicPr>
        <p:blipFill>
          <a:blip r:embed="rId149">
            <a:extLst>
              <a:ext uri="{96DAC541-7B7A-43D3-8B79-37D633B846F1}">
                <asvg:svgBlip xmlns:asvg="http://schemas.microsoft.com/office/drawing/2016/SVG/main" r:embed="rId150"/>
              </a:ext>
            </a:extLst>
          </a:blip>
          <a:srcRect/>
          <a:stretch/>
        </p:blipFill>
        <p:spPr>
          <a:xfrm>
            <a:off x="281132" y="2966791"/>
            <a:ext cx="457140" cy="457140"/>
          </a:xfrm>
          <a:prstGeom prst="rect">
            <a:avLst/>
          </a:prstGeom>
        </p:spPr>
      </p:pic>
      <p:pic>
        <p:nvPicPr>
          <p:cNvPr id="415" name="Graphic 414">
            <a:extLst>
              <a:ext uri="{FF2B5EF4-FFF2-40B4-BE49-F238E27FC236}">
                <a16:creationId xmlns:a16="http://schemas.microsoft.com/office/drawing/2014/main" id="{5EB77AA6-9A51-6F53-330B-11D2319310EF}"/>
              </a:ext>
            </a:extLst>
          </p:cNvPr>
          <p:cNvPicPr>
            <a:picLocks noChangeAspect="1"/>
          </p:cNvPicPr>
          <p:nvPr/>
        </p:nvPicPr>
        <p:blipFill>
          <a:blip r:embed="rId151">
            <a:extLst>
              <a:ext uri="{96DAC541-7B7A-43D3-8B79-37D633B846F1}">
                <asvg:svgBlip xmlns:asvg="http://schemas.microsoft.com/office/drawing/2016/SVG/main" r:embed="rId152"/>
              </a:ext>
            </a:extLst>
          </a:blip>
          <a:srcRect/>
          <a:stretch/>
        </p:blipFill>
        <p:spPr>
          <a:xfrm>
            <a:off x="2661872" y="2966791"/>
            <a:ext cx="457140" cy="457140"/>
          </a:xfrm>
          <a:prstGeom prst="rect">
            <a:avLst/>
          </a:prstGeom>
        </p:spPr>
      </p:pic>
      <p:pic>
        <p:nvPicPr>
          <p:cNvPr id="416" name="Graphic 415">
            <a:extLst>
              <a:ext uri="{FF2B5EF4-FFF2-40B4-BE49-F238E27FC236}">
                <a16:creationId xmlns:a16="http://schemas.microsoft.com/office/drawing/2014/main" id="{73D1DD0A-E5F9-BC41-08D8-FEACC9F3BA01}"/>
              </a:ext>
            </a:extLst>
          </p:cNvPr>
          <p:cNvPicPr>
            <a:picLocks noChangeAspect="1"/>
          </p:cNvPicPr>
          <p:nvPr/>
        </p:nvPicPr>
        <p:blipFill>
          <a:blip r:embed="rId153">
            <a:extLst>
              <a:ext uri="{96DAC541-7B7A-43D3-8B79-37D633B846F1}">
                <asvg:svgBlip xmlns:asvg="http://schemas.microsoft.com/office/drawing/2016/SVG/main" r:embed="rId154"/>
              </a:ext>
            </a:extLst>
          </a:blip>
          <a:srcRect/>
          <a:stretch/>
        </p:blipFill>
        <p:spPr>
          <a:xfrm>
            <a:off x="876317" y="2966791"/>
            <a:ext cx="457140" cy="457140"/>
          </a:xfrm>
          <a:prstGeom prst="rect">
            <a:avLst/>
          </a:prstGeom>
        </p:spPr>
      </p:pic>
      <p:pic>
        <p:nvPicPr>
          <p:cNvPr id="417" name="Graphic 416">
            <a:extLst>
              <a:ext uri="{FF2B5EF4-FFF2-40B4-BE49-F238E27FC236}">
                <a16:creationId xmlns:a16="http://schemas.microsoft.com/office/drawing/2014/main" id="{0559C078-B6EF-A97D-50D0-3E6558B10F0A}"/>
              </a:ext>
            </a:extLst>
          </p:cNvPr>
          <p:cNvPicPr>
            <a:picLocks noChangeAspect="1"/>
          </p:cNvPicPr>
          <p:nvPr/>
        </p:nvPicPr>
        <p:blipFill>
          <a:blip r:embed="rId155">
            <a:extLst>
              <a:ext uri="{96DAC541-7B7A-43D3-8B79-37D633B846F1}">
                <asvg:svgBlip xmlns:asvg="http://schemas.microsoft.com/office/drawing/2016/SVG/main" r:embed="rId156"/>
              </a:ext>
            </a:extLst>
          </a:blip>
          <a:srcRect/>
          <a:stretch/>
        </p:blipFill>
        <p:spPr>
          <a:xfrm>
            <a:off x="1471502" y="2966791"/>
            <a:ext cx="457140" cy="457140"/>
          </a:xfrm>
          <a:prstGeom prst="rect">
            <a:avLst/>
          </a:prstGeom>
        </p:spPr>
      </p:pic>
      <p:sp>
        <p:nvSpPr>
          <p:cNvPr id="418" name="Text Placeholder 2">
            <a:extLst>
              <a:ext uri="{FF2B5EF4-FFF2-40B4-BE49-F238E27FC236}">
                <a16:creationId xmlns:a16="http://schemas.microsoft.com/office/drawing/2014/main" id="{A496E39A-F85B-5294-2E8D-0038BC60F0D0}"/>
              </a:ext>
            </a:extLst>
          </p:cNvPr>
          <p:cNvSpPr txBox="1">
            <a:spLocks/>
          </p:cNvSpPr>
          <p:nvPr/>
        </p:nvSpPr>
        <p:spPr>
          <a:xfrm>
            <a:off x="8220158" y="708379"/>
            <a:ext cx="3709145" cy="649203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="0" i="0" kern="1200">
                <a:solidFill>
                  <a:schemeClr val="tx1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tx1"/>
                </a:solidFill>
                <a:latin typeface="Snowflake Sans Medium" panose="020B05050404010401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>
                <a:latin typeface="+mj-lt"/>
              </a:rPr>
              <a:t>Download all icons </a:t>
            </a:r>
            <a:r>
              <a:rPr lang="en-US" noProof="0"/>
              <a:t>(SVG, .EPS, .AI, .PNG, .JPG) </a:t>
            </a:r>
            <a:r>
              <a:rPr lang="en-US" u="sng" noProof="0">
                <a:latin typeface="+mj-lt"/>
                <a:hlinkClick r:id="rId157"/>
              </a:rPr>
              <a:t>[LINK]</a:t>
            </a:r>
            <a:endParaRPr lang="en-US" noProof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43008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E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7A9C9-578A-D929-C7C8-2CB4549F7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AB94D69-D0D1-AACC-5C6F-EB10D40EB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Image Cover </a:t>
            </a:r>
            <a:br>
              <a:rPr lang="en-US" noProof="0"/>
            </a:br>
            <a:r>
              <a:rPr lang="en-US" noProof="0"/>
              <a:t>Slide Options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9BAAC6-2AE7-6AF0-E996-650C6E53178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2766" y="4389438"/>
            <a:ext cx="8680450" cy="330860"/>
          </a:xfrm>
        </p:spPr>
        <p:txBody>
          <a:bodyPr/>
          <a:lstStyle/>
          <a:p>
            <a:pPr marL="0" indent="0">
              <a:buNone/>
            </a:pPr>
            <a:r>
              <a:rPr lang="en-US" noProof="0"/>
              <a:t>Delete this section and its slides, when your presentation is ready</a:t>
            </a:r>
          </a:p>
        </p:txBody>
      </p:sp>
    </p:spTree>
    <p:extLst>
      <p:ext uri="{BB962C8B-B14F-4D97-AF65-F5344CB8AC3E}">
        <p14:creationId xmlns:p14="http://schemas.microsoft.com/office/powerpoint/2010/main" val="4056485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F9700-78CF-7B8C-649E-0F36275A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54061"/>
            <a:ext cx="8676939" cy="3770263"/>
          </a:xfrm>
        </p:spPr>
        <p:txBody>
          <a:bodyPr/>
          <a:lstStyle/>
          <a:p>
            <a:r>
              <a:rPr lang="en-US"/>
              <a:t>Title Of Your Presentation Goes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C38EAE-BFE2-5629-A3D5-9B9014B34C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862" y="6450940"/>
            <a:ext cx="2009094" cy="330860"/>
          </a:xfrm>
        </p:spPr>
        <p:txBody>
          <a:bodyPr/>
          <a:lstStyle/>
          <a:p>
            <a:r>
              <a:rPr lang="en-US" noProof="0"/>
              <a:t>30 </a:t>
            </a:r>
            <a:r>
              <a:rPr lang="en-US"/>
              <a:t>J</a:t>
            </a:r>
            <a:r>
              <a:rPr lang="en-US" noProof="0"/>
              <a:t>an 2026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39FEA-462D-9032-95D3-EFE3A348E8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05641" y="6450940"/>
            <a:ext cx="2009094" cy="330860"/>
          </a:xfrm>
        </p:spPr>
        <p:txBody>
          <a:bodyPr/>
          <a:lstStyle/>
          <a:p>
            <a:r>
              <a:rPr lang="en-US" noProof="0"/>
              <a:t>Version 1.0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53A1DC0-3FC7-4333-466C-E9FF8E796F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6421" y="6450940"/>
            <a:ext cx="4377554" cy="330860"/>
          </a:xfrm>
        </p:spPr>
        <p:txBody>
          <a:bodyPr/>
          <a:lstStyle/>
          <a:p>
            <a:r>
              <a:rPr lang="en-US"/>
              <a:t>Client Name</a:t>
            </a:r>
          </a:p>
        </p:txBody>
      </p:sp>
    </p:spTree>
    <p:extLst>
      <p:ext uri="{BB962C8B-B14F-4D97-AF65-F5344CB8AC3E}">
        <p14:creationId xmlns:p14="http://schemas.microsoft.com/office/powerpoint/2010/main" val="35646437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F9700-78CF-7B8C-649E-0F36275A7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54061"/>
            <a:ext cx="8676939" cy="3770263"/>
          </a:xfrm>
        </p:spPr>
        <p:txBody>
          <a:bodyPr/>
          <a:lstStyle/>
          <a:p>
            <a:r>
              <a:rPr lang="en-US"/>
              <a:t>Title Of Your Presentation Goes Here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C38EAE-BFE2-5629-A3D5-9B9014B34C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4862" y="6450940"/>
            <a:ext cx="2009094" cy="330860"/>
          </a:xfrm>
        </p:spPr>
        <p:txBody>
          <a:bodyPr/>
          <a:lstStyle/>
          <a:p>
            <a:r>
              <a:rPr lang="en-US" noProof="0"/>
              <a:t>12 Dec 2025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E939FEA-462D-9032-95D3-EFE3A348E8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405641" y="6450940"/>
            <a:ext cx="2009094" cy="330860"/>
          </a:xfrm>
        </p:spPr>
        <p:txBody>
          <a:bodyPr/>
          <a:lstStyle/>
          <a:p>
            <a:r>
              <a:rPr lang="en-US" noProof="0"/>
              <a:t>Version 1.0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A6A2A55-6BC0-7327-113F-DAA78335D11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6421" y="6450940"/>
            <a:ext cx="4377554" cy="330860"/>
          </a:xfrm>
        </p:spPr>
        <p:txBody>
          <a:bodyPr/>
          <a:lstStyle/>
          <a:p>
            <a:r>
              <a:rPr lang="en-US"/>
              <a:t>Client Name</a:t>
            </a:r>
          </a:p>
        </p:txBody>
      </p:sp>
    </p:spTree>
    <p:extLst>
      <p:ext uri="{BB962C8B-B14F-4D97-AF65-F5344CB8AC3E}">
        <p14:creationId xmlns:p14="http://schemas.microsoft.com/office/powerpoint/2010/main" val="2570439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E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15B62D-BF80-D3CB-0524-1A0F9C96E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CE732EC-F9C2-6130-9E57-78CC5F9BF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Section Divider</a:t>
            </a:r>
            <a:br>
              <a:rPr lang="en-US" noProof="0"/>
            </a:br>
            <a:r>
              <a:rPr lang="en-US" noProof="0"/>
              <a:t>Slide Options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35452E-0F49-A000-5BA4-5D2AF0E6066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2766" y="4389438"/>
            <a:ext cx="8680450" cy="330860"/>
          </a:xfrm>
        </p:spPr>
        <p:txBody>
          <a:bodyPr/>
          <a:lstStyle/>
          <a:p>
            <a:pPr marL="0" indent="0">
              <a:buNone/>
            </a:pPr>
            <a:r>
              <a:rPr lang="en-US" noProof="0"/>
              <a:t>Delete this section and its slides, when your presentation is ready</a:t>
            </a:r>
          </a:p>
        </p:txBody>
      </p:sp>
    </p:spTree>
    <p:extLst>
      <p:ext uri="{BB962C8B-B14F-4D97-AF65-F5344CB8AC3E}">
        <p14:creationId xmlns:p14="http://schemas.microsoft.com/office/powerpoint/2010/main" val="4158609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558728-D90F-27A6-130D-AF5FB231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Divider Section Heading Goes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4CB221-BA3C-36AE-BA95-3B83806508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22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B4C51-1A02-B52E-ACB3-2285D697B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Divider Section Heading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14BA2E-7B0B-5634-CC54-7C863D40EA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99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558728-D90F-27A6-130D-AF5FB231C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2720868"/>
            <a:ext cx="9670585" cy="1624804"/>
          </a:xfrm>
        </p:spPr>
        <p:txBody>
          <a:bodyPr/>
          <a:lstStyle/>
          <a:p>
            <a:r>
              <a:rPr lang="en-US"/>
              <a:t>Divider Section Heading Goes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1343AE-5AF8-8FF1-F85E-6B08CD3FEF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1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E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170CBC-CB67-1068-FBD0-B257E9147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0DCC0C6-4099-5974-5934-A4C6A160A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Intro and Agenda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AC1C28-5282-6422-53D6-F7CAAAB3ED3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62766" y="4389438"/>
            <a:ext cx="9674225" cy="330860"/>
          </a:xfrm>
        </p:spPr>
        <p:txBody>
          <a:bodyPr/>
          <a:lstStyle/>
          <a:p>
            <a:pPr marL="0" indent="0">
              <a:buNone/>
            </a:pPr>
            <a:r>
              <a:rPr lang="en-US" noProof="0"/>
              <a:t>Delete this section and its slides, when your presentation is ready</a:t>
            </a:r>
          </a:p>
        </p:txBody>
      </p:sp>
    </p:spTree>
    <p:extLst>
      <p:ext uri="{BB962C8B-B14F-4D97-AF65-F5344CB8AC3E}">
        <p14:creationId xmlns:p14="http://schemas.microsoft.com/office/powerpoint/2010/main" val="4109570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FABA2C-4AF8-E93D-BF14-C51E7EFAC8CF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F62DA06-AE22-383B-DEE6-3BA867CEB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9734E1-4101-0034-A89E-9BD8E8135E7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248025" y="3437475"/>
            <a:ext cx="7950200" cy="2915391"/>
          </a:xfrm>
        </p:spPr>
        <p:txBody>
          <a:bodyPr/>
          <a:lstStyle/>
          <a:p>
            <a:r>
              <a:rPr lang="en-US" b="1"/>
              <a:t>01 </a:t>
            </a:r>
            <a:r>
              <a:rPr lang="en-US"/>
              <a:t>Section Title</a:t>
            </a:r>
          </a:p>
          <a:p>
            <a:r>
              <a:rPr lang="en-US" b="1"/>
              <a:t>02 </a:t>
            </a:r>
            <a:r>
              <a:rPr lang="en-US"/>
              <a:t>Section Title</a:t>
            </a:r>
          </a:p>
          <a:p>
            <a:r>
              <a:rPr lang="en-US" b="1"/>
              <a:t>03 </a:t>
            </a:r>
            <a:r>
              <a:rPr lang="en-US"/>
              <a:t>Section Title</a:t>
            </a:r>
          </a:p>
          <a:p>
            <a:r>
              <a:rPr lang="en-US" b="1"/>
              <a:t>04 </a:t>
            </a:r>
            <a:r>
              <a:rPr lang="en-US"/>
              <a:t>Section Title</a:t>
            </a:r>
          </a:p>
          <a:p>
            <a:endParaRPr lang="en-US" b="1"/>
          </a:p>
          <a:p>
            <a:endParaRPr lang="en-US" b="1"/>
          </a:p>
          <a:p>
            <a:r>
              <a:rPr lang="en-US" b="1"/>
              <a:t>05 </a:t>
            </a:r>
            <a:r>
              <a:rPr lang="en-US"/>
              <a:t>Section Title</a:t>
            </a:r>
          </a:p>
          <a:p>
            <a:r>
              <a:rPr lang="en-US" b="1"/>
              <a:t>06 </a:t>
            </a:r>
            <a:r>
              <a:rPr lang="en-US"/>
              <a:t>Section Title</a:t>
            </a:r>
          </a:p>
          <a:p>
            <a:r>
              <a:rPr lang="en-US" b="1"/>
              <a:t>07 </a:t>
            </a:r>
            <a:r>
              <a:rPr lang="en-US"/>
              <a:t>Section Title</a:t>
            </a:r>
          </a:p>
          <a:p>
            <a:r>
              <a:rPr lang="en-US" b="1"/>
              <a:t>08 </a:t>
            </a:r>
            <a:r>
              <a:rPr lang="en-US"/>
              <a:t>Section Title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421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90049076-454B-9695-1F96-B0C1833141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4189FCCC-F2FE-A534-ED5C-7E816BEC85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9653AE16-9611-D785-8F2B-614DECDCBBA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359B78CA-6581-5AAD-1C86-6DF15B1CDC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60C31928-9FAB-EDED-F47C-5E2841A9DB7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8CF03B6-BB73-4DC8-F738-B8A39FF6007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B70D6822-3189-985E-6775-D51A621F7BA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F4767BF1-462B-4F9F-C713-2723413CC59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C1CADA3E-3F36-095B-B0B2-34D32F4A127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974582" y="4294655"/>
            <a:ext cx="1261781" cy="198516"/>
          </a:xfrm>
        </p:spPr>
        <p:txBody>
          <a:bodyPr/>
          <a:lstStyle/>
          <a:p>
            <a:r>
              <a:rPr lang="en-US" noProof="0"/>
              <a:t>Team Member 1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A8537261-8034-A06F-9310-73C877BC7A9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974582" y="4504827"/>
            <a:ext cx="1261781" cy="148887"/>
          </a:xfrm>
        </p:spPr>
        <p:txBody>
          <a:bodyPr/>
          <a:lstStyle/>
          <a:p>
            <a:r>
              <a:rPr lang="en-US" noProof="0"/>
              <a:t>Job Title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BEEE2DB9-6D29-75D2-0839-3A2F7257E03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961197" y="4294655"/>
            <a:ext cx="1261781" cy="198516"/>
          </a:xfrm>
        </p:spPr>
        <p:txBody>
          <a:bodyPr/>
          <a:lstStyle/>
          <a:p>
            <a:r>
              <a:rPr lang="en-US" noProof="0"/>
              <a:t>Team Member 2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12DE5116-E189-C3C6-4DA7-118F06A67B7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961197" y="4504827"/>
            <a:ext cx="1261781" cy="148887"/>
          </a:xfrm>
        </p:spPr>
        <p:txBody>
          <a:bodyPr/>
          <a:lstStyle/>
          <a:p>
            <a:r>
              <a:rPr lang="en-US" noProof="0"/>
              <a:t>Job Title</a:t>
            </a:r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ABC1241F-8026-0F00-79F4-4487AF29403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7956011" y="4294654"/>
            <a:ext cx="1261781" cy="198516"/>
          </a:xfrm>
        </p:spPr>
        <p:txBody>
          <a:bodyPr/>
          <a:lstStyle/>
          <a:p>
            <a:r>
              <a:rPr lang="en-US" noProof="0"/>
              <a:t>Team Member 3</a:t>
            </a:r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BF92E8D7-0FE5-2B99-62E9-248D7FBB76A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956011" y="4504827"/>
            <a:ext cx="1261781" cy="148887"/>
          </a:xfrm>
        </p:spPr>
        <p:txBody>
          <a:bodyPr/>
          <a:lstStyle/>
          <a:p>
            <a:r>
              <a:rPr lang="en-US" noProof="0"/>
              <a:t>Job Title</a:t>
            </a:r>
          </a:p>
        </p:txBody>
      </p:sp>
      <p:sp>
        <p:nvSpPr>
          <p:cNvPr id="67" name="Text Placeholder 66">
            <a:extLst>
              <a:ext uri="{FF2B5EF4-FFF2-40B4-BE49-F238E27FC236}">
                <a16:creationId xmlns:a16="http://schemas.microsoft.com/office/drawing/2014/main" id="{B644132D-65CD-B405-A019-EC40B2AF7A5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942626" y="4294655"/>
            <a:ext cx="1261781" cy="198516"/>
          </a:xfrm>
        </p:spPr>
        <p:txBody>
          <a:bodyPr/>
          <a:lstStyle/>
          <a:p>
            <a:r>
              <a:rPr lang="en-US" noProof="0"/>
              <a:t>Team Member 4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5F812513-063C-2651-8C66-2320B5B4AA24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942626" y="4504827"/>
            <a:ext cx="1261781" cy="148887"/>
          </a:xfrm>
        </p:spPr>
        <p:txBody>
          <a:bodyPr/>
          <a:lstStyle/>
          <a:p>
            <a:r>
              <a:rPr lang="en-US" noProof="0"/>
              <a:t>Job Title</a:t>
            </a:r>
          </a:p>
        </p:txBody>
      </p:sp>
      <p:sp>
        <p:nvSpPr>
          <p:cNvPr id="69" name="Text Placeholder 68">
            <a:extLst>
              <a:ext uri="{FF2B5EF4-FFF2-40B4-BE49-F238E27FC236}">
                <a16:creationId xmlns:a16="http://schemas.microsoft.com/office/drawing/2014/main" id="{FE79F0F0-44EA-D2AD-D075-4FAC5876B31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3974582" y="6142705"/>
            <a:ext cx="1261781" cy="198516"/>
          </a:xfrm>
        </p:spPr>
        <p:txBody>
          <a:bodyPr/>
          <a:lstStyle/>
          <a:p>
            <a:r>
              <a:rPr lang="en-US" noProof="0"/>
              <a:t>Team Member 5</a:t>
            </a:r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1171203C-0AA9-FB8A-042E-42EB0781BF0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3974582" y="6352877"/>
            <a:ext cx="1261781" cy="148887"/>
          </a:xfrm>
        </p:spPr>
        <p:txBody>
          <a:bodyPr/>
          <a:lstStyle/>
          <a:p>
            <a:r>
              <a:rPr lang="en-US" noProof="0"/>
              <a:t>Job Title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B642341D-9AF9-91FC-5D82-CF8430AF035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961197" y="6142705"/>
            <a:ext cx="1261781" cy="198516"/>
          </a:xfrm>
        </p:spPr>
        <p:txBody>
          <a:bodyPr/>
          <a:lstStyle/>
          <a:p>
            <a:r>
              <a:rPr lang="en-US" noProof="0"/>
              <a:t>Team Member 6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13137D14-DF27-48DE-C8CB-BA6805C3E74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961197" y="6352877"/>
            <a:ext cx="1261781" cy="148887"/>
          </a:xfrm>
        </p:spPr>
        <p:txBody>
          <a:bodyPr/>
          <a:lstStyle/>
          <a:p>
            <a:r>
              <a:rPr lang="en-US" noProof="0"/>
              <a:t>Job Title</a:t>
            </a:r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C00DAA44-6E05-9215-E00A-D33E845F08A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956011" y="6142704"/>
            <a:ext cx="1261781" cy="198516"/>
          </a:xfrm>
        </p:spPr>
        <p:txBody>
          <a:bodyPr/>
          <a:lstStyle/>
          <a:p>
            <a:r>
              <a:rPr lang="en-US" noProof="0"/>
              <a:t>Team Member 7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6FB04F7-19ED-4AAF-8D77-61B7A8CBC50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7956011" y="6352877"/>
            <a:ext cx="1261781" cy="148887"/>
          </a:xfrm>
        </p:spPr>
        <p:txBody>
          <a:bodyPr/>
          <a:lstStyle/>
          <a:p>
            <a:r>
              <a:rPr lang="en-US" noProof="0"/>
              <a:t>Job Title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54F501D7-A852-5EE9-9BD4-980D0CCC573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D27BF5-B8F4-5A6C-229D-B08B50C1638C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718826-A258-7209-C538-E63850E3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868" y="2265811"/>
            <a:ext cx="6713600" cy="837152"/>
          </a:xfrm>
        </p:spPr>
        <p:txBody>
          <a:bodyPr/>
          <a:lstStyle/>
          <a:p>
            <a:r>
              <a:rPr lang="en-US" noProof="0"/>
              <a:t>Our Team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75C5F-B9B6-7D76-85E0-575151D6F4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22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44155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E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201A84-0669-51A7-B206-E2C8D8D14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CA0BF4-D7B5-40D7-55F0-1FFD9B24E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Interior Slides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7A6255-BF02-F204-75E1-96894C18E9A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00866" y="4389438"/>
            <a:ext cx="9674225" cy="330860"/>
          </a:xfrm>
        </p:spPr>
        <p:txBody>
          <a:bodyPr/>
          <a:lstStyle/>
          <a:p>
            <a:pPr marL="0" indent="0">
              <a:buNone/>
            </a:pPr>
            <a:r>
              <a:rPr lang="en-US" noProof="0"/>
              <a:t>Delete this section and its slides, when your presentation is ready</a:t>
            </a:r>
          </a:p>
        </p:txBody>
      </p:sp>
    </p:spTree>
    <p:extLst>
      <p:ext uri="{BB962C8B-B14F-4D97-AF65-F5344CB8AC3E}">
        <p14:creationId xmlns:p14="http://schemas.microsoft.com/office/powerpoint/2010/main" val="1680266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D7F0CB-4AAD-4FEC-24C2-15854EF5F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679720"/>
            <a:ext cx="11663396" cy="1625060"/>
          </a:xfrm>
        </p:spPr>
        <p:txBody>
          <a:bodyPr/>
          <a:lstStyle/>
          <a:p>
            <a:r>
              <a:rPr lang="en-US" noProof="0"/>
              <a:t>Large Headline </a:t>
            </a:r>
            <a:br>
              <a:rPr lang="en-US" noProof="0"/>
            </a:br>
            <a:r>
              <a:rPr lang="en-US" noProof="0"/>
              <a:t>Goes Here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04AF70-0DDF-0470-389B-B073837EB36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62766" y="2536677"/>
            <a:ext cx="8682495" cy="1449115"/>
          </a:xfrm>
        </p:spPr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</a:t>
            </a:r>
          </a:p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C79AD-5D19-E2A0-E3F0-9DB6C71DDE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24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75079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D37CC8C-08D3-CAC7-5D64-3BAF1D49DFC9}"/>
              </a:ext>
            </a:extLst>
          </p:cNvPr>
          <p:cNvSpPr txBox="1">
            <a:spLocks/>
          </p:cNvSpPr>
          <p:nvPr/>
        </p:nvSpPr>
        <p:spPr>
          <a:xfrm>
            <a:off x="11386954" y="168260"/>
            <a:ext cx="528766" cy="36507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2"/>
                </a:solidFill>
                <a:latin typeface="Snowflake Sans Book" panose="020B0505040401040103" pitchFamily="34" charset="0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F63A3B-78C7-47BE-AE5E-E10140E04643}" type="slidenum">
              <a:rPr lang="en-US" sz="900" noProof="0">
                <a:solidFill>
                  <a:schemeClr val="bg1"/>
                </a:solidFill>
              </a:rPr>
              <a:pPr/>
              <a:t>25</a:t>
            </a:fld>
            <a:endParaRPr lang="en-US" sz="900" noProof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084B70-F308-74C7-D1BF-29B56A1681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noProof="0" smtClean="0"/>
              <a:pPr/>
              <a:t>25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18855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21258240-B5F7-AF35-60EE-9535BB10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110" y="748128"/>
            <a:ext cx="11659822" cy="284693"/>
          </a:xfrm>
        </p:spPr>
        <p:txBody>
          <a:bodyPr/>
          <a:lstStyle/>
          <a:p>
            <a:r>
              <a:rPr lang="en-US" noProof="0"/>
              <a:t>Header no content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3E397D-3DDE-7241-5C11-4CF94AA0E8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F63A3B-78C7-47BE-AE5E-E10140E04643}" type="slidenum">
              <a:rPr lang="en-US" noProof="0" smtClean="0"/>
              <a:pPr/>
              <a:t>26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349297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CD66F7-FD06-B202-4E35-9284DD4076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27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B47592-41A1-3017-B6DE-2D6FF25BA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11658669" cy="284694"/>
          </a:xfrm>
        </p:spPr>
        <p:txBody>
          <a:bodyPr/>
          <a:lstStyle/>
          <a:p>
            <a:r>
              <a:rPr lang="en-US" noProof="0"/>
              <a:t>Header no content </a:t>
            </a:r>
          </a:p>
        </p:txBody>
      </p:sp>
    </p:spTree>
    <p:extLst>
      <p:ext uri="{BB962C8B-B14F-4D97-AF65-F5344CB8AC3E}">
        <p14:creationId xmlns:p14="http://schemas.microsoft.com/office/powerpoint/2010/main" val="2027118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8653A-91CC-3961-2173-A58673EB7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28</a:t>
            </a:fld>
            <a:endParaRPr lang="en-US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AEC733C-AD2D-E8B1-7A80-867AAA62075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4702357" cy="605935"/>
          </a:xfrm>
        </p:spPr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1258240-B5F7-AF35-60EE-9535BB10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3707917" cy="284694"/>
          </a:xfrm>
        </p:spPr>
        <p:txBody>
          <a:bodyPr/>
          <a:lstStyle/>
          <a:p>
            <a:r>
              <a:rPr lang="en-US"/>
              <a:t>Header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479692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AEC733C-AD2D-E8B1-7A80-867AAA620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63525" y="1725613"/>
            <a:ext cx="7691438" cy="4357603"/>
          </a:xfrm>
        </p:spPr>
        <p:txBody>
          <a:bodyPr/>
          <a:lstStyle/>
          <a:p>
            <a:r>
              <a:rPr lang="en-US" b="1" noProof="0"/>
              <a:t>Text box with or without bullets. Text supports bold formatting </a:t>
            </a:r>
            <a:r>
              <a:rPr lang="en-US" noProof="0"/>
              <a:t>and can also be resized to 16.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</a:t>
            </a:r>
          </a:p>
          <a:p>
            <a:pPr marL="0" indent="0">
              <a:buNone/>
            </a:pPr>
            <a:endParaRPr lang="en-US" noProof="0"/>
          </a:p>
          <a:p>
            <a:pPr marL="0" indent="0">
              <a:buNone/>
            </a:pPr>
            <a:r>
              <a:rPr lang="en-US" b="1" noProof="0"/>
              <a:t>Bullet list:</a:t>
            </a:r>
          </a:p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 </a:t>
            </a:r>
            <a:r>
              <a:rPr lang="en-US" noProof="0" err="1"/>
              <a:t>consectetur</a:t>
            </a:r>
            <a:endParaRPr lang="en-US" noProof="0"/>
          </a:p>
          <a:p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 sed do </a:t>
            </a:r>
            <a:r>
              <a:rPr lang="en-US" noProof="0" err="1"/>
              <a:t>eiusmod</a:t>
            </a:r>
            <a:endParaRPr lang="en-US" noProof="0"/>
          </a:p>
          <a:p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8F433C-7A25-6C8D-6161-8BF9584D97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29</a:t>
            </a:fld>
            <a:endParaRPr lang="en-US" noProof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1258240-B5F7-AF35-60EE-9535BB10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7683293" cy="561692"/>
          </a:xfrm>
        </p:spPr>
        <p:txBody>
          <a:bodyPr/>
          <a:lstStyle/>
          <a:p>
            <a:r>
              <a:rPr lang="en-US"/>
              <a:t>Header, </a:t>
            </a:r>
            <a:r>
              <a:rPr lang="en-US" noProof="0"/>
              <a:t>content can contain bullets and wrap over two lines</a:t>
            </a:r>
          </a:p>
        </p:txBody>
      </p:sp>
    </p:spTree>
    <p:extLst>
      <p:ext uri="{BB962C8B-B14F-4D97-AF65-F5344CB8AC3E}">
        <p14:creationId xmlns:p14="http://schemas.microsoft.com/office/powerpoint/2010/main" val="22601178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AEC733C-AD2D-E8B1-7A80-867AAA620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63525" y="1725613"/>
            <a:ext cx="6697663" cy="2362185"/>
          </a:xfrm>
        </p:spPr>
        <p:txBody>
          <a:bodyPr/>
          <a:lstStyle/>
          <a:p>
            <a:r>
              <a:rPr lang="en-US" b="1" noProof="0"/>
              <a:t>Text box with or without bullets. Text supports bold formatting </a:t>
            </a:r>
            <a:r>
              <a:rPr lang="en-US" noProof="0"/>
              <a:t>and can also be resized to 16.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55706A3-1391-2C77-A793-9215B5031FA8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DBD882-9FC4-D6DF-0B4F-451A099C54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30</a:t>
            </a:fld>
            <a:endParaRPr lang="en-US" noProof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1258240-B5F7-AF35-60EE-9535BB10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7683293" cy="284694"/>
          </a:xfrm>
        </p:spPr>
        <p:txBody>
          <a:bodyPr/>
          <a:lstStyle/>
          <a:p>
            <a:r>
              <a:rPr lang="en-US"/>
              <a:t>Header, </a:t>
            </a:r>
            <a:r>
              <a:rPr lang="en-US" noProof="0"/>
              <a:t>content &amp; image</a:t>
            </a:r>
          </a:p>
        </p:txBody>
      </p:sp>
    </p:spTree>
    <p:extLst>
      <p:ext uri="{BB962C8B-B14F-4D97-AF65-F5344CB8AC3E}">
        <p14:creationId xmlns:p14="http://schemas.microsoft.com/office/powerpoint/2010/main" val="27171949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00E135-C0D3-7FB9-A921-3FB15B5EA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31</a:t>
            </a:fld>
            <a:endParaRPr lang="en-US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AEC733C-AD2D-E8B1-7A80-867AAA620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62766" y="1725613"/>
            <a:ext cx="5704582" cy="4865687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Text box with or without bullets.</a:t>
            </a:r>
            <a:br>
              <a:rPr lang="en-US" b="1"/>
            </a:br>
            <a:r>
              <a:rPr lang="en-US"/>
              <a:t>Text supports </a:t>
            </a:r>
            <a:r>
              <a:rPr lang="en-US" b="1"/>
              <a:t>bold</a:t>
            </a:r>
            <a:r>
              <a:rPr lang="en-US"/>
              <a:t> formatting and can also be resized to 16.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Subhead:</a:t>
            </a:r>
          </a:p>
          <a:p>
            <a:r>
              <a:rPr lang="en-US"/>
              <a:t>Lorem</a:t>
            </a:r>
          </a:p>
          <a:p>
            <a:r>
              <a:rPr lang="en-US"/>
              <a:t>Ipsum</a:t>
            </a:r>
          </a:p>
          <a:p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endParaRPr lang="en-US"/>
          </a:p>
          <a:p>
            <a:r>
              <a:rPr lang="en-US"/>
              <a:t>Elit sed do </a:t>
            </a:r>
            <a:r>
              <a:rPr lang="en-US" err="1"/>
              <a:t>eiusmod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1258240-B5F7-AF35-60EE-9535BB10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7683293" cy="284694"/>
          </a:xfrm>
        </p:spPr>
        <p:txBody>
          <a:bodyPr/>
          <a:lstStyle/>
          <a:p>
            <a:r>
              <a:rPr lang="en-US"/>
              <a:t>Header, </a:t>
            </a:r>
            <a:r>
              <a:rPr lang="en-US" noProof="0"/>
              <a:t>2 column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6AE11F-4E3D-3F61-C936-5F7315FC99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29332" y="1725613"/>
            <a:ext cx="5704582" cy="4865687"/>
          </a:xfrm>
        </p:spPr>
        <p:txBody>
          <a:bodyPr/>
          <a:lstStyle/>
          <a:p>
            <a:r>
              <a:rPr lang="en-US" noProof="0" err="1"/>
              <a:t>Excepteur</a:t>
            </a:r>
            <a:r>
              <a:rPr lang="en-US" noProof="0"/>
              <a:t> </a:t>
            </a:r>
            <a:r>
              <a:rPr lang="en-US" noProof="0" err="1"/>
              <a:t>sint</a:t>
            </a:r>
            <a:r>
              <a:rPr lang="en-US" noProof="0"/>
              <a:t> </a:t>
            </a:r>
            <a:r>
              <a:rPr lang="en-US" noProof="0" err="1"/>
              <a:t>occaecat</a:t>
            </a:r>
            <a:r>
              <a:rPr lang="en-US" noProof="0"/>
              <a:t> </a:t>
            </a:r>
            <a:r>
              <a:rPr lang="en-US" noProof="0" err="1"/>
              <a:t>cupidatat</a:t>
            </a:r>
            <a:r>
              <a:rPr lang="en-US" noProof="0"/>
              <a:t> non </a:t>
            </a:r>
            <a:r>
              <a:rPr lang="en-US" noProof="0" err="1"/>
              <a:t>proident</a:t>
            </a:r>
            <a:r>
              <a:rPr lang="en-US" noProof="0"/>
              <a:t>, sunt in culpa qui </a:t>
            </a:r>
            <a:r>
              <a:rPr lang="en-US" noProof="0" err="1"/>
              <a:t>officia</a:t>
            </a:r>
            <a:r>
              <a:rPr lang="en-US" noProof="0"/>
              <a:t> </a:t>
            </a:r>
            <a:r>
              <a:rPr lang="en-US" noProof="0" err="1"/>
              <a:t>deserunt</a:t>
            </a:r>
            <a:r>
              <a:rPr lang="en-US" noProof="0"/>
              <a:t> </a:t>
            </a:r>
            <a:r>
              <a:rPr lang="en-US" noProof="0" err="1"/>
              <a:t>mollit</a:t>
            </a:r>
            <a:r>
              <a:rPr lang="en-US" noProof="0"/>
              <a:t> </a:t>
            </a:r>
            <a:r>
              <a:rPr lang="en-US" noProof="0" err="1"/>
              <a:t>anim</a:t>
            </a:r>
            <a:r>
              <a:rPr lang="en-US" noProof="0"/>
              <a:t> id est </a:t>
            </a:r>
            <a:r>
              <a:rPr lang="en-US" noProof="0" err="1"/>
              <a:t>laborum</a:t>
            </a:r>
            <a:r>
              <a:rPr lang="en-US" noProof="0"/>
              <a:t>.</a:t>
            </a:r>
          </a:p>
          <a:p>
            <a:r>
              <a:rPr lang="en-US" noProof="0"/>
              <a:t> </a:t>
            </a:r>
            <a:r>
              <a:rPr lang="en-US" noProof="0" err="1"/>
              <a:t>Curabitur</a:t>
            </a:r>
            <a:r>
              <a:rPr lang="en-US" noProof="0"/>
              <a:t> </a:t>
            </a:r>
            <a:r>
              <a:rPr lang="en-US" noProof="0" err="1"/>
              <a:t>pretium</a:t>
            </a:r>
            <a:r>
              <a:rPr lang="en-US" noProof="0"/>
              <a:t>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lacus</a:t>
            </a:r>
            <a:r>
              <a:rPr lang="en-US" noProof="0"/>
              <a:t>. </a:t>
            </a:r>
            <a:r>
              <a:rPr lang="en-US" noProof="0" err="1"/>
              <a:t>Nulla</a:t>
            </a:r>
            <a:r>
              <a:rPr lang="en-US" noProof="0"/>
              <a:t> gravida </a:t>
            </a:r>
            <a:r>
              <a:rPr lang="en-US" noProof="0" err="1"/>
              <a:t>orci</a:t>
            </a:r>
            <a:r>
              <a:rPr lang="en-US" noProof="0"/>
              <a:t> a </a:t>
            </a:r>
            <a:r>
              <a:rPr lang="en-US" noProof="0" err="1"/>
              <a:t>odio</a:t>
            </a:r>
            <a:r>
              <a:rPr lang="en-US" noProof="0"/>
              <a:t>. </a:t>
            </a:r>
            <a:r>
              <a:rPr lang="en-US" noProof="0" err="1"/>
              <a:t>Nullam</a:t>
            </a:r>
            <a:r>
              <a:rPr lang="en-US" noProof="0"/>
              <a:t> </a:t>
            </a:r>
            <a:r>
              <a:rPr lang="en-US" noProof="0" err="1"/>
              <a:t>varius</a:t>
            </a:r>
            <a:r>
              <a:rPr lang="en-US" noProof="0"/>
              <a:t>, </a:t>
            </a:r>
            <a:r>
              <a:rPr lang="en-US" noProof="0" err="1"/>
              <a:t>turpis</a:t>
            </a:r>
            <a:r>
              <a:rPr lang="en-US" noProof="0"/>
              <a:t> et </a:t>
            </a:r>
            <a:r>
              <a:rPr lang="en-US" noProof="0" err="1"/>
              <a:t>commodo</a:t>
            </a:r>
            <a:r>
              <a:rPr lang="en-US" noProof="0"/>
              <a:t> pharetra, est eros </a:t>
            </a:r>
            <a:r>
              <a:rPr lang="en-US" noProof="0" err="1"/>
              <a:t>bibendum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nec </a:t>
            </a:r>
            <a:r>
              <a:rPr lang="en-US" noProof="0" err="1"/>
              <a:t>luctus</a:t>
            </a:r>
            <a:r>
              <a:rPr lang="en-US" noProof="0"/>
              <a:t> magna </a:t>
            </a:r>
            <a:r>
              <a:rPr lang="en-US" noProof="0" err="1"/>
              <a:t>felis</a:t>
            </a:r>
            <a:r>
              <a:rPr lang="en-US" noProof="0"/>
              <a:t> </a:t>
            </a:r>
            <a:r>
              <a:rPr lang="en-US" noProof="0" err="1"/>
              <a:t>sollicitudin</a:t>
            </a:r>
            <a:r>
              <a:rPr lang="en-US" noProof="0"/>
              <a:t> </a:t>
            </a:r>
            <a:r>
              <a:rPr lang="en-US" noProof="0" err="1"/>
              <a:t>mauris</a:t>
            </a:r>
            <a:r>
              <a:rPr lang="en-US" noProof="0"/>
              <a:t>.</a:t>
            </a:r>
          </a:p>
          <a:p>
            <a:endParaRPr lang="en-US" noProof="0"/>
          </a:p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68546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F07CD2-C4C9-4A72-7B85-4FB5A5B9CF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86954" y="281148"/>
            <a:ext cx="528766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32</a:t>
            </a:fld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6AE11F-4E3D-3F61-C936-5F7315FC99F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62766" y="1725613"/>
            <a:ext cx="5704582" cy="4865687"/>
          </a:xfrm>
        </p:spPr>
        <p:txBody>
          <a:bodyPr/>
          <a:lstStyle/>
          <a:p>
            <a:pPr marL="0" indent="0">
              <a:buNone/>
            </a:pPr>
            <a:r>
              <a:rPr lang="en-US" b="1" noProof="0"/>
              <a:t>Text box with or without bullets. </a:t>
            </a:r>
            <a:r>
              <a:rPr lang="en-US" noProof="0"/>
              <a:t>Text supports </a:t>
            </a:r>
            <a:r>
              <a:rPr lang="en-US" b="1" noProof="0"/>
              <a:t>bold </a:t>
            </a:r>
            <a:r>
              <a:rPr lang="en-US" noProof="0"/>
              <a:t>formatting.</a:t>
            </a:r>
            <a:r>
              <a:rPr lang="en-US" b="1" noProof="0"/>
              <a:t> </a:t>
            </a:r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, </a:t>
            </a:r>
            <a:r>
              <a:rPr lang="en-US" noProof="0" err="1"/>
              <a:t>quis</a:t>
            </a:r>
            <a:r>
              <a:rPr lang="en-US" noProof="0"/>
              <a:t> </a:t>
            </a:r>
            <a:r>
              <a:rPr lang="en-US" noProof="0" err="1"/>
              <a:t>nostrud</a:t>
            </a:r>
            <a:r>
              <a:rPr lang="en-US" noProof="0"/>
              <a:t> exercitation.</a:t>
            </a:r>
          </a:p>
          <a:p>
            <a:pPr marL="0" indent="0">
              <a:buNone/>
            </a:pPr>
            <a:r>
              <a:rPr lang="en-US" noProof="0" err="1"/>
              <a:t>Ullamco</a:t>
            </a:r>
            <a:r>
              <a:rPr lang="en-US" noProof="0"/>
              <a:t> </a:t>
            </a:r>
            <a:r>
              <a:rPr lang="en-US" noProof="0" err="1"/>
              <a:t>laboris</a:t>
            </a:r>
            <a:r>
              <a:rPr lang="en-US" noProof="0"/>
              <a:t> nisi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aliquip</a:t>
            </a:r>
            <a:r>
              <a:rPr lang="en-US" noProof="0"/>
              <a:t> ex </a:t>
            </a:r>
            <a:r>
              <a:rPr lang="en-US" noProof="0" err="1"/>
              <a:t>ea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consequat</a:t>
            </a:r>
            <a:r>
              <a:rPr lang="en-US" noProof="0"/>
              <a:t>. Duis </a:t>
            </a:r>
            <a:r>
              <a:rPr lang="en-US" noProof="0" err="1"/>
              <a:t>aute</a:t>
            </a:r>
            <a:r>
              <a:rPr lang="en-US" noProof="0"/>
              <a:t> </a:t>
            </a:r>
            <a:r>
              <a:rPr lang="en-US" noProof="0" err="1"/>
              <a:t>irure</a:t>
            </a:r>
            <a:r>
              <a:rPr lang="en-US" noProof="0"/>
              <a:t> dolor in </a:t>
            </a:r>
            <a:r>
              <a:rPr lang="en-US" noProof="0" err="1"/>
              <a:t>reprehenderit</a:t>
            </a:r>
            <a:r>
              <a:rPr lang="en-US" noProof="0"/>
              <a:t> in </a:t>
            </a:r>
            <a:r>
              <a:rPr lang="en-US" noProof="0" err="1"/>
              <a:t>voluptate</a:t>
            </a:r>
            <a:r>
              <a:rPr lang="en-US" noProof="0"/>
              <a:t> </a:t>
            </a:r>
            <a:r>
              <a:rPr lang="en-US" noProof="0" err="1"/>
              <a:t>velit</a:t>
            </a:r>
            <a:r>
              <a:rPr lang="en-US" noProof="0"/>
              <a:t> esse </a:t>
            </a:r>
            <a:r>
              <a:rPr lang="en-US" noProof="0" err="1"/>
              <a:t>cillum</a:t>
            </a:r>
            <a:r>
              <a:rPr lang="en-US" noProof="0"/>
              <a:t> dolore </a:t>
            </a:r>
            <a:r>
              <a:rPr lang="en-US" noProof="0" err="1"/>
              <a:t>eu</a:t>
            </a:r>
            <a:r>
              <a:rPr lang="en-US" noProof="0"/>
              <a:t> </a:t>
            </a:r>
            <a:r>
              <a:rPr lang="en-US" noProof="0" err="1"/>
              <a:t>fugiat</a:t>
            </a:r>
            <a:r>
              <a:rPr lang="en-US" noProof="0"/>
              <a:t> </a:t>
            </a:r>
            <a:r>
              <a:rPr lang="en-US" noProof="0" err="1"/>
              <a:t>nulla</a:t>
            </a:r>
            <a:r>
              <a:rPr lang="en-US" noProof="0"/>
              <a:t> </a:t>
            </a:r>
            <a:r>
              <a:rPr lang="en-US" noProof="0" err="1"/>
              <a:t>pariatur</a:t>
            </a:r>
            <a:r>
              <a:rPr lang="en-US" noProof="0"/>
              <a:t>.</a:t>
            </a:r>
            <a:br>
              <a:rPr lang="en-US" noProof="0"/>
            </a:br>
            <a:endParaRPr lang="en-US" noProof="0"/>
          </a:p>
          <a:p>
            <a:pPr marL="0" indent="0">
              <a:buNone/>
            </a:pPr>
            <a:r>
              <a:rPr lang="en-US" b="1" noProof="0"/>
              <a:t>Example layout with sub headers</a:t>
            </a:r>
          </a:p>
          <a:p>
            <a:r>
              <a:rPr lang="en-US" noProof="0" err="1"/>
              <a:t>Excepteur</a:t>
            </a:r>
            <a:r>
              <a:rPr lang="en-US" noProof="0"/>
              <a:t> </a:t>
            </a:r>
            <a:r>
              <a:rPr lang="en-US" noProof="0" err="1"/>
              <a:t>sint</a:t>
            </a:r>
            <a:r>
              <a:rPr lang="en-US" noProof="0"/>
              <a:t> </a:t>
            </a:r>
            <a:r>
              <a:rPr lang="en-US" noProof="0" err="1"/>
              <a:t>occaecat</a:t>
            </a:r>
            <a:r>
              <a:rPr lang="en-US" noProof="0"/>
              <a:t> </a:t>
            </a:r>
            <a:r>
              <a:rPr lang="en-US" noProof="0" err="1"/>
              <a:t>cupidatat</a:t>
            </a:r>
            <a:endParaRPr lang="en-US" noProof="0"/>
          </a:p>
          <a:p>
            <a:r>
              <a:rPr lang="en-US" noProof="0"/>
              <a:t>Non </a:t>
            </a:r>
            <a:r>
              <a:rPr lang="en-US" noProof="0" err="1"/>
              <a:t>proident</a:t>
            </a:r>
            <a:r>
              <a:rPr lang="en-US" noProof="0"/>
              <a:t>, sunt in culpa qui </a:t>
            </a:r>
            <a:r>
              <a:rPr lang="en-US" noProof="0" err="1"/>
              <a:t>officia</a:t>
            </a:r>
            <a:r>
              <a:rPr lang="en-US" noProof="0"/>
              <a:t> </a:t>
            </a:r>
            <a:r>
              <a:rPr lang="en-US" noProof="0" err="1"/>
              <a:t>deserunt</a:t>
            </a:r>
            <a:r>
              <a:rPr lang="en-US" noProof="0"/>
              <a:t> </a:t>
            </a:r>
            <a:r>
              <a:rPr lang="en-US" noProof="0" err="1"/>
              <a:t>mollit</a:t>
            </a:r>
            <a:endParaRPr lang="en-US" noProof="0"/>
          </a:p>
          <a:p>
            <a:r>
              <a:rPr lang="en-US" noProof="0"/>
              <a:t>Anim id est </a:t>
            </a:r>
            <a:r>
              <a:rPr lang="en-US" noProof="0" err="1"/>
              <a:t>laborum</a:t>
            </a:r>
            <a:r>
              <a:rPr lang="en-US" noProof="0"/>
              <a:t>. </a:t>
            </a:r>
            <a:r>
              <a:rPr lang="en-US" noProof="0" err="1"/>
              <a:t>Curabitur</a:t>
            </a:r>
            <a:r>
              <a:rPr lang="en-US" noProof="0"/>
              <a:t> </a:t>
            </a:r>
            <a:r>
              <a:rPr lang="en-US" noProof="0" err="1"/>
              <a:t>pretium</a:t>
            </a:r>
            <a:br>
              <a:rPr lang="en-US" noProof="0"/>
            </a:br>
            <a:endParaRPr lang="en-US" noProof="0"/>
          </a:p>
          <a:p>
            <a:pPr marL="0" indent="0">
              <a:buNone/>
            </a:pPr>
            <a:r>
              <a:rPr lang="en-US" b="1" noProof="0"/>
              <a:t>Sub header 2</a:t>
            </a:r>
            <a:endParaRPr lang="en-US" noProof="0"/>
          </a:p>
          <a:p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lacus</a:t>
            </a:r>
            <a:r>
              <a:rPr lang="en-US" noProof="0"/>
              <a:t>. </a:t>
            </a:r>
            <a:r>
              <a:rPr lang="en-US" noProof="0" err="1"/>
              <a:t>Nulla</a:t>
            </a:r>
            <a:r>
              <a:rPr lang="en-US" noProof="0"/>
              <a:t> gravida </a:t>
            </a:r>
            <a:r>
              <a:rPr lang="en-US" noProof="0" err="1"/>
              <a:t>orci</a:t>
            </a:r>
            <a:r>
              <a:rPr lang="en-US" noProof="0"/>
              <a:t> a </a:t>
            </a:r>
            <a:r>
              <a:rPr lang="en-US" noProof="0" err="1"/>
              <a:t>odio</a:t>
            </a:r>
            <a:r>
              <a:rPr lang="en-US" noProof="0"/>
              <a:t>. </a:t>
            </a:r>
          </a:p>
          <a:p>
            <a:r>
              <a:rPr lang="en-US" noProof="0" err="1"/>
              <a:t>Nullam</a:t>
            </a:r>
            <a:r>
              <a:rPr lang="en-US" noProof="0"/>
              <a:t> </a:t>
            </a:r>
            <a:r>
              <a:rPr lang="en-US" noProof="0" err="1"/>
              <a:t>varius</a:t>
            </a:r>
            <a:r>
              <a:rPr lang="en-US" noProof="0"/>
              <a:t>, </a:t>
            </a:r>
            <a:r>
              <a:rPr lang="en-US" noProof="0" err="1"/>
              <a:t>turpis</a:t>
            </a:r>
            <a:r>
              <a:rPr lang="en-US" noProof="0"/>
              <a:t> et </a:t>
            </a:r>
            <a:r>
              <a:rPr lang="en-US" noProof="0" err="1"/>
              <a:t>commodo</a:t>
            </a:r>
            <a:endParaRPr lang="en-US" noProof="0"/>
          </a:p>
          <a:p>
            <a:r>
              <a:rPr lang="en-US" noProof="0"/>
              <a:t>Pharetra, est eros </a:t>
            </a:r>
            <a:r>
              <a:rPr lang="en-US" noProof="0" err="1"/>
              <a:t>bibendum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nec </a:t>
            </a:r>
            <a:r>
              <a:rPr lang="en-US" noProof="0" err="1"/>
              <a:t>luctus</a:t>
            </a:r>
            <a:r>
              <a:rPr lang="en-US" noProof="0"/>
              <a:t> magna </a:t>
            </a:r>
            <a:r>
              <a:rPr lang="en-US" noProof="0" err="1"/>
              <a:t>felis</a:t>
            </a:r>
            <a:endParaRPr lang="en-US" noProof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9F73A3-C8D5-8FBF-49EF-A7FBB162840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noProof="0"/>
              <a:t>Sub header 3</a:t>
            </a:r>
            <a:endParaRPr lang="en-US" noProof="0"/>
          </a:p>
          <a:p>
            <a:r>
              <a:rPr lang="en-US" noProof="0" err="1"/>
              <a:t>Excepteur</a:t>
            </a:r>
            <a:r>
              <a:rPr lang="en-US" noProof="0"/>
              <a:t> </a:t>
            </a:r>
            <a:r>
              <a:rPr lang="en-US" noProof="0" err="1"/>
              <a:t>sint</a:t>
            </a:r>
            <a:r>
              <a:rPr lang="en-US" noProof="0"/>
              <a:t> </a:t>
            </a:r>
            <a:r>
              <a:rPr lang="en-US" noProof="0" err="1"/>
              <a:t>occaecat</a:t>
            </a:r>
            <a:r>
              <a:rPr lang="en-US" noProof="0"/>
              <a:t> </a:t>
            </a:r>
            <a:r>
              <a:rPr lang="en-US" noProof="0" err="1"/>
              <a:t>cupidatat</a:t>
            </a:r>
            <a:endParaRPr lang="en-US" noProof="0"/>
          </a:p>
          <a:p>
            <a:r>
              <a:rPr lang="en-US" noProof="0"/>
              <a:t>Non </a:t>
            </a:r>
            <a:r>
              <a:rPr lang="en-US" noProof="0" err="1"/>
              <a:t>proident</a:t>
            </a:r>
            <a:r>
              <a:rPr lang="en-US" noProof="0"/>
              <a:t>, sunt in culpa qui </a:t>
            </a:r>
            <a:r>
              <a:rPr lang="en-US" noProof="0" err="1"/>
              <a:t>officia</a:t>
            </a:r>
            <a:r>
              <a:rPr lang="en-US" noProof="0"/>
              <a:t> </a:t>
            </a:r>
            <a:r>
              <a:rPr lang="en-US" noProof="0" err="1"/>
              <a:t>deserunt</a:t>
            </a:r>
            <a:r>
              <a:rPr lang="en-US" noProof="0"/>
              <a:t> </a:t>
            </a:r>
            <a:r>
              <a:rPr lang="en-US" noProof="0" err="1"/>
              <a:t>mollit</a:t>
            </a:r>
            <a:endParaRPr lang="en-US" noProof="0"/>
          </a:p>
          <a:p>
            <a:r>
              <a:rPr lang="en-US" noProof="0"/>
              <a:t>Anim id est </a:t>
            </a:r>
            <a:r>
              <a:rPr lang="en-US" noProof="0" err="1"/>
              <a:t>laborum</a:t>
            </a:r>
            <a:r>
              <a:rPr lang="en-US" noProof="0"/>
              <a:t>. </a:t>
            </a:r>
            <a:r>
              <a:rPr lang="en-US" noProof="0" err="1"/>
              <a:t>Curabitur</a:t>
            </a:r>
            <a:r>
              <a:rPr lang="en-US" noProof="0"/>
              <a:t> </a:t>
            </a:r>
            <a:r>
              <a:rPr lang="en-US" noProof="0" err="1"/>
              <a:t>pretium</a:t>
            </a:r>
            <a:br>
              <a:rPr lang="en-US" noProof="0"/>
            </a:br>
            <a:endParaRPr lang="en-US" noProof="0"/>
          </a:p>
          <a:p>
            <a:pPr marL="0" indent="0">
              <a:buNone/>
            </a:pPr>
            <a:r>
              <a:rPr lang="en-US" b="1" noProof="0"/>
              <a:t>Sub header 4</a:t>
            </a:r>
            <a:endParaRPr lang="en-US" noProof="0"/>
          </a:p>
          <a:p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lacus</a:t>
            </a:r>
            <a:r>
              <a:rPr lang="en-US" noProof="0"/>
              <a:t>. </a:t>
            </a:r>
            <a:r>
              <a:rPr lang="en-US" noProof="0" err="1"/>
              <a:t>Nulla</a:t>
            </a:r>
            <a:r>
              <a:rPr lang="en-US" noProof="0"/>
              <a:t> gravida </a:t>
            </a:r>
            <a:r>
              <a:rPr lang="en-US" noProof="0" err="1"/>
              <a:t>orci</a:t>
            </a:r>
            <a:r>
              <a:rPr lang="en-US" noProof="0"/>
              <a:t> a </a:t>
            </a:r>
            <a:r>
              <a:rPr lang="en-US" noProof="0" err="1"/>
              <a:t>odio</a:t>
            </a:r>
            <a:r>
              <a:rPr lang="en-US" noProof="0"/>
              <a:t>. </a:t>
            </a:r>
          </a:p>
          <a:p>
            <a:r>
              <a:rPr lang="en-US" noProof="0" err="1"/>
              <a:t>Nullam</a:t>
            </a:r>
            <a:r>
              <a:rPr lang="en-US" noProof="0"/>
              <a:t> </a:t>
            </a:r>
            <a:r>
              <a:rPr lang="en-US" noProof="0" err="1"/>
              <a:t>varius</a:t>
            </a:r>
            <a:r>
              <a:rPr lang="en-US" noProof="0"/>
              <a:t>, </a:t>
            </a:r>
            <a:r>
              <a:rPr lang="en-US" noProof="0" err="1"/>
              <a:t>turpis</a:t>
            </a:r>
            <a:r>
              <a:rPr lang="en-US" noProof="0"/>
              <a:t> et </a:t>
            </a:r>
            <a:r>
              <a:rPr lang="en-US" noProof="0" err="1"/>
              <a:t>commodo</a:t>
            </a:r>
            <a:br>
              <a:rPr lang="en-US" noProof="0"/>
            </a:br>
            <a:endParaRPr lang="en-US" noProof="0"/>
          </a:p>
          <a:p>
            <a:pPr marL="0" indent="0">
              <a:buNone/>
            </a:pPr>
            <a:r>
              <a:rPr lang="en-US" b="1" noProof="0"/>
              <a:t>Sub header 4</a:t>
            </a:r>
            <a:endParaRPr lang="en-US" noProof="0"/>
          </a:p>
          <a:p>
            <a:r>
              <a:rPr lang="en-US" noProof="0"/>
              <a:t>Duis </a:t>
            </a:r>
            <a:r>
              <a:rPr lang="en-US" noProof="0" err="1"/>
              <a:t>aute</a:t>
            </a:r>
            <a:r>
              <a:rPr lang="en-US" noProof="0"/>
              <a:t> </a:t>
            </a:r>
            <a:r>
              <a:rPr lang="en-US" noProof="0" err="1"/>
              <a:t>irure</a:t>
            </a:r>
            <a:r>
              <a:rPr lang="en-US" noProof="0"/>
              <a:t> dolor in </a:t>
            </a:r>
            <a:r>
              <a:rPr lang="en-US" noProof="0" err="1"/>
              <a:t>reprehenderit</a:t>
            </a:r>
            <a:r>
              <a:rPr lang="en-US" noProof="0"/>
              <a:t> in </a:t>
            </a:r>
            <a:r>
              <a:rPr lang="en-US" noProof="0" err="1"/>
              <a:t>voluptate</a:t>
            </a:r>
            <a:endParaRPr lang="en-US" noProof="0"/>
          </a:p>
          <a:p>
            <a:r>
              <a:rPr lang="en-US" noProof="0"/>
              <a:t>Velit esse </a:t>
            </a:r>
            <a:r>
              <a:rPr lang="en-US" noProof="0" err="1"/>
              <a:t>cillum</a:t>
            </a:r>
            <a:r>
              <a:rPr lang="en-US" noProof="0"/>
              <a:t> dolore </a:t>
            </a:r>
            <a:r>
              <a:rPr lang="en-US" noProof="0" err="1"/>
              <a:t>eu</a:t>
            </a:r>
            <a:r>
              <a:rPr lang="en-US" noProof="0"/>
              <a:t> </a:t>
            </a:r>
            <a:r>
              <a:rPr lang="en-US" noProof="0" err="1"/>
              <a:t>fugiat</a:t>
            </a:r>
            <a:r>
              <a:rPr lang="en-US" noProof="0"/>
              <a:t> </a:t>
            </a:r>
            <a:r>
              <a:rPr lang="en-US" noProof="0" err="1"/>
              <a:t>nulla</a:t>
            </a:r>
            <a:r>
              <a:rPr lang="en-US" noProof="0"/>
              <a:t> </a:t>
            </a:r>
            <a:r>
              <a:rPr lang="en-US" noProof="0" err="1"/>
              <a:t>pariatur</a:t>
            </a:r>
            <a:endParaRPr lang="en-US" noProof="0"/>
          </a:p>
          <a:p>
            <a:r>
              <a:rPr lang="en-US" noProof="0"/>
              <a:t>Eros </a:t>
            </a:r>
            <a:r>
              <a:rPr lang="en-US" noProof="0" err="1"/>
              <a:t>bibendum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nec </a:t>
            </a:r>
            <a:r>
              <a:rPr lang="en-US" noProof="0" err="1"/>
              <a:t>luctus</a:t>
            </a:r>
            <a:r>
              <a:rPr lang="en-US" noProof="0"/>
              <a:t> magna </a:t>
            </a:r>
            <a:r>
              <a:rPr lang="en-US" noProof="0" err="1"/>
              <a:t>felis</a:t>
            </a:r>
            <a:endParaRPr lang="en-US" noProof="0"/>
          </a:p>
          <a:p>
            <a:endParaRPr lang="en-US"/>
          </a:p>
          <a:p>
            <a:r>
              <a:rPr lang="en-US" noProof="0">
                <a:hlinkClick r:id="rId3"/>
              </a:rPr>
              <a:t>Link example</a:t>
            </a:r>
            <a:endParaRPr lang="en-US" noProof="0"/>
          </a:p>
          <a:p>
            <a:endParaRPr lang="en-US" noProof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1258240-B5F7-AF35-60EE-9535BB109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7" y="731667"/>
            <a:ext cx="5699902" cy="284694"/>
          </a:xfrm>
        </p:spPr>
        <p:txBody>
          <a:bodyPr/>
          <a:lstStyle/>
          <a:p>
            <a:r>
              <a:rPr lang="en-US"/>
              <a:t>Header, 2 </a:t>
            </a:r>
            <a:r>
              <a:rPr lang="en-US" noProof="0"/>
              <a:t>column smaller content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EA7A9F-6424-27F2-2DF2-3692C893914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29333" y="731667"/>
            <a:ext cx="4702357" cy="453586"/>
          </a:xfrm>
        </p:spPr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, </a:t>
            </a:r>
            <a:r>
              <a:rPr lang="en-US" noProof="0" err="1"/>
              <a:t>quis</a:t>
            </a:r>
            <a:r>
              <a:rPr lang="en-US" noProof="0"/>
              <a:t> </a:t>
            </a:r>
            <a:r>
              <a:rPr lang="en-US" noProof="0" err="1"/>
              <a:t>nostrud</a:t>
            </a:r>
            <a:r>
              <a:rPr lang="en-US" noProof="0"/>
              <a:t> exercitation </a:t>
            </a:r>
            <a:r>
              <a:rPr lang="en-US" noProof="0" err="1"/>
              <a:t>ullamco</a:t>
            </a:r>
            <a:r>
              <a:rPr lang="en-US" noProof="0"/>
              <a:t> </a:t>
            </a:r>
            <a:r>
              <a:rPr lang="en-US" noProof="0" err="1"/>
              <a:t>laboris</a:t>
            </a:r>
            <a:r>
              <a:rPr lang="en-US" noProof="0"/>
              <a:t> nisi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aliquip</a:t>
            </a:r>
            <a:r>
              <a:rPr lang="en-US" noProof="0"/>
              <a:t> ex </a:t>
            </a:r>
            <a:r>
              <a:rPr lang="en-US" noProof="0" err="1"/>
              <a:t>ea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consequat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2253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AEC733C-AD2D-E8B1-7A80-867AAA620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Text box with or without bullets.</a:t>
            </a:r>
            <a:br>
              <a:rPr lang="en-US" b="1"/>
            </a:br>
            <a:r>
              <a:rPr lang="en-US"/>
              <a:t>Text supports </a:t>
            </a:r>
            <a:r>
              <a:rPr lang="en-US" b="1"/>
              <a:t>bold</a:t>
            </a:r>
            <a:r>
              <a:rPr lang="en-US"/>
              <a:t> formatting and can also be resized to 14 or 12.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/>
              <a:t>Subhead:</a:t>
            </a:r>
          </a:p>
          <a:p>
            <a:r>
              <a:rPr lang="en-US"/>
              <a:t>Lorem</a:t>
            </a:r>
          </a:p>
          <a:p>
            <a:r>
              <a:rPr lang="en-US"/>
              <a:t>Ipsum</a:t>
            </a:r>
          </a:p>
          <a:p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  <a:p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endParaRPr lang="en-US"/>
          </a:p>
          <a:p>
            <a:r>
              <a:rPr lang="en-US"/>
              <a:t>Elit sed do </a:t>
            </a:r>
            <a:r>
              <a:rPr lang="en-US" err="1"/>
              <a:t>eiusmod</a:t>
            </a:r>
            <a:endParaRPr lang="en-US">
              <a:solidFill>
                <a:schemeClr val="bg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6AE11F-4E3D-3F61-C936-5F7315FC99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noProof="0" err="1"/>
              <a:t>Nulla</a:t>
            </a:r>
            <a:r>
              <a:rPr lang="en-US" noProof="0"/>
              <a:t> gravida </a:t>
            </a:r>
            <a:r>
              <a:rPr lang="en-US" noProof="0" err="1"/>
              <a:t>orci</a:t>
            </a:r>
            <a:r>
              <a:rPr lang="en-US" noProof="0"/>
              <a:t> a </a:t>
            </a:r>
            <a:r>
              <a:rPr lang="en-US" noProof="0" err="1"/>
              <a:t>odio</a:t>
            </a:r>
            <a:r>
              <a:rPr lang="en-US" noProof="0"/>
              <a:t>. </a:t>
            </a:r>
            <a:r>
              <a:rPr lang="en-US" noProof="0" err="1"/>
              <a:t>Nullam</a:t>
            </a:r>
            <a:r>
              <a:rPr lang="en-US" noProof="0"/>
              <a:t> </a:t>
            </a:r>
            <a:r>
              <a:rPr lang="en-US" noProof="0" err="1"/>
              <a:t>varius</a:t>
            </a:r>
            <a:r>
              <a:rPr lang="en-US" noProof="0"/>
              <a:t>, </a:t>
            </a:r>
            <a:r>
              <a:rPr lang="en-US" noProof="0" err="1"/>
              <a:t>turpis</a:t>
            </a:r>
            <a:r>
              <a:rPr lang="en-US" noProof="0"/>
              <a:t> et </a:t>
            </a:r>
            <a:r>
              <a:rPr lang="en-US" noProof="0" err="1"/>
              <a:t>commodo</a:t>
            </a:r>
            <a:r>
              <a:rPr lang="en-US" noProof="0"/>
              <a:t> pharetra.</a:t>
            </a:r>
          </a:p>
          <a:p>
            <a:r>
              <a:rPr lang="en-US" noProof="0"/>
              <a:t>Est eros </a:t>
            </a:r>
            <a:r>
              <a:rPr lang="en-US" noProof="0" err="1"/>
              <a:t>bibendum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nec </a:t>
            </a:r>
            <a:r>
              <a:rPr lang="en-US" noProof="0" err="1"/>
              <a:t>luctus</a:t>
            </a:r>
            <a:r>
              <a:rPr lang="en-US" noProof="0"/>
              <a:t> magna </a:t>
            </a:r>
            <a:r>
              <a:rPr lang="en-US" noProof="0" err="1"/>
              <a:t>felis</a:t>
            </a:r>
            <a:r>
              <a:rPr lang="en-US" noProof="0"/>
              <a:t> </a:t>
            </a:r>
            <a:r>
              <a:rPr lang="en-US" noProof="0" err="1"/>
              <a:t>sollicitudin</a:t>
            </a:r>
            <a:r>
              <a:rPr lang="en-US" noProof="0"/>
              <a:t> </a:t>
            </a:r>
            <a:r>
              <a:rPr lang="en-US" noProof="0" err="1"/>
              <a:t>mauris</a:t>
            </a:r>
            <a:r>
              <a:rPr lang="en-US" noProof="0"/>
              <a:t>. </a:t>
            </a:r>
          </a:p>
          <a:p>
            <a:r>
              <a:rPr lang="en-US" noProof="0"/>
              <a:t>Integer in </a:t>
            </a:r>
            <a:r>
              <a:rPr lang="en-US" noProof="0" err="1"/>
              <a:t>mauris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gravida. Duis ac </a:t>
            </a:r>
            <a:r>
              <a:rPr lang="en-US" noProof="0" err="1"/>
              <a:t>tellus</a:t>
            </a:r>
            <a:r>
              <a:rPr lang="en-US" noProof="0"/>
              <a:t> et </a:t>
            </a:r>
            <a:r>
              <a:rPr lang="en-US" noProof="0" err="1"/>
              <a:t>risus</a:t>
            </a:r>
            <a:r>
              <a:rPr lang="en-US" noProof="0"/>
              <a:t> </a:t>
            </a:r>
            <a:r>
              <a:rPr lang="en-US" noProof="0" err="1"/>
              <a:t>vulputate</a:t>
            </a:r>
            <a:r>
              <a:rPr lang="en-US" noProof="0"/>
              <a:t> </a:t>
            </a:r>
            <a:r>
              <a:rPr lang="en-US" noProof="0" err="1"/>
              <a:t>vehicula</a:t>
            </a:r>
            <a:r>
              <a:rPr lang="en-US" noProof="0"/>
              <a:t>.</a:t>
            </a:r>
          </a:p>
          <a:p>
            <a:r>
              <a:rPr lang="en-US" noProof="0"/>
              <a:t>Donec </a:t>
            </a:r>
            <a:r>
              <a:rPr lang="en-US" noProof="0" err="1"/>
              <a:t>lobortis</a:t>
            </a:r>
            <a:r>
              <a:rPr lang="en-US" noProof="0"/>
              <a:t> </a:t>
            </a:r>
            <a:r>
              <a:rPr lang="en-US" noProof="0" err="1"/>
              <a:t>risus</a:t>
            </a:r>
            <a:r>
              <a:rPr lang="en-US" noProof="0"/>
              <a:t> a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Etiam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.</a:t>
            </a:r>
          </a:p>
          <a:p>
            <a:r>
              <a:rPr lang="en-US" noProof="0"/>
              <a:t>Ut </a:t>
            </a:r>
            <a:r>
              <a:rPr lang="en-US" noProof="0" err="1"/>
              <a:t>ullamcorper</a:t>
            </a:r>
            <a:r>
              <a:rPr lang="en-US" noProof="0"/>
              <a:t>, ligula </a:t>
            </a:r>
            <a:r>
              <a:rPr lang="en-US" noProof="0" err="1"/>
              <a:t>eu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congue</a:t>
            </a:r>
            <a:r>
              <a:rPr lang="en-US" noProof="0"/>
              <a:t>, eros est </a:t>
            </a:r>
            <a:r>
              <a:rPr lang="en-US" noProof="0" err="1"/>
              <a:t>euismod</a:t>
            </a:r>
            <a:r>
              <a:rPr lang="en-US" noProof="0"/>
              <a:t> </a:t>
            </a:r>
            <a:r>
              <a:rPr lang="en-US" noProof="0" err="1"/>
              <a:t>turpis</a:t>
            </a:r>
            <a:r>
              <a:rPr lang="en-US" noProof="0"/>
              <a:t>, id </a:t>
            </a:r>
            <a:r>
              <a:rPr lang="en-US" noProof="0" err="1"/>
              <a:t>tincidunt</a:t>
            </a:r>
            <a:r>
              <a:rPr lang="en-US" noProof="0"/>
              <a:t> </a:t>
            </a:r>
            <a:r>
              <a:rPr lang="en-US" noProof="0" err="1"/>
              <a:t>sapien</a:t>
            </a:r>
            <a:r>
              <a:rPr lang="en-US" noProof="0"/>
              <a:t> </a:t>
            </a:r>
            <a:r>
              <a:rPr lang="en-US" noProof="0" err="1"/>
              <a:t>risus</a:t>
            </a:r>
            <a:r>
              <a:rPr lang="en-US" noProof="0"/>
              <a:t> a </a:t>
            </a:r>
            <a:r>
              <a:rPr lang="en-US" noProof="0" err="1"/>
              <a:t>quam</a:t>
            </a:r>
            <a:r>
              <a:rPr lang="en-US" noProof="0"/>
              <a:t>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7D36D2-4C13-26A9-CDAA-8760FED2FF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noProof="0"/>
              <a:t>Maecenas fermentum </a:t>
            </a:r>
            <a:r>
              <a:rPr lang="en-US" noProof="0" err="1"/>
              <a:t>consequat</a:t>
            </a:r>
            <a:r>
              <a:rPr lang="en-US" noProof="0"/>
              <a:t> mi. Donec fermentum.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malesuada</a:t>
            </a:r>
            <a:r>
              <a:rPr lang="en-US" noProof="0"/>
              <a:t> </a:t>
            </a:r>
            <a:r>
              <a:rPr lang="en-US" noProof="0" err="1"/>
              <a:t>nulla</a:t>
            </a:r>
            <a:r>
              <a:rPr lang="en-US" noProof="0"/>
              <a:t> a mi.</a:t>
            </a:r>
          </a:p>
          <a:p>
            <a:r>
              <a:rPr lang="en-US" noProof="0"/>
              <a:t>Duis </a:t>
            </a:r>
            <a:r>
              <a:rPr lang="en-US" noProof="0" err="1"/>
              <a:t>sapien</a:t>
            </a:r>
            <a:r>
              <a:rPr lang="en-US" noProof="0"/>
              <a:t> </a:t>
            </a:r>
            <a:r>
              <a:rPr lang="en-US" noProof="0" err="1"/>
              <a:t>sem</a:t>
            </a:r>
            <a:r>
              <a:rPr lang="en-US" noProof="0"/>
              <a:t>, </a:t>
            </a:r>
            <a:r>
              <a:rPr lang="en-US" noProof="0" err="1"/>
              <a:t>aliquet</a:t>
            </a:r>
            <a:r>
              <a:rPr lang="en-US" noProof="0"/>
              <a:t> nec,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eget</a:t>
            </a:r>
            <a:r>
              <a:rPr lang="en-US" noProof="0"/>
              <a:t>, </a:t>
            </a:r>
            <a:r>
              <a:rPr lang="en-US" noProof="0" err="1"/>
              <a:t>consequat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, </a:t>
            </a:r>
            <a:r>
              <a:rPr lang="en-US" noProof="0" err="1"/>
              <a:t>neque</a:t>
            </a:r>
            <a:r>
              <a:rPr lang="en-US" noProof="0"/>
              <a:t>.</a:t>
            </a:r>
          </a:p>
          <a:p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faucibus</a:t>
            </a:r>
            <a:r>
              <a:rPr lang="en-US" noProof="0"/>
              <a:t>, </a:t>
            </a:r>
            <a:r>
              <a:rPr lang="en-US" noProof="0" err="1"/>
              <a:t>elit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dictum </a:t>
            </a:r>
            <a:r>
              <a:rPr lang="en-US" noProof="0" err="1"/>
              <a:t>aliquet</a:t>
            </a:r>
            <a:r>
              <a:rPr lang="en-US" noProof="0"/>
              <a:t>, </a:t>
            </a:r>
            <a:r>
              <a:rPr lang="en-US" noProof="0" err="1"/>
              <a:t>felis</a:t>
            </a:r>
            <a:r>
              <a:rPr lang="en-US" noProof="0"/>
              <a:t> </a:t>
            </a:r>
            <a:r>
              <a:rPr lang="en-US" noProof="0" err="1"/>
              <a:t>nisl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sapien</a:t>
            </a:r>
            <a:r>
              <a:rPr lang="en-US" noProof="0"/>
              <a:t>, sed </a:t>
            </a:r>
            <a:r>
              <a:rPr lang="en-US" noProof="0" err="1"/>
              <a:t>malesuada</a:t>
            </a:r>
            <a:r>
              <a:rPr lang="en-US" noProof="0"/>
              <a:t> diam </a:t>
            </a:r>
            <a:r>
              <a:rPr lang="en-US" noProof="0" err="1"/>
              <a:t>lacus</a:t>
            </a:r>
            <a:r>
              <a:rPr lang="en-US" noProof="0"/>
              <a:t>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D93454-E8C4-DEB3-1C49-2212F17D11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noProof="0" smtClean="0"/>
              <a:pPr/>
              <a:t>33</a:t>
            </a:fld>
            <a:endParaRPr lang="en-US" noProof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1258240-B5F7-AF35-60EE-9535BB10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Header, </a:t>
            </a:r>
            <a:r>
              <a:rPr lang="en-US" noProof="0"/>
              <a:t>3 column content</a:t>
            </a:r>
          </a:p>
        </p:txBody>
      </p:sp>
    </p:spTree>
    <p:extLst>
      <p:ext uri="{BB962C8B-B14F-4D97-AF65-F5344CB8AC3E}">
        <p14:creationId xmlns:p14="http://schemas.microsoft.com/office/powerpoint/2010/main" val="512349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D93454-E8C4-DEB3-1C49-2212F17D11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noProof="0" smtClean="0"/>
              <a:pPr/>
              <a:t>34</a:t>
            </a:fld>
            <a:endParaRPr lang="en-US" noProof="0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21258240-B5F7-AF35-60EE-9535BB109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Header, </a:t>
            </a:r>
            <a:r>
              <a:rPr lang="en-US" noProof="0"/>
              <a:t>4 column content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AEC733C-AD2D-E8B1-7A80-867AAA62075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noProof="0"/>
              <a:t>Text box with or without bullets.</a:t>
            </a:r>
            <a:br>
              <a:rPr lang="en-US" b="1" noProof="0"/>
            </a:br>
            <a:r>
              <a:rPr lang="en-US" noProof="0"/>
              <a:t>Text supports </a:t>
            </a:r>
            <a:r>
              <a:rPr lang="en-US" b="1" noProof="0"/>
              <a:t>bold</a:t>
            </a:r>
            <a:r>
              <a:rPr lang="en-US" noProof="0"/>
              <a:t> formatting and can also be resized to 14 or 12.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b="1" noProof="0"/>
              <a:t>Subhead:</a:t>
            </a:r>
          </a:p>
          <a:p>
            <a:r>
              <a:rPr lang="en-US" noProof="0"/>
              <a:t>Lorem</a:t>
            </a:r>
          </a:p>
          <a:p>
            <a:r>
              <a:rPr lang="en-US"/>
              <a:t>I</a:t>
            </a:r>
            <a:r>
              <a:rPr lang="en-US" noProof="0" err="1"/>
              <a:t>psum</a:t>
            </a:r>
            <a:endParaRPr lang="en-US"/>
          </a:p>
          <a:p>
            <a:r>
              <a:rPr lang="en-US" noProof="0"/>
              <a:t>Dolor sit </a:t>
            </a:r>
            <a:r>
              <a:rPr lang="en-US" noProof="0" err="1"/>
              <a:t>amet</a:t>
            </a:r>
            <a:endParaRPr lang="en-US"/>
          </a:p>
          <a:p>
            <a:r>
              <a:rPr lang="en-US"/>
              <a:t>C</a:t>
            </a:r>
            <a:r>
              <a:rPr lang="en-US" noProof="0" err="1"/>
              <a:t>onsectetur</a:t>
            </a:r>
            <a:r>
              <a:rPr lang="en-US"/>
              <a:t> </a:t>
            </a:r>
            <a:r>
              <a:rPr lang="en-US" noProof="0" err="1"/>
              <a:t>adipiscing</a:t>
            </a:r>
            <a:endParaRPr lang="en-US"/>
          </a:p>
          <a:p>
            <a:r>
              <a:rPr lang="en-US"/>
              <a:t>E</a:t>
            </a:r>
            <a:r>
              <a:rPr lang="en-US" noProof="0"/>
              <a:t>lit sed do </a:t>
            </a:r>
            <a:r>
              <a:rPr lang="en-US" noProof="0" err="1"/>
              <a:t>eiusmod</a:t>
            </a:r>
            <a:endParaRPr lang="en-US" noProof="0">
              <a:solidFill>
                <a:schemeClr val="bg2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6AE11F-4E3D-3F61-C936-5F7315FC99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noProof="0" err="1"/>
              <a:t>Nulla</a:t>
            </a:r>
            <a:r>
              <a:rPr lang="en-US" noProof="0"/>
              <a:t> gravida </a:t>
            </a:r>
            <a:r>
              <a:rPr lang="en-US" noProof="0" err="1"/>
              <a:t>orci</a:t>
            </a:r>
            <a:r>
              <a:rPr lang="en-US" noProof="0"/>
              <a:t> a </a:t>
            </a:r>
            <a:r>
              <a:rPr lang="en-US" noProof="0" err="1"/>
              <a:t>odio</a:t>
            </a:r>
            <a:r>
              <a:rPr lang="en-US" noProof="0"/>
              <a:t>. </a:t>
            </a:r>
            <a:r>
              <a:rPr lang="en-US" noProof="0" err="1"/>
              <a:t>Nullam</a:t>
            </a:r>
            <a:r>
              <a:rPr lang="en-US" noProof="0"/>
              <a:t> </a:t>
            </a:r>
            <a:r>
              <a:rPr lang="en-US" noProof="0" err="1"/>
              <a:t>varius</a:t>
            </a:r>
            <a:r>
              <a:rPr lang="en-US" noProof="0"/>
              <a:t>, </a:t>
            </a:r>
            <a:r>
              <a:rPr lang="en-US" noProof="0" err="1"/>
              <a:t>turpis</a:t>
            </a:r>
            <a:r>
              <a:rPr lang="en-US" noProof="0"/>
              <a:t> et </a:t>
            </a:r>
            <a:r>
              <a:rPr lang="en-US" noProof="0" err="1"/>
              <a:t>commodo</a:t>
            </a:r>
            <a:r>
              <a:rPr lang="en-US" noProof="0"/>
              <a:t> pharetra.</a:t>
            </a:r>
          </a:p>
          <a:p>
            <a:r>
              <a:rPr lang="en-US" noProof="0"/>
              <a:t>Est eros </a:t>
            </a:r>
            <a:r>
              <a:rPr lang="en-US" noProof="0" err="1"/>
              <a:t>bibendum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nec </a:t>
            </a:r>
            <a:r>
              <a:rPr lang="en-US" noProof="0" err="1"/>
              <a:t>luctus</a:t>
            </a:r>
            <a:r>
              <a:rPr lang="en-US" noProof="0"/>
              <a:t> magna </a:t>
            </a:r>
            <a:r>
              <a:rPr lang="en-US" noProof="0" err="1"/>
              <a:t>felis</a:t>
            </a:r>
            <a:r>
              <a:rPr lang="en-US" noProof="0"/>
              <a:t> </a:t>
            </a:r>
            <a:r>
              <a:rPr lang="en-US" noProof="0" err="1"/>
              <a:t>sollicitudin</a:t>
            </a:r>
            <a:r>
              <a:rPr lang="en-US" noProof="0"/>
              <a:t> </a:t>
            </a:r>
            <a:r>
              <a:rPr lang="en-US" noProof="0" err="1"/>
              <a:t>mauris</a:t>
            </a:r>
            <a:r>
              <a:rPr lang="en-US" noProof="0"/>
              <a:t>. </a:t>
            </a:r>
          </a:p>
          <a:p>
            <a:r>
              <a:rPr lang="en-US" noProof="0"/>
              <a:t>Integer in </a:t>
            </a:r>
            <a:r>
              <a:rPr lang="en-US" noProof="0" err="1"/>
              <a:t>mauris</a:t>
            </a:r>
            <a:r>
              <a:rPr lang="en-US" noProof="0"/>
              <a:t> </a:t>
            </a:r>
            <a:r>
              <a:rPr lang="en-US" noProof="0" err="1"/>
              <a:t>eu</a:t>
            </a:r>
            <a:r>
              <a:rPr lang="en-US" noProof="0"/>
              <a:t> </a:t>
            </a:r>
            <a:r>
              <a:rPr lang="en-US" noProof="0" err="1"/>
              <a:t>nibh</a:t>
            </a:r>
            <a:r>
              <a:rPr lang="en-US" noProof="0"/>
              <a:t> </a:t>
            </a:r>
            <a:r>
              <a:rPr lang="en-US" noProof="0" err="1"/>
              <a:t>euismod</a:t>
            </a:r>
            <a:r>
              <a:rPr lang="en-US" noProof="0"/>
              <a:t> gravida. Duis ac </a:t>
            </a:r>
            <a:r>
              <a:rPr lang="en-US" noProof="0" err="1"/>
              <a:t>tellus</a:t>
            </a:r>
            <a:r>
              <a:rPr lang="en-US" noProof="0"/>
              <a:t> et </a:t>
            </a:r>
            <a:r>
              <a:rPr lang="en-US" noProof="0" err="1"/>
              <a:t>risus</a:t>
            </a:r>
            <a:r>
              <a:rPr lang="en-US" noProof="0"/>
              <a:t> </a:t>
            </a:r>
            <a:r>
              <a:rPr lang="en-US" noProof="0" err="1"/>
              <a:t>vulputate</a:t>
            </a:r>
            <a:r>
              <a:rPr lang="en-US" noProof="0"/>
              <a:t> </a:t>
            </a:r>
            <a:r>
              <a:rPr lang="en-US" noProof="0" err="1"/>
              <a:t>vehicula</a:t>
            </a:r>
            <a:r>
              <a:rPr lang="en-US" noProof="0"/>
              <a:t>.</a:t>
            </a:r>
          </a:p>
          <a:p>
            <a:r>
              <a:rPr lang="en-US" noProof="0"/>
              <a:t>Donec </a:t>
            </a:r>
            <a:r>
              <a:rPr lang="en-US" noProof="0" err="1"/>
              <a:t>lobortis</a:t>
            </a:r>
            <a:r>
              <a:rPr lang="en-US" noProof="0"/>
              <a:t> </a:t>
            </a:r>
            <a:r>
              <a:rPr lang="en-US" noProof="0" err="1"/>
              <a:t>risus</a:t>
            </a:r>
            <a:r>
              <a:rPr lang="en-US" noProof="0"/>
              <a:t> a </a:t>
            </a:r>
            <a:r>
              <a:rPr lang="en-US" noProof="0" err="1"/>
              <a:t>elit</a:t>
            </a:r>
            <a:r>
              <a:rPr lang="en-US" noProof="0"/>
              <a:t>. </a:t>
            </a:r>
            <a:r>
              <a:rPr lang="en-US" noProof="0" err="1"/>
              <a:t>Etiam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.</a:t>
            </a:r>
          </a:p>
          <a:p>
            <a:r>
              <a:rPr lang="en-US" noProof="0"/>
              <a:t>Ut </a:t>
            </a:r>
            <a:r>
              <a:rPr lang="en-US" noProof="0" err="1"/>
              <a:t>ullamcorper</a:t>
            </a:r>
            <a:r>
              <a:rPr lang="en-US" noProof="0"/>
              <a:t>, ligula </a:t>
            </a:r>
            <a:r>
              <a:rPr lang="en-US" noProof="0" err="1"/>
              <a:t>eu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congue</a:t>
            </a:r>
            <a:r>
              <a:rPr lang="en-US" noProof="0"/>
              <a:t>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7D36D2-4C13-26A9-CDAA-8760FED2FF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noProof="0"/>
              <a:t>Maecenas fermentum </a:t>
            </a:r>
            <a:r>
              <a:rPr lang="en-US" noProof="0" err="1"/>
              <a:t>consequat</a:t>
            </a:r>
            <a:r>
              <a:rPr lang="en-US" noProof="0"/>
              <a:t> mi. Donec fermentum. </a:t>
            </a:r>
            <a:r>
              <a:rPr lang="en-US" noProof="0" err="1"/>
              <a:t>Pellentesque</a:t>
            </a:r>
            <a:r>
              <a:rPr lang="en-US" noProof="0"/>
              <a:t> </a:t>
            </a:r>
            <a:r>
              <a:rPr lang="en-US" noProof="0" err="1"/>
              <a:t>malesuada</a:t>
            </a:r>
            <a:r>
              <a:rPr lang="en-US" noProof="0"/>
              <a:t> </a:t>
            </a:r>
            <a:r>
              <a:rPr lang="en-US" noProof="0" err="1"/>
              <a:t>nulla</a:t>
            </a:r>
            <a:r>
              <a:rPr lang="en-US" noProof="0"/>
              <a:t> a mi.</a:t>
            </a:r>
          </a:p>
          <a:p>
            <a:r>
              <a:rPr lang="en-US" noProof="0"/>
              <a:t>Duis </a:t>
            </a:r>
            <a:r>
              <a:rPr lang="en-US" noProof="0" err="1"/>
              <a:t>sapien</a:t>
            </a:r>
            <a:r>
              <a:rPr lang="en-US" noProof="0"/>
              <a:t> </a:t>
            </a:r>
            <a:r>
              <a:rPr lang="en-US" noProof="0" err="1"/>
              <a:t>sem</a:t>
            </a:r>
            <a:r>
              <a:rPr lang="en-US" noProof="0"/>
              <a:t>, </a:t>
            </a:r>
            <a:r>
              <a:rPr lang="en-US" noProof="0" err="1"/>
              <a:t>aliquet</a:t>
            </a:r>
            <a:r>
              <a:rPr lang="en-US" noProof="0"/>
              <a:t> nec,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eget</a:t>
            </a:r>
            <a:r>
              <a:rPr lang="en-US" noProof="0"/>
              <a:t>, </a:t>
            </a:r>
            <a:r>
              <a:rPr lang="en-US" noProof="0" err="1"/>
              <a:t>consequat</a:t>
            </a:r>
            <a:r>
              <a:rPr lang="en-US" noProof="0"/>
              <a:t> </a:t>
            </a:r>
            <a:r>
              <a:rPr lang="en-US" noProof="0" err="1"/>
              <a:t>quis</a:t>
            </a:r>
            <a:r>
              <a:rPr lang="en-US" noProof="0"/>
              <a:t>, </a:t>
            </a:r>
            <a:r>
              <a:rPr lang="en-US" noProof="0" err="1"/>
              <a:t>neque</a:t>
            </a:r>
            <a:r>
              <a:rPr lang="en-US" noProof="0"/>
              <a:t>.</a:t>
            </a:r>
          </a:p>
          <a:p>
            <a:r>
              <a:rPr lang="en-US" noProof="0" err="1"/>
              <a:t>Aliquam</a:t>
            </a:r>
            <a:r>
              <a:rPr lang="en-US" noProof="0"/>
              <a:t> </a:t>
            </a:r>
            <a:r>
              <a:rPr lang="en-US" noProof="0" err="1"/>
              <a:t>faucibus</a:t>
            </a:r>
            <a:r>
              <a:rPr lang="en-US" noProof="0"/>
              <a:t>, </a:t>
            </a:r>
            <a:r>
              <a:rPr lang="en-US" noProof="0" err="1"/>
              <a:t>elit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dictum </a:t>
            </a:r>
            <a:r>
              <a:rPr lang="en-US" noProof="0" err="1"/>
              <a:t>aliquet</a:t>
            </a:r>
            <a:r>
              <a:rPr lang="en-US" noProof="0"/>
              <a:t>, </a:t>
            </a:r>
            <a:r>
              <a:rPr lang="en-US" noProof="0" err="1"/>
              <a:t>felis</a:t>
            </a:r>
            <a:r>
              <a:rPr lang="en-US" noProof="0"/>
              <a:t> </a:t>
            </a:r>
            <a:r>
              <a:rPr lang="en-US" noProof="0" err="1"/>
              <a:t>nisl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sapien</a:t>
            </a:r>
            <a:r>
              <a:rPr lang="en-US" noProof="0"/>
              <a:t>, sed </a:t>
            </a:r>
            <a:r>
              <a:rPr lang="en-US" noProof="0" err="1"/>
              <a:t>malesuada</a:t>
            </a:r>
            <a:r>
              <a:rPr lang="en-US" noProof="0"/>
              <a:t> diam </a:t>
            </a:r>
            <a:r>
              <a:rPr lang="en-US" noProof="0" err="1"/>
              <a:t>lacus</a:t>
            </a:r>
            <a:r>
              <a:rPr lang="en-US" noProof="0"/>
              <a:t> </a:t>
            </a:r>
            <a:r>
              <a:rPr lang="en-US" noProof="0" err="1"/>
              <a:t>eget</a:t>
            </a:r>
            <a:r>
              <a:rPr lang="en-US" noProof="0"/>
              <a:t> </a:t>
            </a:r>
            <a:r>
              <a:rPr lang="en-US" noProof="0" err="1"/>
              <a:t>erat</a:t>
            </a:r>
            <a:r>
              <a:rPr lang="en-US" noProof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9142A3-08AB-52CE-E763-63F435E92D1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</a:t>
            </a:r>
          </a:p>
          <a:p>
            <a:r>
              <a:rPr lang="en-US" noProof="0"/>
              <a:t>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, </a:t>
            </a:r>
            <a:r>
              <a:rPr lang="en-US" noProof="0" err="1"/>
              <a:t>quis</a:t>
            </a:r>
            <a:r>
              <a:rPr lang="en-US" noProof="0"/>
              <a:t> </a:t>
            </a:r>
            <a:r>
              <a:rPr lang="en-US" noProof="0" err="1"/>
              <a:t>nostrud</a:t>
            </a:r>
            <a:r>
              <a:rPr lang="en-US" noProof="0"/>
              <a:t> exercitation </a:t>
            </a:r>
            <a:r>
              <a:rPr lang="en-US" noProof="0" err="1"/>
              <a:t>ullamco</a:t>
            </a:r>
            <a:r>
              <a:rPr lang="en-US" noProof="0"/>
              <a:t> </a:t>
            </a:r>
            <a:r>
              <a:rPr lang="en-US" noProof="0" err="1"/>
              <a:t>laboris</a:t>
            </a:r>
            <a:r>
              <a:rPr lang="en-US" noProof="0"/>
              <a:t> nisi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aliquip</a:t>
            </a:r>
            <a:r>
              <a:rPr lang="en-US" noProof="0"/>
              <a:t> ex </a:t>
            </a:r>
            <a:r>
              <a:rPr lang="en-US" noProof="0" err="1"/>
              <a:t>ea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consequat</a:t>
            </a:r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1576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E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F1421-9A91-CE46-B1C7-6F08BAC30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74BC3EB1-5CD9-4B3D-31CA-1B2E72C97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2720868"/>
            <a:ext cx="11624434" cy="1624804"/>
          </a:xfrm>
        </p:spPr>
        <p:txBody>
          <a:bodyPr/>
          <a:lstStyle/>
          <a:p>
            <a:r>
              <a:rPr lang="en-US" noProof="0"/>
              <a:t>Image Heavy Interior Slides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5E4DDC-DD58-1868-EE2A-18F79781766C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3652" y="4389438"/>
            <a:ext cx="8680450" cy="330860"/>
          </a:xfrm>
        </p:spPr>
        <p:txBody>
          <a:bodyPr/>
          <a:lstStyle/>
          <a:p>
            <a:pPr marL="0" indent="0">
              <a:buNone/>
            </a:pPr>
            <a:r>
              <a:rPr lang="en-US" noProof="0"/>
              <a:t>Delete this section and its slides, when your presentation is ready</a:t>
            </a:r>
          </a:p>
        </p:txBody>
      </p:sp>
    </p:spTree>
    <p:extLst>
      <p:ext uri="{BB962C8B-B14F-4D97-AF65-F5344CB8AC3E}">
        <p14:creationId xmlns:p14="http://schemas.microsoft.com/office/powerpoint/2010/main" val="41805084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8D25C88-133A-ABEE-306D-22C514B8A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36</a:t>
            </a:fld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BA0AE-022A-C204-47BB-1355DB781C7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4702357" cy="605935"/>
          </a:xfrm>
        </p:spPr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, </a:t>
            </a:r>
            <a:r>
              <a:rPr lang="en-US" noProof="0" err="1"/>
              <a:t>quis</a:t>
            </a:r>
            <a:r>
              <a:rPr lang="en-US" noProof="0"/>
              <a:t> </a:t>
            </a:r>
            <a:r>
              <a:rPr lang="en-US" noProof="0" err="1"/>
              <a:t>nostrud</a:t>
            </a:r>
            <a:r>
              <a:rPr lang="en-US" noProof="0"/>
              <a:t> exercitation </a:t>
            </a:r>
            <a:r>
              <a:rPr lang="en-US" noProof="0" err="1"/>
              <a:t>ullamco</a:t>
            </a:r>
            <a:r>
              <a:rPr lang="en-US" noProof="0"/>
              <a:t> </a:t>
            </a:r>
            <a:r>
              <a:rPr lang="en-US" noProof="0" err="1"/>
              <a:t>laboris</a:t>
            </a:r>
            <a:r>
              <a:rPr lang="en-US" noProof="0"/>
              <a:t> nisi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aliquip</a:t>
            </a:r>
            <a:r>
              <a:rPr lang="en-US" noProof="0"/>
              <a:t> ex </a:t>
            </a:r>
            <a:r>
              <a:rPr lang="en-US" noProof="0" err="1"/>
              <a:t>ea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consequat</a:t>
            </a:r>
            <a:r>
              <a:rPr lang="en-US" noProof="0"/>
              <a:t>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8639630-D5FC-48C6-2F3A-291B9EEE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3715550" cy="284694"/>
          </a:xfrm>
        </p:spPr>
        <p:txBody>
          <a:bodyPr/>
          <a:lstStyle/>
          <a:p>
            <a:r>
              <a:rPr lang="en-US" noProof="0"/>
              <a:t>Header, example content for 3 images or 3 process steps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9199FD1C-0E97-791C-C895-58531A2876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6D5B3D02-1F4B-FCB7-3E06-93AA92834D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3F63F63B-5213-A2AD-3FEA-F2F6334886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CFF48C9-88AC-996C-A3C3-5300F0C8F98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noFill/>
        </p:spPr>
        <p:txBody>
          <a:bodyPr/>
          <a:lstStyle/>
          <a:p>
            <a:endParaRPr lang="en-US" noProof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8CD86E1-4159-A751-B303-DB60C06639B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65" y="5959121"/>
            <a:ext cx="3715550" cy="632179"/>
          </a:xfrm>
        </p:spPr>
        <p:txBody>
          <a:bodyPr/>
          <a:lstStyle/>
          <a:p>
            <a:pPr marL="0" indent="0">
              <a:buNone/>
            </a:pPr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BFF00BB-A64B-74CA-B913-6F0143B70DE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65" y="5600700"/>
            <a:ext cx="3723244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1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3E107FE-180B-700F-E75E-DFF2577A338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236707" y="5959121"/>
            <a:ext cx="3713316" cy="632179"/>
          </a:xfrm>
        </p:spPr>
        <p:txBody>
          <a:bodyPr/>
          <a:lstStyle/>
          <a:p>
            <a:pPr marL="0" indent="0">
              <a:buNone/>
            </a:pPr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7862D40-9935-4315-D8C5-54AB3A6CB18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36707" y="5600700"/>
            <a:ext cx="3721007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2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405DC4C3-6573-3DB4-5E44-5E661663E09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204681" y="5959121"/>
            <a:ext cx="3713316" cy="632179"/>
          </a:xfrm>
        </p:spPr>
        <p:txBody>
          <a:bodyPr/>
          <a:lstStyle/>
          <a:p>
            <a:pPr marL="0" indent="0">
              <a:buNone/>
            </a:pPr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74437B8-4FC5-2412-2130-4CAA97B7E56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204681" y="5600700"/>
            <a:ext cx="3721007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3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8F09866-633E-2182-006C-B9C26D3C07E0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US" noProof="0">
              <a:solidFill>
                <a:schemeClr val="tx1">
                  <a:alpha val="0"/>
                </a:schemeClr>
              </a:solidFill>
            </a:endParaRP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1376720-800C-62BE-FE67-E2E7478A4F4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US" noProof="0">
              <a:solidFill>
                <a:schemeClr val="tx1">
                  <a:alpha val="0"/>
                </a:schemeClr>
              </a:solidFill>
            </a:endParaRP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470D619-DE69-2FA4-29FE-5AB13FF4434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noFill/>
        </p:spPr>
        <p:txBody>
          <a:bodyPr/>
          <a:lstStyle/>
          <a:p>
            <a:endParaRPr lang="en-US" noProof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B30621B-3D34-2A75-CBD9-D385982BF44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 noProof="0">
              <a:solidFill>
                <a:schemeClr val="tx1">
                  <a:alpha val="0"/>
                </a:schemeClr>
              </a:solidFill>
            </a:endParaRPr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1B147251-6BC6-0E22-5FC6-309A11F1EDA2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 noProof="0">
              <a:solidFill>
                <a:schemeClr val="tx1">
                  <a:alpha val="0"/>
                </a:schemeClr>
              </a:solidFill>
            </a:endParaRP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A8CA2410-FF93-ECC4-9EC1-06D775E260F1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EF7C713-E364-5ED5-1C72-7B9BB8F3A75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F04A81E-A4BA-385E-BB70-F1D1640F6ADE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6CFD75DF-4CCE-4476-619E-F32DC128FE8F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2420299" y="2041252"/>
            <a:ext cx="610995" cy="892217"/>
          </a:xfrm>
          <a:noFill/>
        </p:spPr>
        <p:txBody>
          <a:bodyPr/>
          <a:lstStyle/>
          <a:p>
            <a:endParaRPr lang="en-US" noProof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C7E9FE04-2239-2F87-AA3D-9919E305C30D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noFill/>
        </p:spPr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836199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629B84-ACF6-264C-F87B-55716DCEF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37</a:t>
            </a:fld>
            <a:endParaRPr lang="en-US" noProof="0"/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6432C055-F012-8ABB-EF3B-3AE3813332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4702357" cy="605935"/>
          </a:xfrm>
        </p:spPr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, </a:t>
            </a:r>
            <a:r>
              <a:rPr lang="en-US" noProof="0" err="1"/>
              <a:t>quis</a:t>
            </a:r>
            <a:r>
              <a:rPr lang="en-US" noProof="0"/>
              <a:t> </a:t>
            </a:r>
            <a:r>
              <a:rPr lang="en-US" noProof="0" err="1"/>
              <a:t>nostrud</a:t>
            </a:r>
            <a:r>
              <a:rPr lang="en-US" noProof="0"/>
              <a:t> exercitation </a:t>
            </a:r>
            <a:r>
              <a:rPr lang="en-US" noProof="0" err="1"/>
              <a:t>ullamco</a:t>
            </a:r>
            <a:r>
              <a:rPr lang="en-US" noProof="0"/>
              <a:t> </a:t>
            </a:r>
            <a:r>
              <a:rPr lang="en-US" noProof="0" err="1"/>
              <a:t>laboris</a:t>
            </a:r>
            <a:r>
              <a:rPr lang="en-US" noProof="0"/>
              <a:t> nisi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aliquip</a:t>
            </a:r>
            <a:r>
              <a:rPr lang="en-US" noProof="0"/>
              <a:t> ex </a:t>
            </a:r>
            <a:r>
              <a:rPr lang="en-US" noProof="0" err="1"/>
              <a:t>ea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consequat</a:t>
            </a:r>
            <a:r>
              <a:rPr lang="en-US" noProof="0"/>
              <a:t>.</a:t>
            </a:r>
          </a:p>
          <a:p>
            <a:endParaRPr lang="en-US" noProof="0"/>
          </a:p>
        </p:txBody>
      </p:sp>
      <p:sp>
        <p:nvSpPr>
          <p:cNvPr id="68" name="Title 67">
            <a:extLst>
              <a:ext uri="{FF2B5EF4-FFF2-40B4-BE49-F238E27FC236}">
                <a16:creationId xmlns:a16="http://schemas.microsoft.com/office/drawing/2014/main" id="{FE9022C3-E566-FCC2-AE6A-7D8F5587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3715550" cy="284694"/>
          </a:xfrm>
        </p:spPr>
        <p:txBody>
          <a:bodyPr/>
          <a:lstStyle/>
          <a:p>
            <a:r>
              <a:rPr lang="en-US" noProof="0"/>
              <a:t>Header, 3 process steps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9A2B958-31D2-EE73-DEA0-3E85B7C504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79B2425-9000-F70A-773E-CE3F29FC104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49E28F1-4F4E-5C9F-32A0-B952A4DB0B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CCBA19F-A1E9-94EB-539C-5CE2DF7B934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noFill/>
        </p:spPr>
        <p:txBody>
          <a:bodyPr/>
          <a:lstStyle/>
          <a:p>
            <a:endParaRPr lang="en-US" noProof="0"/>
          </a:p>
        </p:txBody>
      </p:sp>
      <p:sp>
        <p:nvSpPr>
          <p:cNvPr id="194" name="Text Placeholder 193">
            <a:extLst>
              <a:ext uri="{FF2B5EF4-FFF2-40B4-BE49-F238E27FC236}">
                <a16:creationId xmlns:a16="http://schemas.microsoft.com/office/drawing/2014/main" id="{888AD3CC-3BE5-E087-6302-0B99822CDBF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65" y="5959121"/>
            <a:ext cx="3715550" cy="632179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85" name="Text Placeholder 184">
            <a:extLst>
              <a:ext uri="{FF2B5EF4-FFF2-40B4-BE49-F238E27FC236}">
                <a16:creationId xmlns:a16="http://schemas.microsoft.com/office/drawing/2014/main" id="{09AFADDD-899B-182F-C3B5-FFFECDD0E63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65" y="5600700"/>
            <a:ext cx="3723244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1</a:t>
            </a:r>
          </a:p>
        </p:txBody>
      </p:sp>
      <p:sp>
        <p:nvSpPr>
          <p:cNvPr id="206" name="Text Placeholder 205">
            <a:extLst>
              <a:ext uri="{FF2B5EF4-FFF2-40B4-BE49-F238E27FC236}">
                <a16:creationId xmlns:a16="http://schemas.microsoft.com/office/drawing/2014/main" id="{A4A8EAEB-0437-FC6D-6837-132FE72E9C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236707" y="5959121"/>
            <a:ext cx="3713316" cy="632179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87" name="Text Placeholder 186">
            <a:extLst>
              <a:ext uri="{FF2B5EF4-FFF2-40B4-BE49-F238E27FC236}">
                <a16:creationId xmlns:a16="http://schemas.microsoft.com/office/drawing/2014/main" id="{9A314D01-219E-14E0-3D0F-F9A6660AED3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4236707" y="5600700"/>
            <a:ext cx="3721007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2</a:t>
            </a:r>
          </a:p>
        </p:txBody>
      </p:sp>
      <p:sp>
        <p:nvSpPr>
          <p:cNvPr id="207" name="Text Placeholder 206">
            <a:extLst>
              <a:ext uri="{FF2B5EF4-FFF2-40B4-BE49-F238E27FC236}">
                <a16:creationId xmlns:a16="http://schemas.microsoft.com/office/drawing/2014/main" id="{FE2C6A89-8776-CE49-489C-87B84E5932D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204681" y="5959121"/>
            <a:ext cx="3713316" cy="632179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89" name="Text Placeholder 188">
            <a:extLst>
              <a:ext uri="{FF2B5EF4-FFF2-40B4-BE49-F238E27FC236}">
                <a16:creationId xmlns:a16="http://schemas.microsoft.com/office/drawing/2014/main" id="{7A27E99E-979A-AC80-E3CF-EBC161FCF5E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204681" y="5600700"/>
            <a:ext cx="3721007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3</a:t>
            </a:r>
          </a:p>
        </p:txBody>
      </p:sp>
      <p:sp>
        <p:nvSpPr>
          <p:cNvPr id="208" name="Text Placeholder 207">
            <a:extLst>
              <a:ext uri="{FF2B5EF4-FFF2-40B4-BE49-F238E27FC236}">
                <a16:creationId xmlns:a16="http://schemas.microsoft.com/office/drawing/2014/main" id="{2DD990DA-D31C-90C8-1D62-BB1E4B7DB7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2409070" y="3419164"/>
            <a:ext cx="615764" cy="264688"/>
          </a:xfrm>
        </p:spPr>
        <p:txBody>
          <a:bodyPr/>
          <a:lstStyle/>
          <a:p>
            <a:r>
              <a:rPr lang="en-US" noProof="0">
                <a:solidFill>
                  <a:schemeClr val="tx1">
                    <a:alpha val="0"/>
                  </a:schemeClr>
                </a:solidFill>
              </a:rPr>
              <a:t>xx.</a:t>
            </a:r>
          </a:p>
        </p:txBody>
      </p:sp>
      <p:sp>
        <p:nvSpPr>
          <p:cNvPr id="191" name="Text Placeholder 190">
            <a:extLst>
              <a:ext uri="{FF2B5EF4-FFF2-40B4-BE49-F238E27FC236}">
                <a16:creationId xmlns:a16="http://schemas.microsoft.com/office/drawing/2014/main" id="{20351B99-AEDA-D5E7-A867-385BAABE408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2409071" y="3060743"/>
            <a:ext cx="617040" cy="264688"/>
          </a:xfrm>
        </p:spPr>
        <p:txBody>
          <a:bodyPr/>
          <a:lstStyle/>
          <a:p>
            <a:r>
              <a:rPr lang="en-US" noProof="0">
                <a:solidFill>
                  <a:schemeClr val="tx1">
                    <a:alpha val="0"/>
                  </a:schemeClr>
                </a:solidFill>
              </a:rPr>
              <a:t>xx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26C4EEFA-FE98-C9CD-2EB2-3373399057D1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noFill/>
        </p:spPr>
        <p:txBody>
          <a:bodyPr/>
          <a:lstStyle/>
          <a:p>
            <a:endParaRPr lang="en-US" noProof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C2E08C0-2392-02EA-14D9-838853FB6B5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2418302" y="5313429"/>
            <a:ext cx="610995" cy="264688"/>
          </a:xfrm>
        </p:spPr>
        <p:txBody>
          <a:bodyPr/>
          <a:lstStyle/>
          <a:p>
            <a:r>
              <a:rPr lang="en-US" noProof="0">
                <a:solidFill>
                  <a:schemeClr val="tx1">
                    <a:alpha val="0"/>
                  </a:schemeClr>
                </a:solidFill>
              </a:rPr>
              <a:t>xx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30AB381-93A0-CCDB-0176-432E66E4CAF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2418302" y="4955008"/>
            <a:ext cx="612261" cy="264688"/>
          </a:xfrm>
        </p:spPr>
        <p:txBody>
          <a:bodyPr/>
          <a:lstStyle/>
          <a:p>
            <a:r>
              <a:rPr lang="en-US" noProof="0">
                <a:solidFill>
                  <a:schemeClr val="tx1">
                    <a:alpha val="0"/>
                  </a:schemeClr>
                </a:solidFill>
              </a:rPr>
              <a:t>xx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B6C118B4-4A37-147B-C889-5C2FC9E64F2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59032" y="1736684"/>
            <a:ext cx="3716016" cy="1195301"/>
          </a:xfrm>
        </p:spPr>
        <p:txBody>
          <a:bodyPr/>
          <a:lstStyle/>
          <a:p>
            <a:r>
              <a:rPr lang="en-US" noProof="0"/>
              <a:t>01</a:t>
            </a:r>
          </a:p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19EE28A6-D635-EC8D-68CA-C2D5840D756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4230740" y="1736684"/>
            <a:ext cx="3716016" cy="1195301"/>
          </a:xfrm>
        </p:spPr>
        <p:txBody>
          <a:bodyPr/>
          <a:lstStyle/>
          <a:p>
            <a:r>
              <a:rPr lang="en-US" noProof="0"/>
              <a:t>02</a:t>
            </a: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C75CC0CB-10AC-A338-CC5A-06A0BA9841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198714" y="1736684"/>
            <a:ext cx="3716016" cy="1195301"/>
          </a:xfrm>
        </p:spPr>
        <p:txBody>
          <a:bodyPr/>
          <a:lstStyle/>
          <a:p>
            <a:r>
              <a:rPr lang="en-US" noProof="0"/>
              <a:t>03</a:t>
            </a:r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F959F8C7-1ACD-586F-49D2-5DCF0579B89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2420584" y="2041252"/>
            <a:ext cx="610995" cy="892217"/>
          </a:xfrm>
        </p:spPr>
        <p:txBody>
          <a:bodyPr/>
          <a:lstStyle/>
          <a:p>
            <a:r>
              <a:rPr lang="en-US" noProof="0"/>
              <a:t>04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0D0EC4D-8902-06FC-C088-D31D6D995B5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875620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D2AC813-B532-2774-06F0-C915966D9FC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629B84-ACF6-264C-F87B-55716DCEF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38</a:t>
            </a:fld>
            <a:endParaRPr lang="en-US" noProof="0"/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6432C055-F012-8ABB-EF3B-3AE3813332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4702357" cy="605935"/>
          </a:xfrm>
        </p:spPr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, </a:t>
            </a:r>
            <a:r>
              <a:rPr lang="en-US" noProof="0" err="1"/>
              <a:t>quis</a:t>
            </a:r>
            <a:r>
              <a:rPr lang="en-US" noProof="0"/>
              <a:t> </a:t>
            </a:r>
            <a:r>
              <a:rPr lang="en-US" noProof="0" err="1"/>
              <a:t>nostrud</a:t>
            </a:r>
            <a:r>
              <a:rPr lang="en-US" noProof="0"/>
              <a:t> exercitation </a:t>
            </a:r>
            <a:r>
              <a:rPr lang="en-US" noProof="0" err="1"/>
              <a:t>ullamco</a:t>
            </a:r>
            <a:r>
              <a:rPr lang="en-US" noProof="0"/>
              <a:t> </a:t>
            </a:r>
            <a:r>
              <a:rPr lang="en-US" noProof="0" err="1"/>
              <a:t>laboris</a:t>
            </a:r>
            <a:r>
              <a:rPr lang="en-US" noProof="0"/>
              <a:t> nisi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aliquip</a:t>
            </a:r>
            <a:r>
              <a:rPr lang="en-US" noProof="0"/>
              <a:t> ex </a:t>
            </a:r>
            <a:r>
              <a:rPr lang="en-US" noProof="0" err="1"/>
              <a:t>ea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consequat</a:t>
            </a:r>
            <a:r>
              <a:rPr lang="en-US" noProof="0"/>
              <a:t>.</a:t>
            </a:r>
          </a:p>
          <a:p>
            <a:endParaRPr lang="en-US" noProof="0"/>
          </a:p>
        </p:txBody>
      </p:sp>
      <p:sp>
        <p:nvSpPr>
          <p:cNvPr id="68" name="Title 67">
            <a:extLst>
              <a:ext uri="{FF2B5EF4-FFF2-40B4-BE49-F238E27FC236}">
                <a16:creationId xmlns:a16="http://schemas.microsoft.com/office/drawing/2014/main" id="{FE9022C3-E566-FCC2-AE6A-7D8F5587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3715550" cy="284694"/>
          </a:xfrm>
        </p:spPr>
        <p:txBody>
          <a:bodyPr/>
          <a:lstStyle/>
          <a:p>
            <a:r>
              <a:rPr lang="en-US" noProof="0"/>
              <a:t>Header, 4 process steps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D51472E1-EBD3-CB42-701A-0BAD07A42E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CC4AC9E3-6EF9-E9D8-CCDE-F384182324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B2E5196-2D3C-85C2-640D-FD37B0FB27A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94" name="Text Placeholder 193">
            <a:extLst>
              <a:ext uri="{FF2B5EF4-FFF2-40B4-BE49-F238E27FC236}">
                <a16:creationId xmlns:a16="http://schemas.microsoft.com/office/drawing/2014/main" id="{888AD3CC-3BE5-E087-6302-0B99822CDBF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66" y="5081525"/>
            <a:ext cx="2742843" cy="1509775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85" name="Text Placeholder 184">
            <a:extLst>
              <a:ext uri="{FF2B5EF4-FFF2-40B4-BE49-F238E27FC236}">
                <a16:creationId xmlns:a16="http://schemas.microsoft.com/office/drawing/2014/main" id="{09AFADDD-899B-182F-C3B5-FFFECDD0E63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66" y="4723104"/>
            <a:ext cx="2742843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1</a:t>
            </a:r>
          </a:p>
        </p:txBody>
      </p:sp>
      <p:sp>
        <p:nvSpPr>
          <p:cNvPr id="206" name="Text Placeholder 205">
            <a:extLst>
              <a:ext uri="{FF2B5EF4-FFF2-40B4-BE49-F238E27FC236}">
                <a16:creationId xmlns:a16="http://schemas.microsoft.com/office/drawing/2014/main" id="{A4A8EAEB-0437-FC6D-6837-132FE72E9C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230604" y="5081525"/>
            <a:ext cx="2742843" cy="1509775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87" name="Text Placeholder 186">
            <a:extLst>
              <a:ext uri="{FF2B5EF4-FFF2-40B4-BE49-F238E27FC236}">
                <a16:creationId xmlns:a16="http://schemas.microsoft.com/office/drawing/2014/main" id="{9A314D01-219E-14E0-3D0F-F9A6660AED3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3230604" y="4723104"/>
            <a:ext cx="2742843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2</a:t>
            </a:r>
          </a:p>
        </p:txBody>
      </p:sp>
      <p:sp>
        <p:nvSpPr>
          <p:cNvPr id="207" name="Text Placeholder 206">
            <a:extLst>
              <a:ext uri="{FF2B5EF4-FFF2-40B4-BE49-F238E27FC236}">
                <a16:creationId xmlns:a16="http://schemas.microsoft.com/office/drawing/2014/main" id="{FE2C6A89-8776-CE49-489C-87B84E5932D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199129" y="5081525"/>
            <a:ext cx="2742843" cy="1509775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89" name="Text Placeholder 188">
            <a:extLst>
              <a:ext uri="{FF2B5EF4-FFF2-40B4-BE49-F238E27FC236}">
                <a16:creationId xmlns:a16="http://schemas.microsoft.com/office/drawing/2014/main" id="{7A27E99E-979A-AC80-E3CF-EBC161FCF5E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199129" y="4723104"/>
            <a:ext cx="2742843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3</a:t>
            </a:r>
          </a:p>
        </p:txBody>
      </p:sp>
      <p:sp>
        <p:nvSpPr>
          <p:cNvPr id="208" name="Text Placeholder 207">
            <a:extLst>
              <a:ext uri="{FF2B5EF4-FFF2-40B4-BE49-F238E27FC236}">
                <a16:creationId xmlns:a16="http://schemas.microsoft.com/office/drawing/2014/main" id="{2DD990DA-D31C-90C8-1D62-BB1E4B7DB7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167845" y="5081525"/>
            <a:ext cx="2742843" cy="1509775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91" name="Text Placeholder 190">
            <a:extLst>
              <a:ext uri="{FF2B5EF4-FFF2-40B4-BE49-F238E27FC236}">
                <a16:creationId xmlns:a16="http://schemas.microsoft.com/office/drawing/2014/main" id="{20351B99-AEDA-D5E7-A867-385BAABE408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9167846" y="4723104"/>
            <a:ext cx="2742843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4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4D9ED7FF-F9C9-8B36-79BA-8CE5335C127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noFill/>
        </p:spPr>
        <p:txBody>
          <a:bodyPr/>
          <a:lstStyle/>
          <a:p>
            <a:endParaRPr lang="en-US" noProof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C2E08C0-2392-02EA-14D9-838853FB6B5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2418302" y="3335335"/>
            <a:ext cx="610995" cy="264688"/>
          </a:xfrm>
        </p:spPr>
        <p:txBody>
          <a:bodyPr/>
          <a:lstStyle/>
          <a:p>
            <a:r>
              <a:rPr lang="en-US" noProof="0">
                <a:solidFill>
                  <a:schemeClr val="bg1">
                    <a:alpha val="0"/>
                  </a:schemeClr>
                </a:solidFill>
              </a:rPr>
              <a:t>xx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30AB381-93A0-CCDB-0176-432E66E4CAF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2418302" y="2976914"/>
            <a:ext cx="612261" cy="264688"/>
          </a:xfrm>
        </p:spPr>
        <p:txBody>
          <a:bodyPr/>
          <a:lstStyle/>
          <a:p>
            <a:r>
              <a:rPr lang="en-US" noProof="0">
                <a:solidFill>
                  <a:schemeClr val="bg1">
                    <a:alpha val="0"/>
                  </a:schemeClr>
                </a:solidFill>
              </a:rPr>
              <a:t>xx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B6C118B4-4A37-147B-C889-5C2FC9E64F2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59032" y="1736684"/>
            <a:ext cx="2742843" cy="1101739"/>
          </a:xfrm>
        </p:spPr>
        <p:txBody>
          <a:bodyPr vert="horz" wrap="none" lIns="180000" tIns="0" rIns="0" bIns="0" rtlCol="0" anchor="t">
            <a:noAutofit/>
          </a:bodyPr>
          <a:lstStyle/>
          <a:p>
            <a:r>
              <a:rPr lang="en-US" sz="6150" noProof="0"/>
              <a:t>01</a:t>
            </a:r>
            <a:endParaRPr lang="en-US" sz="6150" noProof="0">
              <a:latin typeface="Snowflake Sans Medium"/>
              <a:ea typeface="Batang"/>
              <a:cs typeface="Sabon Next LT"/>
            </a:endParaRPr>
          </a:p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19EE28A6-D635-EC8D-68CA-C2D5840D756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230604" y="1736684"/>
            <a:ext cx="2742843" cy="1101739"/>
          </a:xfrm>
        </p:spPr>
        <p:txBody>
          <a:bodyPr/>
          <a:lstStyle/>
          <a:p>
            <a:r>
              <a:rPr lang="en-US" noProof="0"/>
              <a:t>02</a:t>
            </a: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C75CC0CB-10AC-A338-CC5A-06A0BA9841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99486" y="1736684"/>
            <a:ext cx="2742843" cy="1101739"/>
          </a:xfrm>
        </p:spPr>
        <p:txBody>
          <a:bodyPr/>
          <a:lstStyle/>
          <a:p>
            <a:r>
              <a:rPr lang="en-US" noProof="0"/>
              <a:t>03</a:t>
            </a:r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F959F8C7-1ACD-586F-49D2-5DCF0579B89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167846" y="1736684"/>
            <a:ext cx="2742843" cy="1101739"/>
          </a:xfrm>
        </p:spPr>
        <p:txBody>
          <a:bodyPr/>
          <a:lstStyle/>
          <a:p>
            <a:r>
              <a:rPr lang="en-US" noProof="0"/>
              <a:t>04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38758D-8D98-E735-6B03-56D175805FA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2419300" y="1947690"/>
            <a:ext cx="611994" cy="892217"/>
          </a:xfrm>
        </p:spPr>
        <p:txBody>
          <a:bodyPr/>
          <a:lstStyle/>
          <a:p>
            <a:r>
              <a:rPr lang="en-US" noProof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686297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0629B84-ACF6-264C-F87B-55716DCEF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39</a:t>
            </a:fld>
            <a:endParaRPr lang="en-US" noProof="0"/>
          </a:p>
        </p:txBody>
      </p:sp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6432C055-F012-8ABB-EF3B-3AE38133322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4702357" cy="605935"/>
          </a:xfrm>
        </p:spPr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, </a:t>
            </a:r>
            <a:r>
              <a:rPr lang="en-US" noProof="0" err="1"/>
              <a:t>quis</a:t>
            </a:r>
            <a:r>
              <a:rPr lang="en-US" noProof="0"/>
              <a:t> </a:t>
            </a:r>
            <a:r>
              <a:rPr lang="en-US" noProof="0" err="1"/>
              <a:t>nostrud</a:t>
            </a:r>
            <a:r>
              <a:rPr lang="en-US" noProof="0"/>
              <a:t> exercitation </a:t>
            </a:r>
            <a:r>
              <a:rPr lang="en-US" noProof="0" err="1"/>
              <a:t>ullamco</a:t>
            </a:r>
            <a:r>
              <a:rPr lang="en-US" noProof="0"/>
              <a:t> </a:t>
            </a:r>
            <a:r>
              <a:rPr lang="en-US" noProof="0" err="1"/>
              <a:t>laboris</a:t>
            </a:r>
            <a:r>
              <a:rPr lang="en-US" noProof="0"/>
              <a:t> nisi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aliquip</a:t>
            </a:r>
            <a:r>
              <a:rPr lang="en-US" noProof="0"/>
              <a:t> ex </a:t>
            </a:r>
            <a:r>
              <a:rPr lang="en-US" noProof="0" err="1"/>
              <a:t>ea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consequat</a:t>
            </a:r>
            <a:r>
              <a:rPr lang="en-US" noProof="0"/>
              <a:t>.</a:t>
            </a:r>
          </a:p>
          <a:p>
            <a:endParaRPr lang="en-US" noProof="0"/>
          </a:p>
        </p:txBody>
      </p:sp>
      <p:sp>
        <p:nvSpPr>
          <p:cNvPr id="68" name="Title 67">
            <a:extLst>
              <a:ext uri="{FF2B5EF4-FFF2-40B4-BE49-F238E27FC236}">
                <a16:creationId xmlns:a16="http://schemas.microsoft.com/office/drawing/2014/main" id="{FE9022C3-E566-FCC2-AE6A-7D8F55870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3715550" cy="284694"/>
          </a:xfrm>
        </p:spPr>
        <p:txBody>
          <a:bodyPr/>
          <a:lstStyle/>
          <a:p>
            <a:r>
              <a:rPr lang="en-US" noProof="0"/>
              <a:t>Header, 5 process steps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B4FEBDA0-75C4-DA18-D917-BEDDF3542F7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50DAA9D-EDD7-0A88-040E-24669210F4E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DCE30209-71AF-ABFD-2D55-A4BBA04A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53C1379A-B716-1F3E-5F91-6EA192D49F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94" name="Text Placeholder 193">
            <a:extLst>
              <a:ext uri="{FF2B5EF4-FFF2-40B4-BE49-F238E27FC236}">
                <a16:creationId xmlns:a16="http://schemas.microsoft.com/office/drawing/2014/main" id="{888AD3CC-3BE5-E087-6302-0B99822CDBF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766" y="4552895"/>
            <a:ext cx="2196720" cy="1365518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85" name="Text Placeholder 184">
            <a:extLst>
              <a:ext uri="{FF2B5EF4-FFF2-40B4-BE49-F238E27FC236}">
                <a16:creationId xmlns:a16="http://schemas.microsoft.com/office/drawing/2014/main" id="{09AFADDD-899B-182F-C3B5-FFFECDD0E63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766" y="4194474"/>
            <a:ext cx="2201269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1</a:t>
            </a:r>
          </a:p>
        </p:txBody>
      </p:sp>
      <p:sp>
        <p:nvSpPr>
          <p:cNvPr id="206" name="Text Placeholder 205">
            <a:extLst>
              <a:ext uri="{FF2B5EF4-FFF2-40B4-BE49-F238E27FC236}">
                <a16:creationId xmlns:a16="http://schemas.microsoft.com/office/drawing/2014/main" id="{A4A8EAEB-0437-FC6D-6837-132FE72E9C9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609660" y="4552895"/>
            <a:ext cx="2228262" cy="1365518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87" name="Text Placeholder 186">
            <a:extLst>
              <a:ext uri="{FF2B5EF4-FFF2-40B4-BE49-F238E27FC236}">
                <a16:creationId xmlns:a16="http://schemas.microsoft.com/office/drawing/2014/main" id="{9A314D01-219E-14E0-3D0F-F9A6660AED3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609660" y="4194474"/>
            <a:ext cx="2232877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2</a:t>
            </a:r>
          </a:p>
        </p:txBody>
      </p:sp>
      <p:sp>
        <p:nvSpPr>
          <p:cNvPr id="207" name="Text Placeholder 206">
            <a:extLst>
              <a:ext uri="{FF2B5EF4-FFF2-40B4-BE49-F238E27FC236}">
                <a16:creationId xmlns:a16="http://schemas.microsoft.com/office/drawing/2014/main" id="{FE2C6A89-8776-CE49-489C-87B84E5932D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997837" y="4552895"/>
            <a:ext cx="2200452" cy="1365518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89" name="Text Placeholder 188">
            <a:extLst>
              <a:ext uri="{FF2B5EF4-FFF2-40B4-BE49-F238E27FC236}">
                <a16:creationId xmlns:a16="http://schemas.microsoft.com/office/drawing/2014/main" id="{7A27E99E-979A-AC80-E3CF-EBC161FCF5E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4997838" y="4194474"/>
            <a:ext cx="2205009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3</a:t>
            </a:r>
          </a:p>
        </p:txBody>
      </p:sp>
      <p:sp>
        <p:nvSpPr>
          <p:cNvPr id="208" name="Text Placeholder 207">
            <a:extLst>
              <a:ext uri="{FF2B5EF4-FFF2-40B4-BE49-F238E27FC236}">
                <a16:creationId xmlns:a16="http://schemas.microsoft.com/office/drawing/2014/main" id="{2DD990DA-D31C-90C8-1D62-BB1E4B7DB79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366493" y="4552895"/>
            <a:ext cx="2228262" cy="1365518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191" name="Text Placeholder 190">
            <a:extLst>
              <a:ext uri="{FF2B5EF4-FFF2-40B4-BE49-F238E27FC236}">
                <a16:creationId xmlns:a16="http://schemas.microsoft.com/office/drawing/2014/main" id="{20351B99-AEDA-D5E7-A867-385BAABE408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366494" y="4194474"/>
            <a:ext cx="2232877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4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1B9E2C5-0A94-0546-4486-24100E2C189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C2E08C0-2392-02EA-14D9-838853FB6B5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736247" y="4552895"/>
            <a:ext cx="2228262" cy="1365518"/>
          </a:xfrm>
        </p:spPr>
        <p:txBody>
          <a:bodyPr/>
          <a:lstStyle/>
          <a:p>
            <a:r>
              <a:rPr lang="en-US" noProof="0"/>
              <a:t>Text box with or without bullets.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.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30AB381-93A0-CCDB-0176-432E66E4CAF9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736247" y="4194474"/>
            <a:ext cx="2232877" cy="264688"/>
          </a:xfrm>
        </p:spPr>
        <p:txBody>
          <a:bodyPr/>
          <a:lstStyle/>
          <a:p>
            <a:r>
              <a:rPr lang="en-US" noProof="0" err="1"/>
              <a:t>Subheader</a:t>
            </a:r>
            <a:r>
              <a:rPr lang="en-US" noProof="0"/>
              <a:t> 5</a:t>
            </a:r>
          </a:p>
        </p:txBody>
      </p:sp>
      <p:sp>
        <p:nvSpPr>
          <p:cNvPr id="78" name="Text Placeholder 77">
            <a:extLst>
              <a:ext uri="{FF2B5EF4-FFF2-40B4-BE49-F238E27FC236}">
                <a16:creationId xmlns:a16="http://schemas.microsoft.com/office/drawing/2014/main" id="{B6C118B4-4A37-147B-C889-5C2FC9E64F2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259033" y="1736684"/>
            <a:ext cx="2200453" cy="892217"/>
          </a:xfrm>
        </p:spPr>
        <p:txBody>
          <a:bodyPr/>
          <a:lstStyle/>
          <a:p>
            <a:r>
              <a:rPr lang="en-US" noProof="0"/>
              <a:t>01</a:t>
            </a:r>
          </a:p>
        </p:txBody>
      </p:sp>
      <p:sp>
        <p:nvSpPr>
          <p:cNvPr id="79" name="Text Placeholder 78">
            <a:extLst>
              <a:ext uri="{FF2B5EF4-FFF2-40B4-BE49-F238E27FC236}">
                <a16:creationId xmlns:a16="http://schemas.microsoft.com/office/drawing/2014/main" id="{19EE28A6-D635-EC8D-68CA-C2D5840D756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2631136" y="1736684"/>
            <a:ext cx="2200453" cy="892217"/>
          </a:xfrm>
        </p:spPr>
        <p:txBody>
          <a:bodyPr/>
          <a:lstStyle/>
          <a:p>
            <a:r>
              <a:rPr lang="en-US" noProof="0"/>
              <a:t>02</a:t>
            </a:r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C75CC0CB-10AC-A338-CC5A-06A0BA9841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995773" y="1736684"/>
            <a:ext cx="2200453" cy="892217"/>
          </a:xfrm>
        </p:spPr>
        <p:txBody>
          <a:bodyPr/>
          <a:lstStyle/>
          <a:p>
            <a:r>
              <a:rPr lang="en-US" noProof="0"/>
              <a:t>03</a:t>
            </a:r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F959F8C7-1ACD-586F-49D2-5DCF0579B898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364145" y="1736684"/>
            <a:ext cx="2200453" cy="892217"/>
          </a:xfrm>
        </p:spPr>
        <p:txBody>
          <a:bodyPr/>
          <a:lstStyle/>
          <a:p>
            <a:r>
              <a:rPr lang="en-US" noProof="0"/>
              <a:t>04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38758D-8D98-E735-6B03-56D175805FA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736248" y="1736684"/>
            <a:ext cx="2200453" cy="892217"/>
          </a:xfrm>
        </p:spPr>
        <p:txBody>
          <a:bodyPr/>
          <a:lstStyle/>
          <a:p>
            <a:r>
              <a:rPr lang="en-US" noProof="0"/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558022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580D8FD-A29D-DCEA-0434-95A08EB06F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0A471A1-4D44-D0A1-5E73-427D816069B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89DF53-AC84-669B-1CAA-4C0CF4D87B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40</a:t>
            </a:fld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BA0AE-022A-C204-47BB-1355DB781C7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7227027" y="731667"/>
            <a:ext cx="4702357" cy="605935"/>
          </a:xfrm>
        </p:spPr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8639630-D5FC-48C6-2F3A-291B9EEE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6686075" cy="284694"/>
          </a:xfrm>
        </p:spPr>
        <p:txBody>
          <a:bodyPr/>
          <a:lstStyle/>
          <a:p>
            <a:r>
              <a:rPr lang="en-US" noProof="0"/>
              <a:t>Header &amp; 2 images</a:t>
            </a:r>
          </a:p>
        </p:txBody>
      </p:sp>
    </p:spTree>
    <p:extLst>
      <p:ext uri="{BB962C8B-B14F-4D97-AF65-F5344CB8AC3E}">
        <p14:creationId xmlns:p14="http://schemas.microsoft.com/office/powerpoint/2010/main" val="263473694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E2A08D-A501-DB56-ABB9-A3992C1A1EF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B7491CC-44CD-D1A6-C949-4B7445C86F2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421421F-419E-83DE-3480-3BC518A2C8F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BA0AE-022A-C204-47BB-1355DB781C7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62766" y="1639902"/>
            <a:ext cx="7691873" cy="1024465"/>
          </a:xfrm>
        </p:spPr>
        <p:txBody>
          <a:bodyPr/>
          <a:lstStyle/>
          <a:p>
            <a:r>
              <a:rPr lang="en-US" noProof="0"/>
              <a:t>Text box with or without bullets. Text supports </a:t>
            </a:r>
            <a:r>
              <a:rPr lang="en-US" b="1" noProof="0"/>
              <a:t>bold</a:t>
            </a:r>
            <a:r>
              <a:rPr lang="en-US" noProof="0"/>
              <a:t> formatting and can also be resized to </a:t>
            </a:r>
            <a:r>
              <a:rPr lang="en-US"/>
              <a:t>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  <a:endParaRPr lang="en-US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C065BB-6403-BB69-0972-420D86C3DC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41</a:t>
            </a:fld>
            <a:endParaRPr lang="en-US" noProof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8639630-D5FC-48C6-2F3A-291B9EEE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6686075" cy="284694"/>
          </a:xfrm>
        </p:spPr>
        <p:txBody>
          <a:bodyPr/>
          <a:lstStyle/>
          <a:p>
            <a:r>
              <a:rPr lang="en-US" noProof="0"/>
              <a:t>Header, content &amp; 3 images</a:t>
            </a:r>
          </a:p>
        </p:txBody>
      </p:sp>
    </p:spTree>
    <p:extLst>
      <p:ext uri="{BB962C8B-B14F-4D97-AF65-F5344CB8AC3E}">
        <p14:creationId xmlns:p14="http://schemas.microsoft.com/office/powerpoint/2010/main" val="10510402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B85A3E1-A43F-469A-5BA1-C9A4DAD409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7FC6745-89D0-5510-897F-6B05448415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A3FFEE1-34A9-CCAA-164E-4442F791ED3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13DCBF3-CF74-CB63-4CB7-7531775F9F2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BA0AE-022A-C204-47BB-1355DB781C7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62766" y="1639903"/>
            <a:ext cx="7691873" cy="1789097"/>
          </a:xfrm>
        </p:spPr>
        <p:txBody>
          <a:bodyPr/>
          <a:lstStyle/>
          <a:p>
            <a:r>
              <a:rPr lang="en-US"/>
              <a:t>Text box with or without bullets. Text supports </a:t>
            </a:r>
            <a:r>
              <a:rPr lang="en-US" b="1"/>
              <a:t>bold</a:t>
            </a:r>
            <a:r>
              <a:rPr lang="en-US"/>
              <a:t> formatting and can also be resized to 16.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 </a:t>
            </a:r>
            <a:r>
              <a:rPr lang="en-US" noProof="0"/>
              <a:t>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/>
              <a:t>.</a:t>
            </a:r>
            <a:endParaRPr lang="en-US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A00EA0-0644-080D-7E4E-F63D024848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42</a:t>
            </a:fld>
            <a:endParaRPr lang="en-US" noProof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8639630-D5FC-48C6-2F3A-291B9EEEF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6686075" cy="284694"/>
          </a:xfrm>
        </p:spPr>
        <p:txBody>
          <a:bodyPr/>
          <a:lstStyle/>
          <a:p>
            <a:r>
              <a:rPr lang="en-US" noProof="0"/>
              <a:t>Header, content &amp; 4 images</a:t>
            </a:r>
          </a:p>
        </p:txBody>
      </p:sp>
    </p:spTree>
    <p:extLst>
      <p:ext uri="{BB962C8B-B14F-4D97-AF65-F5344CB8AC3E}">
        <p14:creationId xmlns:p14="http://schemas.microsoft.com/office/powerpoint/2010/main" val="29172863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49F5C7E4-A1A8-00A3-3163-CBAD620B6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An epic</a:t>
            </a:r>
            <a:br>
              <a:rPr lang="en-US" noProof="0"/>
            </a:br>
            <a:r>
              <a:rPr lang="en-US" noProof="0"/>
              <a:t>statement.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39D30BF-307E-C557-0552-CA1F2BFA3B3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70627C-F594-C96F-8044-7CA2DDCD8B7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02F26C85-9774-57F7-8FCE-FCC0561B6BD4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55034A0-D9D6-519D-2F09-D0BE7160F65E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FBE050F7-D45A-936A-3F95-DF2D677DF71F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067BDE4C-BF48-AE0C-274E-B291C2F9CD8A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1FB6322-05E8-FF7E-16A9-5CF06EAFB0AD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3BB42BBE-E9EC-E3F7-14B4-22353D25738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350178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F80F03-BFE4-FD70-FF09-280EF0461B0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58FB369-25A6-2B0F-8977-7130B412C0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noProof="0" smtClean="0"/>
              <a:pPr/>
              <a:t>44</a:t>
            </a:fld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34A5F3C-4841-993A-6055-2026823090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AAE9C3F-DAE3-14BD-4FCA-D583ED67F21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A07D699B-90CB-C311-44E3-B604E9371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spAutoFit/>
          </a:bodyPr>
          <a:lstStyle/>
          <a:p>
            <a:r>
              <a:rPr lang="en-US" b="1" noProof="0"/>
              <a:t>Brand Strategy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57AB8474-FD64-F19B-21F6-61F6D48789F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spAutoFit/>
          </a:bodyPr>
          <a:lstStyle/>
          <a:p>
            <a:r>
              <a:rPr lang="en-US" noProof="0"/>
              <a:t>Crafting enduring brand positioning</a:t>
            </a:r>
          </a:p>
        </p:txBody>
      </p:sp>
    </p:spTree>
    <p:extLst>
      <p:ext uri="{BB962C8B-B14F-4D97-AF65-F5344CB8AC3E}">
        <p14:creationId xmlns:p14="http://schemas.microsoft.com/office/powerpoint/2010/main" val="13965259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4F55F83-6FB9-D102-7F3D-732F8F07C05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330B97E-07C7-AA83-BBC4-24B3F5BF30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25B9373-E1E8-DF2A-AA93-E4595DACF90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E159AB0-D0F2-6917-FC34-0E8530045E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CC1EFE-84AA-42B9-316A-C5573729C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9351" y="2971800"/>
            <a:ext cx="4702174" cy="786369"/>
          </a:xfrm>
        </p:spPr>
        <p:txBody>
          <a:bodyPr/>
          <a:lstStyle/>
          <a:p>
            <a:r>
              <a:rPr lang="en-US" noProof="0"/>
              <a:t>Longer Headline to be </a:t>
            </a:r>
            <a:r>
              <a:rPr lang="en-US" noProof="0" err="1"/>
              <a:t>Writen</a:t>
            </a:r>
            <a:r>
              <a:rPr lang="en-US" noProof="0"/>
              <a:t>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E0D74-BC02-3365-65D2-F249407340E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33213" y="280988"/>
            <a:ext cx="458787" cy="138112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45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626237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6212832-E116-DF77-AB23-605603F7DA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0CA523-5DC2-2F33-70B8-F6DA2B060C2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55CB71D-CBA5-1807-35F5-087A7DC27C6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E0D74-BC02-3365-65D2-F24940734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noProof="0" smtClean="0"/>
              <a:pPr/>
              <a:t>46</a:t>
            </a:fld>
            <a:endParaRPr lang="en-US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ACC1EFE-84AA-42B9-316A-C5573729C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,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.</a:t>
            </a:r>
          </a:p>
        </p:txBody>
      </p:sp>
      <p:pic>
        <p:nvPicPr>
          <p:cNvPr id="14" name="Image">
            <a:extLst>
              <a:ext uri="{FF2B5EF4-FFF2-40B4-BE49-F238E27FC236}">
                <a16:creationId xmlns:a16="http://schemas.microsoft.com/office/drawing/2014/main" id="{708E02A6-17BC-355C-3246-9DE587913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73021" y="4101237"/>
            <a:ext cx="3542839" cy="50055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57143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195E5DA-647E-B9FA-DA6C-FE1C723DFFF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DAEF750-A819-B3AB-55E6-05ECFF800B0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724545-0CB2-B81B-B9FF-3A940B448C7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956314" y="4891522"/>
            <a:ext cx="1261781" cy="165430"/>
          </a:xfrm>
        </p:spPr>
        <p:txBody>
          <a:bodyPr/>
          <a:lstStyle/>
          <a:p>
            <a:r>
              <a:rPr lang="en-US" noProof="0"/>
              <a:t>Quote Attribution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2059C9-02C9-85B6-AA62-793171905385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6956314" y="5071052"/>
            <a:ext cx="1261781" cy="165430"/>
          </a:xfrm>
        </p:spPr>
        <p:txBody>
          <a:bodyPr/>
          <a:lstStyle/>
          <a:p>
            <a:r>
              <a:rPr lang="en-US" noProof="0"/>
              <a:t>Lorem Ipsum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A8A43-381A-DDE6-F6D3-747F304C19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47</a:t>
            </a:fld>
            <a:endParaRPr lang="en-US" noProof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E25A1D-B830-8EFC-C947-33EDED2B22D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56313" y="2648016"/>
            <a:ext cx="3974583" cy="1561966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Lorem ipsum dolor sit amet, consec tetur adipiscing elit. Sed do eiusmod tempor.</a:t>
            </a:r>
          </a:p>
        </p:txBody>
      </p:sp>
      <p:pic>
        <p:nvPicPr>
          <p:cNvPr id="7" name="DoodlesAsset 40.png">
            <a:extLst>
              <a:ext uri="{FF2B5EF4-FFF2-40B4-BE49-F238E27FC236}">
                <a16:creationId xmlns:a16="http://schemas.microsoft.com/office/drawing/2014/main" id="{8368E63C-9B8B-5B89-C8EF-729ACB0E0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623264" y="4716890"/>
            <a:ext cx="1682535" cy="64642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DoodlesAsset 39.png">
            <a:extLst>
              <a:ext uri="{FF2B5EF4-FFF2-40B4-BE49-F238E27FC236}">
                <a16:creationId xmlns:a16="http://schemas.microsoft.com/office/drawing/2014/main" id="{2D9952A7-E9A9-6A10-4515-4BBB8A81D9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744200" y="3074433"/>
            <a:ext cx="1278609" cy="69742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1955092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>
            <a:extLst>
              <a:ext uri="{FF2B5EF4-FFF2-40B4-BE49-F238E27FC236}">
                <a16:creationId xmlns:a16="http://schemas.microsoft.com/office/drawing/2014/main" id="{49F5C7E4-A1A8-00A3-3163-CBAD620B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767" y="2267696"/>
            <a:ext cx="5568834" cy="2412584"/>
          </a:xfrm>
        </p:spPr>
        <p:txBody>
          <a:bodyPr/>
          <a:lstStyle/>
          <a:p>
            <a:r>
              <a:rPr lang="en-US" noProof="0"/>
              <a:t>A statement over multiple lines.</a:t>
            </a:r>
          </a:p>
        </p:txBody>
      </p:sp>
      <p:sp>
        <p:nvSpPr>
          <p:cNvPr id="88" name="Picture Placeholder 87">
            <a:extLst>
              <a:ext uri="{FF2B5EF4-FFF2-40B4-BE49-F238E27FC236}">
                <a16:creationId xmlns:a16="http://schemas.microsoft.com/office/drawing/2014/main" id="{1E8B9E61-68ED-751A-DA40-CAABED68581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0" name="Picture Placeholder 89">
            <a:extLst>
              <a:ext uri="{FF2B5EF4-FFF2-40B4-BE49-F238E27FC236}">
                <a16:creationId xmlns:a16="http://schemas.microsoft.com/office/drawing/2014/main" id="{DD7A9BA4-E3C3-4420-F0D4-1D88E24F1F5A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2" name="Picture Placeholder 91">
            <a:extLst>
              <a:ext uri="{FF2B5EF4-FFF2-40B4-BE49-F238E27FC236}">
                <a16:creationId xmlns:a16="http://schemas.microsoft.com/office/drawing/2014/main" id="{5FF00BAD-DE77-92DD-6E8D-18C6D5586968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4" name="Picture Placeholder 93">
            <a:extLst>
              <a:ext uri="{FF2B5EF4-FFF2-40B4-BE49-F238E27FC236}">
                <a16:creationId xmlns:a16="http://schemas.microsoft.com/office/drawing/2014/main" id="{A35D6679-33CC-2027-E6CE-519A2868D54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6" name="Picture Placeholder 95">
            <a:extLst>
              <a:ext uri="{FF2B5EF4-FFF2-40B4-BE49-F238E27FC236}">
                <a16:creationId xmlns:a16="http://schemas.microsoft.com/office/drawing/2014/main" id="{EE30FF74-7275-19AF-CD67-81705299B3A2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8" name="Picture Placeholder 97">
            <a:extLst>
              <a:ext uri="{FF2B5EF4-FFF2-40B4-BE49-F238E27FC236}">
                <a16:creationId xmlns:a16="http://schemas.microsoft.com/office/drawing/2014/main" id="{1DBB6706-76C0-2569-1C73-D194AF218B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0" name="Picture Placeholder 99">
            <a:extLst>
              <a:ext uri="{FF2B5EF4-FFF2-40B4-BE49-F238E27FC236}">
                <a16:creationId xmlns:a16="http://schemas.microsoft.com/office/drawing/2014/main" id="{53C825E4-067B-72F4-BE30-1A3C9692506A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2" name="Picture Placeholder 101">
            <a:extLst>
              <a:ext uri="{FF2B5EF4-FFF2-40B4-BE49-F238E27FC236}">
                <a16:creationId xmlns:a16="http://schemas.microsoft.com/office/drawing/2014/main" id="{80329FEB-95D7-8630-7AB9-C338E76D3E0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4" name="Picture Placeholder 103">
            <a:extLst>
              <a:ext uri="{FF2B5EF4-FFF2-40B4-BE49-F238E27FC236}">
                <a16:creationId xmlns:a16="http://schemas.microsoft.com/office/drawing/2014/main" id="{78C7ADFE-6A8D-DF65-2133-549A27E74560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6" name="Picture Placeholder 105">
            <a:extLst>
              <a:ext uri="{FF2B5EF4-FFF2-40B4-BE49-F238E27FC236}">
                <a16:creationId xmlns:a16="http://schemas.microsoft.com/office/drawing/2014/main" id="{9EB1B182-C37F-668D-9D82-3E987FEBF11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08" name="Picture Placeholder 107">
            <a:extLst>
              <a:ext uri="{FF2B5EF4-FFF2-40B4-BE49-F238E27FC236}">
                <a16:creationId xmlns:a16="http://schemas.microsoft.com/office/drawing/2014/main" id="{C6DEBF96-1DEB-D71E-8EC5-D5805755B2AA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10" name="Picture Placeholder 109">
            <a:extLst>
              <a:ext uri="{FF2B5EF4-FFF2-40B4-BE49-F238E27FC236}">
                <a16:creationId xmlns:a16="http://schemas.microsoft.com/office/drawing/2014/main" id="{C7B92B11-24F2-284B-11E9-6A5B34D9CE88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12" name="Picture Placeholder 111">
            <a:extLst>
              <a:ext uri="{FF2B5EF4-FFF2-40B4-BE49-F238E27FC236}">
                <a16:creationId xmlns:a16="http://schemas.microsoft.com/office/drawing/2014/main" id="{A742303D-9E29-2E18-BB32-EF054F8A8CA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14" name="Picture Placeholder 113">
            <a:extLst>
              <a:ext uri="{FF2B5EF4-FFF2-40B4-BE49-F238E27FC236}">
                <a16:creationId xmlns:a16="http://schemas.microsoft.com/office/drawing/2014/main" id="{BA473262-2747-1C3E-53B8-1774949C904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465547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D1AD6F56-BE0B-B793-664D-287501FD92C1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D5827AE5-A92E-122E-BCD5-87112C58B5AD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0" name="Picture Placeholder 49">
            <a:extLst>
              <a:ext uri="{FF2B5EF4-FFF2-40B4-BE49-F238E27FC236}">
                <a16:creationId xmlns:a16="http://schemas.microsoft.com/office/drawing/2014/main" id="{3A63D2D4-F511-4F55-D44E-19B296B6229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2" name="Picture Placeholder 51">
            <a:extLst>
              <a:ext uri="{FF2B5EF4-FFF2-40B4-BE49-F238E27FC236}">
                <a16:creationId xmlns:a16="http://schemas.microsoft.com/office/drawing/2014/main" id="{458614A7-F1DA-9CC0-C105-06B3046E56E4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6683BEAB-1DCB-3B06-185F-3554CBC30DE3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4" name="Picture Placeholder 53">
            <a:extLst>
              <a:ext uri="{FF2B5EF4-FFF2-40B4-BE49-F238E27FC236}">
                <a16:creationId xmlns:a16="http://schemas.microsoft.com/office/drawing/2014/main" id="{088F4AA6-AA48-5A6D-562A-1C3EDA4FA66A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7BAE9B5-ACA5-71E0-C42F-22FDF7ABACA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262766" y="5999953"/>
            <a:ext cx="1720625" cy="401649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31451CE-FFF2-E058-B4B4-DD9A4E6374E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2254115" y="5999953"/>
            <a:ext cx="1724516" cy="401649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C3270CDF-81AE-9F69-5345-2FFA7892802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4245455" y="5999953"/>
            <a:ext cx="1724516" cy="401649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1529A3B-DA47-0269-DF00-BCE1FFFC6025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236796" y="5999953"/>
            <a:ext cx="1724516" cy="401649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BBCB6AA-2663-E618-8DF2-A56FA384CE58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228136" y="5999953"/>
            <a:ext cx="1724516" cy="401649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9608468C-FF7B-623D-D73A-9B030E15385E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10219476" y="5999953"/>
            <a:ext cx="1724516" cy="401649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05267325-EF11-0EDE-73F0-6CC20BA338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FF14DC3B-3CC1-C072-E8EC-98D03975C59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4760A2E-1756-E404-2661-BE7EE3752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547D575-7439-71F1-E7CB-AF3A3009224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05E23EDE-58E6-616A-5138-6C95D58EFD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ADAB9179-9D9C-5988-3C49-B658EF902E5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03277-D4EF-7B0C-642E-200BF3A96EB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262766" y="3544851"/>
            <a:ext cx="1720625" cy="401649"/>
          </a:xfrm>
        </p:spPr>
        <p:txBody>
          <a:bodyPr/>
          <a:lstStyle/>
          <a:p>
            <a:pPr lvl="0"/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9EDED5-5E7D-30BC-5D5D-B64A71E9260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254115" y="3544851"/>
            <a:ext cx="1724516" cy="401649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71A91F0-A5E3-6A85-9266-5409DFBE25F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245455" y="3544851"/>
            <a:ext cx="1724516" cy="401649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958FD80-81E0-A68D-2C1A-E3EBFAD67B7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236796" y="3544851"/>
            <a:ext cx="1724516" cy="401649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18DA592-1986-BFC4-1F0B-057129B624A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228136" y="3544851"/>
            <a:ext cx="1724516" cy="401649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7C82977-5BDD-0E7D-94CF-E8008A08CB1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219476" y="3544851"/>
            <a:ext cx="1724516" cy="401649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3FE33-F1EA-4470-CD16-B2AF6D197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49</a:t>
            </a:fld>
            <a:endParaRPr lang="en-US" noProof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F26612-79C5-B04B-6CA9-A7A1F9D84154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241248" y="731667"/>
            <a:ext cx="4702357" cy="605935"/>
          </a:xfrm>
        </p:spPr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, </a:t>
            </a:r>
            <a:r>
              <a:rPr lang="en-US" noProof="0" err="1"/>
              <a:t>quis</a:t>
            </a:r>
            <a:r>
              <a:rPr lang="en-US" noProof="0"/>
              <a:t> </a:t>
            </a:r>
            <a:r>
              <a:rPr lang="en-US" noProof="0" err="1"/>
              <a:t>nostrud</a:t>
            </a:r>
            <a:r>
              <a:rPr lang="en-US" noProof="0"/>
              <a:t> exercitation </a:t>
            </a:r>
            <a:r>
              <a:rPr lang="en-US" noProof="0" err="1"/>
              <a:t>ullamco</a:t>
            </a:r>
            <a:r>
              <a:rPr lang="en-US" noProof="0"/>
              <a:t> </a:t>
            </a:r>
            <a:r>
              <a:rPr lang="en-US" noProof="0" err="1"/>
              <a:t>laboris</a:t>
            </a:r>
            <a:r>
              <a:rPr lang="en-US" noProof="0"/>
              <a:t> nisi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aliquip</a:t>
            </a:r>
            <a:r>
              <a:rPr lang="en-US" noProof="0"/>
              <a:t> ex </a:t>
            </a:r>
            <a:r>
              <a:rPr lang="en-US" noProof="0" err="1"/>
              <a:t>ea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consequat</a:t>
            </a:r>
            <a:r>
              <a:rPr lang="en-US" noProof="0"/>
              <a:t>.</a:t>
            </a:r>
          </a:p>
        </p:txBody>
      </p:sp>
      <p:sp>
        <p:nvSpPr>
          <p:cNvPr id="56" name="Title 55">
            <a:extLst>
              <a:ext uri="{FF2B5EF4-FFF2-40B4-BE49-F238E27FC236}">
                <a16:creationId xmlns:a16="http://schemas.microsoft.com/office/drawing/2014/main" id="{7C3D4036-D73C-144F-40EF-67DBD4C0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31667"/>
            <a:ext cx="3715550" cy="284694"/>
          </a:xfrm>
        </p:spPr>
        <p:txBody>
          <a:bodyPr/>
          <a:lstStyle/>
          <a:p>
            <a:r>
              <a:rPr lang="en-US" noProof="0"/>
              <a:t>Header</a:t>
            </a:r>
          </a:p>
        </p:txBody>
      </p:sp>
    </p:spTree>
    <p:extLst>
      <p:ext uri="{BB962C8B-B14F-4D97-AF65-F5344CB8AC3E}">
        <p14:creationId xmlns:p14="http://schemas.microsoft.com/office/powerpoint/2010/main" val="9518599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F03277-D4EF-7B0C-642E-200BF3A96EB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62766" y="3364941"/>
            <a:ext cx="3707917" cy="453586"/>
          </a:xfrm>
        </p:spPr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56" name="Title 55">
            <a:extLst>
              <a:ext uri="{FF2B5EF4-FFF2-40B4-BE49-F238E27FC236}">
                <a16:creationId xmlns:a16="http://schemas.microsoft.com/office/drawing/2014/main" id="{7C3D4036-D73C-144F-40EF-67DBD4C07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6" y="749552"/>
            <a:ext cx="3707917" cy="261610"/>
          </a:xfrm>
        </p:spPr>
        <p:txBody>
          <a:bodyPr/>
          <a:lstStyle/>
          <a:p>
            <a:r>
              <a:rPr lang="en-US" noProof="0"/>
              <a:t>Header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2F26612-79C5-B04B-6CA9-A7A1F9D84154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4241248" y="708152"/>
            <a:ext cx="4702357" cy="453586"/>
          </a:xfrm>
        </p:spPr>
        <p:txBody>
          <a:bodyPr/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r>
              <a:rPr lang="en-US" noProof="0"/>
              <a:t> </a:t>
            </a:r>
            <a:r>
              <a:rPr lang="en-US" noProof="0" err="1"/>
              <a:t>adipiscing</a:t>
            </a:r>
            <a:r>
              <a:rPr lang="en-US" noProof="0"/>
              <a:t> </a:t>
            </a:r>
            <a:r>
              <a:rPr lang="en-US" noProof="0" err="1"/>
              <a:t>elit</a:t>
            </a:r>
            <a:r>
              <a:rPr lang="en-US" noProof="0"/>
              <a:t>. Sed do </a:t>
            </a:r>
            <a:r>
              <a:rPr lang="en-US" noProof="0" err="1"/>
              <a:t>eiusmod</a:t>
            </a:r>
            <a:r>
              <a:rPr lang="en-US" noProof="0"/>
              <a:t> </a:t>
            </a:r>
            <a:r>
              <a:rPr lang="en-US" noProof="0" err="1"/>
              <a:t>tempor</a:t>
            </a:r>
            <a:r>
              <a:rPr lang="en-US" noProof="0"/>
              <a:t> </a:t>
            </a:r>
            <a:r>
              <a:rPr lang="en-US" noProof="0" err="1"/>
              <a:t>incididunt</a:t>
            </a:r>
            <a:r>
              <a:rPr lang="en-US" noProof="0"/>
              <a:t> </a:t>
            </a:r>
            <a:r>
              <a:rPr lang="en-US" noProof="0" err="1"/>
              <a:t>ut</a:t>
            </a:r>
            <a:r>
              <a:rPr lang="en-US" noProof="0"/>
              <a:t> labore et dolore magna </a:t>
            </a:r>
            <a:r>
              <a:rPr lang="en-US" noProof="0" err="1"/>
              <a:t>aliqua</a:t>
            </a:r>
            <a:r>
              <a:rPr lang="en-US" noProof="0"/>
              <a:t>. Ut </a:t>
            </a:r>
            <a:r>
              <a:rPr lang="en-US" noProof="0" err="1"/>
              <a:t>enim</a:t>
            </a:r>
            <a:r>
              <a:rPr lang="en-US" noProof="0"/>
              <a:t> ad minim </a:t>
            </a:r>
            <a:r>
              <a:rPr lang="en-US" noProof="0" err="1"/>
              <a:t>veniam</a:t>
            </a:r>
            <a:r>
              <a:rPr lang="en-US" noProof="0"/>
              <a:t>, </a:t>
            </a:r>
            <a:r>
              <a:rPr lang="en-US" noProof="0" err="1"/>
              <a:t>quis</a:t>
            </a:r>
            <a:r>
              <a:rPr lang="en-US" noProof="0"/>
              <a:t> </a:t>
            </a:r>
            <a:r>
              <a:rPr lang="en-US" noProof="0" err="1"/>
              <a:t>nostrud</a:t>
            </a:r>
            <a:r>
              <a:rPr lang="en-US" noProof="0"/>
              <a:t> exercitation </a:t>
            </a:r>
            <a:r>
              <a:rPr lang="en-US" noProof="0" err="1"/>
              <a:t>ullamco</a:t>
            </a:r>
            <a:r>
              <a:rPr lang="en-US" noProof="0"/>
              <a:t> </a:t>
            </a:r>
            <a:r>
              <a:rPr lang="en-US" noProof="0" err="1"/>
              <a:t>laboris</a:t>
            </a:r>
            <a:r>
              <a:rPr lang="en-US" noProof="0"/>
              <a:t> nisi </a:t>
            </a:r>
            <a:r>
              <a:rPr lang="en-US" noProof="0" err="1"/>
              <a:t>ut</a:t>
            </a:r>
            <a:r>
              <a:rPr lang="en-US" noProof="0"/>
              <a:t> </a:t>
            </a:r>
            <a:r>
              <a:rPr lang="en-US" noProof="0" err="1"/>
              <a:t>aliquip</a:t>
            </a:r>
            <a:r>
              <a:rPr lang="en-US" noProof="0"/>
              <a:t> ex </a:t>
            </a:r>
            <a:r>
              <a:rPr lang="en-US" noProof="0" err="1"/>
              <a:t>ea</a:t>
            </a:r>
            <a:r>
              <a:rPr lang="en-US" noProof="0"/>
              <a:t> </a:t>
            </a:r>
            <a:r>
              <a:rPr lang="en-US" noProof="0" err="1"/>
              <a:t>commodo</a:t>
            </a:r>
            <a:r>
              <a:rPr lang="en-US" noProof="0"/>
              <a:t> </a:t>
            </a:r>
            <a:r>
              <a:rPr lang="en-US" noProof="0" err="1"/>
              <a:t>consequat</a:t>
            </a:r>
            <a:r>
              <a:rPr lang="en-US" noProof="0"/>
              <a:t>.</a:t>
            </a:r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2BE6F50F-E3FC-AC35-785F-3CFACBEADE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9EDED5-5E7D-30BC-5D5D-B64A71E9260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242042" y="3364941"/>
            <a:ext cx="3707917" cy="453586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6B47C191-8A61-52C9-4468-80AFA3AFDEE2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71A91F0-A5E3-6A85-9266-5409DFBE25F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221468" y="3364941"/>
            <a:ext cx="3707917" cy="453586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5ED0051-0988-E035-8121-935EAE52119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958FD80-81E0-A68D-2C1A-E3EBFAD67B7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262766" y="6139456"/>
            <a:ext cx="3707917" cy="453586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6B3D948F-5D74-4B0A-0FF3-39ACC3E5575E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18DA592-1986-BFC4-1F0B-057129B624A5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4242042" y="6139456"/>
            <a:ext cx="3707917" cy="453586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1A926042-420F-7825-EC42-D3F22056E7C7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7C82977-5BDD-0E7D-94CF-E8008A08CB1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8221468" y="6139456"/>
            <a:ext cx="3707917" cy="453586"/>
          </a:xfrm>
        </p:spPr>
        <p:txBody>
          <a:bodyPr>
            <a:normAutofit/>
          </a:bodyPr>
          <a:lstStyle/>
          <a:p>
            <a:r>
              <a:rPr lang="en-US" noProof="0"/>
              <a:t>Lorem ipsum dolor sit </a:t>
            </a:r>
            <a:r>
              <a:rPr lang="en-US" noProof="0" err="1"/>
              <a:t>amet</a:t>
            </a:r>
            <a:r>
              <a:rPr lang="en-US" noProof="0"/>
              <a:t>, </a:t>
            </a:r>
            <a:r>
              <a:rPr lang="en-US" noProof="0" err="1"/>
              <a:t>consectetur</a:t>
            </a:r>
            <a:endParaRPr lang="en-US" noProof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5BC52D39-B933-6843-95BE-84F0460F6BFA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83FE33-F1EA-4470-CD16-B2AF6D197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50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774402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0319AAC-DDAA-E1EC-FB6F-CC5CBEA2C4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noProof="0" smtClean="0"/>
              <a:pPr/>
              <a:t>51</a:t>
            </a:fld>
            <a:endParaRPr lang="en-US" noProof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11E45F-69DD-59E5-0542-96A47691CED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D98DDFA-33BF-3E19-63BE-C5B1F33A499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D44FEBF-E3CB-AFFE-390D-2AF644BA6E07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1593593-6763-44F6-3258-C5D587CDF8AD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19FE791-030C-03C5-76B2-9D2C48A06988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1ED8DBD-FDA1-08A0-9714-243434CFD6E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40ECF8D-3599-3CBB-34FF-F295554A99F0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3553621-2CDD-C0A3-386F-6C6C7790A968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B7FE5FFE-9C43-AD06-FD36-8E84AEFB3CB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30CE5019-7E06-7D89-3A5A-2F848EED9F7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E6213C66-9CC2-BB51-DC2E-8640916E415D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CA35E1BE-E1D9-5868-6C32-DDE26D6C6E4E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D9CBEE3-F50E-DEEA-71E5-78BB5100D9EC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1C25952-E533-A2F0-D865-E42D3D24BC28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472A805B-405F-F781-0342-9770A9DAF508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B9C45AD-6295-459A-EFDA-09F8D5564B7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51CAEEE6-16DB-77FD-F406-90C1B6262DA6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B77F6C7-9886-0EE1-D61A-44EA9B3FB26F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175156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8440443-30FE-E560-81F1-6480F85FAD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noProof="0" smtClean="0"/>
              <a:pPr/>
              <a:t>52</a:t>
            </a:fld>
            <a:endParaRPr lang="en-US" noProof="0"/>
          </a:p>
        </p:txBody>
      </p:sp>
      <p:pic>
        <p:nvPicPr>
          <p:cNvPr id="18" name="DoodlesAsset 38.png">
            <a:extLst>
              <a:ext uri="{FF2B5EF4-FFF2-40B4-BE49-F238E27FC236}">
                <a16:creationId xmlns:a16="http://schemas.microsoft.com/office/drawing/2014/main" id="{3632B5B0-E4EA-0805-B137-9747262195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rot="14400000">
            <a:off x="9982919" y="5574516"/>
            <a:ext cx="1927562" cy="1156535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798951-1B79-4367-AE12-FFA72BAD5224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6FBADE1-6A87-D13D-DDDF-3B3CD18AB15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1FCF14-3CFC-E11C-3279-98E004228922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93DFF1-4506-0E39-F5C7-A221179A462E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2D72CA4-E0D7-7017-96D8-B6878920D64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A572BCBB-630D-CBCB-1C78-A3DC299C7ADB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0EAE2372-4CF3-6629-BE9C-8A76DFB58745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550D9A8D-5474-9D6F-7C64-01774A2C50EC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716F39F5-E71D-42C3-2A43-A217F986C910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5ABF8B7-1D2F-46E0-EF0E-AA76ACF7759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A3C75B6-50D1-E5DC-727D-6C2D57D2BBEB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271CB82-8031-1DD5-3B41-E30409AE47E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897F90A0-E644-B8F3-C720-A241D7F843A7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9EB0AEB8-7327-07EF-4167-6AF1F3B3947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C383D63A-E2C0-B0E6-2052-3311E48BD89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44883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48C-7C29-ED3C-6499-4162BEF9E1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noProof="0" smtClean="0"/>
              <a:pPr/>
              <a:t>53</a:t>
            </a:fld>
            <a:endParaRPr lang="en-US" noProof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EBB960-3B80-E9DF-C152-48B0E344AD6D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334CD53-7592-2B5E-0252-9305D765A59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FE8D2C4-B19C-FC89-2E85-7C5478A545C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8B3C4085-B5BD-5D0C-A462-BF81E3E41987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D512106-81F0-72E7-8CE8-629074F24A59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1391410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D2E1AC0-914C-CCE9-CDE4-03DCD2FF8AAB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DFE2CCF-7C88-D15F-F6E5-3933AE2E07B2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14AF403-31ED-EA16-C815-8D7158A21CB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C4CEFE4-4E93-B5C9-6CCF-09AFE8224F68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AC185E80-FC22-2A76-F846-F15E64935A1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9FA7800F-D1AC-698A-E258-54DAF48FEA1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C975533-5BD3-53DE-D5CE-27D28B77E90E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6E6DE03-F459-BF91-D419-D8FD8CE771D2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DBCFA4-F25B-7FA6-36CF-5F9AA1C45EA8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418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E71F935-038C-5EC2-BA25-496DD9F732A1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5BF7AF3-8FFA-D1FA-636D-2FE6B6710FD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814A85B-B575-0573-27F0-E3CB79056A3C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/>
        <p:txBody>
          <a:bodyPr/>
          <a:lstStyle/>
          <a:p>
            <a:endParaRPr lang="en-US" noProof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C1B6512-BC32-63BD-3670-1495633381C0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/>
        <p:txBody>
          <a:bodyPr/>
          <a:lstStyle/>
          <a:p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928550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E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6E0D6-0237-EE7B-AF40-9B3796F4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A7549961-9785-1F8A-DBDB-769F8247E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End Slides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838A5A-13BE-44E6-C0DE-02C1BEDE052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73652" y="4389438"/>
            <a:ext cx="8680450" cy="330860"/>
          </a:xfrm>
        </p:spPr>
        <p:txBody>
          <a:bodyPr/>
          <a:lstStyle/>
          <a:p>
            <a:pPr marL="0" indent="0">
              <a:buNone/>
            </a:pPr>
            <a:r>
              <a:rPr lang="en-US" noProof="0"/>
              <a:t>Delete this section and its slides, when your presentation is ready</a:t>
            </a:r>
          </a:p>
        </p:txBody>
      </p:sp>
    </p:spTree>
    <p:extLst>
      <p:ext uri="{BB962C8B-B14F-4D97-AF65-F5344CB8AC3E}">
        <p14:creationId xmlns:p14="http://schemas.microsoft.com/office/powerpoint/2010/main" val="405422266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D9D230-5C39-00A5-41EA-58A2F939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16" y="3114694"/>
            <a:ext cx="8672403" cy="837152"/>
          </a:xfrm>
        </p:spPr>
        <p:txBody>
          <a:bodyPr/>
          <a:lstStyle/>
          <a:p>
            <a:r>
              <a:rPr lang="en-US" noProof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0631094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0FC7CD-4E30-36C1-38E6-CFB967604E6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262615" y="5889563"/>
            <a:ext cx="2984987" cy="684418"/>
          </a:xfrm>
        </p:spPr>
        <p:txBody>
          <a:bodyPr/>
          <a:lstStyle/>
          <a:p>
            <a:r>
              <a:rPr lang="en-US" noProof="0"/>
              <a:t>First Lastname  |  </a:t>
            </a:r>
            <a:r>
              <a:rPr lang="en-US" noProof="0" err="1"/>
              <a:t>first.last@vml.com</a:t>
            </a:r>
            <a:endParaRPr lang="en-US" noProof="0"/>
          </a:p>
          <a:p>
            <a:r>
              <a:rPr lang="en-US" noProof="0"/>
              <a:t>First Lastname  |  </a:t>
            </a:r>
            <a:r>
              <a:rPr lang="en-US" noProof="0" err="1"/>
              <a:t>first.last@vml.com</a:t>
            </a:r>
            <a:endParaRPr lang="en-US" noProof="0"/>
          </a:p>
          <a:p>
            <a:r>
              <a:rPr lang="en-US" noProof="0"/>
              <a:t>First Lastname  |  </a:t>
            </a:r>
            <a:r>
              <a:rPr lang="en-US" noProof="0" err="1"/>
              <a:t>first.last@vml.com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7CF20-98F6-2330-F071-CB3BFB800C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62615" y="5504450"/>
            <a:ext cx="2984987" cy="198516"/>
          </a:xfrm>
        </p:spPr>
        <p:txBody>
          <a:bodyPr/>
          <a:lstStyle/>
          <a:p>
            <a:r>
              <a:rPr lang="en-US" noProof="0"/>
              <a:t>For questions, contact: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BDD0DC-8B56-03C3-541C-A9F8ED3EA3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471675" y="281148"/>
            <a:ext cx="457708" cy="138500"/>
          </a:xfrm>
        </p:spPr>
        <p:txBody>
          <a:bodyPr/>
          <a:lstStyle/>
          <a:p>
            <a:fld id="{48F63A3B-78C7-47BE-AE5E-E10140E04643}" type="slidenum">
              <a:rPr lang="en-US" noProof="0" smtClean="0"/>
              <a:pPr/>
              <a:t>58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7975958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134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D9D230-5C39-00A5-41EA-58A2F939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616" y="3114694"/>
            <a:ext cx="8672403" cy="837152"/>
          </a:xfrm>
        </p:spPr>
        <p:txBody>
          <a:bodyPr/>
          <a:lstStyle/>
          <a:p>
            <a:r>
              <a:rPr lang="en-US" noProof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77695929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0FC7CD-4E30-36C1-38E6-CFB967604E6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en-US" noProof="0"/>
              <a:t>First Lastname  |  </a:t>
            </a:r>
            <a:r>
              <a:rPr lang="en-US" noProof="0" err="1"/>
              <a:t>first.last@vml.com</a:t>
            </a:r>
            <a:endParaRPr lang="en-US" noProof="0"/>
          </a:p>
          <a:p>
            <a:r>
              <a:rPr lang="en-US" noProof="0"/>
              <a:t>First Lastname  |  </a:t>
            </a:r>
            <a:r>
              <a:rPr lang="en-US" noProof="0" err="1"/>
              <a:t>first.last@vml.com</a:t>
            </a:r>
            <a:endParaRPr lang="en-US" noProof="0"/>
          </a:p>
          <a:p>
            <a:r>
              <a:rPr lang="en-US" noProof="0"/>
              <a:t>First Lastname  |  </a:t>
            </a:r>
            <a:r>
              <a:rPr lang="en-US" noProof="0" err="1"/>
              <a:t>first.last@vml.com</a:t>
            </a:r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A7CF20-98F6-2330-F071-CB3BFB800C7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rPr lang="en-US" noProof="0"/>
              <a:t>For questions, contact: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BDD0DC-8B56-03C3-541C-A9F8ED3EA3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F63A3B-78C7-47BE-AE5E-E10140E04643}" type="slidenum">
              <a:rPr lang="en-US" noProof="0" smtClean="0"/>
              <a:pPr/>
              <a:t>61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1469297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46610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2E9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94C55-1B46-1110-7D89-87C07BC88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2CB8AEEA-34B1-A7F7-FA97-499B4509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Contact 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722AA3-D7BC-D022-D22F-D6D2A86B624D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24571" y="4389438"/>
            <a:ext cx="9674225" cy="669414"/>
          </a:xfrm>
        </p:spPr>
        <p:txBody>
          <a:bodyPr/>
          <a:lstStyle/>
          <a:p>
            <a:pPr marL="0" indent="0">
              <a:buNone/>
            </a:pPr>
            <a:r>
              <a:rPr lang="en-US" noProof="0"/>
              <a:t>For any questions related to the VML brand identity, or this </a:t>
            </a:r>
            <a:r>
              <a:rPr lang="en-US" noProof="0" err="1"/>
              <a:t>Powerpoint</a:t>
            </a:r>
            <a:r>
              <a:rPr lang="en-US" noProof="0"/>
              <a:t> template please contact the VML Brand Identity Team.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666ED8-4D2E-1C65-D70D-36D6660BCAF0}"/>
              </a:ext>
            </a:extLst>
          </p:cNvPr>
          <p:cNvSpPr txBox="1"/>
          <p:nvPr/>
        </p:nvSpPr>
        <p:spPr>
          <a:xfrm>
            <a:off x="286471" y="5344857"/>
            <a:ext cx="1775580" cy="488595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1000" noProof="0">
                <a:solidFill>
                  <a:schemeClr val="bg1"/>
                </a:solidFill>
              </a:rPr>
              <a:t>Brand identity team</a:t>
            </a:r>
          </a:p>
          <a:p>
            <a:pPr>
              <a:lnSpc>
                <a:spcPct val="110000"/>
              </a:lnSpc>
              <a:buNone/>
            </a:pPr>
            <a:br>
              <a:rPr lang="en-US" sz="1000" noProof="0">
                <a:solidFill>
                  <a:schemeClr val="bg1"/>
                </a:solidFill>
              </a:rPr>
            </a:br>
            <a:r>
              <a:rPr lang="en-US" sz="1000" u="sng">
                <a:solidFill>
                  <a:schemeClr val="bg1"/>
                </a:solidFill>
              </a:rPr>
              <a:t>brand</a:t>
            </a:r>
            <a:r>
              <a:rPr lang="en-US" sz="1000" u="sng" noProof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@vml.com</a:t>
            </a:r>
            <a:endParaRPr lang="en-US" sz="1000" noProof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8735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VML - LIGHT MODE">
  <a:themeElements>
    <a:clrScheme name="VML">
      <a:dk1>
        <a:srgbClr val="191919"/>
      </a:dk1>
      <a:lt1>
        <a:srgbClr val="F5F5F5"/>
      </a:lt1>
      <a:dk2>
        <a:srgbClr val="191919"/>
      </a:dk2>
      <a:lt2>
        <a:srgbClr val="F5F5F5"/>
      </a:lt2>
      <a:accent1>
        <a:srgbClr val="723065"/>
      </a:accent1>
      <a:accent2>
        <a:srgbClr val="104B68"/>
      </a:accent2>
      <a:accent3>
        <a:srgbClr val="546232"/>
      </a:accent3>
      <a:accent4>
        <a:srgbClr val="AE7408"/>
      </a:accent4>
      <a:accent5>
        <a:srgbClr val="983F03"/>
      </a:accent5>
      <a:accent6>
        <a:srgbClr val="8B8C81"/>
      </a:accent6>
      <a:hlink>
        <a:srgbClr val="5E889C"/>
      </a:hlink>
      <a:folHlink>
        <a:srgbClr val="9E7696"/>
      </a:folHlink>
    </a:clrScheme>
    <a:fontScheme name="VML">
      <a:majorFont>
        <a:latin typeface="Snowflake Sans Medium"/>
        <a:ea typeface=""/>
        <a:cs typeface=""/>
      </a:majorFont>
      <a:minorFont>
        <a:latin typeface="Snowflake Sans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2C4B8"/>
        </a:solidFill>
        <a:ln>
          <a:noFill/>
        </a:ln>
      </a:spPr>
      <a:bodyPr lIns="180000" tIns="180000" rIns="180000" bIns="180000" rtlCol="0" anchor="t"/>
      <a:lstStyle>
        <a:defPPr marL="360000" indent="-360000" algn="l">
          <a:lnSpc>
            <a:spcPct val="110000"/>
          </a:lnSpc>
          <a:spcAft>
            <a:spcPts val="1800"/>
          </a:spcAft>
          <a:buFont typeface="Snowflake Sans Light" panose="020B0305040401040103" pitchFamily="34" charset="0"/>
          <a:buChar char="□"/>
          <a:defRPr sz="200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0" tIns="0" rIns="0" bIns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ML Template 2026 - V01" id="{8984A699-0ABA-5F45-8AF1-8FF52BFB1400}" vid="{AF4473D3-EF3A-994F-9A1B-7AE3D0C6319B}"/>
    </a:ext>
  </a:extLst>
</a:theme>
</file>

<file path=ppt/theme/theme2.xml><?xml version="1.0" encoding="utf-8"?>
<a:theme xmlns:a="http://schemas.openxmlformats.org/drawingml/2006/main" name="VML - DARK MODE">
  <a:themeElements>
    <a:clrScheme name="VML">
      <a:dk1>
        <a:srgbClr val="191919"/>
      </a:dk1>
      <a:lt1>
        <a:srgbClr val="F5F5F5"/>
      </a:lt1>
      <a:dk2>
        <a:srgbClr val="191919"/>
      </a:dk2>
      <a:lt2>
        <a:srgbClr val="F5F5F5"/>
      </a:lt2>
      <a:accent1>
        <a:srgbClr val="723065"/>
      </a:accent1>
      <a:accent2>
        <a:srgbClr val="104B68"/>
      </a:accent2>
      <a:accent3>
        <a:srgbClr val="546232"/>
      </a:accent3>
      <a:accent4>
        <a:srgbClr val="AE7408"/>
      </a:accent4>
      <a:accent5>
        <a:srgbClr val="983F03"/>
      </a:accent5>
      <a:accent6>
        <a:srgbClr val="8B8C81"/>
      </a:accent6>
      <a:hlink>
        <a:srgbClr val="5E889C"/>
      </a:hlink>
      <a:folHlink>
        <a:srgbClr val="9E7696"/>
      </a:folHlink>
    </a:clrScheme>
    <a:fontScheme name="VML">
      <a:majorFont>
        <a:latin typeface="Snowflake Sans Medium"/>
        <a:ea typeface=""/>
        <a:cs typeface=""/>
      </a:majorFont>
      <a:minorFont>
        <a:latin typeface="Snowflake Sans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2C4B8"/>
        </a:solidFill>
        <a:ln>
          <a:noFill/>
        </a:ln>
      </a:spPr>
      <a:bodyPr lIns="180000" tIns="180000" rIns="180000" bIns="180000" rtlCol="0" anchor="t"/>
      <a:lstStyle>
        <a:defPPr marL="360000" indent="-360000" algn="l">
          <a:lnSpc>
            <a:spcPct val="110000"/>
          </a:lnSpc>
          <a:spcAft>
            <a:spcPts val="1800"/>
          </a:spcAft>
          <a:buFont typeface="Snowflake Sans Light" panose="020B0305040401040103" pitchFamily="34" charset="0"/>
          <a:buChar char="□"/>
          <a:defRPr sz="2000">
            <a:solidFill>
              <a:schemeClr val="tx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ML Template 2026 - V01" id="{8984A699-0ABA-5F45-8AF1-8FF52BFB1400}" vid="{AEC1E00B-414D-884A-A0C5-294D1BB715D9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17ed6611-c2c4-4fc1-9ed0-5f7169cdb8e1" xsi:nil="true"/>
    <TaxCatchAll xmlns="7b9f76c3-f0f8-4c4f-8cbd-7f5b65fc3395" xsi:nil="true"/>
    <lcf76f155ced4ddcb4097134ff3c332f xmlns="17ed6611-c2c4-4fc1-9ed0-5f7169cdb8e1">
      <Terms xmlns="http://schemas.microsoft.com/office/infopath/2007/PartnerControls"/>
    </lcf76f155ced4ddcb4097134ff3c332f>
    <Info xmlns="17ed6611-c2c4-4fc1-9ed0-5f7169cdb8e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92C397412B954A89F4766A0B9B41F5" ma:contentTypeVersion="638" ma:contentTypeDescription="Een nieuw document maken." ma:contentTypeScope="" ma:versionID="083c4caaa5e16938de2676943caed187">
  <xsd:schema xmlns:xsd="http://www.w3.org/2001/XMLSchema" xmlns:xs="http://www.w3.org/2001/XMLSchema" xmlns:p="http://schemas.microsoft.com/office/2006/metadata/properties" xmlns:ns2="7b9f76c3-f0f8-4c4f-8cbd-7f5b65fc3395" xmlns:ns3="17ed6611-c2c4-4fc1-9ed0-5f7169cdb8e1" targetNamespace="http://schemas.microsoft.com/office/2006/metadata/properties" ma:root="true" ma:fieldsID="d56e616161ae95f0f78e62e9dc7179b8" ns2:_="" ns3:_="">
    <xsd:import namespace="7b9f76c3-f0f8-4c4f-8cbd-7f5b65fc3395"/>
    <xsd:import namespace="17ed6611-c2c4-4fc1-9ed0-5f7169cdb8e1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Info" minOccurs="0"/>
                <xsd:element ref="ns3:Comments" minOccurs="0"/>
                <xsd:element ref="ns3:MediaServiceObjectDetectorVersions" minOccurs="0"/>
                <xsd:element ref="ns3:MediaServiceSearchProperties" minOccurs="0"/>
                <xsd:element ref="ns2:MigrationSour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9f76c3-f0f8-4c4f-8cbd-7f5b65fc3395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e88b1fd8-3302-43ff-81ef-b72c34e5dd52}" ma:internalName="TaxCatchAll" ma:showField="CatchAllData" ma:web="7b9f76c3-f0f8-4c4f-8cbd-7f5b65fc339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grationSourceID" ma:index="28" nillable="true" ma:displayName="MigrationSourceID" ma:internalName="MigrationSourceID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ed6611-c2c4-4fc1-9ed0-5f7169cdb8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Afbeeldingtags" ma:readOnly="false" ma:fieldId="{5cf76f15-5ced-4ddc-b409-7134ff3c332f}" ma:taxonomyMulti="true" ma:sspId="1effff48-cca9-4807-8ad1-02586ec8c4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Info" ma:index="24" nillable="true" ma:displayName="Info" ma:format="Dropdown" ma:internalName="Info">
      <xsd:simpleType>
        <xsd:restriction base="dms:Text">
          <xsd:maxLength value="255"/>
        </xsd:restriction>
      </xsd:simpleType>
    </xsd:element>
    <xsd:element name="Comments" ma:index="25" nillable="true" ma:displayName="Comments" ma:format="Dropdown" ma:internalName="Comments">
      <xsd:simpleType>
        <xsd:restriction base="dms:Text">
          <xsd:maxLength value="255"/>
        </xsd:restriction>
      </xsd:simple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732EA3-4C26-4330-B177-E57F6754B408}">
  <ds:schemaRefs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http://purl.org/dc/dcmitype/"/>
    <ds:schemaRef ds:uri="17ed6611-c2c4-4fc1-9ed0-5f7169cdb8e1"/>
    <ds:schemaRef ds:uri="7b9f76c3-f0f8-4c4f-8cbd-7f5b65fc339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FC67EFD-9AE7-491B-94D6-57C9078C33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9f76c3-f0f8-4c4f-8cbd-7f5b65fc3395"/>
    <ds:schemaRef ds:uri="17ed6611-c2c4-4fc1-9ed0-5f7169cdb8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303356-6B2B-4BEA-9653-1DD3D6CBF8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VML NL - LIGHT</Template>
  <TotalTime>2</TotalTime>
  <Words>3749</Words>
  <Application>Microsoft Office PowerPoint</Application>
  <PresentationFormat>Widescreen</PresentationFormat>
  <Paragraphs>590</Paragraphs>
  <Slides>63</Slides>
  <Notes>63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63</vt:i4>
      </vt:variant>
    </vt:vector>
  </HeadingPairs>
  <TitlesOfParts>
    <vt:vector size="65" baseType="lpstr">
      <vt:lpstr>VML - LIGHT MODE</vt:lpstr>
      <vt:lpstr>VML - DARK MODE</vt:lpstr>
      <vt:lpstr>Presentation Template 2026 </vt:lpstr>
      <vt:lpstr>Template Guidance &amp; Requirements</vt:lpstr>
      <vt:lpstr>PDF export for sharing</vt:lpstr>
      <vt:lpstr>Color basics</vt:lpstr>
      <vt:lpstr>Core colors</vt:lpstr>
      <vt:lpstr>Grayscale</vt:lpstr>
      <vt:lpstr>Full palette with secondary colors</vt:lpstr>
      <vt:lpstr>Using color in your presentation</vt:lpstr>
      <vt:lpstr>Logo</vt:lpstr>
      <vt:lpstr>Special characters on a light and dark BG</vt:lpstr>
      <vt:lpstr>Doodles &amp; numbers on a light and dark BG</vt:lpstr>
      <vt:lpstr>Hand drawn icons</vt:lpstr>
      <vt:lpstr>Image Cover  Slide Options</vt:lpstr>
      <vt:lpstr>Title Of Your Presentation Goes Here</vt:lpstr>
      <vt:lpstr>Title Of Your Presentation Goes Here</vt:lpstr>
      <vt:lpstr>Section Divider Slide Options</vt:lpstr>
      <vt:lpstr>Divider Section Heading Goes Here</vt:lpstr>
      <vt:lpstr>Divider Section Heading Goes Here</vt:lpstr>
      <vt:lpstr>Divider Section Heading Goes Here</vt:lpstr>
      <vt:lpstr>Intro and Agenda</vt:lpstr>
      <vt:lpstr>Agenda</vt:lpstr>
      <vt:lpstr>Our Team</vt:lpstr>
      <vt:lpstr>Interior Slides</vt:lpstr>
      <vt:lpstr>Large Headline  Goes Here</vt:lpstr>
      <vt:lpstr>PowerPoint Presentation</vt:lpstr>
      <vt:lpstr>Header no content</vt:lpstr>
      <vt:lpstr>Header no content </vt:lpstr>
      <vt:lpstr>Header</vt:lpstr>
      <vt:lpstr>Header, content can contain bullets and wrap over two lines</vt:lpstr>
      <vt:lpstr>Header, content &amp; image</vt:lpstr>
      <vt:lpstr>Header, 2 column content</vt:lpstr>
      <vt:lpstr>Header, 2 column smaller content</vt:lpstr>
      <vt:lpstr>Header, 3 column content</vt:lpstr>
      <vt:lpstr>Header, 4 column content</vt:lpstr>
      <vt:lpstr>Image Heavy Interior Slides</vt:lpstr>
      <vt:lpstr>Header, example content for 3 images or 3 process steps</vt:lpstr>
      <vt:lpstr>Header, 3 process steps</vt:lpstr>
      <vt:lpstr>Header, 4 process steps</vt:lpstr>
      <vt:lpstr>Header, 5 process steps</vt:lpstr>
      <vt:lpstr>Header &amp; 2 images</vt:lpstr>
      <vt:lpstr>Header, content &amp; 3 images</vt:lpstr>
      <vt:lpstr>Header, content &amp; 4 images</vt:lpstr>
      <vt:lpstr>An epic statement.</vt:lpstr>
      <vt:lpstr>Brand Strategy</vt:lpstr>
      <vt:lpstr>Longer Headline to be Writen Here</vt:lpstr>
      <vt:lpstr>Lorem ipsum dolor sit amet, consectetur adipiscing elit, sed do eiusmod tempor.</vt:lpstr>
      <vt:lpstr>PowerPoint Presentation</vt:lpstr>
      <vt:lpstr>A statement over multiple lines.</vt:lpstr>
      <vt:lpstr>Header</vt:lpstr>
      <vt:lpstr>Header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End Slides</vt:lpstr>
      <vt:lpstr>Thank you!</vt:lpstr>
      <vt:lpstr>PowerPoint Presentation</vt:lpstr>
      <vt:lpstr>PowerPoint Presentation</vt:lpstr>
      <vt:lpstr>Thank you!</vt:lpstr>
      <vt:lpstr>PowerPoint Presentation</vt:lpstr>
      <vt:lpstr>PowerPoint Presentation</vt:lpstr>
      <vt:lpstr>Contact </vt:lpstr>
    </vt:vector>
  </TitlesOfParts>
  <Manager/>
  <Company>VML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VML Powerpoint Template 2026</dc:title>
  <dc:subject/>
  <dc:creator>VML Netherlands</dc:creator>
  <cp:keywords/>
  <dc:description/>
  <cp:lastModifiedBy>Roel Faulhaber</cp:lastModifiedBy>
  <cp:revision>3</cp:revision>
  <dcterms:created xsi:type="dcterms:W3CDTF">2026-01-06T10:03:06Z</dcterms:created>
  <dcterms:modified xsi:type="dcterms:W3CDTF">2026-02-03T11:00:52Z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lpwstr>26300.0000000000</vt:lpwstr>
  </property>
  <property fmtid="{D5CDD505-2E9C-101B-9397-08002B2CF9AE}" pid="3" name="ContentTypeId">
    <vt:lpwstr>0x0101003B92C397412B954A89F4766A0B9B41F5</vt:lpwstr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MediaServiceImageTags">
    <vt:lpwstr/>
  </property>
</Properties>
</file>
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2" r:id="rId4"/>
    <p:sldMasterId id="2147483719" r:id="rId5"/>
  </p:sldMasterIdLst>
  <p:notesMasterIdLst>
    <p:notesMasterId r:id="rId69"/>
  </p:notesMasterIdLst>
  <p:handoutMasterIdLst>
    <p:handoutMasterId r:id="rId70"/>
  </p:handoutMasterIdLst>
  <p:sldIdLst>
    <p:sldId id="256" r:id="rId14"/>
    <p:sldId id="257" r:id="rId15"/>
    <p:sldId id="258" r:id="rId16"/>
    <p:sldId id="259" r:id="rId17"/>
  </p:sldIdLst>
  <p:sldSz cx="12192000" cy="6858000"/>
  <p:notesSz cx="6858000" cy="9144000"/>
  <p:defaultTextStyle>
    <a:defPPr>
      <a:defRPr lang="en-US"/>
    </a:defPPr>
    <a:lvl1pPr marL="0" algn="l" defTabSz="228554" rtl="0" eaLnBrk="1" latinLnBrk="0" hangingPunct="1">
      <a:defRPr sz="900" kern="1200">
        <a:solidFill>
          <a:schemeClr val="tx1"/>
        </a:solidFill>
        <a:latin typeface="+mn-lt"/>
        <a:ea typeface="+mn-ea"/>
        <a:cs typeface="+mn-cs"/>
      </a:defRPr>
    </a:lvl1pPr>
    <a:lvl2pPr marL="228554" algn="l" defTabSz="228554" rtl="0" eaLnBrk="1" latinLnBrk="0" hangingPunct="1">
      <a:defRPr sz="900" kern="1200">
        <a:solidFill>
          <a:schemeClr val="tx1"/>
        </a:solidFill>
        <a:latin typeface="+mn-lt"/>
        <a:ea typeface="+mn-ea"/>
        <a:cs typeface="+mn-cs"/>
      </a:defRPr>
    </a:lvl2pPr>
    <a:lvl3pPr marL="457109" algn="l" defTabSz="228554" rtl="0" eaLnBrk="1" latinLnBrk="0" hangingPunct="1">
      <a:defRPr sz="900" kern="1200">
        <a:solidFill>
          <a:schemeClr val="tx1"/>
        </a:solidFill>
        <a:latin typeface="+mn-lt"/>
        <a:ea typeface="+mn-ea"/>
        <a:cs typeface="+mn-cs"/>
      </a:defRPr>
    </a:lvl3pPr>
    <a:lvl4pPr marL="685663" algn="l" defTabSz="228554" rtl="0" eaLnBrk="1" latinLnBrk="0" hangingPunct="1">
      <a:defRPr sz="900" kern="1200">
        <a:solidFill>
          <a:schemeClr val="tx1"/>
        </a:solidFill>
        <a:latin typeface="+mn-lt"/>
        <a:ea typeface="+mn-ea"/>
        <a:cs typeface="+mn-cs"/>
      </a:defRPr>
    </a:lvl4pPr>
    <a:lvl5pPr marL="914217" algn="l" defTabSz="228554" rtl="0" eaLnBrk="1" latinLnBrk="0" hangingPunct="1">
      <a:defRPr sz="900" kern="1200">
        <a:solidFill>
          <a:schemeClr val="tx1"/>
        </a:solidFill>
        <a:latin typeface="+mn-lt"/>
        <a:ea typeface="+mn-ea"/>
        <a:cs typeface="+mn-cs"/>
      </a:defRPr>
    </a:lvl5pPr>
    <a:lvl6pPr marL="1142771" algn="l" defTabSz="228554" rtl="0" eaLnBrk="1" latinLnBrk="0" hangingPunct="1">
      <a:defRPr sz="900" kern="1200">
        <a:solidFill>
          <a:schemeClr val="tx1"/>
        </a:solidFill>
        <a:latin typeface="+mn-lt"/>
        <a:ea typeface="+mn-ea"/>
        <a:cs typeface="+mn-cs"/>
      </a:defRPr>
    </a:lvl6pPr>
    <a:lvl7pPr marL="1371326" algn="l" defTabSz="228554" rtl="0" eaLnBrk="1" latinLnBrk="0" hangingPunct="1">
      <a:defRPr sz="900" kern="1200">
        <a:solidFill>
          <a:schemeClr val="tx1"/>
        </a:solidFill>
        <a:latin typeface="+mn-lt"/>
        <a:ea typeface="+mn-ea"/>
        <a:cs typeface="+mn-cs"/>
      </a:defRPr>
    </a:lvl7pPr>
    <a:lvl8pPr marL="1599880" algn="l" defTabSz="228554" rtl="0" eaLnBrk="1" latinLnBrk="0" hangingPunct="1">
      <a:defRPr sz="900" kern="1200">
        <a:solidFill>
          <a:schemeClr val="tx1"/>
        </a:solidFill>
        <a:latin typeface="+mn-lt"/>
        <a:ea typeface="+mn-ea"/>
        <a:cs typeface="+mn-cs"/>
      </a:defRPr>
    </a:lvl8pPr>
    <a:lvl9pPr marL="1828434" algn="l" defTabSz="228554" rtl="0" eaLnBrk="1" latinLnBrk="0" hangingPunct="1">
      <a:defRPr sz="9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Guidance &amp; Requirements" id="{90CA21CB-1215-234B-8055-6F53BC25DC40}">
          <p14:sldIdLst>
            <p14:sldId id="283"/>
            <p14:sldId id="374"/>
            <p14:sldId id="438"/>
            <p14:sldId id="375"/>
            <p14:sldId id="261"/>
            <p14:sldId id="465"/>
            <p14:sldId id="466"/>
            <p14:sldId id="461"/>
            <p14:sldId id="264"/>
            <p14:sldId id="440"/>
            <p14:sldId id="442"/>
            <p14:sldId id="441"/>
          </p14:sldIdLst>
        </p14:section>
        <p14:section name="Example Layouts (Slide Master)" id="{8C5B445F-BDD1-6643-8D83-5FFFE7153A0E}">
          <p14:sldIdLst>
            <p14:sldId id="471"/>
            <p14:sldId id="386"/>
            <p14:sldId id="487"/>
            <p14:sldId id="474"/>
            <p14:sldId id="482"/>
            <p14:sldId id="484"/>
            <p14:sldId id="403"/>
            <p14:sldId id="473"/>
            <p14:sldId id="483"/>
            <p14:sldId id="292"/>
            <p14:sldId id="475"/>
            <p14:sldId id="470"/>
            <p14:sldId id="327"/>
            <p14:sldId id="409"/>
            <p14:sldId id="308"/>
            <p14:sldId id="410"/>
            <p14:sldId id="411"/>
            <p14:sldId id="412"/>
            <p14:sldId id="413"/>
            <p14:sldId id="415"/>
            <p14:sldId id="416"/>
            <p14:sldId id="478"/>
            <p14:sldId id="476"/>
            <p14:sldId id="419"/>
            <p14:sldId id="456"/>
            <p14:sldId id="459"/>
            <p14:sldId id="460"/>
            <p14:sldId id="316"/>
            <p14:sldId id="417"/>
            <p14:sldId id="418"/>
            <p14:sldId id="464"/>
            <p14:sldId id="479"/>
            <p14:sldId id="488"/>
            <p14:sldId id="322"/>
            <p14:sldId id="324"/>
            <p14:sldId id="463"/>
            <p14:sldId id="325"/>
            <p14:sldId id="428"/>
            <p14:sldId id="430"/>
            <p14:sldId id="431"/>
            <p14:sldId id="432"/>
            <p14:sldId id="434"/>
            <p14:sldId id="433"/>
            <p14:sldId id="477"/>
            <p14:sldId id="333"/>
            <p14:sldId id="334"/>
            <p14:sldId id="337"/>
            <p14:sldId id="435"/>
            <p14:sldId id="436"/>
            <p14:sldId id="338"/>
            <p14:sldId id="44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D1555E-4F2D-5767-514C-7122D2F56F27}" name="Marianne van Rhijn" initials="MR" userId="S::marianne.vanrhijn@vml.com::7ac4edf9-67e6-4fcc-b5d4-d46bec6377ba" providerId="AD"/>
  <p188:author id="{5C6D0670-ACA2-9CCE-3B79-6D2C7E494726}" name="Emma Tilanus" initials="ET" userId="S::emma.tilanus@vml.com::b83526f4-1e6a-4267-a436-3089cf73dfd0" providerId="AD"/>
  <p188:author id="{687D0982-57E2-8AA6-DBB0-251E0943B9BE}" name="Rachel Negahban" initials="RN" userId="S::rachel.negahban@vml.com::c80982d3-d92a-45fa-b529-b2c703b67b14" providerId="AD"/>
  <p188:author id="{CE924EB1-E577-EC57-86F1-C184C9B3D1A9}" name="Roel Faulhaber" initials="RF" userId="S::roel.faulhaber@vml.com::8df17fb2-45ec-4652-b24e-c662ccbe92cd"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E99A742-59A2-EC4A-8259-3FE5A1660B95}" v="11" dt="2026-02-03T09:11:10.1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139"/>
    <p:restoredTop sz="94700"/>
  </p:normalViewPr>
  <p:slideViewPr>
    <p:cSldViewPr>
      <p:cViewPr>
        <p:scale>
          <a:sx n="142" d="100"/>
          <a:sy n="142" d="100"/>
        </p:scale>
        <p:origin x="824" y="1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69" Type="http://schemas.openxmlformats.org/officeDocument/2006/relationships/notesMaster" Target="notesMasters/notesMaster1.xml"/><Relationship Id="rId70" Type="http://schemas.openxmlformats.org/officeDocument/2006/relationships/handoutMaster" Target="handoutMasters/handout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 Id="rId75" Type="http://schemas.microsoft.com/office/2015/10/relationships/revisionInfo" Target="revisionInfo.xml"/><Relationship Id="rId76"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CC3B140-F902-7D62-8EEE-92AF182E8B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latin typeface="Snowflake Sans Book" panose="020B0505040401040103" pitchFamily="34" charset="0"/>
            </a:endParaRPr>
          </a:p>
        </p:txBody>
      </p:sp>
      <p:sp>
        <p:nvSpPr>
          <p:cNvPr id="3" name="Date Placeholder 2">
            <a:extLst>
              <a:ext uri="{FF2B5EF4-FFF2-40B4-BE49-F238E27FC236}">
                <a16:creationId xmlns:a16="http://schemas.microsoft.com/office/drawing/2014/main" id="{F67B88F0-52EF-2123-E297-B8F4529B3B7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ECCEEF-1B1D-4141-87EB-8BC1B898DBE5}" type="datetimeFigureOut">
              <a:rPr lang="en-GB" smtClean="0">
                <a:latin typeface="Snowflake Sans Book" panose="020B0505040401040103" pitchFamily="34" charset="0"/>
              </a:rPr>
              <a:t>03/02/2026</a:t>
            </a:fld>
            <a:endParaRPr lang="en-GB">
              <a:latin typeface="Snowflake Sans Book" panose="020B0505040401040103" pitchFamily="34" charset="0"/>
            </a:endParaRPr>
          </a:p>
        </p:txBody>
      </p:sp>
      <p:sp>
        <p:nvSpPr>
          <p:cNvPr id="4" name="Footer Placeholder 3">
            <a:extLst>
              <a:ext uri="{FF2B5EF4-FFF2-40B4-BE49-F238E27FC236}">
                <a16:creationId xmlns:a16="http://schemas.microsoft.com/office/drawing/2014/main" id="{7F8F2B69-8A9B-9B8B-F5AC-E252588558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latin typeface="Snowflake Sans Book" panose="020B0505040401040103" pitchFamily="34" charset="0"/>
            </a:endParaRPr>
          </a:p>
        </p:txBody>
      </p:sp>
      <p:sp>
        <p:nvSpPr>
          <p:cNvPr id="5" name="Slide Number Placeholder 4">
            <a:extLst>
              <a:ext uri="{FF2B5EF4-FFF2-40B4-BE49-F238E27FC236}">
                <a16:creationId xmlns:a16="http://schemas.microsoft.com/office/drawing/2014/main" id="{963306DC-6851-01F9-005D-E7BD1B4D4F2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E9B86F-E562-4A4A-AAD5-8986F46B4F41}" type="slidenum">
              <a:rPr lang="en-GB" smtClean="0">
                <a:latin typeface="Snowflake Sans Book" panose="020B0505040401040103" pitchFamily="34" charset="0"/>
              </a:rPr>
              <a:t>‹#›</a:t>
            </a:fld>
            <a:endParaRPr lang="en-GB">
              <a:latin typeface="Snowflake Sans Book" panose="020B0505040401040103" pitchFamily="34" charset="0"/>
            </a:endParaRPr>
          </a:p>
        </p:txBody>
      </p:sp>
    </p:spTree>
    <p:extLst>
      <p:ext uri="{BB962C8B-B14F-4D97-AF65-F5344CB8AC3E}">
        <p14:creationId xmlns:p14="http://schemas.microsoft.com/office/powerpoint/2010/main" val="3338998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Snowflake Sans Book" panose="020B0505040401040103"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Snowflake Sans Book" panose="020B0505040401040103" pitchFamily="34" charset="0"/>
              </a:defRPr>
            </a:lvl1pPr>
          </a:lstStyle>
          <a:p>
            <a:fld id="{D27763CC-25C3-BC40-9E94-076F38B10C4B}" type="datetimeFigureOut">
              <a:rPr lang="en-US" smtClean="0"/>
              <a:pPr/>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Snowflake Sans Book" panose="020B0505040401040103"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Snowflake Sans Book" panose="020B0505040401040103" pitchFamily="34" charset="0"/>
              </a:defRPr>
            </a:lvl1pPr>
          </a:lstStyle>
          <a:p>
            <a:fld id="{D1606047-7365-B54E-B40A-EE4FD430BF78}" type="slidenum">
              <a:rPr lang="en-US" smtClean="0"/>
              <a:pPr/>
              <a:t>‹#›</a:t>
            </a:fld>
            <a:endParaRPr lang="en-US"/>
          </a:p>
        </p:txBody>
      </p:sp>
    </p:spTree>
    <p:extLst>
      <p:ext uri="{BB962C8B-B14F-4D97-AF65-F5344CB8AC3E}">
        <p14:creationId xmlns:p14="http://schemas.microsoft.com/office/powerpoint/2010/main" val="2446348704"/>
      </p:ext>
    </p:extLst>
  </p:cSld>
  <p:clrMap bg1="lt1" tx1="dk1" bg2="lt2" tx2="dk2" accent1="accent1" accent2="accent2" accent3="accent3" accent4="accent4" accent5="accent5" accent6="accent6" hlink="hlink" folHlink="folHlink"/>
  <p:notesStyle>
    <a:lvl1pPr marL="0" algn="l" defTabSz="457109" rtl="0" eaLnBrk="1" latinLnBrk="0" hangingPunct="1">
      <a:defRPr sz="600" b="0" i="0" kern="1200">
        <a:solidFill>
          <a:schemeClr val="tx1"/>
        </a:solidFill>
        <a:latin typeface="Snowflake Sans Book" panose="020B0505040401040103" pitchFamily="34" charset="0"/>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final Confidence All Hands of 2026 takes a slightly different shape this year: a 2026 Impact Report and a 2027 Future Outlook, rather than a traditional year-end celebration.</a:t>
            </a:r>
          </a:p>
          <a:p/>
          <a:p>
            <a:r>
              <a:t>Why: there's a lot worth recognizing, but this has been a demanding year. The meeting should make room for that honestly, show what we accomplished, appreciate the people behind it, and imagine how we might reinvent the practice, without feeling overly celebratory.</a:t>
            </a:r>
          </a:p>
          <a:p/>
          <a:p>
            <a:r>
              <a:t>It's built around three parts: Our Impact, Our People and Our Future. Confidence leadership updates keep a dedicated slot.</a:t>
            </a:r>
          </a:p>
          <a:p/>
          <a:p>
            <a:r>
              <a:t>We're sharing this to get your reactions before planning goes further.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run of show. Timing is a starting point.</a:t>
            </a:r>
          </a:p>
          <a:p/>
          <a:p>
            <a:r>
              <a:t>The flow moves from what we did, to who made it happen, to what could come next. Leadership updates keep a dedicated 10 minutes.</a:t>
            </a:r>
          </a:p>
          <a:p/>
          <a:p>
            <a:r>
              <a:t>The popcorn conversation is the most different part of the format: a short, live discussion where a few people from across Confidence build on each other's ideas about the future.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look at what each part could include. These are examples and thought starters, not final selections.</a:t>
            </a:r>
          </a:p>
          <a:p/>
          <a:p>
            <a:r>
              <a:t>Our Impact: show the breadth of what Confidence contributed across clients, releases, deliverables, capabilities and outcomes, organized by theme rather than by client so it reads as one practice story rather than a status update. A visual summary can carry most of the breadth, with a few featured stories. Possible featured stories from this year's Technology Reports include United Rentals (AI-enabled delivery and automation), Sherwin-Williams (shared delivery standards across the T4 product teams) and Mazda (program-level quality governance).</a:t>
            </a:r>
          </a:p>
          <a:p/>
          <a:p>
            <a:r>
              <a:t>Our People: short spotlights connected to real contributions, such as innovation, leadership through tough delivery, collaboration, mentorship and knowledge sharing. Nominations would come from group and pod leads. Not a competitive awards format.</a:t>
            </a:r>
          </a:p>
          <a:p/>
          <a:p>
            <a:r>
              <a:t>Our Future: three "what if" provocations inspired by VML Intelligence's Future 100: 2026, each tied to something we did this year. Then a 12-minute popcorn conversation where people react to a scenario and build on each other's ideas. It could be a few individual voices from different disciplines, or two or three pods or small groups working through a scenario while everyone else watches and joins in chat. The aim is to think beyond incremental improvements and imagine how we might reinvent the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 up. The goal is honest reactions, not sign-off.</a:t>
            </a:r>
          </a:p>
          <a:p/>
          <a:p>
            <a:r>
              <a:t>Prompts if the conversation needs a nudge:</a:t>
            </a:r>
          </a:p>
          <a:p>
            <a:r>
              <a:t>• Does an impact-and-future format feel right for the year we've had?</a:t>
            </a:r>
          </a:p>
          <a:p>
            <a:r>
              <a:t>• Is the time balanced well across updates, impact, recognition and discussion?</a:t>
            </a:r>
          </a:p>
          <a:p>
            <a:r>
              <a:t>• Are there stories, accomplishments or people we should make sure to include?</a:t>
            </a:r>
          </a:p>
          <a:p>
            <a:r>
              <a:t>• For the popcorn conversation, would a few individual voices or two or three pods or small groups work better? Who would be great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0 (Light)">
    <p:bg>
      <p:bgPr>
        <a:solidFill>
          <a:schemeClr val="bg1"/>
        </a:solidFill>
        <a:effectLst/>
      </p:bgPr>
    </p:bg>
    <p:spTree>
      <p:nvGrpSpPr>
        <p:cNvPr id="1" name=""/>
        <p:cNvGrpSpPr/>
        <p:nvPr/>
      </p:nvGrpSpPr>
      <p:grpSpPr>
        <a:xfrm>
          <a:off x="0" y="0"/>
          <a:ext cx="0" cy="0"/>
          <a:chOff x="0" y="0"/>
          <a:chExt cx="0" cy="0"/>
        </a:xfrm>
      </p:grpSpPr>
      <p:sp>
        <p:nvSpPr>
          <p:cNvPr id="2" name="Shape">
            <a:extLst>
              <a:ext uri="{FF2B5EF4-FFF2-40B4-BE49-F238E27FC236}">
                <a16:creationId xmlns:a16="http://schemas.microsoft.com/office/drawing/2014/main" id="{B11FD746-8152-B7B9-617B-DC642523D2EB}"/>
              </a:ext>
            </a:extLst>
          </p:cNvPr>
          <p:cNvSpPr/>
          <p:nvPr/>
        </p:nvSpPr>
        <p:spPr>
          <a:xfrm>
            <a:off x="11739592"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rgbClr val="FF0000"/>
              </a:solidFill>
            </a:endParaRPr>
          </a:p>
        </p:txBody>
      </p:sp>
      <p:cxnSp>
        <p:nvCxnSpPr>
          <p:cNvPr id="22" name="Straight Connector 21">
            <a:extLst>
              <a:ext uri="{FF2B5EF4-FFF2-40B4-BE49-F238E27FC236}">
                <a16:creationId xmlns:a16="http://schemas.microsoft.com/office/drawing/2014/main" id="{5F89B949-B3AE-E06F-5CC9-27B98B0A1951}"/>
              </a:ext>
            </a:extLst>
          </p:cNvPr>
          <p:cNvCxnSpPr>
            <a:cxnSpLocks/>
          </p:cNvCxnSpPr>
          <p:nvPr/>
        </p:nvCxnSpPr>
        <p:spPr>
          <a:xfrm>
            <a:off x="262616" y="505123"/>
            <a:ext cx="11666768"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27" name="Shape">
            <a:extLst>
              <a:ext uri="{FF2B5EF4-FFF2-40B4-BE49-F238E27FC236}">
                <a16:creationId xmlns:a16="http://schemas.microsoft.com/office/drawing/2014/main" id="{60885F45-ECA4-8396-06F2-29B4E47629B9}"/>
              </a:ext>
            </a:extLst>
          </p:cNvPr>
          <p:cNvSpPr/>
          <p:nvPr userDrawn="1"/>
        </p:nvSpPr>
        <p:spPr>
          <a:xfrm>
            <a:off x="264285" y="195210"/>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4" name="Title 15">
            <a:extLst>
              <a:ext uri="{FF2B5EF4-FFF2-40B4-BE49-F238E27FC236}">
                <a16:creationId xmlns:a16="http://schemas.microsoft.com/office/drawing/2014/main" id="{FF714A49-274C-16ED-2B78-AE96703F48BD}"/>
              </a:ext>
            </a:extLst>
          </p:cNvPr>
          <p:cNvSpPr>
            <a:spLocks noGrp="1"/>
          </p:cNvSpPr>
          <p:nvPr>
            <p:ph type="title" hasCustomPrompt="1"/>
          </p:nvPr>
        </p:nvSpPr>
        <p:spPr>
          <a:xfrm>
            <a:off x="262766" y="754061"/>
            <a:ext cx="8676939" cy="3770263"/>
          </a:xfrm>
        </p:spPr>
        <p:txBody>
          <a:bodyPr>
            <a:noAutofit/>
          </a:bodyPr>
          <a:lstStyle>
            <a:lvl1pPr>
              <a:defRPr sz="9998" spc="-150"/>
            </a:lvl1pPr>
          </a:lstStyle>
          <a:p>
            <a:pPr lvl="0"/>
            <a:r>
              <a:rPr lang="en-US"/>
              <a:t>Title Of Your Presentation Goes Here</a:t>
            </a:r>
          </a:p>
        </p:txBody>
      </p:sp>
      <p:sp>
        <p:nvSpPr>
          <p:cNvPr id="5" name="Text Placeholder 17">
            <a:extLst>
              <a:ext uri="{FF2B5EF4-FFF2-40B4-BE49-F238E27FC236}">
                <a16:creationId xmlns:a16="http://schemas.microsoft.com/office/drawing/2014/main" id="{98C47073-7431-F68B-C580-185E4B1D51E3}"/>
              </a:ext>
            </a:extLst>
          </p:cNvPr>
          <p:cNvSpPr>
            <a:spLocks noGrp="1"/>
          </p:cNvSpPr>
          <p:nvPr>
            <p:ph type="body" sz="quarter" idx="13" hasCustomPrompt="1"/>
          </p:nvPr>
        </p:nvSpPr>
        <p:spPr>
          <a:xfrm>
            <a:off x="244862" y="6450940"/>
            <a:ext cx="2009094" cy="330860"/>
          </a:xfrm>
        </p:spPr>
        <p:txBody>
          <a:bodyPr/>
          <a:lstStyle>
            <a:lvl1pPr marL="347663" indent="-347663">
              <a:tabLst/>
              <a:defRPr>
                <a:solidFill>
                  <a:schemeClr val="tx1"/>
                </a:solidFill>
                <a:latin typeface="+mn-lt"/>
              </a:defRPr>
            </a:lvl1pPr>
          </a:lstStyle>
          <a:p>
            <a:pPr lvl="0"/>
            <a:r>
              <a:rPr lang="en-US"/>
              <a:t>Date</a:t>
            </a:r>
          </a:p>
        </p:txBody>
      </p:sp>
      <p:sp>
        <p:nvSpPr>
          <p:cNvPr id="6" name="Text Placeholder 17">
            <a:extLst>
              <a:ext uri="{FF2B5EF4-FFF2-40B4-BE49-F238E27FC236}">
                <a16:creationId xmlns:a16="http://schemas.microsoft.com/office/drawing/2014/main" id="{3C55B946-128F-C5CB-7ED2-A62949594E10}"/>
              </a:ext>
            </a:extLst>
          </p:cNvPr>
          <p:cNvSpPr>
            <a:spLocks noGrp="1"/>
          </p:cNvSpPr>
          <p:nvPr>
            <p:ph type="body" sz="quarter" idx="14" hasCustomPrompt="1"/>
          </p:nvPr>
        </p:nvSpPr>
        <p:spPr>
          <a:xfrm>
            <a:off x="2405641" y="6450940"/>
            <a:ext cx="2009094" cy="330860"/>
          </a:xfrm>
        </p:spPr>
        <p:txBody>
          <a:bodyPr/>
          <a:lstStyle>
            <a:lvl1pPr marL="347663" indent="-347663">
              <a:tabLst/>
              <a:defRPr>
                <a:solidFill>
                  <a:schemeClr val="tx1"/>
                </a:solidFill>
                <a:latin typeface="+mn-lt"/>
              </a:defRPr>
            </a:lvl1pPr>
          </a:lstStyle>
          <a:p>
            <a:pPr lvl="0"/>
            <a:r>
              <a:rPr lang="en-US"/>
              <a:t>Version</a:t>
            </a:r>
          </a:p>
        </p:txBody>
      </p:sp>
      <p:sp>
        <p:nvSpPr>
          <p:cNvPr id="7" name="Text Placeholder 17">
            <a:extLst>
              <a:ext uri="{FF2B5EF4-FFF2-40B4-BE49-F238E27FC236}">
                <a16:creationId xmlns:a16="http://schemas.microsoft.com/office/drawing/2014/main" id="{DD2E3CB7-D896-D1F9-06DD-0FB8BA6E4EDA}"/>
              </a:ext>
            </a:extLst>
          </p:cNvPr>
          <p:cNvSpPr>
            <a:spLocks noGrp="1"/>
          </p:cNvSpPr>
          <p:nvPr>
            <p:ph type="body" sz="quarter" idx="15" hasCustomPrompt="1"/>
          </p:nvPr>
        </p:nvSpPr>
        <p:spPr>
          <a:xfrm>
            <a:off x="4566421" y="6450940"/>
            <a:ext cx="4377554" cy="330860"/>
          </a:xfrm>
        </p:spPr>
        <p:txBody>
          <a:bodyPr/>
          <a:lstStyle>
            <a:lvl1pPr marL="347663" indent="-347663">
              <a:tabLst/>
              <a:defRPr>
                <a:solidFill>
                  <a:schemeClr val="tx1"/>
                </a:solidFill>
                <a:latin typeface="+mn-lt"/>
              </a:defRPr>
            </a:lvl1pPr>
          </a:lstStyle>
          <a:p>
            <a:pPr lvl="0"/>
            <a:r>
              <a:rPr lang="en-US"/>
              <a:t>Client</a:t>
            </a:r>
          </a:p>
        </p:txBody>
      </p:sp>
      <p:cxnSp>
        <p:nvCxnSpPr>
          <p:cNvPr id="10" name="Straight Connector 9">
            <a:extLst>
              <a:ext uri="{FF2B5EF4-FFF2-40B4-BE49-F238E27FC236}">
                <a16:creationId xmlns:a16="http://schemas.microsoft.com/office/drawing/2014/main" id="{9755A0A5-B9C6-279A-260A-0D6CFAA3D1B1}"/>
              </a:ext>
            </a:extLst>
          </p:cNvPr>
          <p:cNvCxnSpPr>
            <a:cxnSpLocks/>
          </p:cNvCxnSpPr>
          <p:nvPr userDrawn="1"/>
        </p:nvCxnSpPr>
        <p:spPr>
          <a:xfrm>
            <a:off x="266908" y="6351586"/>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780730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1.1 Image (Light)">
    <p:bg>
      <p:bgPr>
        <a:solidFill>
          <a:schemeClr val="bg1"/>
        </a:solidFill>
        <a:effectLst/>
      </p:bgPr>
    </p:bg>
    <p:spTree>
      <p:nvGrpSpPr>
        <p:cNvPr id="1" name=""/>
        <p:cNvGrpSpPr/>
        <p:nvPr/>
      </p:nvGrpSpPr>
      <p:grpSpPr>
        <a:xfrm>
          <a:off x="0" y="0"/>
          <a:ext cx="0" cy="0"/>
          <a:chOff x="0" y="0"/>
          <a:chExt cx="0" cy="0"/>
        </a:xfrm>
      </p:grpSpPr>
      <p:pic>
        <p:nvPicPr>
          <p:cNvPr id="3" name="Picture 2" descr="A grey grid with a shadow&#10;&#10;AI-generated content may be incorrect.">
            <a:extLst>
              <a:ext uri="{FF2B5EF4-FFF2-40B4-BE49-F238E27FC236}">
                <a16:creationId xmlns:a16="http://schemas.microsoft.com/office/drawing/2014/main" id="{27E7B532-B873-5532-8BBA-A7B0B68B75E0}"/>
              </a:ext>
            </a:extLst>
          </p:cNvPr>
          <p:cNvPicPr>
            <a:picLocks noChangeAspect="1"/>
          </p:cNvPicPr>
          <p:nvPr/>
        </p:nvPicPr>
        <p:blipFill>
          <a:blip r:embed="rId2" cstate="screen">
            <a:alphaModFix amt="8000"/>
            <a:extLst>
              <a:ext uri="{28A0092B-C50C-407E-A947-70E740481C1C}">
                <a14:useLocalDpi xmlns:a14="http://schemas.microsoft.com/office/drawing/2010/main"/>
              </a:ext>
            </a:extLst>
          </a:blip>
          <a:srcRect/>
          <a:stretch>
            <a:fillRect/>
          </a:stretch>
        </p:blipFill>
        <p:spPr>
          <a:xfrm>
            <a:off x="0" y="-1589"/>
            <a:ext cx="12192000" cy="6858000"/>
          </a:xfrm>
          <a:prstGeom prst="rect">
            <a:avLst/>
          </a:prstGeom>
        </p:spPr>
      </p:pic>
      <p:pic>
        <p:nvPicPr>
          <p:cNvPr id="4" name="Picture 3" descr="A grey grid with a shadow&#10;&#10;AI-generated content may be incorrect.">
            <a:extLst>
              <a:ext uri="{FF2B5EF4-FFF2-40B4-BE49-F238E27FC236}">
                <a16:creationId xmlns:a16="http://schemas.microsoft.com/office/drawing/2014/main" id="{9C201CD2-4224-6729-8178-703FB6CBDCD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rcRect/>
          <a:stretch>
            <a:fillRect/>
          </a:stretch>
        </p:blipFill>
        <p:spPr>
          <a:xfrm>
            <a:off x="0" y="-1589"/>
            <a:ext cx="12192000" cy="6858000"/>
          </a:xfrm>
          <a:prstGeom prst="rect">
            <a:avLst/>
          </a:prstGeom>
        </p:spPr>
      </p:pic>
      <p:cxnSp>
        <p:nvCxnSpPr>
          <p:cNvPr id="21" name="Straight Connector 20">
            <a:extLst>
              <a:ext uri="{FF2B5EF4-FFF2-40B4-BE49-F238E27FC236}">
                <a16:creationId xmlns:a16="http://schemas.microsoft.com/office/drawing/2014/main" id="{43C807C8-7AED-3B43-BE67-3E37543ED050}"/>
              </a:ext>
            </a:extLst>
          </p:cNvPr>
          <p:cNvCxnSpPr>
            <a:cxnSpLocks/>
          </p:cNvCxnSpPr>
          <p:nvPr/>
        </p:nvCxnSpPr>
        <p:spPr>
          <a:xfrm>
            <a:off x="262616" y="4379392"/>
            <a:ext cx="11658184" cy="0"/>
          </a:xfrm>
          <a:prstGeom prst="line">
            <a:avLst/>
          </a:prstGeom>
          <a:ln w="6350">
            <a:solidFill>
              <a:srgbClr val="191919"/>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23715B9-DD03-31E2-C00B-6393211ABDD5}"/>
              </a:ext>
            </a:extLst>
          </p:cNvPr>
          <p:cNvCxnSpPr>
            <a:cxnSpLocks/>
          </p:cNvCxnSpPr>
          <p:nvPr/>
        </p:nvCxnSpPr>
        <p:spPr>
          <a:xfrm>
            <a:off x="262616" y="4379392"/>
            <a:ext cx="11658184"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Shape">
            <a:extLst>
              <a:ext uri="{FF2B5EF4-FFF2-40B4-BE49-F238E27FC236}">
                <a16:creationId xmlns:a16="http://schemas.microsoft.com/office/drawing/2014/main" id="{99CE9DAE-01FC-3EDB-1628-76B6D77DC158}"/>
              </a:ext>
            </a:extLst>
          </p:cNvPr>
          <p:cNvSpPr/>
          <p:nvPr/>
        </p:nvSpPr>
        <p:spPr>
          <a:xfrm>
            <a:off x="11739592"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rgbClr val="FF0000"/>
              </a:solidFill>
            </a:endParaRPr>
          </a:p>
        </p:txBody>
      </p:sp>
      <p:cxnSp>
        <p:nvCxnSpPr>
          <p:cNvPr id="13" name="Straight Connector 12">
            <a:extLst>
              <a:ext uri="{FF2B5EF4-FFF2-40B4-BE49-F238E27FC236}">
                <a16:creationId xmlns:a16="http://schemas.microsoft.com/office/drawing/2014/main" id="{BFE9C216-96AE-17D9-6C60-B11F3A6629E6}"/>
              </a:ext>
            </a:extLst>
          </p:cNvPr>
          <p:cNvCxnSpPr>
            <a:cxnSpLocks/>
          </p:cNvCxnSpPr>
          <p:nvPr/>
        </p:nvCxnSpPr>
        <p:spPr>
          <a:xfrm>
            <a:off x="262616" y="505123"/>
            <a:ext cx="11666768"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Shape">
            <a:extLst>
              <a:ext uri="{FF2B5EF4-FFF2-40B4-BE49-F238E27FC236}">
                <a16:creationId xmlns:a16="http://schemas.microsoft.com/office/drawing/2014/main" id="{5EE38D7B-304F-23B5-96A3-3A00BEB28B82}"/>
              </a:ext>
            </a:extLst>
          </p:cNvPr>
          <p:cNvSpPr/>
          <p:nvPr/>
        </p:nvSpPr>
        <p:spPr>
          <a:xfrm>
            <a:off x="264285" y="195210"/>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7" name="Shape">
            <a:extLst>
              <a:ext uri="{FF2B5EF4-FFF2-40B4-BE49-F238E27FC236}">
                <a16:creationId xmlns:a16="http://schemas.microsoft.com/office/drawing/2014/main" id="{16802667-2AF4-176B-217A-67D3A72F2C1E}"/>
              </a:ext>
            </a:extLst>
          </p:cNvPr>
          <p:cNvSpPr/>
          <p:nvPr userDrawn="1"/>
        </p:nvSpPr>
        <p:spPr>
          <a:xfrm>
            <a:off x="11739592"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rgbClr val="FF0000"/>
              </a:solidFill>
            </a:endParaRPr>
          </a:p>
        </p:txBody>
      </p:sp>
      <p:cxnSp>
        <p:nvCxnSpPr>
          <p:cNvPr id="15" name="Straight Connector 14">
            <a:extLst>
              <a:ext uri="{FF2B5EF4-FFF2-40B4-BE49-F238E27FC236}">
                <a16:creationId xmlns:a16="http://schemas.microsoft.com/office/drawing/2014/main" id="{B62006C3-A00F-C55B-50F5-95AB8204AED7}"/>
              </a:ext>
            </a:extLst>
          </p:cNvPr>
          <p:cNvCxnSpPr>
            <a:cxnSpLocks/>
          </p:cNvCxnSpPr>
          <p:nvPr userDrawn="1"/>
        </p:nvCxnSpPr>
        <p:spPr>
          <a:xfrm>
            <a:off x="262616" y="505123"/>
            <a:ext cx="11666768"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6" name="Shape">
            <a:extLst>
              <a:ext uri="{FF2B5EF4-FFF2-40B4-BE49-F238E27FC236}">
                <a16:creationId xmlns:a16="http://schemas.microsoft.com/office/drawing/2014/main" id="{272A7CA0-7A6D-DE0E-A4A9-48195C0ABA33}"/>
              </a:ext>
            </a:extLst>
          </p:cNvPr>
          <p:cNvSpPr/>
          <p:nvPr userDrawn="1"/>
        </p:nvSpPr>
        <p:spPr>
          <a:xfrm>
            <a:off x="264285" y="195210"/>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9" name="Title 15">
            <a:extLst>
              <a:ext uri="{FF2B5EF4-FFF2-40B4-BE49-F238E27FC236}">
                <a16:creationId xmlns:a16="http://schemas.microsoft.com/office/drawing/2014/main" id="{4DD458F6-4298-6E7F-B769-55CDF5B88C57}"/>
              </a:ext>
            </a:extLst>
          </p:cNvPr>
          <p:cNvSpPr>
            <a:spLocks noGrp="1"/>
          </p:cNvSpPr>
          <p:nvPr>
            <p:ph type="title" hasCustomPrompt="1"/>
          </p:nvPr>
        </p:nvSpPr>
        <p:spPr>
          <a:xfrm>
            <a:off x="262766" y="754061"/>
            <a:ext cx="8676939" cy="3770263"/>
          </a:xfrm>
        </p:spPr>
        <p:txBody>
          <a:bodyPr>
            <a:noAutofit/>
          </a:bodyPr>
          <a:lstStyle>
            <a:lvl1pPr>
              <a:defRPr sz="9998" spc="-150"/>
            </a:lvl1pPr>
          </a:lstStyle>
          <a:p>
            <a:pPr lvl="0"/>
            <a:r>
              <a:rPr lang="en-US"/>
              <a:t>Title Of Your Presentation Goes Here</a:t>
            </a:r>
          </a:p>
        </p:txBody>
      </p:sp>
      <p:sp>
        <p:nvSpPr>
          <p:cNvPr id="17" name="Text Placeholder 17">
            <a:extLst>
              <a:ext uri="{FF2B5EF4-FFF2-40B4-BE49-F238E27FC236}">
                <a16:creationId xmlns:a16="http://schemas.microsoft.com/office/drawing/2014/main" id="{2638952E-663F-1CBC-428B-C05760BF7D99}"/>
              </a:ext>
            </a:extLst>
          </p:cNvPr>
          <p:cNvSpPr>
            <a:spLocks noGrp="1"/>
          </p:cNvSpPr>
          <p:nvPr>
            <p:ph type="body" sz="quarter" idx="13" hasCustomPrompt="1"/>
          </p:nvPr>
        </p:nvSpPr>
        <p:spPr>
          <a:xfrm>
            <a:off x="244862" y="6450940"/>
            <a:ext cx="2009094" cy="330860"/>
          </a:xfrm>
        </p:spPr>
        <p:txBody>
          <a:bodyPr/>
          <a:lstStyle>
            <a:lvl1pPr marL="347663" indent="-347663">
              <a:tabLst/>
              <a:defRPr>
                <a:solidFill>
                  <a:schemeClr val="tx1"/>
                </a:solidFill>
                <a:latin typeface="+mn-lt"/>
              </a:defRPr>
            </a:lvl1pPr>
          </a:lstStyle>
          <a:p>
            <a:pPr lvl="0"/>
            <a:r>
              <a:rPr lang="en-US"/>
              <a:t>Date</a:t>
            </a:r>
          </a:p>
        </p:txBody>
      </p:sp>
      <p:sp>
        <p:nvSpPr>
          <p:cNvPr id="18" name="Text Placeholder 17">
            <a:extLst>
              <a:ext uri="{FF2B5EF4-FFF2-40B4-BE49-F238E27FC236}">
                <a16:creationId xmlns:a16="http://schemas.microsoft.com/office/drawing/2014/main" id="{AA17E6B5-CA24-ABB8-F31D-73A4AFF5B2D3}"/>
              </a:ext>
            </a:extLst>
          </p:cNvPr>
          <p:cNvSpPr>
            <a:spLocks noGrp="1"/>
          </p:cNvSpPr>
          <p:nvPr>
            <p:ph type="body" sz="quarter" idx="14" hasCustomPrompt="1"/>
          </p:nvPr>
        </p:nvSpPr>
        <p:spPr>
          <a:xfrm>
            <a:off x="2405641" y="6450940"/>
            <a:ext cx="2009094" cy="330860"/>
          </a:xfrm>
        </p:spPr>
        <p:txBody>
          <a:bodyPr/>
          <a:lstStyle>
            <a:lvl1pPr marL="347663" indent="-347663">
              <a:tabLst/>
              <a:defRPr>
                <a:solidFill>
                  <a:schemeClr val="tx1"/>
                </a:solidFill>
                <a:latin typeface="+mn-lt"/>
              </a:defRPr>
            </a:lvl1pPr>
          </a:lstStyle>
          <a:p>
            <a:pPr lvl="0"/>
            <a:r>
              <a:rPr lang="en-US"/>
              <a:t>Version</a:t>
            </a:r>
          </a:p>
        </p:txBody>
      </p:sp>
      <p:sp>
        <p:nvSpPr>
          <p:cNvPr id="19" name="Text Placeholder 17">
            <a:extLst>
              <a:ext uri="{FF2B5EF4-FFF2-40B4-BE49-F238E27FC236}">
                <a16:creationId xmlns:a16="http://schemas.microsoft.com/office/drawing/2014/main" id="{A85C53F9-0C5D-DB4B-608D-73459277EA37}"/>
              </a:ext>
            </a:extLst>
          </p:cNvPr>
          <p:cNvSpPr>
            <a:spLocks noGrp="1"/>
          </p:cNvSpPr>
          <p:nvPr>
            <p:ph type="body" sz="quarter" idx="15" hasCustomPrompt="1"/>
          </p:nvPr>
        </p:nvSpPr>
        <p:spPr>
          <a:xfrm>
            <a:off x="4566421" y="6450940"/>
            <a:ext cx="4377554" cy="330860"/>
          </a:xfrm>
        </p:spPr>
        <p:txBody>
          <a:bodyPr/>
          <a:lstStyle>
            <a:lvl1pPr marL="347663" indent="-347663">
              <a:tabLst/>
              <a:defRPr>
                <a:solidFill>
                  <a:schemeClr val="tx1"/>
                </a:solidFill>
                <a:latin typeface="+mn-lt"/>
              </a:defRPr>
            </a:lvl1pPr>
          </a:lstStyle>
          <a:p>
            <a:pPr lvl="0"/>
            <a:r>
              <a:rPr lang="en-US"/>
              <a:t>Client</a:t>
            </a:r>
          </a:p>
        </p:txBody>
      </p:sp>
      <p:cxnSp>
        <p:nvCxnSpPr>
          <p:cNvPr id="2" name="Straight Connector 1">
            <a:extLst>
              <a:ext uri="{FF2B5EF4-FFF2-40B4-BE49-F238E27FC236}">
                <a16:creationId xmlns:a16="http://schemas.microsoft.com/office/drawing/2014/main" id="{C1DA5E63-CD37-1B35-389D-915F885CD217}"/>
              </a:ext>
            </a:extLst>
          </p:cNvPr>
          <p:cNvCxnSpPr>
            <a:cxnSpLocks/>
          </p:cNvCxnSpPr>
          <p:nvPr userDrawn="1"/>
        </p:nvCxnSpPr>
        <p:spPr>
          <a:xfrm>
            <a:off x="266908" y="6351586"/>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47761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8CDEEEEC-CE4D-8588-0D73-6A2097D9E2A8}"/>
              </a:ext>
            </a:extLst>
          </p:cNvPr>
          <p:cNvSpPr>
            <a:spLocks noGrp="1"/>
          </p:cNvSpPr>
          <p:nvPr>
            <p:ph type="sldNum" sz="quarter" idx="38"/>
          </p:nvPr>
        </p:nvSpPr>
        <p:spPr>
          <a:xfrm>
            <a:off x="11471675" y="281148"/>
            <a:ext cx="457708" cy="138500"/>
          </a:xfrm>
        </p:spPr>
        <p:txBody>
          <a:bodyPr/>
          <a:lstStyle/>
          <a:p>
            <a:fld id="{48F63A3B-78C7-47BE-AE5E-E10140E04643}" type="slidenum">
              <a:rPr lang="en-US" smtClean="0"/>
              <a:pPr/>
              <a:t>‹#›</a:t>
            </a:fld>
            <a:endParaRPr lang="en-US"/>
          </a:p>
        </p:txBody>
      </p:sp>
      <p:sp>
        <p:nvSpPr>
          <p:cNvPr id="8" name="Title 6">
            <a:extLst>
              <a:ext uri="{FF2B5EF4-FFF2-40B4-BE49-F238E27FC236}">
                <a16:creationId xmlns:a16="http://schemas.microsoft.com/office/drawing/2014/main" id="{D3B61E3D-FB8B-02C2-D9D4-12C1D4F30CBE}"/>
              </a:ext>
            </a:extLst>
          </p:cNvPr>
          <p:cNvSpPr>
            <a:spLocks noGrp="1"/>
          </p:cNvSpPr>
          <p:nvPr>
            <p:ph type="title" hasCustomPrompt="1"/>
          </p:nvPr>
        </p:nvSpPr>
        <p:spPr>
          <a:xfrm>
            <a:off x="357868" y="2265811"/>
            <a:ext cx="6713600" cy="837152"/>
          </a:xfrm>
        </p:spPr>
        <p:txBody>
          <a:bodyPr/>
          <a:lstStyle>
            <a:lvl1pPr>
              <a:defRPr sz="6400" spc="-150"/>
            </a:lvl1pPr>
          </a:lstStyle>
          <a:p>
            <a:pPr lvl="0"/>
            <a:r>
              <a:rPr lang="en-US"/>
              <a:t>Agenda</a:t>
            </a:r>
          </a:p>
        </p:txBody>
      </p:sp>
      <p:sp>
        <p:nvSpPr>
          <p:cNvPr id="9" name="Text Placeholder 14">
            <a:extLst>
              <a:ext uri="{FF2B5EF4-FFF2-40B4-BE49-F238E27FC236}">
                <a16:creationId xmlns:a16="http://schemas.microsoft.com/office/drawing/2014/main" id="{6926D875-F78A-AFB1-E81F-DC7FE19180DC}"/>
              </a:ext>
            </a:extLst>
          </p:cNvPr>
          <p:cNvSpPr>
            <a:spLocks noGrp="1"/>
          </p:cNvSpPr>
          <p:nvPr>
            <p:ph type="body" sz="quarter" idx="29" hasCustomPrompt="1"/>
          </p:nvPr>
        </p:nvSpPr>
        <p:spPr>
          <a:xfrm>
            <a:off x="3248025" y="3437475"/>
            <a:ext cx="7950200" cy="2915391"/>
          </a:xfrm>
        </p:spPr>
        <p:txBody>
          <a:bodyPr numCol="2" spcCol="457200">
            <a:noAutofit/>
          </a:bodyPr>
          <a:lstStyle>
            <a:lvl1pPr marL="342900" marR="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sz="2800" b="0">
                <a:solidFill>
                  <a:schemeClr val="tx1"/>
                </a:solidFill>
                <a:latin typeface="+mn-lt"/>
              </a:defRPr>
            </a:lvl1pPr>
          </a:lstStyle>
          <a:p>
            <a:pPr lvl="0"/>
            <a:r>
              <a:rPr lang="en-US"/>
              <a:t>01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02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03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04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endParaRPr lang="en-US"/>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05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06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07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08 Section Title</a:t>
            </a:r>
          </a:p>
        </p:txBody>
      </p:sp>
    </p:spTree>
    <p:extLst>
      <p:ext uri="{BB962C8B-B14F-4D97-AF65-F5344CB8AC3E}">
        <p14:creationId xmlns:p14="http://schemas.microsoft.com/office/powerpoint/2010/main" val="25247037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am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4" name="Picture Placeholder 12">
            <a:extLst>
              <a:ext uri="{FF2B5EF4-FFF2-40B4-BE49-F238E27FC236}">
                <a16:creationId xmlns:a16="http://schemas.microsoft.com/office/drawing/2014/main" id="{7928A76C-FE78-0D39-37DA-CC6F9E29CA2F}"/>
              </a:ext>
            </a:extLst>
          </p:cNvPr>
          <p:cNvSpPr>
            <a:spLocks noGrp="1"/>
          </p:cNvSpPr>
          <p:nvPr>
            <p:ph type="pic" sz="quarter" idx="13"/>
          </p:nvPr>
        </p:nvSpPr>
        <p:spPr>
          <a:xfrm>
            <a:off x="3974583" y="2982504"/>
            <a:ext cx="1251093" cy="1251638"/>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15" name="Picture Placeholder 12">
            <a:extLst>
              <a:ext uri="{FF2B5EF4-FFF2-40B4-BE49-F238E27FC236}">
                <a16:creationId xmlns:a16="http://schemas.microsoft.com/office/drawing/2014/main" id="{5653B573-27D3-B79A-1B5B-CA8C98A3F98A}"/>
              </a:ext>
            </a:extLst>
          </p:cNvPr>
          <p:cNvSpPr>
            <a:spLocks noGrp="1"/>
          </p:cNvSpPr>
          <p:nvPr>
            <p:ph type="pic" sz="quarter" idx="14"/>
          </p:nvPr>
        </p:nvSpPr>
        <p:spPr>
          <a:xfrm>
            <a:off x="5971885" y="2982504"/>
            <a:ext cx="1251093" cy="1251639"/>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16" name="Picture Placeholder 12">
            <a:extLst>
              <a:ext uri="{FF2B5EF4-FFF2-40B4-BE49-F238E27FC236}">
                <a16:creationId xmlns:a16="http://schemas.microsoft.com/office/drawing/2014/main" id="{201DEA4E-B81C-8325-55F5-8BC030544D3E}"/>
              </a:ext>
            </a:extLst>
          </p:cNvPr>
          <p:cNvSpPr>
            <a:spLocks noGrp="1"/>
          </p:cNvSpPr>
          <p:nvPr>
            <p:ph type="pic" sz="quarter" idx="15"/>
          </p:nvPr>
        </p:nvSpPr>
        <p:spPr>
          <a:xfrm>
            <a:off x="7959971" y="2982503"/>
            <a:ext cx="1251093" cy="1251639"/>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21" name="Picture Placeholder 12">
            <a:extLst>
              <a:ext uri="{FF2B5EF4-FFF2-40B4-BE49-F238E27FC236}">
                <a16:creationId xmlns:a16="http://schemas.microsoft.com/office/drawing/2014/main" id="{9104D87D-AB8C-7BD6-200F-F1D004230C24}"/>
              </a:ext>
            </a:extLst>
          </p:cNvPr>
          <p:cNvSpPr>
            <a:spLocks noGrp="1"/>
          </p:cNvSpPr>
          <p:nvPr>
            <p:ph type="pic" sz="quarter" idx="16"/>
          </p:nvPr>
        </p:nvSpPr>
        <p:spPr>
          <a:xfrm>
            <a:off x="9948565" y="2982503"/>
            <a:ext cx="1248996" cy="1249541"/>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22" name="Picture Placeholder 12">
            <a:extLst>
              <a:ext uri="{FF2B5EF4-FFF2-40B4-BE49-F238E27FC236}">
                <a16:creationId xmlns:a16="http://schemas.microsoft.com/office/drawing/2014/main" id="{706B5A93-9ACD-9472-6C49-636EAFC29C21}"/>
              </a:ext>
            </a:extLst>
          </p:cNvPr>
          <p:cNvSpPr>
            <a:spLocks noGrp="1"/>
          </p:cNvSpPr>
          <p:nvPr>
            <p:ph type="pic" sz="quarter" idx="17"/>
          </p:nvPr>
        </p:nvSpPr>
        <p:spPr>
          <a:xfrm>
            <a:off x="3974583" y="4827930"/>
            <a:ext cx="1251093" cy="1251638"/>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23" name="Picture Placeholder 12">
            <a:extLst>
              <a:ext uri="{FF2B5EF4-FFF2-40B4-BE49-F238E27FC236}">
                <a16:creationId xmlns:a16="http://schemas.microsoft.com/office/drawing/2014/main" id="{7BCBD368-5433-1BDA-C587-12E50A7F2817}"/>
              </a:ext>
            </a:extLst>
          </p:cNvPr>
          <p:cNvSpPr>
            <a:spLocks noGrp="1"/>
          </p:cNvSpPr>
          <p:nvPr>
            <p:ph type="pic" sz="quarter" idx="18"/>
          </p:nvPr>
        </p:nvSpPr>
        <p:spPr>
          <a:xfrm>
            <a:off x="5971885" y="4827930"/>
            <a:ext cx="1251093" cy="1251639"/>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24" name="Picture Placeholder 12">
            <a:extLst>
              <a:ext uri="{FF2B5EF4-FFF2-40B4-BE49-F238E27FC236}">
                <a16:creationId xmlns:a16="http://schemas.microsoft.com/office/drawing/2014/main" id="{8F9E5864-C63E-C9A5-A0D8-4078D0ECBA2F}"/>
              </a:ext>
            </a:extLst>
          </p:cNvPr>
          <p:cNvSpPr>
            <a:spLocks noGrp="1"/>
          </p:cNvSpPr>
          <p:nvPr>
            <p:ph type="pic" sz="quarter" idx="19"/>
          </p:nvPr>
        </p:nvSpPr>
        <p:spPr>
          <a:xfrm>
            <a:off x="7959971" y="4827929"/>
            <a:ext cx="1251093" cy="1251639"/>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25" name="Picture Placeholder 12">
            <a:extLst>
              <a:ext uri="{FF2B5EF4-FFF2-40B4-BE49-F238E27FC236}">
                <a16:creationId xmlns:a16="http://schemas.microsoft.com/office/drawing/2014/main" id="{A2A31084-D5F3-12E0-15BD-9A6C7C23F829}"/>
              </a:ext>
            </a:extLst>
          </p:cNvPr>
          <p:cNvSpPr>
            <a:spLocks noGrp="1"/>
          </p:cNvSpPr>
          <p:nvPr>
            <p:ph type="pic" sz="quarter" idx="20"/>
          </p:nvPr>
        </p:nvSpPr>
        <p:spPr>
          <a:xfrm>
            <a:off x="9948565" y="4827930"/>
            <a:ext cx="1248996" cy="1249541"/>
          </a:xfrm>
          <a:prstGeom prst="rect">
            <a:avLst/>
          </a:prstGeom>
          <a:solidFill>
            <a:srgbClr val="C2C4B8"/>
          </a:solidFill>
        </p:spPr>
        <p:txBody>
          <a:bodyPr anchor="t">
            <a:noAutofit/>
          </a:bodyPr>
          <a:lstStyle>
            <a:lvl1pPr algn="ctr">
              <a:buNone/>
              <a:defRPr sz="900">
                <a:solidFill>
                  <a:schemeClr val="bg1"/>
                </a:solidFill>
              </a:defRPr>
            </a:lvl1pPr>
          </a:lstStyle>
          <a:p>
            <a:r>
              <a:rPr lang="en-US"/>
              <a:t>Click icon to add picture</a:t>
            </a:r>
          </a:p>
        </p:txBody>
      </p:sp>
      <p:sp>
        <p:nvSpPr>
          <p:cNvPr id="26" name="Text Placeholder 20">
            <a:extLst>
              <a:ext uri="{FF2B5EF4-FFF2-40B4-BE49-F238E27FC236}">
                <a16:creationId xmlns:a16="http://schemas.microsoft.com/office/drawing/2014/main" id="{5EC82204-ADBF-7D9C-3683-A8BF466C3E9A}"/>
              </a:ext>
            </a:extLst>
          </p:cNvPr>
          <p:cNvSpPr>
            <a:spLocks noGrp="1"/>
          </p:cNvSpPr>
          <p:nvPr>
            <p:ph type="body" sz="quarter" idx="27" hasCustomPrompt="1"/>
          </p:nvPr>
        </p:nvSpPr>
        <p:spPr>
          <a:xfrm>
            <a:off x="3974582" y="4294655"/>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1</a:t>
            </a:r>
          </a:p>
        </p:txBody>
      </p:sp>
      <p:sp>
        <p:nvSpPr>
          <p:cNvPr id="27" name="Text Placeholder 20">
            <a:extLst>
              <a:ext uri="{FF2B5EF4-FFF2-40B4-BE49-F238E27FC236}">
                <a16:creationId xmlns:a16="http://schemas.microsoft.com/office/drawing/2014/main" id="{AB7BE618-E9C3-57FE-B009-63B09FDE4679}"/>
              </a:ext>
            </a:extLst>
          </p:cNvPr>
          <p:cNvSpPr>
            <a:spLocks noGrp="1"/>
          </p:cNvSpPr>
          <p:nvPr>
            <p:ph type="body" sz="quarter" idx="28" hasCustomPrompt="1"/>
          </p:nvPr>
        </p:nvSpPr>
        <p:spPr>
          <a:xfrm>
            <a:off x="3974582" y="450482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28" name="Text Placeholder 20">
            <a:extLst>
              <a:ext uri="{FF2B5EF4-FFF2-40B4-BE49-F238E27FC236}">
                <a16:creationId xmlns:a16="http://schemas.microsoft.com/office/drawing/2014/main" id="{2AC722F2-A237-127A-303A-480AC4529C04}"/>
              </a:ext>
            </a:extLst>
          </p:cNvPr>
          <p:cNvSpPr>
            <a:spLocks noGrp="1"/>
          </p:cNvSpPr>
          <p:nvPr>
            <p:ph type="body" sz="quarter" idx="29" hasCustomPrompt="1"/>
          </p:nvPr>
        </p:nvSpPr>
        <p:spPr>
          <a:xfrm>
            <a:off x="5961197" y="4294655"/>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2</a:t>
            </a:r>
          </a:p>
        </p:txBody>
      </p:sp>
      <p:sp>
        <p:nvSpPr>
          <p:cNvPr id="29" name="Text Placeholder 20">
            <a:extLst>
              <a:ext uri="{FF2B5EF4-FFF2-40B4-BE49-F238E27FC236}">
                <a16:creationId xmlns:a16="http://schemas.microsoft.com/office/drawing/2014/main" id="{E902DEA9-1930-2B5B-1176-127E86AA11D6}"/>
              </a:ext>
            </a:extLst>
          </p:cNvPr>
          <p:cNvSpPr>
            <a:spLocks noGrp="1"/>
          </p:cNvSpPr>
          <p:nvPr>
            <p:ph type="body" sz="quarter" idx="30" hasCustomPrompt="1"/>
          </p:nvPr>
        </p:nvSpPr>
        <p:spPr>
          <a:xfrm>
            <a:off x="5961197" y="450482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33" name="Text Placeholder 20">
            <a:extLst>
              <a:ext uri="{FF2B5EF4-FFF2-40B4-BE49-F238E27FC236}">
                <a16:creationId xmlns:a16="http://schemas.microsoft.com/office/drawing/2014/main" id="{65CAAD71-7BBE-6150-E15E-AD65F6940245}"/>
              </a:ext>
            </a:extLst>
          </p:cNvPr>
          <p:cNvSpPr>
            <a:spLocks noGrp="1"/>
          </p:cNvSpPr>
          <p:nvPr>
            <p:ph type="body" sz="quarter" idx="31" hasCustomPrompt="1"/>
          </p:nvPr>
        </p:nvSpPr>
        <p:spPr>
          <a:xfrm>
            <a:off x="7956011" y="4294654"/>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3</a:t>
            </a:r>
          </a:p>
        </p:txBody>
      </p:sp>
      <p:sp>
        <p:nvSpPr>
          <p:cNvPr id="34" name="Text Placeholder 20">
            <a:extLst>
              <a:ext uri="{FF2B5EF4-FFF2-40B4-BE49-F238E27FC236}">
                <a16:creationId xmlns:a16="http://schemas.microsoft.com/office/drawing/2014/main" id="{049487D3-FDF6-95A8-7182-DD547C6D7D0D}"/>
              </a:ext>
            </a:extLst>
          </p:cNvPr>
          <p:cNvSpPr>
            <a:spLocks noGrp="1"/>
          </p:cNvSpPr>
          <p:nvPr>
            <p:ph type="body" sz="quarter" idx="32" hasCustomPrompt="1"/>
          </p:nvPr>
        </p:nvSpPr>
        <p:spPr>
          <a:xfrm>
            <a:off x="7956011" y="450482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35" name="Text Placeholder 20">
            <a:extLst>
              <a:ext uri="{FF2B5EF4-FFF2-40B4-BE49-F238E27FC236}">
                <a16:creationId xmlns:a16="http://schemas.microsoft.com/office/drawing/2014/main" id="{C6C1B317-328A-647A-459B-CB641361AB6D}"/>
              </a:ext>
            </a:extLst>
          </p:cNvPr>
          <p:cNvSpPr>
            <a:spLocks noGrp="1"/>
          </p:cNvSpPr>
          <p:nvPr>
            <p:ph type="body" sz="quarter" idx="33" hasCustomPrompt="1"/>
          </p:nvPr>
        </p:nvSpPr>
        <p:spPr>
          <a:xfrm>
            <a:off x="9942626" y="4294655"/>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4</a:t>
            </a:r>
          </a:p>
        </p:txBody>
      </p:sp>
      <p:sp>
        <p:nvSpPr>
          <p:cNvPr id="36" name="Text Placeholder 20">
            <a:extLst>
              <a:ext uri="{FF2B5EF4-FFF2-40B4-BE49-F238E27FC236}">
                <a16:creationId xmlns:a16="http://schemas.microsoft.com/office/drawing/2014/main" id="{16C5DBEB-AB1E-ED96-FDB1-2E879840B124}"/>
              </a:ext>
            </a:extLst>
          </p:cNvPr>
          <p:cNvSpPr>
            <a:spLocks noGrp="1"/>
          </p:cNvSpPr>
          <p:nvPr>
            <p:ph type="body" sz="quarter" idx="34" hasCustomPrompt="1"/>
          </p:nvPr>
        </p:nvSpPr>
        <p:spPr>
          <a:xfrm>
            <a:off x="9942626" y="450482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37" name="Text Placeholder 20">
            <a:extLst>
              <a:ext uri="{FF2B5EF4-FFF2-40B4-BE49-F238E27FC236}">
                <a16:creationId xmlns:a16="http://schemas.microsoft.com/office/drawing/2014/main" id="{C4BE1477-BD73-D848-BAD5-B66D6367A2B8}"/>
              </a:ext>
            </a:extLst>
          </p:cNvPr>
          <p:cNvSpPr>
            <a:spLocks noGrp="1"/>
          </p:cNvSpPr>
          <p:nvPr>
            <p:ph type="body" sz="quarter" idx="35" hasCustomPrompt="1"/>
          </p:nvPr>
        </p:nvSpPr>
        <p:spPr>
          <a:xfrm>
            <a:off x="3974582" y="6142705"/>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5</a:t>
            </a:r>
          </a:p>
        </p:txBody>
      </p:sp>
      <p:sp>
        <p:nvSpPr>
          <p:cNvPr id="40" name="Text Placeholder 20">
            <a:extLst>
              <a:ext uri="{FF2B5EF4-FFF2-40B4-BE49-F238E27FC236}">
                <a16:creationId xmlns:a16="http://schemas.microsoft.com/office/drawing/2014/main" id="{8233BC37-EEDA-CC3F-CF5E-2FA1C9AF94BD}"/>
              </a:ext>
            </a:extLst>
          </p:cNvPr>
          <p:cNvSpPr>
            <a:spLocks noGrp="1"/>
          </p:cNvSpPr>
          <p:nvPr>
            <p:ph type="body" sz="quarter" idx="36" hasCustomPrompt="1"/>
          </p:nvPr>
        </p:nvSpPr>
        <p:spPr>
          <a:xfrm>
            <a:off x="3974582" y="635287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41" name="Text Placeholder 20">
            <a:extLst>
              <a:ext uri="{FF2B5EF4-FFF2-40B4-BE49-F238E27FC236}">
                <a16:creationId xmlns:a16="http://schemas.microsoft.com/office/drawing/2014/main" id="{3E8B4B5F-2760-A276-4636-F349D2FB4FDF}"/>
              </a:ext>
            </a:extLst>
          </p:cNvPr>
          <p:cNvSpPr>
            <a:spLocks noGrp="1"/>
          </p:cNvSpPr>
          <p:nvPr>
            <p:ph type="body" sz="quarter" idx="37" hasCustomPrompt="1"/>
          </p:nvPr>
        </p:nvSpPr>
        <p:spPr>
          <a:xfrm>
            <a:off x="5961197" y="6142705"/>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6</a:t>
            </a:r>
          </a:p>
        </p:txBody>
      </p:sp>
      <p:sp>
        <p:nvSpPr>
          <p:cNvPr id="42" name="Text Placeholder 20">
            <a:extLst>
              <a:ext uri="{FF2B5EF4-FFF2-40B4-BE49-F238E27FC236}">
                <a16:creationId xmlns:a16="http://schemas.microsoft.com/office/drawing/2014/main" id="{66397E74-10C5-D2AA-1FD8-439713DE5321}"/>
              </a:ext>
            </a:extLst>
          </p:cNvPr>
          <p:cNvSpPr>
            <a:spLocks noGrp="1"/>
          </p:cNvSpPr>
          <p:nvPr>
            <p:ph type="body" sz="quarter" idx="38" hasCustomPrompt="1"/>
          </p:nvPr>
        </p:nvSpPr>
        <p:spPr>
          <a:xfrm>
            <a:off x="5961197" y="635287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43" name="Text Placeholder 20">
            <a:extLst>
              <a:ext uri="{FF2B5EF4-FFF2-40B4-BE49-F238E27FC236}">
                <a16:creationId xmlns:a16="http://schemas.microsoft.com/office/drawing/2014/main" id="{86002FAC-B97E-D308-5EA5-5581D27D1E9E}"/>
              </a:ext>
            </a:extLst>
          </p:cNvPr>
          <p:cNvSpPr>
            <a:spLocks noGrp="1"/>
          </p:cNvSpPr>
          <p:nvPr>
            <p:ph type="body" sz="quarter" idx="39" hasCustomPrompt="1"/>
          </p:nvPr>
        </p:nvSpPr>
        <p:spPr>
          <a:xfrm>
            <a:off x="7956011" y="6142704"/>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7</a:t>
            </a:r>
          </a:p>
        </p:txBody>
      </p:sp>
      <p:sp>
        <p:nvSpPr>
          <p:cNvPr id="44" name="Text Placeholder 20">
            <a:extLst>
              <a:ext uri="{FF2B5EF4-FFF2-40B4-BE49-F238E27FC236}">
                <a16:creationId xmlns:a16="http://schemas.microsoft.com/office/drawing/2014/main" id="{D6834B0D-0111-4971-6C68-3E52683B1BEF}"/>
              </a:ext>
            </a:extLst>
          </p:cNvPr>
          <p:cNvSpPr>
            <a:spLocks noGrp="1"/>
          </p:cNvSpPr>
          <p:nvPr>
            <p:ph type="body" sz="quarter" idx="40" hasCustomPrompt="1"/>
          </p:nvPr>
        </p:nvSpPr>
        <p:spPr>
          <a:xfrm>
            <a:off x="7956011" y="635287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45" name="Text Placeholder 20">
            <a:extLst>
              <a:ext uri="{FF2B5EF4-FFF2-40B4-BE49-F238E27FC236}">
                <a16:creationId xmlns:a16="http://schemas.microsoft.com/office/drawing/2014/main" id="{49F1D2A8-B119-1A6E-F92B-0F60174C5776}"/>
              </a:ext>
            </a:extLst>
          </p:cNvPr>
          <p:cNvSpPr>
            <a:spLocks noGrp="1"/>
          </p:cNvSpPr>
          <p:nvPr>
            <p:ph type="body" sz="quarter" idx="41" hasCustomPrompt="1"/>
          </p:nvPr>
        </p:nvSpPr>
        <p:spPr>
          <a:xfrm>
            <a:off x="9942626" y="6142705"/>
            <a:ext cx="1261781" cy="198516"/>
          </a:xfrm>
          <a:prstGeom prst="rect">
            <a:avLst/>
          </a:prstGeom>
        </p:spPr>
        <p:txBody>
          <a:bodyPr lIns="0" tIns="0" rIns="0" bIns="0" anchor="t">
            <a:spAutoFit/>
          </a:bodyPr>
          <a:lstStyle>
            <a:lvl1pPr marL="0" indent="0">
              <a:spcBef>
                <a:spcPts val="0"/>
              </a:spcBef>
              <a:buNone/>
              <a:defRPr sz="12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8</a:t>
            </a:r>
          </a:p>
        </p:txBody>
      </p:sp>
      <p:sp>
        <p:nvSpPr>
          <p:cNvPr id="46" name="Text Placeholder 20">
            <a:extLst>
              <a:ext uri="{FF2B5EF4-FFF2-40B4-BE49-F238E27FC236}">
                <a16:creationId xmlns:a16="http://schemas.microsoft.com/office/drawing/2014/main" id="{D4B45652-A158-E351-3F8A-C629D48E5298}"/>
              </a:ext>
            </a:extLst>
          </p:cNvPr>
          <p:cNvSpPr>
            <a:spLocks noGrp="1"/>
          </p:cNvSpPr>
          <p:nvPr>
            <p:ph type="body" sz="quarter" idx="42" hasCustomPrompt="1"/>
          </p:nvPr>
        </p:nvSpPr>
        <p:spPr>
          <a:xfrm>
            <a:off x="9942626" y="6352877"/>
            <a:ext cx="1261781" cy="148887"/>
          </a:xfrm>
          <a:prstGeom prst="rect">
            <a:avLst/>
          </a:prstGeom>
        </p:spPr>
        <p:txBody>
          <a:bodyPr wrap="square" lIns="0" tIns="0" rIns="0" bIns="0" anchor="t">
            <a:spAutoFit/>
          </a:bodyPr>
          <a:lstStyle>
            <a:lvl1pPr marL="0" indent="0">
              <a:spcBef>
                <a:spcPts val="0"/>
              </a:spcBef>
              <a:buNone/>
              <a:defRPr sz="9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7" name="Title 6">
            <a:extLst>
              <a:ext uri="{FF2B5EF4-FFF2-40B4-BE49-F238E27FC236}">
                <a16:creationId xmlns:a16="http://schemas.microsoft.com/office/drawing/2014/main" id="{98E6D941-5780-6A71-9061-1C0FEFB5DA64}"/>
              </a:ext>
            </a:extLst>
          </p:cNvPr>
          <p:cNvSpPr>
            <a:spLocks noGrp="1"/>
          </p:cNvSpPr>
          <p:nvPr>
            <p:ph type="title" hasCustomPrompt="1"/>
          </p:nvPr>
        </p:nvSpPr>
        <p:spPr>
          <a:xfrm>
            <a:off x="357868" y="2265811"/>
            <a:ext cx="6713600" cy="837152"/>
          </a:xfrm>
        </p:spPr>
        <p:txBody>
          <a:bodyPr/>
          <a:lstStyle>
            <a:lvl1pPr>
              <a:defRPr sz="6400" spc="-150"/>
            </a:lvl1pPr>
          </a:lstStyle>
          <a:p>
            <a:pPr lvl="0"/>
            <a:r>
              <a:rPr lang="en-US"/>
              <a:t>Your Team</a:t>
            </a:r>
          </a:p>
        </p:txBody>
      </p:sp>
      <p:sp>
        <p:nvSpPr>
          <p:cNvPr id="4" name="Slide Number Placeholder 5">
            <a:extLst>
              <a:ext uri="{FF2B5EF4-FFF2-40B4-BE49-F238E27FC236}">
                <a16:creationId xmlns:a16="http://schemas.microsoft.com/office/drawing/2014/main" id="{09E9D214-BC4E-CB8A-7836-6951DF8C81A5}"/>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pic>
        <p:nvPicPr>
          <p:cNvPr id="6" name="Image">
            <a:extLst>
              <a:ext uri="{FF2B5EF4-FFF2-40B4-BE49-F238E27FC236}">
                <a16:creationId xmlns:a16="http://schemas.microsoft.com/office/drawing/2014/main" id="{5EC9EF64-2C71-8501-3D74-6596C6040597}"/>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098557" y="3015837"/>
            <a:ext cx="3742195" cy="528792"/>
          </a:xfrm>
          <a:prstGeom prst="rect">
            <a:avLst/>
          </a:prstGeom>
          <a:ln w="12700">
            <a:miter lim="400000"/>
          </a:ln>
        </p:spPr>
      </p:pic>
    </p:spTree>
    <p:extLst>
      <p:ext uri="{BB962C8B-B14F-4D97-AF65-F5344CB8AC3E}">
        <p14:creationId xmlns:p14="http://schemas.microsoft.com/office/powerpoint/2010/main" val="21862862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vider (Light)">
    <p:bg>
      <p:bgPr>
        <a:solidFill>
          <a:schemeClr val="bg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Title 2">
            <a:extLst>
              <a:ext uri="{FF2B5EF4-FFF2-40B4-BE49-F238E27FC236}">
                <a16:creationId xmlns:a16="http://schemas.microsoft.com/office/drawing/2014/main" id="{07F94E12-3CF0-E0A4-72E9-01B35041C0D5}"/>
              </a:ext>
            </a:extLst>
          </p:cNvPr>
          <p:cNvSpPr>
            <a:spLocks noGrp="1"/>
          </p:cNvSpPr>
          <p:nvPr>
            <p:ph type="title" hasCustomPrompt="1"/>
          </p:nvPr>
        </p:nvSpPr>
        <p:spPr>
          <a:xfrm>
            <a:off x="262766" y="2720868"/>
            <a:ext cx="10668759" cy="1624804"/>
          </a:xfrm>
        </p:spPr>
        <p:txBody>
          <a:bodyPr anchor="ctr"/>
          <a:lstStyle>
            <a:lvl1pPr>
              <a:defRPr sz="6399" spc="-150"/>
            </a:lvl1pPr>
          </a:lstStyle>
          <a:p>
            <a:r>
              <a:rPr lang="en-US"/>
              <a:t>Divider Section Heading Goes Here</a:t>
            </a:r>
          </a:p>
        </p:txBody>
      </p:sp>
      <p:cxnSp>
        <p:nvCxnSpPr>
          <p:cNvPr id="2" name="Straight Connector 1">
            <a:extLst>
              <a:ext uri="{FF2B5EF4-FFF2-40B4-BE49-F238E27FC236}">
                <a16:creationId xmlns:a16="http://schemas.microsoft.com/office/drawing/2014/main" id="{4EC1EBA7-5506-6B68-C231-D00B3CDA6C33}"/>
              </a:ext>
            </a:extLst>
          </p:cNvPr>
          <p:cNvCxnSpPr>
            <a:cxnSpLocks/>
          </p:cNvCxnSpPr>
          <p:nvPr userDrawn="1"/>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4" name="Slide Number Placeholder 5">
            <a:extLst>
              <a:ext uri="{FF2B5EF4-FFF2-40B4-BE49-F238E27FC236}">
                <a16:creationId xmlns:a16="http://schemas.microsoft.com/office/drawing/2014/main" id="{1D92E4A7-5DAB-ABE8-5192-1989E7776BE9}"/>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
        <p:nvSpPr>
          <p:cNvPr id="6" name="Shape">
            <a:extLst>
              <a:ext uri="{FF2B5EF4-FFF2-40B4-BE49-F238E27FC236}">
                <a16:creationId xmlns:a16="http://schemas.microsoft.com/office/drawing/2014/main" id="{B165F199-7337-F614-1B12-94C96150A2C0}"/>
              </a:ext>
            </a:extLst>
          </p:cNvPr>
          <p:cNvSpPr/>
          <p:nvPr userDrawn="1"/>
        </p:nvSpPr>
        <p:spPr>
          <a:xfrm>
            <a:off x="262616" y="6401801"/>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22408320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 No line (Light)">
    <p:bg>
      <p:bgPr>
        <a:solidFill>
          <a:schemeClr val="bg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Title 2">
            <a:extLst>
              <a:ext uri="{FF2B5EF4-FFF2-40B4-BE49-F238E27FC236}">
                <a16:creationId xmlns:a16="http://schemas.microsoft.com/office/drawing/2014/main" id="{07F94E12-3CF0-E0A4-72E9-01B35041C0D5}"/>
              </a:ext>
            </a:extLst>
          </p:cNvPr>
          <p:cNvSpPr>
            <a:spLocks noGrp="1"/>
          </p:cNvSpPr>
          <p:nvPr>
            <p:ph type="title" hasCustomPrompt="1"/>
          </p:nvPr>
        </p:nvSpPr>
        <p:spPr>
          <a:xfrm>
            <a:off x="262766" y="2720868"/>
            <a:ext cx="10668759" cy="1624804"/>
          </a:xfrm>
        </p:spPr>
        <p:txBody>
          <a:bodyPr anchor="ctr"/>
          <a:lstStyle>
            <a:lvl1pPr>
              <a:defRPr sz="6399" spc="-150"/>
            </a:lvl1pPr>
          </a:lstStyle>
          <a:p>
            <a:r>
              <a:rPr lang="en-US"/>
              <a:t>Divider Section Heading Goes Here</a:t>
            </a:r>
          </a:p>
        </p:txBody>
      </p:sp>
      <p:sp>
        <p:nvSpPr>
          <p:cNvPr id="4" name="Slide Number Placeholder 5">
            <a:extLst>
              <a:ext uri="{FF2B5EF4-FFF2-40B4-BE49-F238E27FC236}">
                <a16:creationId xmlns:a16="http://schemas.microsoft.com/office/drawing/2014/main" id="{1D92E4A7-5DAB-ABE8-5192-1989E7776BE9}"/>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375140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 Statement (Ligh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4D88EB7-C84C-66B0-46AC-EF32EC315653}"/>
              </a:ext>
            </a:extLst>
          </p:cNvPr>
          <p:cNvSpPr>
            <a:spLocks noGrp="1"/>
          </p:cNvSpPr>
          <p:nvPr>
            <p:ph type="title" hasCustomPrompt="1"/>
          </p:nvPr>
        </p:nvSpPr>
        <p:spPr>
          <a:xfrm>
            <a:off x="262766" y="679720"/>
            <a:ext cx="9674984" cy="1625060"/>
          </a:xfrm>
        </p:spPr>
        <p:txBody>
          <a:bodyPr/>
          <a:lstStyle>
            <a:lvl1pPr>
              <a:defRPr sz="6400" spc="-150">
                <a:solidFill>
                  <a:schemeClr val="tx1"/>
                </a:solidFill>
              </a:defRPr>
            </a:lvl1pPr>
          </a:lstStyle>
          <a:p>
            <a:r>
              <a:rPr lang="en-US"/>
              <a:t>Large Headline </a:t>
            </a:r>
            <a:br>
              <a:rPr lang="en-US"/>
            </a:br>
            <a:r>
              <a:rPr lang="en-US"/>
              <a:t>Goes Here</a:t>
            </a:r>
          </a:p>
        </p:txBody>
      </p: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Text Placeholder 14">
            <a:extLst>
              <a:ext uri="{FF2B5EF4-FFF2-40B4-BE49-F238E27FC236}">
                <a16:creationId xmlns:a16="http://schemas.microsoft.com/office/drawing/2014/main" id="{008C5689-9D83-93AD-551B-C14348136D0C}"/>
              </a:ext>
            </a:extLst>
          </p:cNvPr>
          <p:cNvSpPr>
            <a:spLocks noGrp="1"/>
          </p:cNvSpPr>
          <p:nvPr>
            <p:ph type="body" sz="quarter" idx="30" hasCustomPrompt="1"/>
          </p:nvPr>
        </p:nvSpPr>
        <p:spPr>
          <a:xfrm>
            <a:off x="262767" y="2536677"/>
            <a:ext cx="7687434" cy="1800493"/>
          </a:xfrm>
        </p:spPr>
        <p:txBody>
          <a:bodyPr wrap="square">
            <a:spAutoFit/>
          </a:bodyPr>
          <a:lstStyle>
            <a:lvl1pPr marL="319976" indent="-319976">
              <a:defRPr sz="2000"/>
            </a:lvl1pPr>
          </a:lstStyle>
          <a:p>
            <a:pPr lvl="0"/>
            <a:r>
              <a:rPr lang="en-US"/>
              <a:t>Text supports bold formatting.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cxnSp>
        <p:nvCxnSpPr>
          <p:cNvPr id="4" name="Straight Connector 3">
            <a:extLst>
              <a:ext uri="{FF2B5EF4-FFF2-40B4-BE49-F238E27FC236}">
                <a16:creationId xmlns:a16="http://schemas.microsoft.com/office/drawing/2014/main" id="{CEF7CCA0-CDAB-40F1-EF33-C11EABCC3BB6}"/>
              </a:ext>
            </a:extLst>
          </p:cNvPr>
          <p:cNvCxnSpPr>
            <a:cxnSpLocks/>
          </p:cNvCxnSpPr>
          <p:nvPr userDrawn="1"/>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8" name="Slide Number Placeholder 5">
            <a:extLst>
              <a:ext uri="{FF2B5EF4-FFF2-40B4-BE49-F238E27FC236}">
                <a16:creationId xmlns:a16="http://schemas.microsoft.com/office/drawing/2014/main" id="{756E4929-199B-0760-E5AB-D974742415BC}"/>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36120136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nterior 0.1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6" name="Slide Number Placeholder 5">
            <a:extLst>
              <a:ext uri="{FF2B5EF4-FFF2-40B4-BE49-F238E27FC236}">
                <a16:creationId xmlns:a16="http://schemas.microsoft.com/office/drawing/2014/main" id="{B54F4884-4941-FFB4-A040-BE525DE207A1}"/>
              </a:ext>
            </a:extLst>
          </p:cNvPr>
          <p:cNvSpPr>
            <a:spLocks noGrp="1"/>
          </p:cNvSpPr>
          <p:nvPr>
            <p:ph type="sldNum" sz="quarter" idx="10"/>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4115096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terior 0.2 (Light)">
    <p:bg>
      <p:bgPr>
        <a:solidFill>
          <a:srgbClr val="F5F5F5"/>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8D6C9D5C-4C01-B9C9-235D-AB7D0D466B47}"/>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8" name="Title 17">
            <a:extLst>
              <a:ext uri="{FF2B5EF4-FFF2-40B4-BE49-F238E27FC236}">
                <a16:creationId xmlns:a16="http://schemas.microsoft.com/office/drawing/2014/main" id="{2B1D8070-74D5-11A7-1097-2308DA031E77}"/>
              </a:ext>
            </a:extLst>
          </p:cNvPr>
          <p:cNvSpPr>
            <a:spLocks noGrp="1"/>
          </p:cNvSpPr>
          <p:nvPr>
            <p:ph type="title" hasCustomPrompt="1"/>
          </p:nvPr>
        </p:nvSpPr>
        <p:spPr>
          <a:xfrm>
            <a:off x="262766" y="731667"/>
            <a:ext cx="11658669" cy="284694"/>
          </a:xfrm>
        </p:spPr>
        <p:txBody>
          <a:bodyPr anchor="t"/>
          <a:lstStyle>
            <a:lvl1pPr>
              <a:lnSpc>
                <a:spcPct val="90000"/>
              </a:lnSpc>
              <a:defRPr sz="2000" b="0" spc="0">
                <a:solidFill>
                  <a:schemeClr val="tx1"/>
                </a:solidFill>
              </a:defRPr>
            </a:lvl1pPr>
          </a:lstStyle>
          <a:p>
            <a:r>
              <a:rPr lang="en-US"/>
              <a:t>Header</a:t>
            </a:r>
          </a:p>
        </p:txBody>
      </p:sp>
    </p:spTree>
    <p:extLst>
      <p:ext uri="{BB962C8B-B14F-4D97-AF65-F5344CB8AC3E}">
        <p14:creationId xmlns:p14="http://schemas.microsoft.com/office/powerpoint/2010/main" val="32513588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terior 0.3 (Light)">
    <p:bg>
      <p:bgPr>
        <a:solidFill>
          <a:schemeClr val="bg1"/>
        </a:solidFill>
        <a:effectLst/>
      </p:bgPr>
    </p:bg>
    <p:spTree>
      <p:nvGrpSpPr>
        <p:cNvPr id="1" name=""/>
        <p:cNvGrpSpPr/>
        <p:nvPr/>
      </p:nvGrpSpPr>
      <p:grpSpPr>
        <a:xfrm>
          <a:off x="0" y="0"/>
          <a:ext cx="0" cy="0"/>
          <a:chOff x="0" y="0"/>
          <a:chExt cx="0" cy="0"/>
        </a:xfrm>
      </p:grpSpPr>
      <p:sp>
        <p:nvSpPr>
          <p:cNvPr id="14" name="Text Placeholder 14">
            <a:extLst>
              <a:ext uri="{FF2B5EF4-FFF2-40B4-BE49-F238E27FC236}">
                <a16:creationId xmlns:a16="http://schemas.microsoft.com/office/drawing/2014/main" id="{D6ACA18F-DDFD-E1F9-A80B-9525EE2501D9}"/>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15" name="Straight Connector 14">
            <a:extLst>
              <a:ext uri="{FF2B5EF4-FFF2-40B4-BE49-F238E27FC236}">
                <a16:creationId xmlns:a16="http://schemas.microsoft.com/office/drawing/2014/main" id="{7A3F7496-825B-13AC-0ACF-92C0AF0645E5}"/>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165B5AB-099D-93EC-8A8B-CAEA6A1D4C0D}"/>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5" name="Slide Number Placeholder 5">
            <a:extLst>
              <a:ext uri="{FF2B5EF4-FFF2-40B4-BE49-F238E27FC236}">
                <a16:creationId xmlns:a16="http://schemas.microsoft.com/office/drawing/2014/main" id="{5507EBA3-147C-07BE-D68B-6879DB7E278F}"/>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6" name="Title 17">
            <a:extLst>
              <a:ext uri="{FF2B5EF4-FFF2-40B4-BE49-F238E27FC236}">
                <a16:creationId xmlns:a16="http://schemas.microsoft.com/office/drawing/2014/main" id="{92B752CD-BC10-5180-4FC6-AE9671867FA0}"/>
              </a:ext>
            </a:extLst>
          </p:cNvPr>
          <p:cNvSpPr>
            <a:spLocks noGrp="1"/>
          </p:cNvSpPr>
          <p:nvPr>
            <p:ph type="title" hasCustomPrompt="1"/>
          </p:nvPr>
        </p:nvSpPr>
        <p:spPr>
          <a:xfrm>
            <a:off x="262766" y="731667"/>
            <a:ext cx="3707917" cy="284694"/>
          </a:xfrm>
        </p:spPr>
        <p:txBody>
          <a:bodyPr anchor="t"/>
          <a:lstStyle>
            <a:lvl1pPr>
              <a:lnSpc>
                <a:spcPct val="90000"/>
              </a:lnSpc>
              <a:defRPr sz="2000" spc="0">
                <a:solidFill>
                  <a:schemeClr val="tx1"/>
                </a:solidFill>
              </a:defRPr>
            </a:lvl1pPr>
          </a:lstStyle>
          <a:p>
            <a:r>
              <a:rPr lang="en-US"/>
              <a:t>Header</a:t>
            </a:r>
          </a:p>
        </p:txBody>
      </p:sp>
    </p:spTree>
    <p:extLst>
      <p:ext uri="{BB962C8B-B14F-4D97-AF65-F5344CB8AC3E}">
        <p14:creationId xmlns:p14="http://schemas.microsoft.com/office/powerpoint/2010/main" val="24831949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terior 1.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3" name="Text Placeholder 14">
            <a:extLst>
              <a:ext uri="{FF2B5EF4-FFF2-40B4-BE49-F238E27FC236}">
                <a16:creationId xmlns:a16="http://schemas.microsoft.com/office/drawing/2014/main" id="{8AE9B958-7B6B-50CA-91F3-C4EEAFC62E25}"/>
              </a:ext>
            </a:extLst>
          </p:cNvPr>
          <p:cNvSpPr>
            <a:spLocks noGrp="1"/>
          </p:cNvSpPr>
          <p:nvPr>
            <p:ph type="body" sz="quarter" idx="30" hasCustomPrompt="1"/>
          </p:nvPr>
        </p:nvSpPr>
        <p:spPr>
          <a:xfrm>
            <a:off x="262766" y="1725613"/>
            <a:ext cx="7691873" cy="3141886"/>
          </a:xfrm>
        </p:spPr>
        <p:txBody>
          <a:bodyPr wrap="square">
            <a:spAutoFit/>
          </a:bodyPr>
          <a:lstStyle>
            <a:lvl1pPr marL="319976" indent="-319976">
              <a:defRPr sz="2000"/>
            </a:lvl1pPr>
          </a:lstStyle>
          <a:p>
            <a:pPr lvl="0"/>
            <a:r>
              <a:rPr lang="en-US"/>
              <a:t>Text supports bold formatting and can be resized to 16.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5" name="Slide Number Placeholder 5">
            <a:extLst>
              <a:ext uri="{FF2B5EF4-FFF2-40B4-BE49-F238E27FC236}">
                <a16:creationId xmlns:a16="http://schemas.microsoft.com/office/drawing/2014/main" id="{0405B797-42E0-70D0-E6A0-C87087A8936D}"/>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6" name="Title 17">
            <a:extLst>
              <a:ext uri="{FF2B5EF4-FFF2-40B4-BE49-F238E27FC236}">
                <a16:creationId xmlns:a16="http://schemas.microsoft.com/office/drawing/2014/main" id="{40D5982D-02F2-6A45-CB8E-0BC5A69BFEF4}"/>
              </a:ext>
            </a:extLst>
          </p:cNvPr>
          <p:cNvSpPr>
            <a:spLocks noGrp="1"/>
          </p:cNvSpPr>
          <p:nvPr>
            <p:ph type="title" hasCustomPrompt="1"/>
          </p:nvPr>
        </p:nvSpPr>
        <p:spPr>
          <a:xfrm>
            <a:off x="262766" y="731667"/>
            <a:ext cx="11666617" cy="284694"/>
          </a:xfrm>
        </p:spPr>
        <p:txBody>
          <a:bodyPr anchor="t"/>
          <a:lstStyle>
            <a:lvl1pPr>
              <a:lnSpc>
                <a:spcPct val="90000"/>
              </a:lnSpc>
              <a:defRPr sz="2000" spc="0">
                <a:solidFill>
                  <a:schemeClr val="tx1"/>
                </a:solidFill>
              </a:defRPr>
            </a:lvl1pPr>
          </a:lstStyle>
          <a:p>
            <a:r>
              <a:rPr lang="en-US"/>
              <a:t>Header</a:t>
            </a:r>
          </a:p>
        </p:txBody>
      </p:sp>
    </p:spTree>
    <p:extLst>
      <p:ext uri="{BB962C8B-B14F-4D97-AF65-F5344CB8AC3E}">
        <p14:creationId xmlns:p14="http://schemas.microsoft.com/office/powerpoint/2010/main" val="2660306181"/>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terior 2.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6" name="Slide Number Placeholder 5">
            <a:extLst>
              <a:ext uri="{FF2B5EF4-FFF2-40B4-BE49-F238E27FC236}">
                <a16:creationId xmlns:a16="http://schemas.microsoft.com/office/drawing/2014/main" id="{58ED3BDA-E198-0198-BFCB-D434627ED1A6}"/>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7" name="Title 17">
            <a:extLst>
              <a:ext uri="{FF2B5EF4-FFF2-40B4-BE49-F238E27FC236}">
                <a16:creationId xmlns:a16="http://schemas.microsoft.com/office/drawing/2014/main" id="{D3827E2A-1E9E-F174-E9D9-7E77D6F90FB2}"/>
              </a:ext>
            </a:extLst>
          </p:cNvPr>
          <p:cNvSpPr>
            <a:spLocks noGrp="1"/>
          </p:cNvSpPr>
          <p:nvPr>
            <p:ph type="title" hasCustomPrompt="1"/>
          </p:nvPr>
        </p:nvSpPr>
        <p:spPr>
          <a:xfrm>
            <a:off x="262766" y="731667"/>
            <a:ext cx="11666617" cy="284694"/>
          </a:xfrm>
        </p:spPr>
        <p:txBody>
          <a:bodyPr anchor="t"/>
          <a:lstStyle>
            <a:lvl1pPr>
              <a:lnSpc>
                <a:spcPct val="90000"/>
              </a:lnSpc>
              <a:defRPr sz="2000" spc="0">
                <a:solidFill>
                  <a:schemeClr val="tx1"/>
                </a:solidFill>
              </a:defRPr>
            </a:lvl1pPr>
          </a:lstStyle>
          <a:p>
            <a:r>
              <a:rPr lang="en-US"/>
              <a:t>Header</a:t>
            </a:r>
          </a:p>
        </p:txBody>
      </p:sp>
      <p:sp>
        <p:nvSpPr>
          <p:cNvPr id="5" name="Text Placeholder 14">
            <a:extLst>
              <a:ext uri="{FF2B5EF4-FFF2-40B4-BE49-F238E27FC236}">
                <a16:creationId xmlns:a16="http://schemas.microsoft.com/office/drawing/2014/main" id="{AE84CEB8-6C95-7E2A-A406-F1063E3E2D36}"/>
              </a:ext>
            </a:extLst>
          </p:cNvPr>
          <p:cNvSpPr>
            <a:spLocks noGrp="1"/>
          </p:cNvSpPr>
          <p:nvPr>
            <p:ph type="body" sz="quarter" idx="31" hasCustomPrompt="1"/>
          </p:nvPr>
        </p:nvSpPr>
        <p:spPr>
          <a:xfrm>
            <a:off x="6229332" y="1725613"/>
            <a:ext cx="5704582" cy="4865687"/>
          </a:xfrm>
        </p:spPr>
        <p:txBody>
          <a:bodyPr wrap="square" rIns="720000" numCol="1">
            <a:noAutofit/>
          </a:bodyPr>
          <a:lstStyle>
            <a:lvl1pPr marL="319976" indent="-319976">
              <a:defRPr sz="2000"/>
            </a:lvl1pPr>
          </a:lstStyle>
          <a:p>
            <a:pPr lvl="0"/>
            <a:r>
              <a:rPr lang="en-US"/>
              <a:t>Text boxes with or without bullets. Text supports bold formatting and can also be resized to 16.</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13" name="Text Placeholder 14">
            <a:extLst>
              <a:ext uri="{FF2B5EF4-FFF2-40B4-BE49-F238E27FC236}">
                <a16:creationId xmlns:a16="http://schemas.microsoft.com/office/drawing/2014/main" id="{8AE9B958-7B6B-50CA-91F3-C4EEAFC62E25}"/>
              </a:ext>
            </a:extLst>
          </p:cNvPr>
          <p:cNvSpPr>
            <a:spLocks noGrp="1"/>
          </p:cNvSpPr>
          <p:nvPr>
            <p:ph type="body" sz="quarter" idx="30" hasCustomPrompt="1"/>
          </p:nvPr>
        </p:nvSpPr>
        <p:spPr>
          <a:xfrm>
            <a:off x="262766" y="1725613"/>
            <a:ext cx="5704582" cy="4865687"/>
          </a:xfrm>
        </p:spPr>
        <p:txBody>
          <a:bodyPr wrap="square" rIns="720000" numCol="1">
            <a:noAutofit/>
          </a:bodyPr>
          <a:lstStyle>
            <a:lvl1pPr marL="319976" indent="-319976">
              <a:defRPr sz="2000"/>
            </a:lvl1pPr>
          </a:lstStyle>
          <a:p>
            <a:pPr lvl="0"/>
            <a:r>
              <a:rPr lang="en-US"/>
              <a:t>Text boxes with or without bullets. Text supports bold formatting and can also be resized to 16.</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Tree>
    <p:extLst>
      <p:ext uri="{BB962C8B-B14F-4D97-AF65-F5344CB8AC3E}">
        <p14:creationId xmlns:p14="http://schemas.microsoft.com/office/powerpoint/2010/main" val="174995535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terior 2.1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30619011-95DF-BC15-9877-C3E249BD1B79}"/>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6" name="Slide Number Placeholder 5">
            <a:extLst>
              <a:ext uri="{FF2B5EF4-FFF2-40B4-BE49-F238E27FC236}">
                <a16:creationId xmlns:a16="http://schemas.microsoft.com/office/drawing/2014/main" id="{58ED3BDA-E198-0198-BFCB-D434627ED1A6}"/>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10" name="Title 17">
            <a:extLst>
              <a:ext uri="{FF2B5EF4-FFF2-40B4-BE49-F238E27FC236}">
                <a16:creationId xmlns:a16="http://schemas.microsoft.com/office/drawing/2014/main" id="{344097BF-C0DD-2680-0B7B-63668654E2D8}"/>
              </a:ext>
            </a:extLst>
          </p:cNvPr>
          <p:cNvSpPr>
            <a:spLocks noGrp="1"/>
          </p:cNvSpPr>
          <p:nvPr>
            <p:ph type="title" hasCustomPrompt="1"/>
          </p:nvPr>
        </p:nvSpPr>
        <p:spPr>
          <a:xfrm>
            <a:off x="262767" y="731667"/>
            <a:ext cx="5699902" cy="284694"/>
          </a:xfrm>
        </p:spPr>
        <p:txBody>
          <a:bodyPr anchor="t"/>
          <a:lstStyle>
            <a:lvl1pPr>
              <a:lnSpc>
                <a:spcPct val="90000"/>
              </a:lnSpc>
              <a:defRPr sz="2000" spc="0">
                <a:solidFill>
                  <a:schemeClr val="tx1"/>
                </a:solidFill>
              </a:defRPr>
            </a:lvl1pPr>
          </a:lstStyle>
          <a:p>
            <a:r>
              <a:rPr lang="en-US"/>
              <a:t>Header</a:t>
            </a:r>
          </a:p>
        </p:txBody>
      </p:sp>
      <p:sp>
        <p:nvSpPr>
          <p:cNvPr id="11" name="Text Placeholder 14">
            <a:extLst>
              <a:ext uri="{FF2B5EF4-FFF2-40B4-BE49-F238E27FC236}">
                <a16:creationId xmlns:a16="http://schemas.microsoft.com/office/drawing/2014/main" id="{5A73C061-B0D2-BEEC-05D3-5D79042E3E0A}"/>
              </a:ext>
            </a:extLst>
          </p:cNvPr>
          <p:cNvSpPr>
            <a:spLocks noGrp="1"/>
          </p:cNvSpPr>
          <p:nvPr>
            <p:ph type="body" sz="quarter" idx="29" hasCustomPrompt="1"/>
          </p:nvPr>
        </p:nvSpPr>
        <p:spPr>
          <a:xfrm>
            <a:off x="6229333"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9" name="Text Placeholder 14">
            <a:extLst>
              <a:ext uri="{FF2B5EF4-FFF2-40B4-BE49-F238E27FC236}">
                <a16:creationId xmlns:a16="http://schemas.microsoft.com/office/drawing/2014/main" id="{C583E2E4-6AC2-884E-898F-1DDBFF8870D1}"/>
              </a:ext>
            </a:extLst>
          </p:cNvPr>
          <p:cNvSpPr>
            <a:spLocks noGrp="1"/>
          </p:cNvSpPr>
          <p:nvPr>
            <p:ph type="body" sz="quarter" idx="31" hasCustomPrompt="1"/>
          </p:nvPr>
        </p:nvSpPr>
        <p:spPr>
          <a:xfrm>
            <a:off x="6229332" y="1725613"/>
            <a:ext cx="5704582" cy="4865687"/>
          </a:xfrm>
        </p:spPr>
        <p:txBody>
          <a:bodyPr wrap="square" rIns="720000" numCol="1">
            <a:noAutofit/>
          </a:bodyPr>
          <a:lstStyle>
            <a:lvl1pPr marL="319976" indent="-319976">
              <a:defRPr sz="1200">
                <a:solidFill>
                  <a:schemeClr val="tx1"/>
                </a:solidFill>
              </a:defRPr>
            </a:lvl1pPr>
          </a:lstStyle>
          <a:p>
            <a:pPr lvl="0"/>
            <a:r>
              <a:rPr lang="en-US"/>
              <a:t>Text boxes with or without bullets. Text supports bold formatting.</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a:t>
            </a:r>
          </a:p>
        </p:txBody>
      </p:sp>
      <p:sp>
        <p:nvSpPr>
          <p:cNvPr id="8" name="Text Placeholder 14">
            <a:extLst>
              <a:ext uri="{FF2B5EF4-FFF2-40B4-BE49-F238E27FC236}">
                <a16:creationId xmlns:a16="http://schemas.microsoft.com/office/drawing/2014/main" id="{C0BF4823-D05E-A5DB-D2A8-F7CA0EBC68AC}"/>
              </a:ext>
            </a:extLst>
          </p:cNvPr>
          <p:cNvSpPr>
            <a:spLocks noGrp="1"/>
          </p:cNvSpPr>
          <p:nvPr>
            <p:ph type="body" sz="quarter" idx="30" hasCustomPrompt="1"/>
          </p:nvPr>
        </p:nvSpPr>
        <p:spPr>
          <a:xfrm>
            <a:off x="262766" y="1725613"/>
            <a:ext cx="5704582" cy="4865687"/>
          </a:xfrm>
        </p:spPr>
        <p:txBody>
          <a:bodyPr wrap="square" rIns="720000" numCol="1">
            <a:noAutofit/>
          </a:bodyPr>
          <a:lstStyle>
            <a:lvl1pPr marL="319976" indent="-319976">
              <a:defRPr sz="1200">
                <a:solidFill>
                  <a:schemeClr val="tx1"/>
                </a:solidFill>
              </a:defRPr>
            </a:lvl1pPr>
          </a:lstStyle>
          <a:p>
            <a:pPr lvl="0"/>
            <a:r>
              <a:rPr lang="en-US"/>
              <a:t>Text boxes with or without bullets. Text supports bold formatting.</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a:t>
            </a:r>
          </a:p>
        </p:txBody>
      </p:sp>
    </p:spTree>
    <p:extLst>
      <p:ext uri="{BB962C8B-B14F-4D97-AF65-F5344CB8AC3E}">
        <p14:creationId xmlns:p14="http://schemas.microsoft.com/office/powerpoint/2010/main" val="3239960459"/>
      </p:ext>
    </p:extLst>
  </p:cSld>
  <p:clrMapOvr>
    <a:masterClrMapping/>
  </p:clrMapOvr>
  <p:extLst>
    <p:ext uri="{DCECCB84-F9BA-43D5-87BE-67443E8EF086}">
      <p15:sldGuideLst xmlns:p15="http://schemas.microsoft.com/office/powerpoint/2012/main">
        <p15:guide id="3" orient="horz" pos="2160">
          <p15:clr>
            <a:srgbClr val="FBAE40"/>
          </p15:clr>
        </p15:guide>
        <p15:guide id="4"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terior 3.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3" name="Text Placeholder 14">
            <a:extLst>
              <a:ext uri="{FF2B5EF4-FFF2-40B4-BE49-F238E27FC236}">
                <a16:creationId xmlns:a16="http://schemas.microsoft.com/office/drawing/2014/main" id="{8AE9B958-7B6B-50CA-91F3-C4EEAFC62E25}"/>
              </a:ext>
            </a:extLst>
          </p:cNvPr>
          <p:cNvSpPr>
            <a:spLocks noGrp="1"/>
          </p:cNvSpPr>
          <p:nvPr>
            <p:ph type="body" sz="quarter" idx="30" hasCustomPrompt="1"/>
          </p:nvPr>
        </p:nvSpPr>
        <p:spPr>
          <a:xfrm>
            <a:off x="262766" y="1725613"/>
            <a:ext cx="3712670" cy="4865687"/>
          </a:xfrm>
        </p:spPr>
        <p:txBody>
          <a:bodyPr wrap="square" rIns="360000" numCol="1">
            <a:noAutofit/>
          </a:bodyPr>
          <a:lstStyle>
            <a:lvl1pPr marL="319976" indent="-319976">
              <a:defRPr sz="1600"/>
            </a:lvl1pPr>
          </a:lstStyle>
          <a:p>
            <a:pPr lvl="0"/>
            <a:r>
              <a:rPr lang="en-US"/>
              <a:t>Text boxes with or without bullets. Text supports bold formatting and can also be resized to 14 or 12.</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a:t>
            </a:r>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5" name="Text Placeholder 14">
            <a:extLst>
              <a:ext uri="{FF2B5EF4-FFF2-40B4-BE49-F238E27FC236}">
                <a16:creationId xmlns:a16="http://schemas.microsoft.com/office/drawing/2014/main" id="{AE84CEB8-6C95-7E2A-A406-F1063E3E2D36}"/>
              </a:ext>
            </a:extLst>
          </p:cNvPr>
          <p:cNvSpPr>
            <a:spLocks noGrp="1"/>
          </p:cNvSpPr>
          <p:nvPr>
            <p:ph type="body" sz="quarter" idx="31" hasCustomPrompt="1"/>
          </p:nvPr>
        </p:nvSpPr>
        <p:spPr>
          <a:xfrm>
            <a:off x="4242042" y="1725613"/>
            <a:ext cx="3704099" cy="4865687"/>
          </a:xfrm>
        </p:spPr>
        <p:txBody>
          <a:bodyPr wrap="square" rIns="360000" numCol="1">
            <a:noAutofit/>
          </a:bodyPr>
          <a:lstStyle>
            <a:lvl1pPr marL="319976" indent="-319976">
              <a:defRPr sz="16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6" name="Text Placeholder 14">
            <a:extLst>
              <a:ext uri="{FF2B5EF4-FFF2-40B4-BE49-F238E27FC236}">
                <a16:creationId xmlns:a16="http://schemas.microsoft.com/office/drawing/2014/main" id="{B0CB8DD6-A549-B5F6-C607-6B7C54712371}"/>
              </a:ext>
            </a:extLst>
          </p:cNvPr>
          <p:cNvSpPr>
            <a:spLocks noGrp="1"/>
          </p:cNvSpPr>
          <p:nvPr>
            <p:ph type="body" sz="quarter" idx="32" hasCustomPrompt="1"/>
          </p:nvPr>
        </p:nvSpPr>
        <p:spPr>
          <a:xfrm>
            <a:off x="8225998" y="1725613"/>
            <a:ext cx="3704099" cy="4865687"/>
          </a:xfrm>
        </p:spPr>
        <p:txBody>
          <a:bodyPr wrap="square" rIns="360000" numCol="1">
            <a:noAutofit/>
          </a:bodyPr>
          <a:lstStyle>
            <a:lvl1pPr marL="319976" indent="-319976">
              <a:defRPr sz="16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7" name="Slide Number Placeholder 5">
            <a:extLst>
              <a:ext uri="{FF2B5EF4-FFF2-40B4-BE49-F238E27FC236}">
                <a16:creationId xmlns:a16="http://schemas.microsoft.com/office/drawing/2014/main" id="{D3540473-B034-9EB2-494B-4C26002F3E75}"/>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8" name="Title 17">
            <a:extLst>
              <a:ext uri="{FF2B5EF4-FFF2-40B4-BE49-F238E27FC236}">
                <a16:creationId xmlns:a16="http://schemas.microsoft.com/office/drawing/2014/main" id="{13A68956-E942-A573-1B71-B2FB74824E82}"/>
              </a:ext>
            </a:extLst>
          </p:cNvPr>
          <p:cNvSpPr>
            <a:spLocks noGrp="1"/>
          </p:cNvSpPr>
          <p:nvPr>
            <p:ph type="title" hasCustomPrompt="1"/>
          </p:nvPr>
        </p:nvSpPr>
        <p:spPr>
          <a:xfrm>
            <a:off x="262767" y="731667"/>
            <a:ext cx="5699884" cy="284694"/>
          </a:xfrm>
        </p:spPr>
        <p:txBody>
          <a:bodyPr anchor="t"/>
          <a:lstStyle>
            <a:lvl1pPr>
              <a:lnSpc>
                <a:spcPct val="90000"/>
              </a:lnSpc>
              <a:defRPr sz="2000" spc="0">
                <a:solidFill>
                  <a:schemeClr val="tx1"/>
                </a:solidFill>
              </a:defRPr>
            </a:lvl1pPr>
          </a:lstStyle>
          <a:p>
            <a:r>
              <a:rPr lang="en-US"/>
              <a:t>Header</a:t>
            </a:r>
          </a:p>
        </p:txBody>
      </p:sp>
      <p:sp>
        <p:nvSpPr>
          <p:cNvPr id="4" name="Text Placeholder 14">
            <a:extLst>
              <a:ext uri="{FF2B5EF4-FFF2-40B4-BE49-F238E27FC236}">
                <a16:creationId xmlns:a16="http://schemas.microsoft.com/office/drawing/2014/main" id="{C315452E-8A64-EBA6-C22F-3150C3979F35}"/>
              </a:ext>
            </a:extLst>
          </p:cNvPr>
          <p:cNvSpPr>
            <a:spLocks noGrp="1"/>
          </p:cNvSpPr>
          <p:nvPr>
            <p:ph type="body" sz="quarter" idx="29" hasCustomPrompt="1"/>
          </p:nvPr>
        </p:nvSpPr>
        <p:spPr>
          <a:xfrm>
            <a:off x="6229333"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Tree>
    <p:extLst>
      <p:ext uri="{BB962C8B-B14F-4D97-AF65-F5344CB8AC3E}">
        <p14:creationId xmlns:p14="http://schemas.microsoft.com/office/powerpoint/2010/main" val="466130123"/>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terior 4.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7" name="Slide Number Placeholder 5">
            <a:extLst>
              <a:ext uri="{FF2B5EF4-FFF2-40B4-BE49-F238E27FC236}">
                <a16:creationId xmlns:a16="http://schemas.microsoft.com/office/drawing/2014/main" id="{D3540473-B034-9EB2-494B-4C26002F3E75}"/>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8" name="Title 17">
            <a:extLst>
              <a:ext uri="{FF2B5EF4-FFF2-40B4-BE49-F238E27FC236}">
                <a16:creationId xmlns:a16="http://schemas.microsoft.com/office/drawing/2014/main" id="{13A68956-E942-A573-1B71-B2FB74824E82}"/>
              </a:ext>
            </a:extLst>
          </p:cNvPr>
          <p:cNvSpPr>
            <a:spLocks noGrp="1"/>
          </p:cNvSpPr>
          <p:nvPr>
            <p:ph type="title" hasCustomPrompt="1"/>
          </p:nvPr>
        </p:nvSpPr>
        <p:spPr>
          <a:xfrm>
            <a:off x="262766" y="731667"/>
            <a:ext cx="5710681" cy="284694"/>
          </a:xfrm>
        </p:spPr>
        <p:txBody>
          <a:bodyPr anchor="t"/>
          <a:lstStyle>
            <a:lvl1pPr>
              <a:lnSpc>
                <a:spcPct val="90000"/>
              </a:lnSpc>
              <a:defRPr sz="2000" spc="0">
                <a:solidFill>
                  <a:schemeClr val="tx1"/>
                </a:solidFill>
              </a:defRPr>
            </a:lvl1pPr>
          </a:lstStyle>
          <a:p>
            <a:r>
              <a:rPr lang="en-US"/>
              <a:t>Header</a:t>
            </a:r>
          </a:p>
        </p:txBody>
      </p:sp>
      <p:sp>
        <p:nvSpPr>
          <p:cNvPr id="4" name="Text Placeholder 14">
            <a:extLst>
              <a:ext uri="{FF2B5EF4-FFF2-40B4-BE49-F238E27FC236}">
                <a16:creationId xmlns:a16="http://schemas.microsoft.com/office/drawing/2014/main" id="{21D2B006-F749-8F43-65FE-4CF321D29890}"/>
              </a:ext>
            </a:extLst>
          </p:cNvPr>
          <p:cNvSpPr>
            <a:spLocks noGrp="1"/>
          </p:cNvSpPr>
          <p:nvPr>
            <p:ph type="body" sz="quarter" idx="30" hasCustomPrompt="1"/>
          </p:nvPr>
        </p:nvSpPr>
        <p:spPr>
          <a:xfrm>
            <a:off x="262766" y="1725613"/>
            <a:ext cx="2742843" cy="4865687"/>
          </a:xfrm>
        </p:spPr>
        <p:txBody>
          <a:bodyPr wrap="square" rIns="182880" numCol="1">
            <a:noAutofit/>
          </a:bodyPr>
          <a:lstStyle>
            <a:lvl1pPr marL="319976" indent="-319976">
              <a:defRPr sz="1600">
                <a:solidFill>
                  <a:schemeClr val="tx1"/>
                </a:solidFill>
              </a:defRPr>
            </a:lvl1pPr>
          </a:lstStyle>
          <a:p>
            <a:pPr lvl="0"/>
            <a:r>
              <a:rPr lang="en-US"/>
              <a:t>Text boxes with or without bullets. Text supports bold formatting and can also be resized to 14 or 12.</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9" name="Text Placeholder 14">
            <a:extLst>
              <a:ext uri="{FF2B5EF4-FFF2-40B4-BE49-F238E27FC236}">
                <a16:creationId xmlns:a16="http://schemas.microsoft.com/office/drawing/2014/main" id="{29C39448-E79C-C658-7E18-C89357FF137E}"/>
              </a:ext>
            </a:extLst>
          </p:cNvPr>
          <p:cNvSpPr>
            <a:spLocks noGrp="1"/>
          </p:cNvSpPr>
          <p:nvPr>
            <p:ph type="body" sz="quarter" idx="31" hasCustomPrompt="1"/>
          </p:nvPr>
        </p:nvSpPr>
        <p:spPr>
          <a:xfrm>
            <a:off x="3230604" y="1725613"/>
            <a:ext cx="2742843" cy="4865687"/>
          </a:xfrm>
        </p:spPr>
        <p:txBody>
          <a:bodyPr wrap="square" rIns="182880" numCol="1">
            <a:noAutofit/>
          </a:bodyPr>
          <a:lstStyle>
            <a:lvl1pPr marL="319976" indent="-319976">
              <a:defRPr sz="16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10" name="Text Placeholder 14">
            <a:extLst>
              <a:ext uri="{FF2B5EF4-FFF2-40B4-BE49-F238E27FC236}">
                <a16:creationId xmlns:a16="http://schemas.microsoft.com/office/drawing/2014/main" id="{C2F8997B-5962-DDDC-E4AB-2E46CC37E570}"/>
              </a:ext>
            </a:extLst>
          </p:cNvPr>
          <p:cNvSpPr>
            <a:spLocks noGrp="1"/>
          </p:cNvSpPr>
          <p:nvPr>
            <p:ph type="body" sz="quarter" idx="32" hasCustomPrompt="1"/>
          </p:nvPr>
        </p:nvSpPr>
        <p:spPr>
          <a:xfrm>
            <a:off x="6198442" y="1725613"/>
            <a:ext cx="2742843" cy="4865687"/>
          </a:xfrm>
        </p:spPr>
        <p:txBody>
          <a:bodyPr wrap="square" rIns="182880" numCol="1">
            <a:noAutofit/>
          </a:bodyPr>
          <a:lstStyle>
            <a:lvl1pPr marL="319976" indent="-319976">
              <a:defRPr sz="16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11" name="Text Placeholder 14">
            <a:extLst>
              <a:ext uri="{FF2B5EF4-FFF2-40B4-BE49-F238E27FC236}">
                <a16:creationId xmlns:a16="http://schemas.microsoft.com/office/drawing/2014/main" id="{B8819A23-7264-7663-70E0-59DA8AB76B86}"/>
              </a:ext>
            </a:extLst>
          </p:cNvPr>
          <p:cNvSpPr>
            <a:spLocks noGrp="1"/>
          </p:cNvSpPr>
          <p:nvPr>
            <p:ph type="body" sz="quarter" idx="33" hasCustomPrompt="1"/>
          </p:nvPr>
        </p:nvSpPr>
        <p:spPr>
          <a:xfrm>
            <a:off x="9166279" y="1725613"/>
            <a:ext cx="2742843" cy="4865687"/>
          </a:xfrm>
        </p:spPr>
        <p:txBody>
          <a:bodyPr wrap="square" rIns="182880" numCol="1">
            <a:noAutofit/>
          </a:bodyPr>
          <a:lstStyle>
            <a:lvl1pPr marL="319976" indent="-319976">
              <a:defRPr sz="16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5" name="Text Placeholder 14">
            <a:extLst>
              <a:ext uri="{FF2B5EF4-FFF2-40B4-BE49-F238E27FC236}">
                <a16:creationId xmlns:a16="http://schemas.microsoft.com/office/drawing/2014/main" id="{2B39116E-F76F-5677-5F0B-045161D75A2F}"/>
              </a:ext>
            </a:extLst>
          </p:cNvPr>
          <p:cNvSpPr>
            <a:spLocks noGrp="1"/>
          </p:cNvSpPr>
          <p:nvPr>
            <p:ph type="body" sz="quarter" idx="29" hasCustomPrompt="1"/>
          </p:nvPr>
        </p:nvSpPr>
        <p:spPr>
          <a:xfrm>
            <a:off x="6229333"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Tree>
    <p:extLst>
      <p:ext uri="{BB962C8B-B14F-4D97-AF65-F5344CB8AC3E}">
        <p14:creationId xmlns:p14="http://schemas.microsoft.com/office/powerpoint/2010/main" val="3969215576"/>
      </p:ext>
    </p:extLst>
  </p:cSld>
  <p:clrMapOvr>
    <a:masterClrMapping/>
  </p:clrMapOvr>
  <p:extLst>
    <p:ext uri="{DCECCB84-F9BA-43D5-87BE-67443E8EF086}">
      <p15:sldGuideLst xmlns:p15="http://schemas.microsoft.com/office/powerpoint/2012/main">
        <p15:guide id="3" orient="horz" pos="2160">
          <p15:clr>
            <a:srgbClr val="FBAE40"/>
          </p15:clr>
        </p15:guide>
        <p15:guide id="4"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nterior 5.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3" name="Text Placeholder 14">
            <a:extLst>
              <a:ext uri="{FF2B5EF4-FFF2-40B4-BE49-F238E27FC236}">
                <a16:creationId xmlns:a16="http://schemas.microsoft.com/office/drawing/2014/main" id="{8AE9B958-7B6B-50CA-91F3-C4EEAFC62E25}"/>
              </a:ext>
            </a:extLst>
          </p:cNvPr>
          <p:cNvSpPr>
            <a:spLocks noGrp="1"/>
          </p:cNvSpPr>
          <p:nvPr>
            <p:ph type="body" sz="quarter" idx="30" hasCustomPrompt="1"/>
          </p:nvPr>
        </p:nvSpPr>
        <p:spPr>
          <a:xfrm>
            <a:off x="262766" y="1725613"/>
            <a:ext cx="6698228" cy="4311437"/>
          </a:xfrm>
        </p:spPr>
        <p:txBody>
          <a:bodyPr wrap="square">
            <a:spAutoFit/>
          </a:bodyPr>
          <a:lstStyle>
            <a:lvl1pPr marL="319976" marR="0" indent="-319976" algn="l" defTabSz="323935" rtl="0" eaLnBrk="1" fontAlgn="auto" latinLnBrk="0" hangingPunct="1">
              <a:lnSpc>
                <a:spcPct val="110000"/>
              </a:lnSpc>
              <a:spcBef>
                <a:spcPts val="0"/>
              </a:spcBef>
              <a:spcAft>
                <a:spcPts val="1000"/>
              </a:spcAft>
              <a:buClrTx/>
              <a:buSzPct val="150000"/>
              <a:buFont typeface="System Font Regular"/>
              <a:buChar char="■"/>
              <a:tabLst/>
              <a:defRPr sz="2000"/>
            </a:lvl1pPr>
          </a:lstStyle>
          <a:p>
            <a:pPr marL="319976" marR="0" lvl="0" indent="-319976" algn="l" defTabSz="323935" rtl="0" eaLnBrk="1" fontAlgn="auto" latinLnBrk="0" hangingPunct="1">
              <a:lnSpc>
                <a:spcPct val="110000"/>
              </a:lnSpc>
              <a:spcBef>
                <a:spcPts val="0"/>
              </a:spcBef>
              <a:spcAft>
                <a:spcPts val="1000"/>
              </a:spcAft>
              <a:buClrTx/>
              <a:buSzPct val="150000"/>
              <a:buFont typeface="System Font Regular"/>
              <a:buChar char="■"/>
              <a:tabLst/>
              <a:defRPr/>
            </a:pPr>
            <a:r>
              <a:rPr lang="en-US"/>
              <a:t>Text boxes with or without bullets. Text supports bold formatting and can also be resized to 16.</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5" name="Picture Placeholder 9">
            <a:extLst>
              <a:ext uri="{FF2B5EF4-FFF2-40B4-BE49-F238E27FC236}">
                <a16:creationId xmlns:a16="http://schemas.microsoft.com/office/drawing/2014/main" id="{B3B65328-55C0-54EE-EFBC-E4320545CE14}"/>
              </a:ext>
            </a:extLst>
          </p:cNvPr>
          <p:cNvSpPr>
            <a:spLocks noGrp="1"/>
          </p:cNvSpPr>
          <p:nvPr>
            <p:ph type="pic" sz="quarter" idx="31"/>
          </p:nvPr>
        </p:nvSpPr>
        <p:spPr>
          <a:xfrm>
            <a:off x="7222979" y="1725613"/>
            <a:ext cx="4697560" cy="4865684"/>
          </a:xfrm>
          <a:prstGeom prst="rect">
            <a:avLst/>
          </a:prstGeom>
          <a:solidFill>
            <a:srgbClr val="C2C4B8"/>
          </a:solidFill>
        </p:spPr>
        <p:txBody>
          <a:bodyPr anchor="ctr">
            <a:noAutofit/>
          </a:bodyPr>
          <a:lstStyle>
            <a:lvl1pPr algn="ctr">
              <a:buNone/>
              <a:defRPr sz="1600">
                <a:solidFill>
                  <a:schemeClr val="bg1"/>
                </a:solidFill>
              </a:defRPr>
            </a:lvl1pPr>
          </a:lstStyle>
          <a:p>
            <a:r>
              <a:rPr lang="en-US"/>
              <a:t>Click icon to add picture</a:t>
            </a:r>
          </a:p>
        </p:txBody>
      </p:sp>
      <p:sp>
        <p:nvSpPr>
          <p:cNvPr id="6" name="Slide Number Placeholder 5">
            <a:extLst>
              <a:ext uri="{FF2B5EF4-FFF2-40B4-BE49-F238E27FC236}">
                <a16:creationId xmlns:a16="http://schemas.microsoft.com/office/drawing/2014/main" id="{C1883DFC-6AA7-11BC-1861-9456BAA7D085}"/>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7" name="Title 17">
            <a:extLst>
              <a:ext uri="{FF2B5EF4-FFF2-40B4-BE49-F238E27FC236}">
                <a16:creationId xmlns:a16="http://schemas.microsoft.com/office/drawing/2014/main" id="{A403E14E-4407-9879-BC85-FB4C90A0BEC8}"/>
              </a:ext>
            </a:extLst>
          </p:cNvPr>
          <p:cNvSpPr>
            <a:spLocks noGrp="1"/>
          </p:cNvSpPr>
          <p:nvPr>
            <p:ph type="title" hasCustomPrompt="1"/>
          </p:nvPr>
        </p:nvSpPr>
        <p:spPr>
          <a:xfrm>
            <a:off x="262766" y="731667"/>
            <a:ext cx="11666617" cy="284694"/>
          </a:xfrm>
        </p:spPr>
        <p:txBody>
          <a:bodyPr anchor="t"/>
          <a:lstStyle>
            <a:lvl1pPr>
              <a:lnSpc>
                <a:spcPct val="90000"/>
              </a:lnSpc>
              <a:defRPr sz="2000" spc="0">
                <a:solidFill>
                  <a:schemeClr val="tx1"/>
                </a:solidFill>
              </a:defRPr>
            </a:lvl1pPr>
          </a:lstStyle>
          <a:p>
            <a:r>
              <a:rPr lang="en-US"/>
              <a:t>Header</a:t>
            </a:r>
          </a:p>
        </p:txBody>
      </p:sp>
    </p:spTree>
    <p:extLst>
      <p:ext uri="{BB962C8B-B14F-4D97-AF65-F5344CB8AC3E}">
        <p14:creationId xmlns:p14="http://schemas.microsoft.com/office/powerpoint/2010/main" val="4283827224"/>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terior 6.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0" name="Picture Placeholder 9">
            <a:extLst>
              <a:ext uri="{FF2B5EF4-FFF2-40B4-BE49-F238E27FC236}">
                <a16:creationId xmlns:a16="http://schemas.microsoft.com/office/drawing/2014/main" id="{4770B266-5446-768A-82D4-69E5C5EF5163}"/>
              </a:ext>
            </a:extLst>
          </p:cNvPr>
          <p:cNvSpPr>
            <a:spLocks noGrp="1"/>
          </p:cNvSpPr>
          <p:nvPr>
            <p:ph type="pic" sz="quarter" idx="12"/>
          </p:nvPr>
        </p:nvSpPr>
        <p:spPr>
          <a:xfrm>
            <a:off x="7222979" y="1725613"/>
            <a:ext cx="4697560" cy="4865684"/>
          </a:xfrm>
          <a:prstGeom prst="rect">
            <a:avLst/>
          </a:prstGeom>
          <a:solidFill>
            <a:srgbClr val="C2C4B8"/>
          </a:solidFill>
        </p:spPr>
        <p:txBody>
          <a:bodyPr anchor="ctr">
            <a:noAutofit/>
          </a:bodyPr>
          <a:lstStyle>
            <a:lvl1pPr algn="ctr">
              <a:buNone/>
              <a:defRPr sz="1600">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40770483-108A-B69C-6103-1E6EE04E2ED7}"/>
              </a:ext>
            </a:extLst>
          </p:cNvPr>
          <p:cNvSpPr>
            <a:spLocks noGrp="1"/>
          </p:cNvSpPr>
          <p:nvPr>
            <p:ph type="pic" sz="quarter" idx="13"/>
          </p:nvPr>
        </p:nvSpPr>
        <p:spPr>
          <a:xfrm>
            <a:off x="262766" y="1725613"/>
            <a:ext cx="6695203" cy="4865687"/>
          </a:xfrm>
          <a:prstGeom prst="rect">
            <a:avLst/>
          </a:prstGeom>
          <a:solidFill>
            <a:srgbClr val="C2C4B8"/>
          </a:solidFill>
        </p:spPr>
        <p:txBody>
          <a:bodyPr anchor="ctr">
            <a:noAutofit/>
          </a:bodyPr>
          <a:lstStyle>
            <a:lvl1pPr algn="ctr">
              <a:buNone/>
              <a:defRPr sz="1600">
                <a:solidFill>
                  <a:schemeClr val="bg1"/>
                </a:solidFill>
              </a:defRPr>
            </a:lvl1pPr>
          </a:lstStyle>
          <a:p>
            <a:r>
              <a:rPr lang="en-US"/>
              <a:t>Click icon to add picture</a:t>
            </a:r>
          </a:p>
        </p:txBody>
      </p:sp>
      <p:cxnSp>
        <p:nvCxnSpPr>
          <p:cNvPr id="18" name="Straight Connector 17">
            <a:extLst>
              <a:ext uri="{FF2B5EF4-FFF2-40B4-BE49-F238E27FC236}">
                <a16:creationId xmlns:a16="http://schemas.microsoft.com/office/drawing/2014/main" id="{B3EC02C0-8D54-6533-F1B0-12840906CFED}"/>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5" name="Slide Number Placeholder 5">
            <a:extLst>
              <a:ext uri="{FF2B5EF4-FFF2-40B4-BE49-F238E27FC236}">
                <a16:creationId xmlns:a16="http://schemas.microsoft.com/office/drawing/2014/main" id="{56BA9835-50D3-5A66-6A02-239514B22687}"/>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6" name="Text Placeholder 14">
            <a:extLst>
              <a:ext uri="{FF2B5EF4-FFF2-40B4-BE49-F238E27FC236}">
                <a16:creationId xmlns:a16="http://schemas.microsoft.com/office/drawing/2014/main" id="{75BB8B46-AFFA-5E2C-16C5-6A66FEA3913C}"/>
              </a:ext>
            </a:extLst>
          </p:cNvPr>
          <p:cNvSpPr>
            <a:spLocks noGrp="1"/>
          </p:cNvSpPr>
          <p:nvPr>
            <p:ph type="body" sz="quarter" idx="29" hasCustomPrompt="1"/>
          </p:nvPr>
        </p:nvSpPr>
        <p:spPr>
          <a:xfrm>
            <a:off x="7227027"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7" name="Title 17">
            <a:extLst>
              <a:ext uri="{FF2B5EF4-FFF2-40B4-BE49-F238E27FC236}">
                <a16:creationId xmlns:a16="http://schemas.microsoft.com/office/drawing/2014/main" id="{7D179E22-B500-E387-709F-E50EC737B420}"/>
              </a:ext>
            </a:extLst>
          </p:cNvPr>
          <p:cNvSpPr>
            <a:spLocks noGrp="1"/>
          </p:cNvSpPr>
          <p:nvPr>
            <p:ph type="title" hasCustomPrompt="1"/>
          </p:nvPr>
        </p:nvSpPr>
        <p:spPr>
          <a:xfrm>
            <a:off x="262766" y="731667"/>
            <a:ext cx="6686075" cy="284694"/>
          </a:xfrm>
        </p:spPr>
        <p:txBody>
          <a:bodyPr anchor="t"/>
          <a:lstStyle>
            <a:lvl1pPr>
              <a:lnSpc>
                <a:spcPct val="90000"/>
              </a:lnSpc>
              <a:defRPr sz="2000" spc="0">
                <a:solidFill>
                  <a:schemeClr val="tx1"/>
                </a:solidFill>
              </a:defRPr>
            </a:lvl1pPr>
          </a:lstStyle>
          <a:p>
            <a:r>
              <a:rPr lang="en-US"/>
              <a:t>Header</a:t>
            </a:r>
          </a:p>
        </p:txBody>
      </p:sp>
    </p:spTree>
    <p:extLst>
      <p:ext uri="{BB962C8B-B14F-4D97-AF65-F5344CB8AC3E}">
        <p14:creationId xmlns:p14="http://schemas.microsoft.com/office/powerpoint/2010/main" val="20164064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nterior 7.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4" name="Picture Placeholder 9">
            <a:extLst>
              <a:ext uri="{FF2B5EF4-FFF2-40B4-BE49-F238E27FC236}">
                <a16:creationId xmlns:a16="http://schemas.microsoft.com/office/drawing/2014/main" id="{D0469808-88FD-ACEF-2F72-0BE6F0097FEF}"/>
              </a:ext>
            </a:extLst>
          </p:cNvPr>
          <p:cNvSpPr>
            <a:spLocks noGrp="1"/>
          </p:cNvSpPr>
          <p:nvPr>
            <p:ph type="pic" sz="quarter" idx="12"/>
          </p:nvPr>
        </p:nvSpPr>
        <p:spPr>
          <a:xfrm>
            <a:off x="8205250" y="2873188"/>
            <a:ext cx="3715550" cy="3715218"/>
          </a:xfrm>
          <a:prstGeom prst="rect">
            <a:avLst/>
          </a:prstGeom>
          <a:solidFill>
            <a:srgbClr val="C2C4B8"/>
          </a:solidFill>
        </p:spPr>
        <p:txBody>
          <a:bodyPr anchor="ctr">
            <a:noAutofit/>
          </a:bodyPr>
          <a:lstStyle>
            <a:lvl1pPr algn="ctr">
              <a:buNone/>
              <a:defRPr sz="1600">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6F949642-FA3F-1419-ADF6-2AD5A69F52A3}"/>
              </a:ext>
            </a:extLst>
          </p:cNvPr>
          <p:cNvSpPr>
            <a:spLocks noGrp="1"/>
          </p:cNvSpPr>
          <p:nvPr>
            <p:ph type="pic" sz="quarter" idx="13"/>
          </p:nvPr>
        </p:nvSpPr>
        <p:spPr>
          <a:xfrm>
            <a:off x="4234008" y="2873188"/>
            <a:ext cx="3715550" cy="3715218"/>
          </a:xfrm>
          <a:prstGeom prst="rect">
            <a:avLst/>
          </a:prstGeom>
          <a:solidFill>
            <a:srgbClr val="C2C4B8"/>
          </a:solidFill>
        </p:spPr>
        <p:txBody>
          <a:bodyPr anchor="ctr">
            <a:noAutofit/>
          </a:bodyPr>
          <a:lstStyle>
            <a:lvl1pPr algn="ctr">
              <a:buNone/>
              <a:defRPr sz="1600">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303B3202-D2D8-FA21-2C67-6C6FCA7E73E4}"/>
              </a:ext>
            </a:extLst>
          </p:cNvPr>
          <p:cNvSpPr>
            <a:spLocks noGrp="1"/>
          </p:cNvSpPr>
          <p:nvPr>
            <p:ph type="pic" sz="quarter" idx="14"/>
          </p:nvPr>
        </p:nvSpPr>
        <p:spPr>
          <a:xfrm>
            <a:off x="262766" y="2877670"/>
            <a:ext cx="3715550" cy="3715218"/>
          </a:xfrm>
          <a:prstGeom prst="rect">
            <a:avLst/>
          </a:prstGeom>
          <a:solidFill>
            <a:srgbClr val="C2C4B8"/>
          </a:solidFill>
        </p:spPr>
        <p:txBody>
          <a:bodyPr anchor="ctr">
            <a:noAutofit/>
          </a:bodyPr>
          <a:lstStyle>
            <a:lvl1pPr algn="ctr">
              <a:buNone/>
              <a:defRPr sz="1600">
                <a:solidFill>
                  <a:schemeClr val="bg1"/>
                </a:solidFill>
              </a:defRPr>
            </a:lvl1pPr>
          </a:lstStyle>
          <a:p>
            <a:r>
              <a:rPr lang="en-US"/>
              <a:t>Click icon to add picture</a:t>
            </a:r>
          </a:p>
        </p:txBody>
      </p:sp>
      <p:cxnSp>
        <p:nvCxnSpPr>
          <p:cNvPr id="16" name="Straight Connector 15">
            <a:extLst>
              <a:ext uri="{FF2B5EF4-FFF2-40B4-BE49-F238E27FC236}">
                <a16:creationId xmlns:a16="http://schemas.microsoft.com/office/drawing/2014/main" id="{D3522959-3D58-6A3C-F7EB-15C62682FE4C}"/>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 Placeholder 14">
            <a:extLst>
              <a:ext uri="{FF2B5EF4-FFF2-40B4-BE49-F238E27FC236}">
                <a16:creationId xmlns:a16="http://schemas.microsoft.com/office/drawing/2014/main" id="{723C309C-8C63-B444-3D0D-51A050F542BF}"/>
              </a:ext>
            </a:extLst>
          </p:cNvPr>
          <p:cNvSpPr>
            <a:spLocks noGrp="1"/>
          </p:cNvSpPr>
          <p:nvPr>
            <p:ph type="body" sz="quarter" idx="30" hasCustomPrompt="1"/>
          </p:nvPr>
        </p:nvSpPr>
        <p:spPr>
          <a:xfrm>
            <a:off x="262766" y="1639902"/>
            <a:ext cx="7691873" cy="1024465"/>
          </a:xfrm>
        </p:spPr>
        <p:txBody>
          <a:bodyPr wrap="square">
            <a:noAutofit/>
          </a:bodyPr>
          <a:lstStyle>
            <a:lvl1pPr marL="319976" indent="-319976">
              <a:defRPr sz="20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a:t>
            </a:r>
          </a:p>
        </p:txBody>
      </p:sp>
      <p:sp>
        <p:nvSpPr>
          <p:cNvPr id="6" name="Slide Number Placeholder 5">
            <a:extLst>
              <a:ext uri="{FF2B5EF4-FFF2-40B4-BE49-F238E27FC236}">
                <a16:creationId xmlns:a16="http://schemas.microsoft.com/office/drawing/2014/main" id="{96E1109E-AA7A-25CA-A789-70C04273A162}"/>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7" name="Title 17">
            <a:extLst>
              <a:ext uri="{FF2B5EF4-FFF2-40B4-BE49-F238E27FC236}">
                <a16:creationId xmlns:a16="http://schemas.microsoft.com/office/drawing/2014/main" id="{15049F56-995E-94DF-D02C-5287BF5C2538}"/>
              </a:ext>
            </a:extLst>
          </p:cNvPr>
          <p:cNvSpPr>
            <a:spLocks noGrp="1"/>
          </p:cNvSpPr>
          <p:nvPr>
            <p:ph type="title" hasCustomPrompt="1"/>
          </p:nvPr>
        </p:nvSpPr>
        <p:spPr>
          <a:xfrm>
            <a:off x="262766" y="731667"/>
            <a:ext cx="11666617" cy="284694"/>
          </a:xfrm>
        </p:spPr>
        <p:txBody>
          <a:bodyPr anchor="t"/>
          <a:lstStyle>
            <a:lvl1pPr>
              <a:lnSpc>
                <a:spcPct val="90000"/>
              </a:lnSpc>
              <a:defRPr sz="2000" spc="0">
                <a:solidFill>
                  <a:schemeClr val="tx1"/>
                </a:solidFill>
              </a:defRPr>
            </a:lvl1pPr>
          </a:lstStyle>
          <a:p>
            <a:r>
              <a:rPr lang="en-US"/>
              <a:t>Header</a:t>
            </a:r>
          </a:p>
        </p:txBody>
      </p:sp>
    </p:spTree>
    <p:extLst>
      <p:ext uri="{BB962C8B-B14F-4D97-AF65-F5344CB8AC3E}">
        <p14:creationId xmlns:p14="http://schemas.microsoft.com/office/powerpoint/2010/main" val="20759725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terior 8.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Picture Placeholder 9">
            <a:extLst>
              <a:ext uri="{FF2B5EF4-FFF2-40B4-BE49-F238E27FC236}">
                <a16:creationId xmlns:a16="http://schemas.microsoft.com/office/drawing/2014/main" id="{D918FA23-A2B1-2DE4-628F-B700CCD9BAB7}"/>
              </a:ext>
            </a:extLst>
          </p:cNvPr>
          <p:cNvSpPr>
            <a:spLocks noGrp="1"/>
          </p:cNvSpPr>
          <p:nvPr>
            <p:ph type="pic" sz="quarter" idx="13"/>
          </p:nvPr>
        </p:nvSpPr>
        <p:spPr>
          <a:xfrm>
            <a:off x="262766" y="3734121"/>
            <a:ext cx="2858767" cy="2857179"/>
          </a:xfrm>
          <a:prstGeom prst="rect">
            <a:avLst/>
          </a:prstGeom>
          <a:solidFill>
            <a:srgbClr val="C2C4B8"/>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B0A2F4B5-F97D-5BD8-3FEC-886BE9359488}"/>
              </a:ext>
            </a:extLst>
          </p:cNvPr>
          <p:cNvSpPr>
            <a:spLocks noGrp="1"/>
          </p:cNvSpPr>
          <p:nvPr>
            <p:ph type="pic" sz="quarter" idx="14"/>
          </p:nvPr>
        </p:nvSpPr>
        <p:spPr>
          <a:xfrm>
            <a:off x="3195855" y="3734121"/>
            <a:ext cx="2858767" cy="2857179"/>
          </a:xfrm>
          <a:prstGeom prst="rect">
            <a:avLst/>
          </a:prstGeom>
          <a:solidFill>
            <a:srgbClr val="C2C4B8"/>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136CF6E1-70C8-5571-26E2-DF4E936FF2C6}"/>
              </a:ext>
            </a:extLst>
          </p:cNvPr>
          <p:cNvSpPr>
            <a:spLocks noGrp="1"/>
          </p:cNvSpPr>
          <p:nvPr>
            <p:ph type="pic" sz="quarter" idx="15"/>
          </p:nvPr>
        </p:nvSpPr>
        <p:spPr>
          <a:xfrm>
            <a:off x="6128944" y="3734121"/>
            <a:ext cx="2858767" cy="2857179"/>
          </a:xfrm>
          <a:prstGeom prst="rect">
            <a:avLst/>
          </a:prstGeom>
          <a:solidFill>
            <a:srgbClr val="C2C4B8"/>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F082EC09-A908-1368-5540-7151D817A4ED}"/>
              </a:ext>
            </a:extLst>
          </p:cNvPr>
          <p:cNvSpPr>
            <a:spLocks noGrp="1"/>
          </p:cNvSpPr>
          <p:nvPr>
            <p:ph type="pic" sz="quarter" idx="16"/>
          </p:nvPr>
        </p:nvSpPr>
        <p:spPr>
          <a:xfrm>
            <a:off x="9062033" y="3734121"/>
            <a:ext cx="2858767" cy="2857179"/>
          </a:xfrm>
          <a:prstGeom prst="rect">
            <a:avLst/>
          </a:prstGeom>
          <a:solidFill>
            <a:srgbClr val="C2C4B8"/>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cxnSp>
        <p:nvCxnSpPr>
          <p:cNvPr id="18" name="Straight Connector 17">
            <a:extLst>
              <a:ext uri="{FF2B5EF4-FFF2-40B4-BE49-F238E27FC236}">
                <a16:creationId xmlns:a16="http://schemas.microsoft.com/office/drawing/2014/main" id="{5D5D9ACD-5E58-70FE-2D91-456F5D8594AE}"/>
              </a:ext>
            </a:extLst>
          </p:cNvPr>
          <p:cNvCxnSpPr>
            <a:cxnSpLocks/>
          </p:cNvCxnSpPr>
          <p:nvPr userDrawn="1"/>
        </p:nvCxnSpPr>
        <p:spPr>
          <a:xfrm flipH="1">
            <a:off x="262616" y="1469045"/>
            <a:ext cx="11667481"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 Placeholder 14">
            <a:extLst>
              <a:ext uri="{FF2B5EF4-FFF2-40B4-BE49-F238E27FC236}">
                <a16:creationId xmlns:a16="http://schemas.microsoft.com/office/drawing/2014/main" id="{C92B12EA-3292-844F-2545-A5DFDA3C18D9}"/>
              </a:ext>
            </a:extLst>
          </p:cNvPr>
          <p:cNvSpPr>
            <a:spLocks noGrp="1"/>
          </p:cNvSpPr>
          <p:nvPr>
            <p:ph type="body" sz="quarter" idx="30" hasCustomPrompt="1"/>
          </p:nvPr>
        </p:nvSpPr>
        <p:spPr>
          <a:xfrm>
            <a:off x="262766" y="1639903"/>
            <a:ext cx="7691873" cy="1789097"/>
          </a:xfrm>
        </p:spPr>
        <p:txBody>
          <a:bodyPr wrap="square">
            <a:noAutofit/>
          </a:bodyPr>
          <a:lstStyle>
            <a:lvl1pPr marL="319976" indent="-319976">
              <a:defRPr sz="20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a:t>
            </a:r>
          </a:p>
        </p:txBody>
      </p:sp>
      <p:sp>
        <p:nvSpPr>
          <p:cNvPr id="6" name="Slide Number Placeholder 5">
            <a:extLst>
              <a:ext uri="{FF2B5EF4-FFF2-40B4-BE49-F238E27FC236}">
                <a16:creationId xmlns:a16="http://schemas.microsoft.com/office/drawing/2014/main" id="{0B88F685-1DEC-4941-CA43-AA890CBAD242}"/>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7" name="Title 17">
            <a:extLst>
              <a:ext uri="{FF2B5EF4-FFF2-40B4-BE49-F238E27FC236}">
                <a16:creationId xmlns:a16="http://schemas.microsoft.com/office/drawing/2014/main" id="{45284362-85EF-0F31-08A4-C83F56757F38}"/>
              </a:ext>
            </a:extLst>
          </p:cNvPr>
          <p:cNvSpPr>
            <a:spLocks noGrp="1"/>
          </p:cNvSpPr>
          <p:nvPr>
            <p:ph type="title" hasCustomPrompt="1"/>
          </p:nvPr>
        </p:nvSpPr>
        <p:spPr>
          <a:xfrm>
            <a:off x="262766" y="731667"/>
            <a:ext cx="11658034" cy="284694"/>
          </a:xfrm>
        </p:spPr>
        <p:txBody>
          <a:bodyPr anchor="t"/>
          <a:lstStyle>
            <a:lvl1pPr>
              <a:lnSpc>
                <a:spcPct val="90000"/>
              </a:lnSpc>
              <a:defRPr sz="2000" spc="0">
                <a:solidFill>
                  <a:schemeClr val="tx1"/>
                </a:solidFill>
              </a:defRPr>
            </a:lvl1pPr>
          </a:lstStyle>
          <a:p>
            <a:r>
              <a:rPr lang="en-US"/>
              <a:t>Header</a:t>
            </a:r>
          </a:p>
        </p:txBody>
      </p:sp>
    </p:spTree>
    <p:extLst>
      <p:ext uri="{BB962C8B-B14F-4D97-AF65-F5344CB8AC3E}">
        <p14:creationId xmlns:p14="http://schemas.microsoft.com/office/powerpoint/2010/main" val="18771805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terior Process 3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4" name="Slide Number Placeholder 5">
            <a:extLst>
              <a:ext uri="{FF2B5EF4-FFF2-40B4-BE49-F238E27FC236}">
                <a16:creationId xmlns:a16="http://schemas.microsoft.com/office/drawing/2014/main" id="{0082FFCD-E722-4410-0585-EC68380575D6}"/>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5" name="Text Placeholder 14">
            <a:extLst>
              <a:ext uri="{FF2B5EF4-FFF2-40B4-BE49-F238E27FC236}">
                <a16:creationId xmlns:a16="http://schemas.microsoft.com/office/drawing/2014/main" id="{78DC13F1-691D-8907-98A7-F1409C69DCB5}"/>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7" name="Title 17">
            <a:extLst>
              <a:ext uri="{FF2B5EF4-FFF2-40B4-BE49-F238E27FC236}">
                <a16:creationId xmlns:a16="http://schemas.microsoft.com/office/drawing/2014/main" id="{F63CB761-1316-DE32-E9EB-47AFA52DF2BC}"/>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tx1"/>
                </a:solidFill>
              </a:defRPr>
            </a:lvl1pPr>
          </a:lstStyle>
          <a:p>
            <a:r>
              <a:rPr lang="en-US"/>
              <a:t>Header</a:t>
            </a:r>
          </a:p>
        </p:txBody>
      </p:sp>
      <p:sp>
        <p:nvSpPr>
          <p:cNvPr id="19" name="Picture Placeholder 9">
            <a:extLst>
              <a:ext uri="{FF2B5EF4-FFF2-40B4-BE49-F238E27FC236}">
                <a16:creationId xmlns:a16="http://schemas.microsoft.com/office/drawing/2014/main" id="{C89E90DE-517E-569B-3DF5-C8C28C61B8AA}"/>
              </a:ext>
            </a:extLst>
          </p:cNvPr>
          <p:cNvSpPr>
            <a:spLocks noGrp="1"/>
          </p:cNvSpPr>
          <p:nvPr>
            <p:ph type="pic" sz="quarter" idx="13"/>
          </p:nvPr>
        </p:nvSpPr>
        <p:spPr>
          <a:xfrm>
            <a:off x="262765" y="1735200"/>
            <a:ext cx="3715550" cy="3717218"/>
          </a:xfrm>
          <a:prstGeom prst="rect">
            <a:avLst/>
          </a:prstGeom>
          <a:solidFill>
            <a:srgbClr val="353731"/>
          </a:solidFill>
        </p:spPr>
        <p:txBody>
          <a:bodyPr lIns="360000" tIns="180000" rIns="360000" bIns="18000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endParaRPr lang="en-US"/>
          </a:p>
        </p:txBody>
      </p:sp>
      <p:sp>
        <p:nvSpPr>
          <p:cNvPr id="20" name="Picture Placeholder 9">
            <a:extLst>
              <a:ext uri="{FF2B5EF4-FFF2-40B4-BE49-F238E27FC236}">
                <a16:creationId xmlns:a16="http://schemas.microsoft.com/office/drawing/2014/main" id="{EAC04FF3-128E-CB36-88DF-56B71BE9BFED}"/>
              </a:ext>
            </a:extLst>
          </p:cNvPr>
          <p:cNvSpPr>
            <a:spLocks noGrp="1"/>
          </p:cNvSpPr>
          <p:nvPr>
            <p:ph type="pic" sz="quarter" idx="14"/>
          </p:nvPr>
        </p:nvSpPr>
        <p:spPr>
          <a:xfrm>
            <a:off x="4233542" y="1735200"/>
            <a:ext cx="3716016" cy="3717218"/>
          </a:xfrm>
          <a:prstGeom prst="rect">
            <a:avLst/>
          </a:prstGeom>
          <a:solidFill>
            <a:srgbClr val="53544A"/>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21" name="Picture Placeholder 9">
            <a:extLst>
              <a:ext uri="{FF2B5EF4-FFF2-40B4-BE49-F238E27FC236}">
                <a16:creationId xmlns:a16="http://schemas.microsoft.com/office/drawing/2014/main" id="{CE15A452-5BCA-A372-4C53-91E56F5584D1}"/>
              </a:ext>
            </a:extLst>
          </p:cNvPr>
          <p:cNvSpPr>
            <a:spLocks noGrp="1"/>
          </p:cNvSpPr>
          <p:nvPr>
            <p:ph type="pic" sz="quarter" idx="15"/>
          </p:nvPr>
        </p:nvSpPr>
        <p:spPr>
          <a:xfrm>
            <a:off x="8200362" y="1735200"/>
            <a:ext cx="3717635" cy="3717218"/>
          </a:xfrm>
          <a:prstGeom prst="rect">
            <a:avLst/>
          </a:prstGeom>
          <a:solidFill>
            <a:srgbClr val="8B8C81"/>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a:solidFill>
                  <a:schemeClr val="bg1"/>
                </a:solidFill>
                <a:latin typeface="+mj-lt"/>
                <a:ea typeface="+mn-ea"/>
                <a:cs typeface="+mn-cs"/>
              </a:defRPr>
            </a:lvl1pPr>
          </a:lstStyle>
          <a:p>
            <a:pPr lvl="0">
              <a:buFont typeface="Arial" panose="020B0604020202020204" pitchFamily="34" charset="0"/>
              <a:buNone/>
            </a:pPr>
            <a:endParaRPr lang="en-US"/>
          </a:p>
        </p:txBody>
      </p:sp>
      <p:sp>
        <p:nvSpPr>
          <p:cNvPr id="22" name="Picture Placeholder 9">
            <a:extLst>
              <a:ext uri="{FF2B5EF4-FFF2-40B4-BE49-F238E27FC236}">
                <a16:creationId xmlns:a16="http://schemas.microsoft.com/office/drawing/2014/main" id="{8516C959-7B52-5E43-7A6D-62AE3E8CC04F}"/>
              </a:ext>
            </a:extLst>
          </p:cNvPr>
          <p:cNvSpPr>
            <a:spLocks noGrp="1"/>
          </p:cNvSpPr>
          <p:nvPr>
            <p:ph type="pic" sz="quarter" idx="16"/>
          </p:nvPr>
        </p:nvSpPr>
        <p:spPr>
          <a:xfrm>
            <a:off x="12420584" y="2039768"/>
            <a:ext cx="610995" cy="892217"/>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23" name="Text Placeholder 14">
            <a:extLst>
              <a:ext uri="{FF2B5EF4-FFF2-40B4-BE49-F238E27FC236}">
                <a16:creationId xmlns:a16="http://schemas.microsoft.com/office/drawing/2014/main" id="{140F1745-64A6-043C-2083-2706C6452542}"/>
              </a:ext>
            </a:extLst>
          </p:cNvPr>
          <p:cNvSpPr>
            <a:spLocks noGrp="1"/>
          </p:cNvSpPr>
          <p:nvPr>
            <p:ph type="body" sz="quarter" idx="31" hasCustomPrompt="1"/>
          </p:nvPr>
        </p:nvSpPr>
        <p:spPr>
          <a:xfrm>
            <a:off x="262765" y="5959121"/>
            <a:ext cx="3715550" cy="632179"/>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4" name="Text Placeholder 14">
            <a:extLst>
              <a:ext uri="{FF2B5EF4-FFF2-40B4-BE49-F238E27FC236}">
                <a16:creationId xmlns:a16="http://schemas.microsoft.com/office/drawing/2014/main" id="{2D3431A4-475D-F1F5-AED8-5297E0801356}"/>
              </a:ext>
            </a:extLst>
          </p:cNvPr>
          <p:cNvSpPr>
            <a:spLocks noGrp="1"/>
          </p:cNvSpPr>
          <p:nvPr>
            <p:ph type="body" sz="quarter" idx="32" hasCustomPrompt="1"/>
          </p:nvPr>
        </p:nvSpPr>
        <p:spPr>
          <a:xfrm>
            <a:off x="262765" y="5600700"/>
            <a:ext cx="3723244" cy="264688"/>
          </a:xfrm>
        </p:spPr>
        <p:txBody>
          <a:bodyPr wrap="square">
            <a:spAutoFit/>
          </a:bodyPr>
          <a:lstStyle>
            <a:lvl1pPr marL="319976" indent="-319976">
              <a:buNone/>
              <a:defRPr sz="1600">
                <a:solidFill>
                  <a:schemeClr val="tx1"/>
                </a:solidFill>
                <a:latin typeface="+mj-lt"/>
              </a:defRPr>
            </a:lvl1pPr>
          </a:lstStyle>
          <a:p>
            <a:pPr lvl="0"/>
            <a:r>
              <a:rPr lang="en-US"/>
              <a:t>Subhead 1</a:t>
            </a:r>
          </a:p>
        </p:txBody>
      </p:sp>
      <p:sp>
        <p:nvSpPr>
          <p:cNvPr id="25" name="Text Placeholder 14">
            <a:extLst>
              <a:ext uri="{FF2B5EF4-FFF2-40B4-BE49-F238E27FC236}">
                <a16:creationId xmlns:a16="http://schemas.microsoft.com/office/drawing/2014/main" id="{276C5DBE-4476-EEC1-C7C4-D755312864E1}"/>
              </a:ext>
            </a:extLst>
          </p:cNvPr>
          <p:cNvSpPr>
            <a:spLocks noGrp="1"/>
          </p:cNvSpPr>
          <p:nvPr>
            <p:ph type="body" sz="quarter" idx="33" hasCustomPrompt="1"/>
          </p:nvPr>
        </p:nvSpPr>
        <p:spPr>
          <a:xfrm>
            <a:off x="4236707" y="5959121"/>
            <a:ext cx="3713316" cy="632179"/>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6" name="Text Placeholder 14">
            <a:extLst>
              <a:ext uri="{FF2B5EF4-FFF2-40B4-BE49-F238E27FC236}">
                <a16:creationId xmlns:a16="http://schemas.microsoft.com/office/drawing/2014/main" id="{202A4D59-183B-08BF-2C80-DBD1BA4A8F90}"/>
              </a:ext>
            </a:extLst>
          </p:cNvPr>
          <p:cNvSpPr>
            <a:spLocks noGrp="1"/>
          </p:cNvSpPr>
          <p:nvPr>
            <p:ph type="body" sz="quarter" idx="34" hasCustomPrompt="1"/>
          </p:nvPr>
        </p:nvSpPr>
        <p:spPr>
          <a:xfrm>
            <a:off x="4236707" y="5600700"/>
            <a:ext cx="3721007" cy="264688"/>
          </a:xfrm>
        </p:spPr>
        <p:txBody>
          <a:bodyPr wrap="square">
            <a:spAutoFit/>
          </a:bodyPr>
          <a:lstStyle>
            <a:lvl1pPr marL="319976" indent="-319976">
              <a:buNone/>
              <a:defRPr sz="1600">
                <a:solidFill>
                  <a:schemeClr val="tx1"/>
                </a:solidFill>
                <a:latin typeface="+mj-lt"/>
              </a:defRPr>
            </a:lvl1pPr>
          </a:lstStyle>
          <a:p>
            <a:pPr lvl="0"/>
            <a:r>
              <a:rPr lang="en-US"/>
              <a:t>Subhead 2</a:t>
            </a:r>
          </a:p>
        </p:txBody>
      </p:sp>
      <p:sp>
        <p:nvSpPr>
          <p:cNvPr id="27" name="Text Placeholder 14">
            <a:extLst>
              <a:ext uri="{FF2B5EF4-FFF2-40B4-BE49-F238E27FC236}">
                <a16:creationId xmlns:a16="http://schemas.microsoft.com/office/drawing/2014/main" id="{7F064CFB-1DAE-3224-399B-2E89BEAB113B}"/>
              </a:ext>
            </a:extLst>
          </p:cNvPr>
          <p:cNvSpPr>
            <a:spLocks noGrp="1"/>
          </p:cNvSpPr>
          <p:nvPr>
            <p:ph type="body" sz="quarter" idx="35" hasCustomPrompt="1"/>
          </p:nvPr>
        </p:nvSpPr>
        <p:spPr>
          <a:xfrm>
            <a:off x="8204681" y="5959121"/>
            <a:ext cx="3713316" cy="632179"/>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8" name="Text Placeholder 14">
            <a:extLst>
              <a:ext uri="{FF2B5EF4-FFF2-40B4-BE49-F238E27FC236}">
                <a16:creationId xmlns:a16="http://schemas.microsoft.com/office/drawing/2014/main" id="{F699313E-8FED-E430-C061-22C9EDD6C7F6}"/>
              </a:ext>
            </a:extLst>
          </p:cNvPr>
          <p:cNvSpPr>
            <a:spLocks noGrp="1"/>
          </p:cNvSpPr>
          <p:nvPr>
            <p:ph type="body" sz="quarter" idx="36" hasCustomPrompt="1"/>
          </p:nvPr>
        </p:nvSpPr>
        <p:spPr>
          <a:xfrm>
            <a:off x="8204681" y="5600700"/>
            <a:ext cx="3721007" cy="264688"/>
          </a:xfrm>
        </p:spPr>
        <p:txBody>
          <a:bodyPr wrap="square">
            <a:spAutoFit/>
          </a:bodyPr>
          <a:lstStyle>
            <a:lvl1pPr marL="319976" indent="-319976">
              <a:buNone/>
              <a:defRPr sz="1600">
                <a:solidFill>
                  <a:schemeClr val="tx1"/>
                </a:solidFill>
                <a:latin typeface="+mj-lt"/>
              </a:defRPr>
            </a:lvl1pPr>
          </a:lstStyle>
          <a:p>
            <a:pPr lvl="0"/>
            <a:r>
              <a:rPr lang="en-US"/>
              <a:t>Subhead 3</a:t>
            </a:r>
          </a:p>
        </p:txBody>
      </p:sp>
      <p:sp>
        <p:nvSpPr>
          <p:cNvPr id="29" name="Text Placeholder 14">
            <a:extLst>
              <a:ext uri="{FF2B5EF4-FFF2-40B4-BE49-F238E27FC236}">
                <a16:creationId xmlns:a16="http://schemas.microsoft.com/office/drawing/2014/main" id="{D6EF467B-A616-D40F-6E03-85E793500FCB}"/>
              </a:ext>
            </a:extLst>
          </p:cNvPr>
          <p:cNvSpPr>
            <a:spLocks noGrp="1"/>
          </p:cNvSpPr>
          <p:nvPr>
            <p:ph type="body" sz="quarter" idx="37" hasCustomPrompt="1"/>
          </p:nvPr>
        </p:nvSpPr>
        <p:spPr>
          <a:xfrm>
            <a:off x="12409070" y="3419164"/>
            <a:ext cx="615764" cy="264688"/>
          </a:xfrm>
        </p:spPr>
        <p:txBody>
          <a:bodyPr wrap="square">
            <a:noAutofit/>
          </a:bodyPr>
          <a:lstStyle>
            <a:lvl1pPr marL="182843" indent="-182843">
              <a:defRPr sz="900">
                <a:solidFill>
                  <a:schemeClr val="tx1"/>
                </a:solidFill>
              </a:defRPr>
            </a:lvl1pPr>
          </a:lstStyle>
          <a:p>
            <a:pPr lvl="0"/>
            <a:r>
              <a:rPr lang="en-US"/>
              <a:t>C4</a:t>
            </a:r>
          </a:p>
        </p:txBody>
      </p:sp>
      <p:sp>
        <p:nvSpPr>
          <p:cNvPr id="30" name="Text Placeholder 14">
            <a:extLst>
              <a:ext uri="{FF2B5EF4-FFF2-40B4-BE49-F238E27FC236}">
                <a16:creationId xmlns:a16="http://schemas.microsoft.com/office/drawing/2014/main" id="{D8C96ED4-92B0-B68C-9F88-F62D7E0151AB}"/>
              </a:ext>
            </a:extLst>
          </p:cNvPr>
          <p:cNvSpPr>
            <a:spLocks noGrp="1"/>
          </p:cNvSpPr>
          <p:nvPr>
            <p:ph type="body" sz="quarter" idx="38" hasCustomPrompt="1"/>
          </p:nvPr>
        </p:nvSpPr>
        <p:spPr>
          <a:xfrm>
            <a:off x="12409071" y="3060743"/>
            <a:ext cx="617040" cy="264688"/>
          </a:xfrm>
        </p:spPr>
        <p:txBody>
          <a:bodyPr wrap="square">
            <a:spAutoFit/>
          </a:bodyPr>
          <a:lstStyle>
            <a:lvl1pPr marL="319976" indent="-319976">
              <a:buNone/>
              <a:defRPr sz="1600">
                <a:solidFill>
                  <a:schemeClr val="tx1"/>
                </a:solidFill>
                <a:latin typeface="+mj-lt"/>
              </a:defRPr>
            </a:lvl1pPr>
          </a:lstStyle>
          <a:p>
            <a:pPr lvl="0"/>
            <a:r>
              <a:rPr lang="en-US"/>
              <a:t>T4</a:t>
            </a:r>
          </a:p>
        </p:txBody>
      </p:sp>
      <p:sp>
        <p:nvSpPr>
          <p:cNvPr id="31" name="Picture Placeholder 9">
            <a:extLst>
              <a:ext uri="{FF2B5EF4-FFF2-40B4-BE49-F238E27FC236}">
                <a16:creationId xmlns:a16="http://schemas.microsoft.com/office/drawing/2014/main" id="{8766843A-CB06-94BE-C89F-A13A7C04DD8D}"/>
              </a:ext>
            </a:extLst>
          </p:cNvPr>
          <p:cNvSpPr>
            <a:spLocks noGrp="1"/>
          </p:cNvSpPr>
          <p:nvPr>
            <p:ph type="pic" sz="quarter" idx="39"/>
          </p:nvPr>
        </p:nvSpPr>
        <p:spPr>
          <a:xfrm>
            <a:off x="12419777" y="3924300"/>
            <a:ext cx="610995" cy="892217"/>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32" name="Text Placeholder 14">
            <a:extLst>
              <a:ext uri="{FF2B5EF4-FFF2-40B4-BE49-F238E27FC236}">
                <a16:creationId xmlns:a16="http://schemas.microsoft.com/office/drawing/2014/main" id="{3016FF4C-E0EE-4266-56CB-903B099DD482}"/>
              </a:ext>
            </a:extLst>
          </p:cNvPr>
          <p:cNvSpPr>
            <a:spLocks noGrp="1"/>
          </p:cNvSpPr>
          <p:nvPr>
            <p:ph type="body" sz="quarter" idx="40" hasCustomPrompt="1"/>
          </p:nvPr>
        </p:nvSpPr>
        <p:spPr>
          <a:xfrm>
            <a:off x="12418302" y="5313429"/>
            <a:ext cx="610995" cy="264688"/>
          </a:xfrm>
        </p:spPr>
        <p:txBody>
          <a:bodyPr wrap="square">
            <a:noAutofit/>
          </a:bodyPr>
          <a:lstStyle>
            <a:lvl1pPr marL="182843" indent="-182843">
              <a:defRPr sz="900">
                <a:solidFill>
                  <a:schemeClr val="tx1"/>
                </a:solidFill>
              </a:defRPr>
            </a:lvl1pPr>
          </a:lstStyle>
          <a:p>
            <a:pPr lvl="0"/>
            <a:r>
              <a:rPr lang="en-US"/>
              <a:t>C5</a:t>
            </a:r>
          </a:p>
        </p:txBody>
      </p:sp>
      <p:sp>
        <p:nvSpPr>
          <p:cNvPr id="33" name="Text Placeholder 14">
            <a:extLst>
              <a:ext uri="{FF2B5EF4-FFF2-40B4-BE49-F238E27FC236}">
                <a16:creationId xmlns:a16="http://schemas.microsoft.com/office/drawing/2014/main" id="{CC44309B-7E56-0F3E-73BB-67C395C27AE6}"/>
              </a:ext>
            </a:extLst>
          </p:cNvPr>
          <p:cNvSpPr>
            <a:spLocks noGrp="1"/>
          </p:cNvSpPr>
          <p:nvPr>
            <p:ph type="body" sz="quarter" idx="41" hasCustomPrompt="1"/>
          </p:nvPr>
        </p:nvSpPr>
        <p:spPr>
          <a:xfrm>
            <a:off x="12418302" y="4955008"/>
            <a:ext cx="612261" cy="264688"/>
          </a:xfrm>
        </p:spPr>
        <p:txBody>
          <a:bodyPr wrap="square">
            <a:spAutoFit/>
          </a:bodyPr>
          <a:lstStyle>
            <a:lvl1pPr marL="319976" indent="-319976">
              <a:buNone/>
              <a:defRPr sz="1600">
                <a:solidFill>
                  <a:schemeClr val="tx1"/>
                </a:solidFill>
                <a:latin typeface="+mj-lt"/>
              </a:defRPr>
            </a:lvl1pPr>
          </a:lstStyle>
          <a:p>
            <a:pPr lvl="0"/>
            <a:r>
              <a:rPr lang="en-US"/>
              <a:t>T4</a:t>
            </a:r>
          </a:p>
        </p:txBody>
      </p:sp>
      <p:sp>
        <p:nvSpPr>
          <p:cNvPr id="34" name="Text Placeholder 7">
            <a:extLst>
              <a:ext uri="{FF2B5EF4-FFF2-40B4-BE49-F238E27FC236}">
                <a16:creationId xmlns:a16="http://schemas.microsoft.com/office/drawing/2014/main" id="{D6C6894D-62AF-EB1C-D07F-98CDB469304C}"/>
              </a:ext>
            </a:extLst>
          </p:cNvPr>
          <p:cNvSpPr>
            <a:spLocks noGrp="1"/>
          </p:cNvSpPr>
          <p:nvPr>
            <p:ph type="body" sz="quarter" idx="42" hasCustomPrompt="1"/>
          </p:nvPr>
        </p:nvSpPr>
        <p:spPr>
          <a:xfrm>
            <a:off x="259032" y="1736684"/>
            <a:ext cx="3716016" cy="1195301"/>
          </a:xfrm>
        </p:spPr>
        <p:txBody>
          <a:bodyPr wrap="none" lIns="180000">
            <a:noAutofit/>
          </a:bodyPr>
          <a:lstStyle>
            <a:lvl1pPr>
              <a:buNone/>
              <a:defRPr lang="en-US" sz="69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01</a:t>
            </a:r>
          </a:p>
        </p:txBody>
      </p:sp>
      <p:sp>
        <p:nvSpPr>
          <p:cNvPr id="35" name="Text Placeholder 7">
            <a:extLst>
              <a:ext uri="{FF2B5EF4-FFF2-40B4-BE49-F238E27FC236}">
                <a16:creationId xmlns:a16="http://schemas.microsoft.com/office/drawing/2014/main" id="{AE878222-0CFD-9B0B-6744-27BB667D36CC}"/>
              </a:ext>
            </a:extLst>
          </p:cNvPr>
          <p:cNvSpPr>
            <a:spLocks noGrp="1"/>
          </p:cNvSpPr>
          <p:nvPr>
            <p:ph type="body" sz="quarter" idx="43" hasCustomPrompt="1"/>
          </p:nvPr>
        </p:nvSpPr>
        <p:spPr>
          <a:xfrm>
            <a:off x="4230740" y="1736684"/>
            <a:ext cx="3716016" cy="1195301"/>
          </a:xfrm>
        </p:spPr>
        <p:txBody>
          <a:bodyPr wrap="none" lIns="180000">
            <a:noAutofit/>
          </a:bodyPr>
          <a:lstStyle>
            <a:lvl1pPr>
              <a:buNone/>
              <a:defRPr lang="en-US" sz="69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02</a:t>
            </a:r>
          </a:p>
        </p:txBody>
      </p:sp>
      <p:sp>
        <p:nvSpPr>
          <p:cNvPr id="36" name="Text Placeholder 7">
            <a:extLst>
              <a:ext uri="{FF2B5EF4-FFF2-40B4-BE49-F238E27FC236}">
                <a16:creationId xmlns:a16="http://schemas.microsoft.com/office/drawing/2014/main" id="{A9172FDB-E920-9BD5-60C0-B34B5A951227}"/>
              </a:ext>
            </a:extLst>
          </p:cNvPr>
          <p:cNvSpPr>
            <a:spLocks noGrp="1"/>
          </p:cNvSpPr>
          <p:nvPr>
            <p:ph type="body" sz="quarter" idx="44" hasCustomPrompt="1"/>
          </p:nvPr>
        </p:nvSpPr>
        <p:spPr>
          <a:xfrm>
            <a:off x="8198714" y="1736684"/>
            <a:ext cx="3716016" cy="1195301"/>
          </a:xfrm>
        </p:spPr>
        <p:txBody>
          <a:bodyPr wrap="none" lIns="180000">
            <a:noAutofit/>
          </a:bodyPr>
          <a:lstStyle>
            <a:lvl1pPr>
              <a:buNone/>
              <a:defRPr lang="en-US" sz="69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03</a:t>
            </a:r>
          </a:p>
        </p:txBody>
      </p:sp>
      <p:sp>
        <p:nvSpPr>
          <p:cNvPr id="37" name="Text Placeholder 7">
            <a:extLst>
              <a:ext uri="{FF2B5EF4-FFF2-40B4-BE49-F238E27FC236}">
                <a16:creationId xmlns:a16="http://schemas.microsoft.com/office/drawing/2014/main" id="{043FF3A7-5565-E04F-FE81-8DEDEB930A11}"/>
              </a:ext>
            </a:extLst>
          </p:cNvPr>
          <p:cNvSpPr>
            <a:spLocks noGrp="1"/>
          </p:cNvSpPr>
          <p:nvPr>
            <p:ph type="body" sz="quarter" idx="45" hasCustomPrompt="1"/>
          </p:nvPr>
        </p:nvSpPr>
        <p:spPr>
          <a:xfrm>
            <a:off x="12420584" y="2041252"/>
            <a:ext cx="610995" cy="892217"/>
          </a:xfrm>
        </p:spPr>
        <p:txBody>
          <a:bodyPr wrap="none" lIns="180000">
            <a:noAutofit/>
          </a:bodyPr>
          <a:lstStyle>
            <a:lvl1pPr>
              <a:buNone/>
              <a:defRPr lang="en-US" sz="900"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04</a:t>
            </a:r>
          </a:p>
        </p:txBody>
      </p:sp>
      <p:sp>
        <p:nvSpPr>
          <p:cNvPr id="38" name="Text Placeholder 7">
            <a:extLst>
              <a:ext uri="{FF2B5EF4-FFF2-40B4-BE49-F238E27FC236}">
                <a16:creationId xmlns:a16="http://schemas.microsoft.com/office/drawing/2014/main" id="{E3AE59C4-E1A6-009D-99B6-39194F9DFE66}"/>
              </a:ext>
            </a:extLst>
          </p:cNvPr>
          <p:cNvSpPr>
            <a:spLocks noGrp="1"/>
          </p:cNvSpPr>
          <p:nvPr>
            <p:ph type="body" sz="quarter" idx="46" hasCustomPrompt="1"/>
          </p:nvPr>
        </p:nvSpPr>
        <p:spPr>
          <a:xfrm>
            <a:off x="12419300" y="3925784"/>
            <a:ext cx="611994" cy="892217"/>
          </a:xfrm>
        </p:spPr>
        <p:txBody>
          <a:bodyPr wrap="none" lIns="180000">
            <a:noAutofit/>
          </a:bodyPr>
          <a:lstStyle>
            <a:lvl1pPr>
              <a:buNone/>
              <a:defRPr lang="en-US" sz="900"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05</a:t>
            </a:r>
          </a:p>
        </p:txBody>
      </p:sp>
    </p:spTree>
    <p:extLst>
      <p:ext uri="{BB962C8B-B14F-4D97-AF65-F5344CB8AC3E}">
        <p14:creationId xmlns:p14="http://schemas.microsoft.com/office/powerpoint/2010/main" val="4749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ior Process 4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D608C63A-3F26-D834-37DB-753DEA39A3BB}"/>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6" name="Text Placeholder 14">
            <a:extLst>
              <a:ext uri="{FF2B5EF4-FFF2-40B4-BE49-F238E27FC236}">
                <a16:creationId xmlns:a16="http://schemas.microsoft.com/office/drawing/2014/main" id="{94BBC751-C879-FB3B-85EE-110E43E33C78}"/>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7" name="Title 17">
            <a:extLst>
              <a:ext uri="{FF2B5EF4-FFF2-40B4-BE49-F238E27FC236}">
                <a16:creationId xmlns:a16="http://schemas.microsoft.com/office/drawing/2014/main" id="{C31E4050-544A-E5CD-69EE-23EAE4604F4C}"/>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tx1"/>
                </a:solidFill>
              </a:defRPr>
            </a:lvl1pPr>
          </a:lstStyle>
          <a:p>
            <a:r>
              <a:rPr lang="en-US"/>
              <a:t>Header</a:t>
            </a:r>
          </a:p>
        </p:txBody>
      </p:sp>
      <p:sp>
        <p:nvSpPr>
          <p:cNvPr id="23" name="Picture Placeholder 9">
            <a:extLst>
              <a:ext uri="{FF2B5EF4-FFF2-40B4-BE49-F238E27FC236}">
                <a16:creationId xmlns:a16="http://schemas.microsoft.com/office/drawing/2014/main" id="{8EF81045-8355-78E5-6F02-E9388160552E}"/>
              </a:ext>
            </a:extLst>
          </p:cNvPr>
          <p:cNvSpPr>
            <a:spLocks noGrp="1"/>
          </p:cNvSpPr>
          <p:nvPr>
            <p:ph type="pic" sz="quarter" idx="13"/>
          </p:nvPr>
        </p:nvSpPr>
        <p:spPr>
          <a:xfrm>
            <a:off x="262766" y="1735200"/>
            <a:ext cx="2742843" cy="2743200"/>
          </a:xfrm>
          <a:prstGeom prst="rect">
            <a:avLst/>
          </a:prstGeom>
          <a:solidFill>
            <a:srgbClr val="353731"/>
          </a:solidFill>
        </p:spPr>
        <p:txBody>
          <a:bodyPr lIns="360000" tIns="180000" rIns="360000" bIns="18000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endParaRPr lang="en-US"/>
          </a:p>
        </p:txBody>
      </p:sp>
      <p:sp>
        <p:nvSpPr>
          <p:cNvPr id="24" name="Picture Placeholder 9">
            <a:extLst>
              <a:ext uri="{FF2B5EF4-FFF2-40B4-BE49-F238E27FC236}">
                <a16:creationId xmlns:a16="http://schemas.microsoft.com/office/drawing/2014/main" id="{24BBF19B-57E7-D926-75E3-10BC1082AE74}"/>
              </a:ext>
            </a:extLst>
          </p:cNvPr>
          <p:cNvSpPr>
            <a:spLocks noGrp="1"/>
          </p:cNvSpPr>
          <p:nvPr>
            <p:ph type="pic" sz="quarter" idx="14"/>
          </p:nvPr>
        </p:nvSpPr>
        <p:spPr>
          <a:xfrm>
            <a:off x="3231126" y="1735200"/>
            <a:ext cx="2742843" cy="2743200"/>
          </a:xfrm>
          <a:prstGeom prst="rect">
            <a:avLst/>
          </a:prstGeom>
          <a:solidFill>
            <a:srgbClr val="53544A"/>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25" name="Picture Placeholder 9">
            <a:extLst>
              <a:ext uri="{FF2B5EF4-FFF2-40B4-BE49-F238E27FC236}">
                <a16:creationId xmlns:a16="http://schemas.microsoft.com/office/drawing/2014/main" id="{B845E690-084D-F08C-299C-015E806F755C}"/>
              </a:ext>
            </a:extLst>
          </p:cNvPr>
          <p:cNvSpPr>
            <a:spLocks noGrp="1"/>
          </p:cNvSpPr>
          <p:nvPr>
            <p:ph type="pic" sz="quarter" idx="15"/>
          </p:nvPr>
        </p:nvSpPr>
        <p:spPr>
          <a:xfrm>
            <a:off x="6199486" y="1735200"/>
            <a:ext cx="2742843" cy="2743200"/>
          </a:xfrm>
          <a:prstGeom prst="rect">
            <a:avLst/>
          </a:prstGeom>
          <a:solidFill>
            <a:srgbClr val="8B8C81"/>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a:solidFill>
                  <a:schemeClr val="bg1"/>
                </a:solidFill>
                <a:latin typeface="+mj-lt"/>
                <a:ea typeface="+mn-ea"/>
                <a:cs typeface="+mn-cs"/>
              </a:defRPr>
            </a:lvl1pPr>
          </a:lstStyle>
          <a:p>
            <a:pPr lvl="0">
              <a:buFont typeface="Arial" panose="020B0604020202020204" pitchFamily="34" charset="0"/>
              <a:buNone/>
            </a:pPr>
            <a:endParaRPr lang="en-US"/>
          </a:p>
        </p:txBody>
      </p:sp>
      <p:sp>
        <p:nvSpPr>
          <p:cNvPr id="26" name="Picture Placeholder 9">
            <a:extLst>
              <a:ext uri="{FF2B5EF4-FFF2-40B4-BE49-F238E27FC236}">
                <a16:creationId xmlns:a16="http://schemas.microsoft.com/office/drawing/2014/main" id="{1D95D7DC-8DD5-349E-8778-32BAF180E2CD}"/>
              </a:ext>
            </a:extLst>
          </p:cNvPr>
          <p:cNvSpPr>
            <a:spLocks noGrp="1"/>
          </p:cNvSpPr>
          <p:nvPr>
            <p:ph type="pic" sz="quarter" idx="16"/>
          </p:nvPr>
        </p:nvSpPr>
        <p:spPr>
          <a:xfrm>
            <a:off x="9167846" y="1735200"/>
            <a:ext cx="2742843" cy="2743200"/>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27" name="Text Placeholder 14">
            <a:extLst>
              <a:ext uri="{FF2B5EF4-FFF2-40B4-BE49-F238E27FC236}">
                <a16:creationId xmlns:a16="http://schemas.microsoft.com/office/drawing/2014/main" id="{F40A1335-D272-418E-6248-26244CADB8DE}"/>
              </a:ext>
            </a:extLst>
          </p:cNvPr>
          <p:cNvSpPr>
            <a:spLocks noGrp="1"/>
          </p:cNvSpPr>
          <p:nvPr>
            <p:ph type="body" sz="quarter" idx="31" hasCustomPrompt="1"/>
          </p:nvPr>
        </p:nvSpPr>
        <p:spPr>
          <a:xfrm>
            <a:off x="262766" y="5081525"/>
            <a:ext cx="2742843" cy="1509775"/>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8" name="Text Placeholder 14">
            <a:extLst>
              <a:ext uri="{FF2B5EF4-FFF2-40B4-BE49-F238E27FC236}">
                <a16:creationId xmlns:a16="http://schemas.microsoft.com/office/drawing/2014/main" id="{4756E434-CB22-F4F7-92AE-F6FAC5C405F7}"/>
              </a:ext>
            </a:extLst>
          </p:cNvPr>
          <p:cNvSpPr>
            <a:spLocks noGrp="1"/>
          </p:cNvSpPr>
          <p:nvPr>
            <p:ph type="body" sz="quarter" idx="32" hasCustomPrompt="1"/>
          </p:nvPr>
        </p:nvSpPr>
        <p:spPr>
          <a:xfrm>
            <a:off x="262766" y="4723104"/>
            <a:ext cx="2742843" cy="264688"/>
          </a:xfrm>
        </p:spPr>
        <p:txBody>
          <a:bodyPr wrap="square">
            <a:spAutoFit/>
          </a:bodyPr>
          <a:lstStyle>
            <a:lvl1pPr marL="319976" indent="-319976">
              <a:buNone/>
              <a:defRPr sz="1600">
                <a:solidFill>
                  <a:schemeClr val="tx1"/>
                </a:solidFill>
                <a:latin typeface="+mj-lt"/>
              </a:defRPr>
            </a:lvl1pPr>
          </a:lstStyle>
          <a:p>
            <a:pPr lvl="0"/>
            <a:r>
              <a:rPr lang="en-US"/>
              <a:t>Subhead 1</a:t>
            </a:r>
          </a:p>
        </p:txBody>
      </p:sp>
      <p:sp>
        <p:nvSpPr>
          <p:cNvPr id="29" name="Text Placeholder 14">
            <a:extLst>
              <a:ext uri="{FF2B5EF4-FFF2-40B4-BE49-F238E27FC236}">
                <a16:creationId xmlns:a16="http://schemas.microsoft.com/office/drawing/2014/main" id="{DC3F9C14-DAF9-A524-58A0-2DE305E854C6}"/>
              </a:ext>
            </a:extLst>
          </p:cNvPr>
          <p:cNvSpPr>
            <a:spLocks noGrp="1"/>
          </p:cNvSpPr>
          <p:nvPr>
            <p:ph type="body" sz="quarter" idx="33" hasCustomPrompt="1"/>
          </p:nvPr>
        </p:nvSpPr>
        <p:spPr>
          <a:xfrm>
            <a:off x="3230604" y="5081525"/>
            <a:ext cx="2742843" cy="1509775"/>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0" name="Text Placeholder 14">
            <a:extLst>
              <a:ext uri="{FF2B5EF4-FFF2-40B4-BE49-F238E27FC236}">
                <a16:creationId xmlns:a16="http://schemas.microsoft.com/office/drawing/2014/main" id="{73D9EAA8-D632-0E1B-5D05-2F1D995E93D5}"/>
              </a:ext>
            </a:extLst>
          </p:cNvPr>
          <p:cNvSpPr>
            <a:spLocks noGrp="1"/>
          </p:cNvSpPr>
          <p:nvPr>
            <p:ph type="body" sz="quarter" idx="34" hasCustomPrompt="1"/>
          </p:nvPr>
        </p:nvSpPr>
        <p:spPr>
          <a:xfrm>
            <a:off x="3230604" y="4723104"/>
            <a:ext cx="2742843" cy="264688"/>
          </a:xfrm>
        </p:spPr>
        <p:txBody>
          <a:bodyPr wrap="square">
            <a:spAutoFit/>
          </a:bodyPr>
          <a:lstStyle>
            <a:lvl1pPr marL="319976" indent="-319976">
              <a:buNone/>
              <a:defRPr sz="1600">
                <a:solidFill>
                  <a:schemeClr val="tx1"/>
                </a:solidFill>
                <a:latin typeface="+mj-lt"/>
              </a:defRPr>
            </a:lvl1pPr>
          </a:lstStyle>
          <a:p>
            <a:pPr lvl="0"/>
            <a:r>
              <a:rPr lang="en-US"/>
              <a:t>Subhead 2</a:t>
            </a:r>
          </a:p>
        </p:txBody>
      </p:sp>
      <p:sp>
        <p:nvSpPr>
          <p:cNvPr id="31" name="Text Placeholder 14">
            <a:extLst>
              <a:ext uri="{FF2B5EF4-FFF2-40B4-BE49-F238E27FC236}">
                <a16:creationId xmlns:a16="http://schemas.microsoft.com/office/drawing/2014/main" id="{0B32E9D6-9F88-F1C1-5A7C-1410C0DD2FAD}"/>
              </a:ext>
            </a:extLst>
          </p:cNvPr>
          <p:cNvSpPr>
            <a:spLocks noGrp="1"/>
          </p:cNvSpPr>
          <p:nvPr>
            <p:ph type="body" sz="quarter" idx="35" hasCustomPrompt="1"/>
          </p:nvPr>
        </p:nvSpPr>
        <p:spPr>
          <a:xfrm>
            <a:off x="6199129" y="5081525"/>
            <a:ext cx="2742843" cy="1509775"/>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2" name="Text Placeholder 14">
            <a:extLst>
              <a:ext uri="{FF2B5EF4-FFF2-40B4-BE49-F238E27FC236}">
                <a16:creationId xmlns:a16="http://schemas.microsoft.com/office/drawing/2014/main" id="{C24E4DD2-68A8-503A-E1C0-2D6FB2B5188C}"/>
              </a:ext>
            </a:extLst>
          </p:cNvPr>
          <p:cNvSpPr>
            <a:spLocks noGrp="1"/>
          </p:cNvSpPr>
          <p:nvPr>
            <p:ph type="body" sz="quarter" idx="36" hasCustomPrompt="1"/>
          </p:nvPr>
        </p:nvSpPr>
        <p:spPr>
          <a:xfrm>
            <a:off x="6199129" y="4723104"/>
            <a:ext cx="2742843" cy="264688"/>
          </a:xfrm>
        </p:spPr>
        <p:txBody>
          <a:bodyPr wrap="square">
            <a:spAutoFit/>
          </a:bodyPr>
          <a:lstStyle>
            <a:lvl1pPr marL="319976" indent="-319976">
              <a:buNone/>
              <a:defRPr sz="1600">
                <a:solidFill>
                  <a:schemeClr val="tx1"/>
                </a:solidFill>
                <a:latin typeface="+mj-lt"/>
              </a:defRPr>
            </a:lvl1pPr>
          </a:lstStyle>
          <a:p>
            <a:pPr lvl="0"/>
            <a:r>
              <a:rPr lang="en-US"/>
              <a:t>Subhead 3</a:t>
            </a:r>
          </a:p>
        </p:txBody>
      </p:sp>
      <p:sp>
        <p:nvSpPr>
          <p:cNvPr id="33" name="Text Placeholder 14">
            <a:extLst>
              <a:ext uri="{FF2B5EF4-FFF2-40B4-BE49-F238E27FC236}">
                <a16:creationId xmlns:a16="http://schemas.microsoft.com/office/drawing/2014/main" id="{43ADB7AA-1BF3-A54F-EEA4-93F28F216509}"/>
              </a:ext>
            </a:extLst>
          </p:cNvPr>
          <p:cNvSpPr>
            <a:spLocks noGrp="1"/>
          </p:cNvSpPr>
          <p:nvPr>
            <p:ph type="body" sz="quarter" idx="37" hasCustomPrompt="1"/>
          </p:nvPr>
        </p:nvSpPr>
        <p:spPr>
          <a:xfrm>
            <a:off x="9167845" y="5081525"/>
            <a:ext cx="2742843" cy="1509775"/>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4" name="Text Placeholder 14">
            <a:extLst>
              <a:ext uri="{FF2B5EF4-FFF2-40B4-BE49-F238E27FC236}">
                <a16:creationId xmlns:a16="http://schemas.microsoft.com/office/drawing/2014/main" id="{0CDF8783-D99D-16DD-C360-27EEBB309759}"/>
              </a:ext>
            </a:extLst>
          </p:cNvPr>
          <p:cNvSpPr>
            <a:spLocks noGrp="1"/>
          </p:cNvSpPr>
          <p:nvPr>
            <p:ph type="body" sz="quarter" idx="38" hasCustomPrompt="1"/>
          </p:nvPr>
        </p:nvSpPr>
        <p:spPr>
          <a:xfrm>
            <a:off x="9167846" y="4723104"/>
            <a:ext cx="2742843" cy="264688"/>
          </a:xfrm>
        </p:spPr>
        <p:txBody>
          <a:bodyPr wrap="square">
            <a:spAutoFit/>
          </a:bodyPr>
          <a:lstStyle>
            <a:lvl1pPr marL="319976" indent="-319976">
              <a:buNone/>
              <a:defRPr sz="1600">
                <a:solidFill>
                  <a:schemeClr val="tx1"/>
                </a:solidFill>
                <a:latin typeface="+mj-lt"/>
              </a:defRPr>
            </a:lvl1pPr>
          </a:lstStyle>
          <a:p>
            <a:pPr lvl="0"/>
            <a:r>
              <a:rPr lang="en-US"/>
              <a:t>Subhead 4</a:t>
            </a:r>
          </a:p>
        </p:txBody>
      </p:sp>
      <p:sp>
        <p:nvSpPr>
          <p:cNvPr id="35" name="Picture Placeholder 9">
            <a:extLst>
              <a:ext uri="{FF2B5EF4-FFF2-40B4-BE49-F238E27FC236}">
                <a16:creationId xmlns:a16="http://schemas.microsoft.com/office/drawing/2014/main" id="{C03E44AF-8AB7-AD4E-8668-4B618F066764}"/>
              </a:ext>
            </a:extLst>
          </p:cNvPr>
          <p:cNvSpPr>
            <a:spLocks noGrp="1"/>
          </p:cNvSpPr>
          <p:nvPr>
            <p:ph type="pic" sz="quarter" idx="39"/>
          </p:nvPr>
        </p:nvSpPr>
        <p:spPr>
          <a:xfrm>
            <a:off x="12419777" y="1946206"/>
            <a:ext cx="610995" cy="892217"/>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36" name="Text Placeholder 14">
            <a:extLst>
              <a:ext uri="{FF2B5EF4-FFF2-40B4-BE49-F238E27FC236}">
                <a16:creationId xmlns:a16="http://schemas.microsoft.com/office/drawing/2014/main" id="{3C19A9DD-0E36-9E28-1353-2452D5EA114C}"/>
              </a:ext>
            </a:extLst>
          </p:cNvPr>
          <p:cNvSpPr>
            <a:spLocks noGrp="1"/>
          </p:cNvSpPr>
          <p:nvPr>
            <p:ph type="body" sz="quarter" idx="40" hasCustomPrompt="1"/>
          </p:nvPr>
        </p:nvSpPr>
        <p:spPr>
          <a:xfrm>
            <a:off x="12418302" y="3335335"/>
            <a:ext cx="610995" cy="264688"/>
          </a:xfrm>
        </p:spPr>
        <p:txBody>
          <a:bodyPr wrap="square">
            <a:noAutofit/>
          </a:bodyPr>
          <a:lstStyle>
            <a:lvl1pPr marL="182843" indent="-182843">
              <a:defRPr sz="900">
                <a:solidFill>
                  <a:schemeClr val="tx1"/>
                </a:solidFill>
              </a:defRPr>
            </a:lvl1pPr>
          </a:lstStyle>
          <a:p>
            <a:pPr lvl="0"/>
            <a:r>
              <a:rPr lang="en-US"/>
              <a:t>C5</a:t>
            </a:r>
          </a:p>
        </p:txBody>
      </p:sp>
      <p:sp>
        <p:nvSpPr>
          <p:cNvPr id="37" name="Text Placeholder 14">
            <a:extLst>
              <a:ext uri="{FF2B5EF4-FFF2-40B4-BE49-F238E27FC236}">
                <a16:creationId xmlns:a16="http://schemas.microsoft.com/office/drawing/2014/main" id="{F3DCB14B-6B03-E5E0-DD83-F86FCA9FF1A0}"/>
              </a:ext>
            </a:extLst>
          </p:cNvPr>
          <p:cNvSpPr>
            <a:spLocks noGrp="1"/>
          </p:cNvSpPr>
          <p:nvPr>
            <p:ph type="body" sz="quarter" idx="41" hasCustomPrompt="1"/>
          </p:nvPr>
        </p:nvSpPr>
        <p:spPr>
          <a:xfrm>
            <a:off x="12418302" y="2976914"/>
            <a:ext cx="612261" cy="264688"/>
          </a:xfrm>
        </p:spPr>
        <p:txBody>
          <a:bodyPr wrap="square">
            <a:spAutoFit/>
          </a:bodyPr>
          <a:lstStyle>
            <a:lvl1pPr marL="319976" indent="-319976">
              <a:buNone/>
              <a:defRPr sz="1600">
                <a:solidFill>
                  <a:schemeClr val="tx1"/>
                </a:solidFill>
                <a:latin typeface="+mj-lt"/>
              </a:defRPr>
            </a:lvl1pPr>
          </a:lstStyle>
          <a:p>
            <a:pPr lvl="0"/>
            <a:r>
              <a:rPr lang="en-US"/>
              <a:t>T4</a:t>
            </a:r>
          </a:p>
        </p:txBody>
      </p:sp>
      <p:sp>
        <p:nvSpPr>
          <p:cNvPr id="38" name="Text Placeholder 7">
            <a:extLst>
              <a:ext uri="{FF2B5EF4-FFF2-40B4-BE49-F238E27FC236}">
                <a16:creationId xmlns:a16="http://schemas.microsoft.com/office/drawing/2014/main" id="{843BF731-A1E0-9006-BC2B-158E09F3A1D8}"/>
              </a:ext>
            </a:extLst>
          </p:cNvPr>
          <p:cNvSpPr>
            <a:spLocks noGrp="1"/>
          </p:cNvSpPr>
          <p:nvPr>
            <p:ph type="body" sz="quarter" idx="42" hasCustomPrompt="1"/>
          </p:nvPr>
        </p:nvSpPr>
        <p:spPr>
          <a:xfrm>
            <a:off x="259032"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01</a:t>
            </a:r>
          </a:p>
        </p:txBody>
      </p:sp>
      <p:sp>
        <p:nvSpPr>
          <p:cNvPr id="39" name="Text Placeholder 7">
            <a:extLst>
              <a:ext uri="{FF2B5EF4-FFF2-40B4-BE49-F238E27FC236}">
                <a16:creationId xmlns:a16="http://schemas.microsoft.com/office/drawing/2014/main" id="{9399E324-4D95-4419-6B33-BCEFE6A38EA0}"/>
              </a:ext>
            </a:extLst>
          </p:cNvPr>
          <p:cNvSpPr>
            <a:spLocks noGrp="1"/>
          </p:cNvSpPr>
          <p:nvPr>
            <p:ph type="body" sz="quarter" idx="43" hasCustomPrompt="1"/>
          </p:nvPr>
        </p:nvSpPr>
        <p:spPr>
          <a:xfrm>
            <a:off x="3230604"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02</a:t>
            </a:r>
          </a:p>
        </p:txBody>
      </p:sp>
      <p:sp>
        <p:nvSpPr>
          <p:cNvPr id="40" name="Text Placeholder 7">
            <a:extLst>
              <a:ext uri="{FF2B5EF4-FFF2-40B4-BE49-F238E27FC236}">
                <a16:creationId xmlns:a16="http://schemas.microsoft.com/office/drawing/2014/main" id="{18BF2A36-78BA-7C5B-EF22-47E141A74511}"/>
              </a:ext>
            </a:extLst>
          </p:cNvPr>
          <p:cNvSpPr>
            <a:spLocks noGrp="1"/>
          </p:cNvSpPr>
          <p:nvPr>
            <p:ph type="body" sz="quarter" idx="44" hasCustomPrompt="1"/>
          </p:nvPr>
        </p:nvSpPr>
        <p:spPr>
          <a:xfrm>
            <a:off x="6199486"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03</a:t>
            </a:r>
          </a:p>
        </p:txBody>
      </p:sp>
      <p:sp>
        <p:nvSpPr>
          <p:cNvPr id="41" name="Text Placeholder 7">
            <a:extLst>
              <a:ext uri="{FF2B5EF4-FFF2-40B4-BE49-F238E27FC236}">
                <a16:creationId xmlns:a16="http://schemas.microsoft.com/office/drawing/2014/main" id="{39E4CDDD-95E3-3497-FF2E-8C9BA0BFF751}"/>
              </a:ext>
            </a:extLst>
          </p:cNvPr>
          <p:cNvSpPr>
            <a:spLocks noGrp="1"/>
          </p:cNvSpPr>
          <p:nvPr>
            <p:ph type="body" sz="quarter" idx="45" hasCustomPrompt="1"/>
          </p:nvPr>
        </p:nvSpPr>
        <p:spPr>
          <a:xfrm>
            <a:off x="9167846"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04</a:t>
            </a:r>
          </a:p>
        </p:txBody>
      </p:sp>
      <p:sp>
        <p:nvSpPr>
          <p:cNvPr id="42" name="Text Placeholder 7">
            <a:extLst>
              <a:ext uri="{FF2B5EF4-FFF2-40B4-BE49-F238E27FC236}">
                <a16:creationId xmlns:a16="http://schemas.microsoft.com/office/drawing/2014/main" id="{E142624E-FE9A-0180-6819-2420DF1FE533}"/>
              </a:ext>
            </a:extLst>
          </p:cNvPr>
          <p:cNvSpPr>
            <a:spLocks noGrp="1"/>
          </p:cNvSpPr>
          <p:nvPr>
            <p:ph type="body" sz="quarter" idx="46" hasCustomPrompt="1"/>
          </p:nvPr>
        </p:nvSpPr>
        <p:spPr>
          <a:xfrm>
            <a:off x="12419300" y="1947690"/>
            <a:ext cx="611994" cy="892217"/>
          </a:xfrm>
        </p:spPr>
        <p:txBody>
          <a:bodyPr wrap="none" lIns="180000">
            <a:noAutofit/>
          </a:bodyPr>
          <a:lstStyle>
            <a:lvl1pPr>
              <a:buNone/>
              <a:defRPr lang="en-US" sz="900"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05</a:t>
            </a:r>
          </a:p>
        </p:txBody>
      </p:sp>
    </p:spTree>
    <p:extLst>
      <p:ext uri="{BB962C8B-B14F-4D97-AF65-F5344CB8AC3E}">
        <p14:creationId xmlns:p14="http://schemas.microsoft.com/office/powerpoint/2010/main" val="25798480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terior Process 5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6" name="Slide Number Placeholder 5">
            <a:extLst>
              <a:ext uri="{FF2B5EF4-FFF2-40B4-BE49-F238E27FC236}">
                <a16:creationId xmlns:a16="http://schemas.microsoft.com/office/drawing/2014/main" id="{89A33915-C837-795C-B054-5356874DDA3A}"/>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7" name="Text Placeholder 14">
            <a:extLst>
              <a:ext uri="{FF2B5EF4-FFF2-40B4-BE49-F238E27FC236}">
                <a16:creationId xmlns:a16="http://schemas.microsoft.com/office/drawing/2014/main" id="{AAD4B38F-5BB6-F764-7E91-CDD69E756400}"/>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8" name="Title 17">
            <a:extLst>
              <a:ext uri="{FF2B5EF4-FFF2-40B4-BE49-F238E27FC236}">
                <a16:creationId xmlns:a16="http://schemas.microsoft.com/office/drawing/2014/main" id="{4107AAE8-0D68-EC66-4ED4-D2A289B0B386}"/>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tx1"/>
                </a:solidFill>
              </a:defRPr>
            </a:lvl1pPr>
          </a:lstStyle>
          <a:p>
            <a:r>
              <a:rPr lang="en-US"/>
              <a:t>Header</a:t>
            </a:r>
          </a:p>
        </p:txBody>
      </p:sp>
      <p:sp>
        <p:nvSpPr>
          <p:cNvPr id="5" name="Picture Placeholder 9">
            <a:extLst>
              <a:ext uri="{FF2B5EF4-FFF2-40B4-BE49-F238E27FC236}">
                <a16:creationId xmlns:a16="http://schemas.microsoft.com/office/drawing/2014/main" id="{DFECFA91-CA0B-56FB-D93A-FFF6ADB30834}"/>
              </a:ext>
            </a:extLst>
          </p:cNvPr>
          <p:cNvSpPr>
            <a:spLocks noGrp="1"/>
          </p:cNvSpPr>
          <p:nvPr>
            <p:ph type="pic" sz="quarter" idx="13"/>
          </p:nvPr>
        </p:nvSpPr>
        <p:spPr>
          <a:xfrm>
            <a:off x="262766" y="1735200"/>
            <a:ext cx="2196720" cy="2194021"/>
          </a:xfrm>
          <a:prstGeom prst="rect">
            <a:avLst/>
          </a:prstGeom>
          <a:solidFill>
            <a:srgbClr val="353731"/>
          </a:solidFill>
        </p:spPr>
        <p:txBody>
          <a:bodyPr lIns="360000" tIns="180000" rIns="360000" bIns="18000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endParaRPr lang="en-US"/>
          </a:p>
        </p:txBody>
      </p:sp>
      <p:sp>
        <p:nvSpPr>
          <p:cNvPr id="12" name="Picture Placeholder 9">
            <a:extLst>
              <a:ext uri="{FF2B5EF4-FFF2-40B4-BE49-F238E27FC236}">
                <a16:creationId xmlns:a16="http://schemas.microsoft.com/office/drawing/2014/main" id="{5B2FCEE3-AA03-6F2C-0A02-4A15DEBFF06A}"/>
              </a:ext>
            </a:extLst>
          </p:cNvPr>
          <p:cNvSpPr>
            <a:spLocks noGrp="1"/>
          </p:cNvSpPr>
          <p:nvPr>
            <p:ph type="pic" sz="quarter" idx="14"/>
          </p:nvPr>
        </p:nvSpPr>
        <p:spPr>
          <a:xfrm>
            <a:off x="2631136" y="1735200"/>
            <a:ext cx="2196720" cy="2194021"/>
          </a:xfrm>
          <a:prstGeom prst="rect">
            <a:avLst/>
          </a:prstGeom>
          <a:solidFill>
            <a:srgbClr val="53544A"/>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13" name="Picture Placeholder 9">
            <a:extLst>
              <a:ext uri="{FF2B5EF4-FFF2-40B4-BE49-F238E27FC236}">
                <a16:creationId xmlns:a16="http://schemas.microsoft.com/office/drawing/2014/main" id="{D4432123-C934-E8FB-3A26-99C264829762}"/>
              </a:ext>
            </a:extLst>
          </p:cNvPr>
          <p:cNvSpPr>
            <a:spLocks noGrp="1"/>
          </p:cNvSpPr>
          <p:nvPr>
            <p:ph type="pic" sz="quarter" idx="15"/>
          </p:nvPr>
        </p:nvSpPr>
        <p:spPr>
          <a:xfrm>
            <a:off x="4999507" y="1735200"/>
            <a:ext cx="2196720" cy="2194021"/>
          </a:xfrm>
          <a:prstGeom prst="rect">
            <a:avLst/>
          </a:prstGeom>
          <a:solidFill>
            <a:srgbClr val="8B8C81"/>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a:solidFill>
                  <a:schemeClr val="bg1"/>
                </a:solidFill>
                <a:latin typeface="+mj-lt"/>
                <a:ea typeface="+mn-ea"/>
                <a:cs typeface="+mn-cs"/>
              </a:defRPr>
            </a:lvl1pPr>
          </a:lstStyle>
          <a:p>
            <a:pPr lvl="0">
              <a:buFont typeface="Arial" panose="020B0604020202020204" pitchFamily="34" charset="0"/>
              <a:buNone/>
            </a:pPr>
            <a:endParaRPr lang="en-US"/>
          </a:p>
        </p:txBody>
      </p:sp>
      <p:sp>
        <p:nvSpPr>
          <p:cNvPr id="30" name="Picture Placeholder 9">
            <a:extLst>
              <a:ext uri="{FF2B5EF4-FFF2-40B4-BE49-F238E27FC236}">
                <a16:creationId xmlns:a16="http://schemas.microsoft.com/office/drawing/2014/main" id="{833BF4B9-3649-F727-449A-A7F1E9CB9D6D}"/>
              </a:ext>
            </a:extLst>
          </p:cNvPr>
          <p:cNvSpPr>
            <a:spLocks noGrp="1"/>
          </p:cNvSpPr>
          <p:nvPr>
            <p:ph type="pic" sz="quarter" idx="16"/>
          </p:nvPr>
        </p:nvSpPr>
        <p:spPr>
          <a:xfrm>
            <a:off x="7367878" y="1735200"/>
            <a:ext cx="2196720" cy="2194021"/>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31" name="Text Placeholder 14">
            <a:extLst>
              <a:ext uri="{FF2B5EF4-FFF2-40B4-BE49-F238E27FC236}">
                <a16:creationId xmlns:a16="http://schemas.microsoft.com/office/drawing/2014/main" id="{937A4BFD-E836-7BD7-AB91-8CB1ED21C53E}"/>
              </a:ext>
            </a:extLst>
          </p:cNvPr>
          <p:cNvSpPr>
            <a:spLocks noGrp="1"/>
          </p:cNvSpPr>
          <p:nvPr>
            <p:ph type="body" sz="quarter" idx="31" hasCustomPrompt="1"/>
          </p:nvPr>
        </p:nvSpPr>
        <p:spPr>
          <a:xfrm>
            <a:off x="262766" y="4552895"/>
            <a:ext cx="2196720" cy="1365518"/>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2" name="Text Placeholder 14">
            <a:extLst>
              <a:ext uri="{FF2B5EF4-FFF2-40B4-BE49-F238E27FC236}">
                <a16:creationId xmlns:a16="http://schemas.microsoft.com/office/drawing/2014/main" id="{68640231-5025-F908-2EEB-72212AC4DEE5}"/>
              </a:ext>
            </a:extLst>
          </p:cNvPr>
          <p:cNvSpPr>
            <a:spLocks noGrp="1"/>
          </p:cNvSpPr>
          <p:nvPr>
            <p:ph type="body" sz="quarter" idx="32" hasCustomPrompt="1"/>
          </p:nvPr>
        </p:nvSpPr>
        <p:spPr>
          <a:xfrm>
            <a:off x="262766" y="4194474"/>
            <a:ext cx="2201269" cy="264688"/>
          </a:xfrm>
        </p:spPr>
        <p:txBody>
          <a:bodyPr wrap="square">
            <a:spAutoFit/>
          </a:bodyPr>
          <a:lstStyle>
            <a:lvl1pPr marL="319976" indent="-319976">
              <a:buNone/>
              <a:defRPr sz="1600">
                <a:solidFill>
                  <a:schemeClr val="tx1"/>
                </a:solidFill>
                <a:latin typeface="+mj-lt"/>
              </a:defRPr>
            </a:lvl1pPr>
          </a:lstStyle>
          <a:p>
            <a:pPr lvl="0"/>
            <a:r>
              <a:rPr lang="en-US"/>
              <a:t>Subhead 1</a:t>
            </a:r>
          </a:p>
        </p:txBody>
      </p:sp>
      <p:sp>
        <p:nvSpPr>
          <p:cNvPr id="33" name="Text Placeholder 14">
            <a:extLst>
              <a:ext uri="{FF2B5EF4-FFF2-40B4-BE49-F238E27FC236}">
                <a16:creationId xmlns:a16="http://schemas.microsoft.com/office/drawing/2014/main" id="{C3A73B5F-8F8C-7100-D783-82E0CD559F57}"/>
              </a:ext>
            </a:extLst>
          </p:cNvPr>
          <p:cNvSpPr>
            <a:spLocks noGrp="1"/>
          </p:cNvSpPr>
          <p:nvPr>
            <p:ph type="body" sz="quarter" idx="33" hasCustomPrompt="1"/>
          </p:nvPr>
        </p:nvSpPr>
        <p:spPr>
          <a:xfrm>
            <a:off x="2609660" y="4552895"/>
            <a:ext cx="2228262" cy="1365518"/>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4" name="Text Placeholder 14">
            <a:extLst>
              <a:ext uri="{FF2B5EF4-FFF2-40B4-BE49-F238E27FC236}">
                <a16:creationId xmlns:a16="http://schemas.microsoft.com/office/drawing/2014/main" id="{373E783F-A8EB-B286-F65B-430975E1E8D4}"/>
              </a:ext>
            </a:extLst>
          </p:cNvPr>
          <p:cNvSpPr>
            <a:spLocks noGrp="1"/>
          </p:cNvSpPr>
          <p:nvPr>
            <p:ph type="body" sz="quarter" idx="34" hasCustomPrompt="1"/>
          </p:nvPr>
        </p:nvSpPr>
        <p:spPr>
          <a:xfrm>
            <a:off x="2609660" y="4194474"/>
            <a:ext cx="2232877" cy="264688"/>
          </a:xfrm>
        </p:spPr>
        <p:txBody>
          <a:bodyPr wrap="square">
            <a:spAutoFit/>
          </a:bodyPr>
          <a:lstStyle>
            <a:lvl1pPr marL="319976" indent="-319976">
              <a:buNone/>
              <a:defRPr sz="1600">
                <a:solidFill>
                  <a:schemeClr val="tx1"/>
                </a:solidFill>
                <a:latin typeface="+mj-lt"/>
              </a:defRPr>
            </a:lvl1pPr>
          </a:lstStyle>
          <a:p>
            <a:pPr lvl="0"/>
            <a:r>
              <a:rPr lang="en-US"/>
              <a:t>Subhead 2</a:t>
            </a:r>
          </a:p>
        </p:txBody>
      </p:sp>
      <p:sp>
        <p:nvSpPr>
          <p:cNvPr id="35" name="Text Placeholder 14">
            <a:extLst>
              <a:ext uri="{FF2B5EF4-FFF2-40B4-BE49-F238E27FC236}">
                <a16:creationId xmlns:a16="http://schemas.microsoft.com/office/drawing/2014/main" id="{6D8A8242-F828-2035-07A1-7BBEC815C7AC}"/>
              </a:ext>
            </a:extLst>
          </p:cNvPr>
          <p:cNvSpPr>
            <a:spLocks noGrp="1"/>
          </p:cNvSpPr>
          <p:nvPr>
            <p:ph type="body" sz="quarter" idx="35" hasCustomPrompt="1"/>
          </p:nvPr>
        </p:nvSpPr>
        <p:spPr>
          <a:xfrm>
            <a:off x="4997837" y="4552895"/>
            <a:ext cx="2200452" cy="1365518"/>
          </a:xfrm>
        </p:spPr>
        <p:txBody>
          <a:bodyPr wrap="square" rIns="0">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6" name="Text Placeholder 14">
            <a:extLst>
              <a:ext uri="{FF2B5EF4-FFF2-40B4-BE49-F238E27FC236}">
                <a16:creationId xmlns:a16="http://schemas.microsoft.com/office/drawing/2014/main" id="{980E14B2-3F49-80E8-9F32-D46DBD4AEB32}"/>
              </a:ext>
            </a:extLst>
          </p:cNvPr>
          <p:cNvSpPr>
            <a:spLocks noGrp="1"/>
          </p:cNvSpPr>
          <p:nvPr>
            <p:ph type="body" sz="quarter" idx="36" hasCustomPrompt="1"/>
          </p:nvPr>
        </p:nvSpPr>
        <p:spPr>
          <a:xfrm>
            <a:off x="4997838" y="4194474"/>
            <a:ext cx="2205009" cy="264688"/>
          </a:xfrm>
        </p:spPr>
        <p:txBody>
          <a:bodyPr wrap="square">
            <a:spAutoFit/>
          </a:bodyPr>
          <a:lstStyle>
            <a:lvl1pPr marL="319976" indent="-319976">
              <a:buNone/>
              <a:defRPr sz="1600">
                <a:solidFill>
                  <a:schemeClr val="tx1"/>
                </a:solidFill>
                <a:latin typeface="+mj-lt"/>
              </a:defRPr>
            </a:lvl1pPr>
          </a:lstStyle>
          <a:p>
            <a:pPr lvl="0"/>
            <a:r>
              <a:rPr lang="en-US"/>
              <a:t>Subhead 3</a:t>
            </a:r>
          </a:p>
        </p:txBody>
      </p:sp>
      <p:sp>
        <p:nvSpPr>
          <p:cNvPr id="37" name="Text Placeholder 14">
            <a:extLst>
              <a:ext uri="{FF2B5EF4-FFF2-40B4-BE49-F238E27FC236}">
                <a16:creationId xmlns:a16="http://schemas.microsoft.com/office/drawing/2014/main" id="{D7F97F92-72C3-67E7-FBDA-21D3D34A2FE9}"/>
              </a:ext>
            </a:extLst>
          </p:cNvPr>
          <p:cNvSpPr>
            <a:spLocks noGrp="1"/>
          </p:cNvSpPr>
          <p:nvPr>
            <p:ph type="body" sz="quarter" idx="37" hasCustomPrompt="1"/>
          </p:nvPr>
        </p:nvSpPr>
        <p:spPr>
          <a:xfrm>
            <a:off x="7366493" y="4552895"/>
            <a:ext cx="2228262" cy="1365518"/>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8" name="Text Placeholder 14">
            <a:extLst>
              <a:ext uri="{FF2B5EF4-FFF2-40B4-BE49-F238E27FC236}">
                <a16:creationId xmlns:a16="http://schemas.microsoft.com/office/drawing/2014/main" id="{188204EF-310C-F33B-B998-5F2F14B152C6}"/>
              </a:ext>
            </a:extLst>
          </p:cNvPr>
          <p:cNvSpPr>
            <a:spLocks noGrp="1"/>
          </p:cNvSpPr>
          <p:nvPr>
            <p:ph type="body" sz="quarter" idx="38" hasCustomPrompt="1"/>
          </p:nvPr>
        </p:nvSpPr>
        <p:spPr>
          <a:xfrm>
            <a:off x="7366494" y="4194474"/>
            <a:ext cx="2232877" cy="264688"/>
          </a:xfrm>
        </p:spPr>
        <p:txBody>
          <a:bodyPr wrap="square">
            <a:spAutoFit/>
          </a:bodyPr>
          <a:lstStyle>
            <a:lvl1pPr marL="319976" indent="-319976">
              <a:buNone/>
              <a:defRPr sz="1600">
                <a:solidFill>
                  <a:schemeClr val="tx1"/>
                </a:solidFill>
                <a:latin typeface="+mj-lt"/>
              </a:defRPr>
            </a:lvl1pPr>
          </a:lstStyle>
          <a:p>
            <a:pPr lvl="0"/>
            <a:r>
              <a:rPr lang="en-US"/>
              <a:t>Subhead 4</a:t>
            </a:r>
          </a:p>
        </p:txBody>
      </p:sp>
      <p:sp>
        <p:nvSpPr>
          <p:cNvPr id="39" name="Picture Placeholder 9">
            <a:extLst>
              <a:ext uri="{FF2B5EF4-FFF2-40B4-BE49-F238E27FC236}">
                <a16:creationId xmlns:a16="http://schemas.microsoft.com/office/drawing/2014/main" id="{238DF19C-4284-A04B-1B30-CD15079F4697}"/>
              </a:ext>
            </a:extLst>
          </p:cNvPr>
          <p:cNvSpPr>
            <a:spLocks noGrp="1"/>
          </p:cNvSpPr>
          <p:nvPr>
            <p:ph type="pic" sz="quarter" idx="39"/>
          </p:nvPr>
        </p:nvSpPr>
        <p:spPr>
          <a:xfrm>
            <a:off x="9736247" y="1735200"/>
            <a:ext cx="2196720" cy="2194021"/>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40" name="Text Placeholder 14">
            <a:extLst>
              <a:ext uri="{FF2B5EF4-FFF2-40B4-BE49-F238E27FC236}">
                <a16:creationId xmlns:a16="http://schemas.microsoft.com/office/drawing/2014/main" id="{D7358003-E4E4-4743-7C60-000DD7691DDB}"/>
              </a:ext>
            </a:extLst>
          </p:cNvPr>
          <p:cNvSpPr>
            <a:spLocks noGrp="1"/>
          </p:cNvSpPr>
          <p:nvPr>
            <p:ph type="body" sz="quarter" idx="40" hasCustomPrompt="1"/>
          </p:nvPr>
        </p:nvSpPr>
        <p:spPr>
          <a:xfrm>
            <a:off x="9736247" y="4552895"/>
            <a:ext cx="2228262" cy="1365518"/>
          </a:xfrm>
        </p:spPr>
        <p:txBody>
          <a:bodyPr wrap="square">
            <a:no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41" name="Text Placeholder 14">
            <a:extLst>
              <a:ext uri="{FF2B5EF4-FFF2-40B4-BE49-F238E27FC236}">
                <a16:creationId xmlns:a16="http://schemas.microsoft.com/office/drawing/2014/main" id="{1CF58D74-2F58-9093-2286-EA8B47895334}"/>
              </a:ext>
            </a:extLst>
          </p:cNvPr>
          <p:cNvSpPr>
            <a:spLocks noGrp="1"/>
          </p:cNvSpPr>
          <p:nvPr>
            <p:ph type="body" sz="quarter" idx="41" hasCustomPrompt="1"/>
          </p:nvPr>
        </p:nvSpPr>
        <p:spPr>
          <a:xfrm>
            <a:off x="9736247" y="4194474"/>
            <a:ext cx="2232877" cy="264688"/>
          </a:xfrm>
        </p:spPr>
        <p:txBody>
          <a:bodyPr wrap="square">
            <a:spAutoFit/>
          </a:bodyPr>
          <a:lstStyle>
            <a:lvl1pPr marL="319976" indent="-319976">
              <a:buNone/>
              <a:defRPr sz="1600">
                <a:solidFill>
                  <a:schemeClr val="tx1"/>
                </a:solidFill>
                <a:latin typeface="+mj-lt"/>
              </a:defRPr>
            </a:lvl1pPr>
          </a:lstStyle>
          <a:p>
            <a:pPr lvl="0"/>
            <a:r>
              <a:rPr lang="en-US"/>
              <a:t>Subhead 5</a:t>
            </a:r>
          </a:p>
        </p:txBody>
      </p:sp>
      <p:sp>
        <p:nvSpPr>
          <p:cNvPr id="42" name="Text Placeholder 7">
            <a:extLst>
              <a:ext uri="{FF2B5EF4-FFF2-40B4-BE49-F238E27FC236}">
                <a16:creationId xmlns:a16="http://schemas.microsoft.com/office/drawing/2014/main" id="{A4841AE8-FD80-F41B-E8C5-54CB1952238C}"/>
              </a:ext>
            </a:extLst>
          </p:cNvPr>
          <p:cNvSpPr>
            <a:spLocks noGrp="1"/>
          </p:cNvSpPr>
          <p:nvPr>
            <p:ph type="body" sz="quarter" idx="42" hasCustomPrompt="1"/>
          </p:nvPr>
        </p:nvSpPr>
        <p:spPr>
          <a:xfrm>
            <a:off x="259033"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01</a:t>
            </a:r>
          </a:p>
        </p:txBody>
      </p:sp>
      <p:sp>
        <p:nvSpPr>
          <p:cNvPr id="43" name="Text Placeholder 7">
            <a:extLst>
              <a:ext uri="{FF2B5EF4-FFF2-40B4-BE49-F238E27FC236}">
                <a16:creationId xmlns:a16="http://schemas.microsoft.com/office/drawing/2014/main" id="{733B3BF3-7E12-858B-4371-5B067D09D15A}"/>
              </a:ext>
            </a:extLst>
          </p:cNvPr>
          <p:cNvSpPr>
            <a:spLocks noGrp="1"/>
          </p:cNvSpPr>
          <p:nvPr>
            <p:ph type="body" sz="quarter" idx="43" hasCustomPrompt="1"/>
          </p:nvPr>
        </p:nvSpPr>
        <p:spPr>
          <a:xfrm>
            <a:off x="2631136"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02</a:t>
            </a:r>
          </a:p>
        </p:txBody>
      </p:sp>
      <p:sp>
        <p:nvSpPr>
          <p:cNvPr id="44" name="Text Placeholder 7">
            <a:extLst>
              <a:ext uri="{FF2B5EF4-FFF2-40B4-BE49-F238E27FC236}">
                <a16:creationId xmlns:a16="http://schemas.microsoft.com/office/drawing/2014/main" id="{CCFA7967-0007-B300-34DB-6DEA1CC184C6}"/>
              </a:ext>
            </a:extLst>
          </p:cNvPr>
          <p:cNvSpPr>
            <a:spLocks noGrp="1"/>
          </p:cNvSpPr>
          <p:nvPr>
            <p:ph type="body" sz="quarter" idx="44" hasCustomPrompt="1"/>
          </p:nvPr>
        </p:nvSpPr>
        <p:spPr>
          <a:xfrm>
            <a:off x="4995773"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03</a:t>
            </a:r>
          </a:p>
        </p:txBody>
      </p:sp>
      <p:sp>
        <p:nvSpPr>
          <p:cNvPr id="45" name="Text Placeholder 7">
            <a:extLst>
              <a:ext uri="{FF2B5EF4-FFF2-40B4-BE49-F238E27FC236}">
                <a16:creationId xmlns:a16="http://schemas.microsoft.com/office/drawing/2014/main" id="{7E6D46BF-D0CF-4057-1F13-0AED57800607}"/>
              </a:ext>
            </a:extLst>
          </p:cNvPr>
          <p:cNvSpPr>
            <a:spLocks noGrp="1"/>
          </p:cNvSpPr>
          <p:nvPr>
            <p:ph type="body" sz="quarter" idx="45" hasCustomPrompt="1"/>
          </p:nvPr>
        </p:nvSpPr>
        <p:spPr>
          <a:xfrm>
            <a:off x="7364145"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04</a:t>
            </a:r>
          </a:p>
        </p:txBody>
      </p:sp>
      <p:sp>
        <p:nvSpPr>
          <p:cNvPr id="46" name="Text Placeholder 7">
            <a:extLst>
              <a:ext uri="{FF2B5EF4-FFF2-40B4-BE49-F238E27FC236}">
                <a16:creationId xmlns:a16="http://schemas.microsoft.com/office/drawing/2014/main" id="{9167E12C-CC23-0E03-25C0-C4F50DEA08F5}"/>
              </a:ext>
            </a:extLst>
          </p:cNvPr>
          <p:cNvSpPr>
            <a:spLocks noGrp="1"/>
          </p:cNvSpPr>
          <p:nvPr>
            <p:ph type="body" sz="quarter" idx="46" hasCustomPrompt="1"/>
          </p:nvPr>
        </p:nvSpPr>
        <p:spPr>
          <a:xfrm>
            <a:off x="9736248"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05</a:t>
            </a:r>
          </a:p>
        </p:txBody>
      </p:sp>
    </p:spTree>
    <p:extLst>
      <p:ext uri="{BB962C8B-B14F-4D97-AF65-F5344CB8AC3E}">
        <p14:creationId xmlns:p14="http://schemas.microsoft.com/office/powerpoint/2010/main" val="42109091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terior Storyboard (Light)">
    <p:bg>
      <p:bgPr>
        <a:solidFill>
          <a:srgbClr val="F5F5F5"/>
        </a:solidFill>
        <a:effectLst/>
      </p:bgPr>
    </p:bg>
    <p:spTree>
      <p:nvGrpSpPr>
        <p:cNvPr id="1" name=""/>
        <p:cNvGrpSpPr/>
        <p:nvPr/>
      </p:nvGrpSpPr>
      <p:grpSpPr>
        <a:xfrm>
          <a:off x="0" y="0"/>
          <a:ext cx="0" cy="0"/>
          <a:chOff x="0" y="0"/>
          <a:chExt cx="0" cy="0"/>
        </a:xfrm>
      </p:grpSpPr>
      <p:sp>
        <p:nvSpPr>
          <p:cNvPr id="13" name="Text Placeholder 14">
            <a:extLst>
              <a:ext uri="{FF2B5EF4-FFF2-40B4-BE49-F238E27FC236}">
                <a16:creationId xmlns:a16="http://schemas.microsoft.com/office/drawing/2014/main" id="{0AB6FF7A-C5BD-4092-06AE-B81828342DD7}"/>
              </a:ext>
            </a:extLst>
          </p:cNvPr>
          <p:cNvSpPr>
            <a:spLocks noGrp="1"/>
          </p:cNvSpPr>
          <p:nvPr>
            <p:ph type="body" sz="quarter" idx="39" hasCustomPrompt="1"/>
          </p:nvPr>
        </p:nvSpPr>
        <p:spPr>
          <a:xfrm>
            <a:off x="262616" y="3364941"/>
            <a:ext cx="3707917" cy="453586"/>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5" name="Straight Connector 4">
            <a:extLst>
              <a:ext uri="{FF2B5EF4-FFF2-40B4-BE49-F238E27FC236}">
                <a16:creationId xmlns:a16="http://schemas.microsoft.com/office/drawing/2014/main" id="{D3EC2CA4-01EC-30F5-3923-EAB2DE341694}"/>
              </a:ext>
            </a:extLst>
          </p:cNvPr>
          <p:cNvCxnSpPr>
            <a:cxnSpLocks/>
          </p:cNvCxnSpPr>
          <p:nvPr userDrawn="1"/>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7" name="Shape">
            <a:extLst>
              <a:ext uri="{FF2B5EF4-FFF2-40B4-BE49-F238E27FC236}">
                <a16:creationId xmlns:a16="http://schemas.microsoft.com/office/drawing/2014/main" id="{9C152045-BBAE-5CDD-1937-02211B00730D}"/>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9" name="Title 15">
            <a:extLst>
              <a:ext uri="{FF2B5EF4-FFF2-40B4-BE49-F238E27FC236}">
                <a16:creationId xmlns:a16="http://schemas.microsoft.com/office/drawing/2014/main" id="{50789E27-8B74-B0BF-0B8B-2697C6E65991}"/>
              </a:ext>
            </a:extLst>
          </p:cNvPr>
          <p:cNvSpPr>
            <a:spLocks noGrp="1"/>
          </p:cNvSpPr>
          <p:nvPr>
            <p:ph type="title" hasCustomPrompt="1"/>
          </p:nvPr>
        </p:nvSpPr>
        <p:spPr>
          <a:xfrm>
            <a:off x="266665" y="749552"/>
            <a:ext cx="3707917" cy="261610"/>
          </a:xfrm>
        </p:spPr>
        <p:txBody>
          <a:bodyPr/>
          <a:lstStyle>
            <a:lvl1pPr>
              <a:defRPr sz="2000" spc="0"/>
            </a:lvl1pPr>
          </a:lstStyle>
          <a:p>
            <a:r>
              <a:rPr lang="en-US"/>
              <a:t>Header</a:t>
            </a:r>
          </a:p>
        </p:txBody>
      </p:sp>
      <p:sp>
        <p:nvSpPr>
          <p:cNvPr id="10" name="Text Placeholder 14">
            <a:extLst>
              <a:ext uri="{FF2B5EF4-FFF2-40B4-BE49-F238E27FC236}">
                <a16:creationId xmlns:a16="http://schemas.microsoft.com/office/drawing/2014/main" id="{ADDBC30C-62AB-2E94-268A-D3468CF328FE}"/>
              </a:ext>
            </a:extLst>
          </p:cNvPr>
          <p:cNvSpPr>
            <a:spLocks noGrp="1"/>
          </p:cNvSpPr>
          <p:nvPr>
            <p:ph type="body" sz="quarter" idx="37" hasCustomPrompt="1"/>
          </p:nvPr>
        </p:nvSpPr>
        <p:spPr>
          <a:xfrm>
            <a:off x="4241248" y="708152"/>
            <a:ext cx="4702357" cy="453586"/>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a:t>
            </a:r>
          </a:p>
        </p:txBody>
      </p:sp>
      <p:sp>
        <p:nvSpPr>
          <p:cNvPr id="11" name="Picture Placeholder 9">
            <a:extLst>
              <a:ext uri="{FF2B5EF4-FFF2-40B4-BE49-F238E27FC236}">
                <a16:creationId xmlns:a16="http://schemas.microsoft.com/office/drawing/2014/main" id="{C604B6A3-0E2F-173F-DD71-679F89C7A0AF}"/>
              </a:ext>
            </a:extLst>
          </p:cNvPr>
          <p:cNvSpPr>
            <a:spLocks noGrp="1"/>
          </p:cNvSpPr>
          <p:nvPr>
            <p:ph type="pic" sz="quarter" idx="13"/>
          </p:nvPr>
        </p:nvSpPr>
        <p:spPr>
          <a:xfrm>
            <a:off x="262616" y="1312294"/>
            <a:ext cx="3707917" cy="18928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4" name="Text Placeholder 14">
            <a:extLst>
              <a:ext uri="{FF2B5EF4-FFF2-40B4-BE49-F238E27FC236}">
                <a16:creationId xmlns:a16="http://schemas.microsoft.com/office/drawing/2014/main" id="{DB6F6562-FC62-BB32-EA34-3EB70C2EE18E}"/>
              </a:ext>
            </a:extLst>
          </p:cNvPr>
          <p:cNvSpPr>
            <a:spLocks noGrp="1"/>
          </p:cNvSpPr>
          <p:nvPr>
            <p:ph type="body" sz="quarter" idx="40" hasCustomPrompt="1"/>
          </p:nvPr>
        </p:nvSpPr>
        <p:spPr>
          <a:xfrm>
            <a:off x="4242042" y="3364941"/>
            <a:ext cx="3707917" cy="453586"/>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15" name="Picture Placeholder 9">
            <a:extLst>
              <a:ext uri="{FF2B5EF4-FFF2-40B4-BE49-F238E27FC236}">
                <a16:creationId xmlns:a16="http://schemas.microsoft.com/office/drawing/2014/main" id="{195466F1-E508-D2D8-6D5C-41473F748021}"/>
              </a:ext>
            </a:extLst>
          </p:cNvPr>
          <p:cNvSpPr>
            <a:spLocks noGrp="1"/>
          </p:cNvSpPr>
          <p:nvPr>
            <p:ph type="pic" sz="quarter" idx="41"/>
          </p:nvPr>
        </p:nvSpPr>
        <p:spPr>
          <a:xfrm>
            <a:off x="4242042" y="1312294"/>
            <a:ext cx="3707917" cy="18928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6" name="Text Placeholder 14">
            <a:extLst>
              <a:ext uri="{FF2B5EF4-FFF2-40B4-BE49-F238E27FC236}">
                <a16:creationId xmlns:a16="http://schemas.microsoft.com/office/drawing/2014/main" id="{16EB93F3-D8B7-F233-C5AE-D4F58817B4DA}"/>
              </a:ext>
            </a:extLst>
          </p:cNvPr>
          <p:cNvSpPr>
            <a:spLocks noGrp="1"/>
          </p:cNvSpPr>
          <p:nvPr>
            <p:ph type="body" sz="quarter" idx="42" hasCustomPrompt="1"/>
          </p:nvPr>
        </p:nvSpPr>
        <p:spPr>
          <a:xfrm>
            <a:off x="8221468" y="3364941"/>
            <a:ext cx="3707917" cy="453586"/>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17" name="Picture Placeholder 9">
            <a:extLst>
              <a:ext uri="{FF2B5EF4-FFF2-40B4-BE49-F238E27FC236}">
                <a16:creationId xmlns:a16="http://schemas.microsoft.com/office/drawing/2014/main" id="{4D682FAE-E648-3A87-2F8B-C3AE8DEEB06F}"/>
              </a:ext>
            </a:extLst>
          </p:cNvPr>
          <p:cNvSpPr>
            <a:spLocks noGrp="1"/>
          </p:cNvSpPr>
          <p:nvPr>
            <p:ph type="pic" sz="quarter" idx="43"/>
          </p:nvPr>
        </p:nvSpPr>
        <p:spPr>
          <a:xfrm>
            <a:off x="8221468" y="1312294"/>
            <a:ext cx="3707917" cy="18928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8" name="Text Placeholder 14">
            <a:extLst>
              <a:ext uri="{FF2B5EF4-FFF2-40B4-BE49-F238E27FC236}">
                <a16:creationId xmlns:a16="http://schemas.microsoft.com/office/drawing/2014/main" id="{6E4422A5-5488-C942-7EF7-4B55CD90FF66}"/>
              </a:ext>
            </a:extLst>
          </p:cNvPr>
          <p:cNvSpPr>
            <a:spLocks noGrp="1"/>
          </p:cNvSpPr>
          <p:nvPr>
            <p:ph type="body" sz="quarter" idx="44" hasCustomPrompt="1"/>
          </p:nvPr>
        </p:nvSpPr>
        <p:spPr>
          <a:xfrm>
            <a:off x="262616" y="6139456"/>
            <a:ext cx="3707917" cy="453586"/>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19" name="Picture Placeholder 9">
            <a:extLst>
              <a:ext uri="{FF2B5EF4-FFF2-40B4-BE49-F238E27FC236}">
                <a16:creationId xmlns:a16="http://schemas.microsoft.com/office/drawing/2014/main" id="{E446C710-080C-E915-E770-DF5D2FE18227}"/>
              </a:ext>
            </a:extLst>
          </p:cNvPr>
          <p:cNvSpPr>
            <a:spLocks noGrp="1"/>
          </p:cNvSpPr>
          <p:nvPr>
            <p:ph type="pic" sz="quarter" idx="45"/>
          </p:nvPr>
        </p:nvSpPr>
        <p:spPr>
          <a:xfrm>
            <a:off x="262616" y="4086809"/>
            <a:ext cx="3707917" cy="18928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0" name="Text Placeholder 14">
            <a:extLst>
              <a:ext uri="{FF2B5EF4-FFF2-40B4-BE49-F238E27FC236}">
                <a16:creationId xmlns:a16="http://schemas.microsoft.com/office/drawing/2014/main" id="{415846F0-DD8D-CD17-45AE-CCBD2D99F27A}"/>
              </a:ext>
            </a:extLst>
          </p:cNvPr>
          <p:cNvSpPr>
            <a:spLocks noGrp="1"/>
          </p:cNvSpPr>
          <p:nvPr>
            <p:ph type="body" sz="quarter" idx="46" hasCustomPrompt="1"/>
          </p:nvPr>
        </p:nvSpPr>
        <p:spPr>
          <a:xfrm>
            <a:off x="4242042" y="6139456"/>
            <a:ext cx="3707917" cy="453586"/>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22" name="Picture Placeholder 9">
            <a:extLst>
              <a:ext uri="{FF2B5EF4-FFF2-40B4-BE49-F238E27FC236}">
                <a16:creationId xmlns:a16="http://schemas.microsoft.com/office/drawing/2014/main" id="{4F9A3119-0093-A91A-7D8A-F0C2603C40AB}"/>
              </a:ext>
            </a:extLst>
          </p:cNvPr>
          <p:cNvSpPr>
            <a:spLocks noGrp="1"/>
          </p:cNvSpPr>
          <p:nvPr>
            <p:ph type="pic" sz="quarter" idx="47"/>
          </p:nvPr>
        </p:nvSpPr>
        <p:spPr>
          <a:xfrm>
            <a:off x="4242042" y="4086809"/>
            <a:ext cx="3707917" cy="18928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3" name="Text Placeholder 14">
            <a:extLst>
              <a:ext uri="{FF2B5EF4-FFF2-40B4-BE49-F238E27FC236}">
                <a16:creationId xmlns:a16="http://schemas.microsoft.com/office/drawing/2014/main" id="{0A9CBAA9-08F8-E284-8A59-49E6E3FC57D7}"/>
              </a:ext>
            </a:extLst>
          </p:cNvPr>
          <p:cNvSpPr>
            <a:spLocks noGrp="1"/>
          </p:cNvSpPr>
          <p:nvPr>
            <p:ph type="body" sz="quarter" idx="48" hasCustomPrompt="1"/>
          </p:nvPr>
        </p:nvSpPr>
        <p:spPr>
          <a:xfrm>
            <a:off x="8221468" y="6139456"/>
            <a:ext cx="3707917" cy="453586"/>
          </a:xfrm>
        </p:spPr>
        <p:txBody>
          <a:bodyPr wrap="square">
            <a:spAutoFit/>
          </a:bodyPr>
          <a:lstStyle>
            <a:lvl1pPr marL="182843" indent="-182843">
              <a:defRPr sz="900"/>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24" name="Picture Placeholder 9">
            <a:extLst>
              <a:ext uri="{FF2B5EF4-FFF2-40B4-BE49-F238E27FC236}">
                <a16:creationId xmlns:a16="http://schemas.microsoft.com/office/drawing/2014/main" id="{721BECB3-372B-9B53-FA40-0ABB0A05C897}"/>
              </a:ext>
            </a:extLst>
          </p:cNvPr>
          <p:cNvSpPr>
            <a:spLocks noGrp="1"/>
          </p:cNvSpPr>
          <p:nvPr>
            <p:ph type="pic" sz="quarter" idx="49"/>
          </p:nvPr>
        </p:nvSpPr>
        <p:spPr>
          <a:xfrm>
            <a:off x="8221468" y="4086809"/>
            <a:ext cx="3707917" cy="18928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6" name="Slide Number Placeholder 5">
            <a:extLst>
              <a:ext uri="{FF2B5EF4-FFF2-40B4-BE49-F238E27FC236}">
                <a16:creationId xmlns:a16="http://schemas.microsoft.com/office/drawing/2014/main" id="{502CA06A-B993-C244-FF46-7A4928C51EBE}"/>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75843965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nterior Picture Grid (Light)">
    <p:bg>
      <p:bgPr>
        <a:solidFill>
          <a:srgbClr val="F5F5F5"/>
        </a:solidFill>
        <a:effectLst/>
      </p:bgPr>
    </p:bg>
    <p:spTree>
      <p:nvGrpSpPr>
        <p:cNvPr id="1" name=""/>
        <p:cNvGrpSpPr/>
        <p:nvPr/>
      </p:nvGrpSpPr>
      <p:grpSpPr>
        <a:xfrm>
          <a:off x="0" y="0"/>
          <a:ext cx="0" cy="0"/>
          <a:chOff x="0" y="0"/>
          <a:chExt cx="0" cy="0"/>
        </a:xfrm>
      </p:grpSpPr>
      <p:sp>
        <p:nvSpPr>
          <p:cNvPr id="43" name="Picture Placeholder 9">
            <a:extLst>
              <a:ext uri="{FF2B5EF4-FFF2-40B4-BE49-F238E27FC236}">
                <a16:creationId xmlns:a16="http://schemas.microsoft.com/office/drawing/2014/main" id="{85C9B886-F3E4-5E12-9A00-84CD82AC5501}"/>
              </a:ext>
            </a:extLst>
          </p:cNvPr>
          <p:cNvSpPr>
            <a:spLocks noGrp="1"/>
          </p:cNvSpPr>
          <p:nvPr>
            <p:ph type="pic" sz="quarter" idx="44"/>
          </p:nvPr>
        </p:nvSpPr>
        <p:spPr>
          <a:xfrm>
            <a:off x="262766" y="4191007"/>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4" name="Picture Placeholder 9">
            <a:extLst>
              <a:ext uri="{FF2B5EF4-FFF2-40B4-BE49-F238E27FC236}">
                <a16:creationId xmlns:a16="http://schemas.microsoft.com/office/drawing/2014/main" id="{F8F94976-A702-C1F9-A837-6776C974B647}"/>
              </a:ext>
            </a:extLst>
          </p:cNvPr>
          <p:cNvSpPr>
            <a:spLocks noGrp="1"/>
          </p:cNvSpPr>
          <p:nvPr>
            <p:ph type="pic" sz="quarter" idx="45"/>
          </p:nvPr>
        </p:nvSpPr>
        <p:spPr>
          <a:xfrm>
            <a:off x="2253957" y="4191007"/>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491733F7-529D-CC79-65CB-FFFF026BCCC2}"/>
              </a:ext>
            </a:extLst>
          </p:cNvPr>
          <p:cNvSpPr>
            <a:spLocks noGrp="1"/>
          </p:cNvSpPr>
          <p:nvPr>
            <p:ph type="pic" sz="quarter" idx="46"/>
          </p:nvPr>
        </p:nvSpPr>
        <p:spPr>
          <a:xfrm>
            <a:off x="4237993" y="4191007"/>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6" name="Picture Placeholder 9">
            <a:extLst>
              <a:ext uri="{FF2B5EF4-FFF2-40B4-BE49-F238E27FC236}">
                <a16:creationId xmlns:a16="http://schemas.microsoft.com/office/drawing/2014/main" id="{6A1F7AA5-5BAB-2CF9-9D3F-E106BCE895EC}"/>
              </a:ext>
            </a:extLst>
          </p:cNvPr>
          <p:cNvSpPr>
            <a:spLocks noGrp="1"/>
          </p:cNvSpPr>
          <p:nvPr>
            <p:ph type="pic" sz="quarter" idx="47"/>
          </p:nvPr>
        </p:nvSpPr>
        <p:spPr>
          <a:xfrm>
            <a:off x="6229333" y="4191007"/>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7" name="Picture Placeholder 9">
            <a:extLst>
              <a:ext uri="{FF2B5EF4-FFF2-40B4-BE49-F238E27FC236}">
                <a16:creationId xmlns:a16="http://schemas.microsoft.com/office/drawing/2014/main" id="{CC8DDA27-CE84-DC52-6023-A2C4DE0F940F}"/>
              </a:ext>
            </a:extLst>
          </p:cNvPr>
          <p:cNvSpPr>
            <a:spLocks noGrp="1"/>
          </p:cNvSpPr>
          <p:nvPr>
            <p:ph type="pic" sz="quarter" idx="48"/>
          </p:nvPr>
        </p:nvSpPr>
        <p:spPr>
          <a:xfrm>
            <a:off x="8212575" y="4191007"/>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8" name="Picture Placeholder 9">
            <a:extLst>
              <a:ext uri="{FF2B5EF4-FFF2-40B4-BE49-F238E27FC236}">
                <a16:creationId xmlns:a16="http://schemas.microsoft.com/office/drawing/2014/main" id="{6718BFA9-E1B3-D6BB-7487-C006F510A57B}"/>
              </a:ext>
            </a:extLst>
          </p:cNvPr>
          <p:cNvSpPr>
            <a:spLocks noGrp="1"/>
          </p:cNvSpPr>
          <p:nvPr>
            <p:ph type="pic" sz="quarter" idx="49"/>
          </p:nvPr>
        </p:nvSpPr>
        <p:spPr>
          <a:xfrm>
            <a:off x="10195030" y="4191007"/>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9" name="Text Placeholder 14">
            <a:extLst>
              <a:ext uri="{FF2B5EF4-FFF2-40B4-BE49-F238E27FC236}">
                <a16:creationId xmlns:a16="http://schemas.microsoft.com/office/drawing/2014/main" id="{3CADC0AD-CA08-AEA2-21C6-E3AC795358D0}"/>
              </a:ext>
            </a:extLst>
          </p:cNvPr>
          <p:cNvSpPr>
            <a:spLocks noGrp="1"/>
          </p:cNvSpPr>
          <p:nvPr>
            <p:ph type="body" sz="quarter" idx="50" hasCustomPrompt="1"/>
          </p:nvPr>
        </p:nvSpPr>
        <p:spPr>
          <a:xfrm>
            <a:off x="262766" y="5999953"/>
            <a:ext cx="1720625" cy="401649"/>
          </a:xfrm>
        </p:spPr>
        <p:txBody>
          <a:bodyPr wrap="square">
            <a:spAutoFit/>
          </a:bodyPr>
          <a:lstStyle>
            <a:lvl1pPr marL="0" indent="0">
              <a:buNone/>
              <a:defRPr sz="1200">
                <a:latin typeface="+mj-lt"/>
              </a:defRPr>
            </a:lvl1pPr>
          </a:lstStyle>
          <a:p>
            <a:pPr lvl="0"/>
            <a:r>
              <a:rPr lang="en-US"/>
              <a:t>Subhead wrapping over two lines</a:t>
            </a:r>
          </a:p>
        </p:txBody>
      </p:sp>
      <p:sp>
        <p:nvSpPr>
          <p:cNvPr id="50" name="Text Placeholder 14">
            <a:extLst>
              <a:ext uri="{FF2B5EF4-FFF2-40B4-BE49-F238E27FC236}">
                <a16:creationId xmlns:a16="http://schemas.microsoft.com/office/drawing/2014/main" id="{5DBFB30C-D9E0-5B84-1D3C-59BFA31CBE86}"/>
              </a:ext>
            </a:extLst>
          </p:cNvPr>
          <p:cNvSpPr>
            <a:spLocks noGrp="1"/>
          </p:cNvSpPr>
          <p:nvPr>
            <p:ph type="body" sz="quarter" idx="51" hasCustomPrompt="1"/>
          </p:nvPr>
        </p:nvSpPr>
        <p:spPr>
          <a:xfrm>
            <a:off x="2254115" y="5999953"/>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51" name="Text Placeholder 14">
            <a:extLst>
              <a:ext uri="{FF2B5EF4-FFF2-40B4-BE49-F238E27FC236}">
                <a16:creationId xmlns:a16="http://schemas.microsoft.com/office/drawing/2014/main" id="{5467940A-A0E4-39FE-276D-52982FC5B1D2}"/>
              </a:ext>
            </a:extLst>
          </p:cNvPr>
          <p:cNvSpPr>
            <a:spLocks noGrp="1"/>
          </p:cNvSpPr>
          <p:nvPr>
            <p:ph type="body" sz="quarter" idx="52" hasCustomPrompt="1"/>
          </p:nvPr>
        </p:nvSpPr>
        <p:spPr>
          <a:xfrm>
            <a:off x="4245455" y="5999953"/>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52" name="Text Placeholder 14">
            <a:extLst>
              <a:ext uri="{FF2B5EF4-FFF2-40B4-BE49-F238E27FC236}">
                <a16:creationId xmlns:a16="http://schemas.microsoft.com/office/drawing/2014/main" id="{1F97773C-D0B7-F881-B1A5-D8AEDF553E61}"/>
              </a:ext>
            </a:extLst>
          </p:cNvPr>
          <p:cNvSpPr>
            <a:spLocks noGrp="1"/>
          </p:cNvSpPr>
          <p:nvPr>
            <p:ph type="body" sz="quarter" idx="53" hasCustomPrompt="1"/>
          </p:nvPr>
        </p:nvSpPr>
        <p:spPr>
          <a:xfrm>
            <a:off x="6236796" y="5999953"/>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53" name="Text Placeholder 14">
            <a:extLst>
              <a:ext uri="{FF2B5EF4-FFF2-40B4-BE49-F238E27FC236}">
                <a16:creationId xmlns:a16="http://schemas.microsoft.com/office/drawing/2014/main" id="{2ECF84FA-0E79-D13F-83BD-198A87BF689C}"/>
              </a:ext>
            </a:extLst>
          </p:cNvPr>
          <p:cNvSpPr>
            <a:spLocks noGrp="1"/>
          </p:cNvSpPr>
          <p:nvPr>
            <p:ph type="body" sz="quarter" idx="54" hasCustomPrompt="1"/>
          </p:nvPr>
        </p:nvSpPr>
        <p:spPr>
          <a:xfrm>
            <a:off x="8228136" y="5999953"/>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54" name="Text Placeholder 14">
            <a:extLst>
              <a:ext uri="{FF2B5EF4-FFF2-40B4-BE49-F238E27FC236}">
                <a16:creationId xmlns:a16="http://schemas.microsoft.com/office/drawing/2014/main" id="{F69D5152-F0FC-DBAB-A69E-3CF712D6BBC1}"/>
              </a:ext>
            </a:extLst>
          </p:cNvPr>
          <p:cNvSpPr>
            <a:spLocks noGrp="1"/>
          </p:cNvSpPr>
          <p:nvPr>
            <p:ph type="body" sz="quarter" idx="55" hasCustomPrompt="1"/>
          </p:nvPr>
        </p:nvSpPr>
        <p:spPr>
          <a:xfrm>
            <a:off x="10219476" y="5999953"/>
            <a:ext cx="1724516" cy="401649"/>
          </a:xfrm>
        </p:spPr>
        <p:txBody>
          <a:bodyPr wrap="square">
            <a:spAutoFit/>
          </a:bodyPr>
          <a:lstStyle>
            <a:lvl1pPr marL="0" indent="0">
              <a:buNone/>
              <a:defRPr sz="1200">
                <a:latin typeface="+mj-lt"/>
              </a:defRPr>
            </a:lvl1pPr>
          </a:lstStyle>
          <a:p>
            <a:pPr lvl="0"/>
            <a:r>
              <a:rPr lang="en-US"/>
              <a:t>Subhead wrapping over two lines</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7" name="Straight Connector 6">
            <a:extLst>
              <a:ext uri="{FF2B5EF4-FFF2-40B4-BE49-F238E27FC236}">
                <a16:creationId xmlns:a16="http://schemas.microsoft.com/office/drawing/2014/main" id="{2EDBF4C0-48BD-0AA4-AC08-3488348A30AF}"/>
              </a:ext>
            </a:extLst>
          </p:cNvPr>
          <p:cNvCxnSpPr>
            <a:cxnSpLocks/>
          </p:cNvCxnSpPr>
          <p:nvPr/>
        </p:nvCxnSpPr>
        <p:spPr>
          <a:xfrm>
            <a:off x="257536" y="1504769"/>
            <a:ext cx="11663264"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9" name="Picture Placeholder 9">
            <a:extLst>
              <a:ext uri="{FF2B5EF4-FFF2-40B4-BE49-F238E27FC236}">
                <a16:creationId xmlns:a16="http://schemas.microsoft.com/office/drawing/2014/main" id="{BC498253-E19A-9981-7491-0B0200501465}"/>
              </a:ext>
            </a:extLst>
          </p:cNvPr>
          <p:cNvSpPr>
            <a:spLocks noGrp="1"/>
          </p:cNvSpPr>
          <p:nvPr>
            <p:ph type="pic" sz="quarter" idx="13"/>
          </p:nvPr>
        </p:nvSpPr>
        <p:spPr>
          <a:xfrm>
            <a:off x="262766" y="1735906"/>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2" name="Picture Placeholder 9">
            <a:extLst>
              <a:ext uri="{FF2B5EF4-FFF2-40B4-BE49-F238E27FC236}">
                <a16:creationId xmlns:a16="http://schemas.microsoft.com/office/drawing/2014/main" id="{9C4EF51A-A56C-324C-7B1A-B7579A5A371E}"/>
              </a:ext>
            </a:extLst>
          </p:cNvPr>
          <p:cNvSpPr>
            <a:spLocks noGrp="1"/>
          </p:cNvSpPr>
          <p:nvPr>
            <p:ph type="pic" sz="quarter" idx="14"/>
          </p:nvPr>
        </p:nvSpPr>
        <p:spPr>
          <a:xfrm>
            <a:off x="2253957" y="1735906"/>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4" name="Picture Placeholder 9">
            <a:extLst>
              <a:ext uri="{FF2B5EF4-FFF2-40B4-BE49-F238E27FC236}">
                <a16:creationId xmlns:a16="http://schemas.microsoft.com/office/drawing/2014/main" id="{4F721F11-D41A-997F-55D6-70373D59D181}"/>
              </a:ext>
            </a:extLst>
          </p:cNvPr>
          <p:cNvSpPr>
            <a:spLocks noGrp="1"/>
          </p:cNvSpPr>
          <p:nvPr>
            <p:ph type="pic" sz="quarter" idx="15"/>
          </p:nvPr>
        </p:nvSpPr>
        <p:spPr>
          <a:xfrm>
            <a:off x="4237993" y="1735906"/>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6" name="Picture Placeholder 9">
            <a:extLst>
              <a:ext uri="{FF2B5EF4-FFF2-40B4-BE49-F238E27FC236}">
                <a16:creationId xmlns:a16="http://schemas.microsoft.com/office/drawing/2014/main" id="{4B87836F-5514-410A-006A-3F8EF5C8A2A0}"/>
              </a:ext>
            </a:extLst>
          </p:cNvPr>
          <p:cNvSpPr>
            <a:spLocks noGrp="1"/>
          </p:cNvSpPr>
          <p:nvPr>
            <p:ph type="pic" sz="quarter" idx="16"/>
          </p:nvPr>
        </p:nvSpPr>
        <p:spPr>
          <a:xfrm>
            <a:off x="6229333" y="1735906"/>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8" name="Picture Placeholder 9">
            <a:extLst>
              <a:ext uri="{FF2B5EF4-FFF2-40B4-BE49-F238E27FC236}">
                <a16:creationId xmlns:a16="http://schemas.microsoft.com/office/drawing/2014/main" id="{107E7A96-FD00-0FC7-A726-81E9C011D1EB}"/>
              </a:ext>
            </a:extLst>
          </p:cNvPr>
          <p:cNvSpPr>
            <a:spLocks noGrp="1"/>
          </p:cNvSpPr>
          <p:nvPr>
            <p:ph type="pic" sz="quarter" idx="17"/>
          </p:nvPr>
        </p:nvSpPr>
        <p:spPr>
          <a:xfrm>
            <a:off x="8212575" y="1735906"/>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0" name="Picture Placeholder 9">
            <a:extLst>
              <a:ext uri="{FF2B5EF4-FFF2-40B4-BE49-F238E27FC236}">
                <a16:creationId xmlns:a16="http://schemas.microsoft.com/office/drawing/2014/main" id="{B62A229C-FE8E-6E1A-4CCD-6B54E572722A}"/>
              </a:ext>
            </a:extLst>
          </p:cNvPr>
          <p:cNvSpPr>
            <a:spLocks noGrp="1"/>
          </p:cNvSpPr>
          <p:nvPr>
            <p:ph type="pic" sz="quarter" idx="18"/>
          </p:nvPr>
        </p:nvSpPr>
        <p:spPr>
          <a:xfrm>
            <a:off x="10195030" y="1735906"/>
            <a:ext cx="1724675" cy="172467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cxnSp>
        <p:nvCxnSpPr>
          <p:cNvPr id="11" name="Straight Connector 10">
            <a:extLst>
              <a:ext uri="{FF2B5EF4-FFF2-40B4-BE49-F238E27FC236}">
                <a16:creationId xmlns:a16="http://schemas.microsoft.com/office/drawing/2014/main" id="{CF4B7B71-D5EB-3F43-CF27-6D94A6701913}"/>
              </a:ext>
            </a:extLst>
          </p:cNvPr>
          <p:cNvCxnSpPr>
            <a:cxnSpLocks/>
          </p:cNvCxnSpPr>
          <p:nvPr userDrawn="1"/>
        </p:nvCxnSpPr>
        <p:spPr>
          <a:xfrm>
            <a:off x="257536" y="1504769"/>
            <a:ext cx="11663264"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 Placeholder 14">
            <a:extLst>
              <a:ext uri="{FF2B5EF4-FFF2-40B4-BE49-F238E27FC236}">
                <a16:creationId xmlns:a16="http://schemas.microsoft.com/office/drawing/2014/main" id="{C457086F-2E26-D088-74D3-090BC12E603C}"/>
              </a:ext>
            </a:extLst>
          </p:cNvPr>
          <p:cNvSpPr>
            <a:spLocks noGrp="1"/>
          </p:cNvSpPr>
          <p:nvPr>
            <p:ph type="body" sz="quarter" idx="38" hasCustomPrompt="1"/>
          </p:nvPr>
        </p:nvSpPr>
        <p:spPr>
          <a:xfrm>
            <a:off x="262766" y="3544851"/>
            <a:ext cx="1720625" cy="401649"/>
          </a:xfrm>
        </p:spPr>
        <p:txBody>
          <a:bodyPr wrap="square">
            <a:spAutoFit/>
          </a:bodyPr>
          <a:lstStyle>
            <a:lvl1pPr marL="0" indent="0">
              <a:buNone/>
              <a:defRPr sz="1200">
                <a:latin typeface="+mj-lt"/>
              </a:defRPr>
            </a:lvl1pPr>
          </a:lstStyle>
          <a:p>
            <a:pPr lvl="0"/>
            <a:r>
              <a:rPr lang="en-US"/>
              <a:t>Subhead wrapping over two lines</a:t>
            </a:r>
          </a:p>
        </p:txBody>
      </p:sp>
      <p:sp>
        <p:nvSpPr>
          <p:cNvPr id="19" name="Text Placeholder 14">
            <a:extLst>
              <a:ext uri="{FF2B5EF4-FFF2-40B4-BE49-F238E27FC236}">
                <a16:creationId xmlns:a16="http://schemas.microsoft.com/office/drawing/2014/main" id="{CC193CEC-8281-A77D-4837-045AC6253245}"/>
              </a:ext>
            </a:extLst>
          </p:cNvPr>
          <p:cNvSpPr>
            <a:spLocks noGrp="1"/>
          </p:cNvSpPr>
          <p:nvPr>
            <p:ph type="body" sz="quarter" idx="39" hasCustomPrompt="1"/>
          </p:nvPr>
        </p:nvSpPr>
        <p:spPr>
          <a:xfrm>
            <a:off x="2254115" y="3544851"/>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21" name="Text Placeholder 14">
            <a:extLst>
              <a:ext uri="{FF2B5EF4-FFF2-40B4-BE49-F238E27FC236}">
                <a16:creationId xmlns:a16="http://schemas.microsoft.com/office/drawing/2014/main" id="{FF6F26F2-0478-EACF-FD9A-457F531B24CF}"/>
              </a:ext>
            </a:extLst>
          </p:cNvPr>
          <p:cNvSpPr>
            <a:spLocks noGrp="1"/>
          </p:cNvSpPr>
          <p:nvPr>
            <p:ph type="body" sz="quarter" idx="40" hasCustomPrompt="1"/>
          </p:nvPr>
        </p:nvSpPr>
        <p:spPr>
          <a:xfrm>
            <a:off x="4245455" y="3544851"/>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40" name="Text Placeholder 14">
            <a:extLst>
              <a:ext uri="{FF2B5EF4-FFF2-40B4-BE49-F238E27FC236}">
                <a16:creationId xmlns:a16="http://schemas.microsoft.com/office/drawing/2014/main" id="{F8043EB6-CD12-E6E8-6CD5-59F8E958283E}"/>
              </a:ext>
            </a:extLst>
          </p:cNvPr>
          <p:cNvSpPr>
            <a:spLocks noGrp="1"/>
          </p:cNvSpPr>
          <p:nvPr>
            <p:ph type="body" sz="quarter" idx="41" hasCustomPrompt="1"/>
          </p:nvPr>
        </p:nvSpPr>
        <p:spPr>
          <a:xfrm>
            <a:off x="6236796" y="3544851"/>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41" name="Text Placeholder 14">
            <a:extLst>
              <a:ext uri="{FF2B5EF4-FFF2-40B4-BE49-F238E27FC236}">
                <a16:creationId xmlns:a16="http://schemas.microsoft.com/office/drawing/2014/main" id="{FE48E665-7BAD-2DF6-E021-51FDE8C4483A}"/>
              </a:ext>
            </a:extLst>
          </p:cNvPr>
          <p:cNvSpPr>
            <a:spLocks noGrp="1"/>
          </p:cNvSpPr>
          <p:nvPr>
            <p:ph type="body" sz="quarter" idx="42" hasCustomPrompt="1"/>
          </p:nvPr>
        </p:nvSpPr>
        <p:spPr>
          <a:xfrm>
            <a:off x="8228136" y="3544851"/>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42" name="Text Placeholder 14">
            <a:extLst>
              <a:ext uri="{FF2B5EF4-FFF2-40B4-BE49-F238E27FC236}">
                <a16:creationId xmlns:a16="http://schemas.microsoft.com/office/drawing/2014/main" id="{A89B74F3-7F23-BD89-88BB-A14E3E67AD5C}"/>
              </a:ext>
            </a:extLst>
          </p:cNvPr>
          <p:cNvSpPr>
            <a:spLocks noGrp="1"/>
          </p:cNvSpPr>
          <p:nvPr>
            <p:ph type="body" sz="quarter" idx="43" hasCustomPrompt="1"/>
          </p:nvPr>
        </p:nvSpPr>
        <p:spPr>
          <a:xfrm>
            <a:off x="10219476" y="3544851"/>
            <a:ext cx="1724516" cy="401649"/>
          </a:xfrm>
        </p:spPr>
        <p:txBody>
          <a:bodyPr wrap="square">
            <a:spAutoFit/>
          </a:bodyPr>
          <a:lstStyle>
            <a:lvl1pPr marL="0" indent="0">
              <a:buNone/>
              <a:defRPr sz="1200">
                <a:latin typeface="+mj-lt"/>
              </a:defRPr>
            </a:lvl1pPr>
          </a:lstStyle>
          <a:p>
            <a:pPr lvl="0"/>
            <a:r>
              <a:rPr lang="en-US"/>
              <a:t>Subhead wrapping over two lines</a:t>
            </a:r>
          </a:p>
        </p:txBody>
      </p:sp>
      <p:sp>
        <p:nvSpPr>
          <p:cNvPr id="5" name="Slide Number Placeholder 5">
            <a:extLst>
              <a:ext uri="{FF2B5EF4-FFF2-40B4-BE49-F238E27FC236}">
                <a16:creationId xmlns:a16="http://schemas.microsoft.com/office/drawing/2014/main" id="{ADCD2EAC-2BCE-DE73-057C-0294CC80D191}"/>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6" name="Text Placeholder 14">
            <a:extLst>
              <a:ext uri="{FF2B5EF4-FFF2-40B4-BE49-F238E27FC236}">
                <a16:creationId xmlns:a16="http://schemas.microsoft.com/office/drawing/2014/main" id="{2243729C-6E16-9E60-E08C-C61016CE3201}"/>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8" name="Title 17">
            <a:extLst>
              <a:ext uri="{FF2B5EF4-FFF2-40B4-BE49-F238E27FC236}">
                <a16:creationId xmlns:a16="http://schemas.microsoft.com/office/drawing/2014/main" id="{F6993D45-8C38-E943-4D5B-0213C84D9018}"/>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tx1"/>
                </a:solidFill>
              </a:defRPr>
            </a:lvl1pPr>
          </a:lstStyle>
          <a:p>
            <a:r>
              <a:rPr lang="en-US"/>
              <a:t>Header</a:t>
            </a:r>
          </a:p>
        </p:txBody>
      </p:sp>
    </p:spTree>
    <p:extLst>
      <p:ext uri="{BB962C8B-B14F-4D97-AF65-F5344CB8AC3E}">
        <p14:creationId xmlns:p14="http://schemas.microsoft.com/office/powerpoint/2010/main" val="15550198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terior Collage 1.1 (Light)">
    <p:bg>
      <p:bgPr>
        <a:solidFill>
          <a:srgbClr val="F5F5F5"/>
        </a:solidFill>
        <a:effectLst/>
      </p:bgPr>
    </p:bg>
    <p:spTree>
      <p:nvGrpSpPr>
        <p:cNvPr id="1" name=""/>
        <p:cNvGrpSpPr/>
        <p:nvPr/>
      </p:nvGrpSpPr>
      <p:grpSpPr>
        <a:xfrm>
          <a:off x="0" y="0"/>
          <a:ext cx="0" cy="0"/>
          <a:chOff x="0" y="0"/>
          <a:chExt cx="0" cy="0"/>
        </a:xfrm>
      </p:grpSpPr>
      <p:sp>
        <p:nvSpPr>
          <p:cNvPr id="31" name="Picture Placeholder 9">
            <a:extLst>
              <a:ext uri="{FF2B5EF4-FFF2-40B4-BE49-F238E27FC236}">
                <a16:creationId xmlns:a16="http://schemas.microsoft.com/office/drawing/2014/main" id="{414F3A46-6C79-B4B1-C65B-3636B6B3DB33}"/>
              </a:ext>
            </a:extLst>
          </p:cNvPr>
          <p:cNvSpPr>
            <a:spLocks noGrp="1"/>
          </p:cNvSpPr>
          <p:nvPr>
            <p:ph type="pic" sz="quarter" idx="37"/>
          </p:nvPr>
        </p:nvSpPr>
        <p:spPr>
          <a:xfrm>
            <a:off x="262766"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3" name="Picture Placeholder 9">
            <a:extLst>
              <a:ext uri="{FF2B5EF4-FFF2-40B4-BE49-F238E27FC236}">
                <a16:creationId xmlns:a16="http://schemas.microsoft.com/office/drawing/2014/main" id="{6DA91201-807B-7F7B-A15C-3933A50E4033}"/>
              </a:ext>
            </a:extLst>
          </p:cNvPr>
          <p:cNvSpPr>
            <a:spLocks noGrp="1"/>
          </p:cNvSpPr>
          <p:nvPr>
            <p:ph type="pic" sz="quarter" idx="43"/>
          </p:nvPr>
        </p:nvSpPr>
        <p:spPr>
          <a:xfrm>
            <a:off x="262766"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4" name="Picture Placeholder 9">
            <a:extLst>
              <a:ext uri="{FF2B5EF4-FFF2-40B4-BE49-F238E27FC236}">
                <a16:creationId xmlns:a16="http://schemas.microsoft.com/office/drawing/2014/main" id="{A36546E3-93E3-A778-B668-BAEE9A09CA76}"/>
              </a:ext>
            </a:extLst>
          </p:cNvPr>
          <p:cNvSpPr>
            <a:spLocks noGrp="1"/>
          </p:cNvSpPr>
          <p:nvPr>
            <p:ph type="pic" sz="quarter" idx="44"/>
          </p:nvPr>
        </p:nvSpPr>
        <p:spPr>
          <a:xfrm>
            <a:off x="2304955"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8D7F82AF-A25F-3281-B2A8-165DB08771DB}"/>
              </a:ext>
            </a:extLst>
          </p:cNvPr>
          <p:cNvSpPr>
            <a:spLocks noGrp="1"/>
          </p:cNvSpPr>
          <p:nvPr>
            <p:ph type="pic" sz="quarter" idx="45"/>
          </p:nvPr>
        </p:nvSpPr>
        <p:spPr>
          <a:xfrm>
            <a:off x="4348801"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6" name="Picture Placeholder 9">
            <a:extLst>
              <a:ext uri="{FF2B5EF4-FFF2-40B4-BE49-F238E27FC236}">
                <a16:creationId xmlns:a16="http://schemas.microsoft.com/office/drawing/2014/main" id="{77846D10-B19A-7A06-CE1C-B4259CEDB20F}"/>
              </a:ext>
            </a:extLst>
          </p:cNvPr>
          <p:cNvSpPr>
            <a:spLocks noGrp="1"/>
          </p:cNvSpPr>
          <p:nvPr>
            <p:ph type="pic" sz="quarter" idx="46"/>
          </p:nvPr>
        </p:nvSpPr>
        <p:spPr>
          <a:xfrm>
            <a:off x="6392646"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7" name="Picture Placeholder 9">
            <a:extLst>
              <a:ext uri="{FF2B5EF4-FFF2-40B4-BE49-F238E27FC236}">
                <a16:creationId xmlns:a16="http://schemas.microsoft.com/office/drawing/2014/main" id="{1F0CB571-2CC5-3A2F-2978-74174DAA45FF}"/>
              </a:ext>
            </a:extLst>
          </p:cNvPr>
          <p:cNvSpPr>
            <a:spLocks noGrp="1"/>
          </p:cNvSpPr>
          <p:nvPr>
            <p:ph type="pic" sz="quarter" idx="47"/>
          </p:nvPr>
        </p:nvSpPr>
        <p:spPr>
          <a:xfrm>
            <a:off x="8436492"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8" name="Picture Placeholder 9">
            <a:extLst>
              <a:ext uri="{FF2B5EF4-FFF2-40B4-BE49-F238E27FC236}">
                <a16:creationId xmlns:a16="http://schemas.microsoft.com/office/drawing/2014/main" id="{E3EB4462-D286-A817-693C-92AEE36F0EED}"/>
              </a:ext>
            </a:extLst>
          </p:cNvPr>
          <p:cNvSpPr>
            <a:spLocks noGrp="1"/>
          </p:cNvSpPr>
          <p:nvPr>
            <p:ph type="pic" sz="quarter" idx="48"/>
          </p:nvPr>
        </p:nvSpPr>
        <p:spPr>
          <a:xfrm>
            <a:off x="10480337"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C5EE55A4-37A2-B4D8-C3AC-37CB40FA2765}"/>
              </a:ext>
            </a:extLst>
          </p:cNvPr>
          <p:cNvSpPr>
            <a:spLocks noGrp="1"/>
          </p:cNvSpPr>
          <p:nvPr>
            <p:ph type="pic" sz="quarter" idx="31"/>
          </p:nvPr>
        </p:nvSpPr>
        <p:spPr>
          <a:xfrm>
            <a:off x="262766"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26" name="Picture Placeholder 9">
            <a:extLst>
              <a:ext uri="{FF2B5EF4-FFF2-40B4-BE49-F238E27FC236}">
                <a16:creationId xmlns:a16="http://schemas.microsoft.com/office/drawing/2014/main" id="{1D15C063-808E-85A7-50C7-6E5B2FCD5AD6}"/>
              </a:ext>
            </a:extLst>
          </p:cNvPr>
          <p:cNvSpPr>
            <a:spLocks noGrp="1"/>
          </p:cNvSpPr>
          <p:nvPr>
            <p:ph type="pic" sz="quarter" idx="32"/>
          </p:nvPr>
        </p:nvSpPr>
        <p:spPr>
          <a:xfrm>
            <a:off x="2304955"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4B90FC3E-7F7E-90C9-3727-7F837C6F3BB5}"/>
              </a:ext>
            </a:extLst>
          </p:cNvPr>
          <p:cNvSpPr>
            <a:spLocks noGrp="1"/>
          </p:cNvSpPr>
          <p:nvPr>
            <p:ph type="pic" sz="quarter" idx="33"/>
          </p:nvPr>
        </p:nvSpPr>
        <p:spPr>
          <a:xfrm>
            <a:off x="4348801"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D7347812-B755-7A67-CEF3-9A783EC2714D}"/>
              </a:ext>
            </a:extLst>
          </p:cNvPr>
          <p:cNvSpPr>
            <a:spLocks noGrp="1"/>
          </p:cNvSpPr>
          <p:nvPr>
            <p:ph type="pic" sz="quarter" idx="34"/>
          </p:nvPr>
        </p:nvSpPr>
        <p:spPr>
          <a:xfrm>
            <a:off x="6392646"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DA31DF15-3CFD-8ECB-E60B-6F0BEE5C00DD}"/>
              </a:ext>
            </a:extLst>
          </p:cNvPr>
          <p:cNvSpPr>
            <a:spLocks noGrp="1"/>
          </p:cNvSpPr>
          <p:nvPr>
            <p:ph type="pic" sz="quarter" idx="35"/>
          </p:nvPr>
        </p:nvSpPr>
        <p:spPr>
          <a:xfrm>
            <a:off x="8436492"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0" name="Picture Placeholder 9">
            <a:extLst>
              <a:ext uri="{FF2B5EF4-FFF2-40B4-BE49-F238E27FC236}">
                <a16:creationId xmlns:a16="http://schemas.microsoft.com/office/drawing/2014/main" id="{8FB89C77-18AB-8B9C-D40D-9F9E06EDDEE5}"/>
              </a:ext>
            </a:extLst>
          </p:cNvPr>
          <p:cNvSpPr>
            <a:spLocks noGrp="1"/>
          </p:cNvSpPr>
          <p:nvPr>
            <p:ph type="pic" sz="quarter" idx="36"/>
          </p:nvPr>
        </p:nvSpPr>
        <p:spPr>
          <a:xfrm>
            <a:off x="10480337"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2" name="Picture Placeholder 9">
            <a:extLst>
              <a:ext uri="{FF2B5EF4-FFF2-40B4-BE49-F238E27FC236}">
                <a16:creationId xmlns:a16="http://schemas.microsoft.com/office/drawing/2014/main" id="{EFDC720D-9A69-3CE1-C1B4-9067527A25FD}"/>
              </a:ext>
            </a:extLst>
          </p:cNvPr>
          <p:cNvSpPr>
            <a:spLocks noGrp="1"/>
          </p:cNvSpPr>
          <p:nvPr>
            <p:ph type="pic" sz="quarter" idx="38"/>
          </p:nvPr>
        </p:nvSpPr>
        <p:spPr>
          <a:xfrm>
            <a:off x="2304955"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3" name="Picture Placeholder 9">
            <a:extLst>
              <a:ext uri="{FF2B5EF4-FFF2-40B4-BE49-F238E27FC236}">
                <a16:creationId xmlns:a16="http://schemas.microsoft.com/office/drawing/2014/main" id="{1A9AE1E9-1CFA-55D3-3DF0-7261488E0699}"/>
              </a:ext>
            </a:extLst>
          </p:cNvPr>
          <p:cNvSpPr>
            <a:spLocks noGrp="1"/>
          </p:cNvSpPr>
          <p:nvPr>
            <p:ph type="pic" sz="quarter" idx="39"/>
          </p:nvPr>
        </p:nvSpPr>
        <p:spPr>
          <a:xfrm>
            <a:off x="4348801"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4" name="Picture Placeholder 9">
            <a:extLst>
              <a:ext uri="{FF2B5EF4-FFF2-40B4-BE49-F238E27FC236}">
                <a16:creationId xmlns:a16="http://schemas.microsoft.com/office/drawing/2014/main" id="{A19B2CC4-547F-49CA-6526-7197F55615CF}"/>
              </a:ext>
            </a:extLst>
          </p:cNvPr>
          <p:cNvSpPr>
            <a:spLocks noGrp="1"/>
          </p:cNvSpPr>
          <p:nvPr>
            <p:ph type="pic" sz="quarter" idx="40"/>
          </p:nvPr>
        </p:nvSpPr>
        <p:spPr>
          <a:xfrm>
            <a:off x="6392646"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5" name="Picture Placeholder 9">
            <a:extLst>
              <a:ext uri="{FF2B5EF4-FFF2-40B4-BE49-F238E27FC236}">
                <a16:creationId xmlns:a16="http://schemas.microsoft.com/office/drawing/2014/main" id="{946D8120-6638-43CD-E142-F46BAB6BB855}"/>
              </a:ext>
            </a:extLst>
          </p:cNvPr>
          <p:cNvSpPr>
            <a:spLocks noGrp="1"/>
          </p:cNvSpPr>
          <p:nvPr>
            <p:ph type="pic" sz="quarter" idx="41"/>
          </p:nvPr>
        </p:nvSpPr>
        <p:spPr>
          <a:xfrm>
            <a:off x="8436492"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6" name="Picture Placeholder 9">
            <a:extLst>
              <a:ext uri="{FF2B5EF4-FFF2-40B4-BE49-F238E27FC236}">
                <a16:creationId xmlns:a16="http://schemas.microsoft.com/office/drawing/2014/main" id="{890A2031-10BD-625A-86DD-1D0CC2E40A54}"/>
              </a:ext>
            </a:extLst>
          </p:cNvPr>
          <p:cNvSpPr>
            <a:spLocks noGrp="1"/>
          </p:cNvSpPr>
          <p:nvPr>
            <p:ph type="pic" sz="quarter" idx="42"/>
          </p:nvPr>
        </p:nvSpPr>
        <p:spPr>
          <a:xfrm>
            <a:off x="10480337"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5" name="Slide Number Placeholder 5">
            <a:extLst>
              <a:ext uri="{FF2B5EF4-FFF2-40B4-BE49-F238E27FC236}">
                <a16:creationId xmlns:a16="http://schemas.microsoft.com/office/drawing/2014/main" id="{1AE628A5-ED58-A3B0-1085-968A9E997CF5}"/>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80183357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nterior Collage 1.2 (Light)">
    <p:bg>
      <p:bgPr>
        <a:solidFill>
          <a:schemeClr val="bg1"/>
        </a:solidFill>
        <a:effectLst/>
      </p:bgPr>
    </p:bg>
    <p:spTree>
      <p:nvGrpSpPr>
        <p:cNvPr id="1" name=""/>
        <p:cNvGrpSpPr/>
        <p:nvPr/>
      </p:nvGrpSpPr>
      <p:grpSpPr>
        <a:xfrm>
          <a:off x="0" y="0"/>
          <a:ext cx="0" cy="0"/>
          <a:chOff x="0" y="0"/>
          <a:chExt cx="0" cy="0"/>
        </a:xfrm>
      </p:grpSpPr>
      <p:sp>
        <p:nvSpPr>
          <p:cNvPr id="24" name="Picture Placeholder 9">
            <a:extLst>
              <a:ext uri="{FF2B5EF4-FFF2-40B4-BE49-F238E27FC236}">
                <a16:creationId xmlns:a16="http://schemas.microsoft.com/office/drawing/2014/main" id="{02BA032F-0C7E-6C39-16BE-83DF2C624861}"/>
              </a:ext>
            </a:extLst>
          </p:cNvPr>
          <p:cNvSpPr>
            <a:spLocks noGrp="1"/>
          </p:cNvSpPr>
          <p:nvPr>
            <p:ph type="pic" sz="quarter" idx="37"/>
          </p:nvPr>
        </p:nvSpPr>
        <p:spPr>
          <a:xfrm>
            <a:off x="262766"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E41772E7-5B40-90F2-E589-5CDE69BC1D6F}"/>
              </a:ext>
            </a:extLst>
          </p:cNvPr>
          <p:cNvSpPr>
            <a:spLocks noGrp="1"/>
          </p:cNvSpPr>
          <p:nvPr>
            <p:ph type="pic" sz="quarter" idx="43"/>
          </p:nvPr>
        </p:nvSpPr>
        <p:spPr>
          <a:xfrm>
            <a:off x="262766"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6" name="Picture Placeholder 9">
            <a:extLst>
              <a:ext uri="{FF2B5EF4-FFF2-40B4-BE49-F238E27FC236}">
                <a16:creationId xmlns:a16="http://schemas.microsoft.com/office/drawing/2014/main" id="{0C6F8664-9FED-BFA0-E912-512D1791091C}"/>
              </a:ext>
            </a:extLst>
          </p:cNvPr>
          <p:cNvSpPr>
            <a:spLocks noGrp="1"/>
          </p:cNvSpPr>
          <p:nvPr>
            <p:ph type="pic" sz="quarter" idx="44"/>
          </p:nvPr>
        </p:nvSpPr>
        <p:spPr>
          <a:xfrm>
            <a:off x="2304955"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9BAFF3A1-B2AB-57EF-7216-B3AC7AB62A95}"/>
              </a:ext>
            </a:extLst>
          </p:cNvPr>
          <p:cNvSpPr>
            <a:spLocks noGrp="1"/>
          </p:cNvSpPr>
          <p:nvPr>
            <p:ph type="pic" sz="quarter" idx="45"/>
          </p:nvPr>
        </p:nvSpPr>
        <p:spPr>
          <a:xfrm>
            <a:off x="4348801"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80A79D59-5844-353F-A355-16B6B3A22E86}"/>
              </a:ext>
            </a:extLst>
          </p:cNvPr>
          <p:cNvSpPr>
            <a:spLocks noGrp="1"/>
          </p:cNvSpPr>
          <p:nvPr>
            <p:ph type="pic" sz="quarter" idx="46"/>
          </p:nvPr>
        </p:nvSpPr>
        <p:spPr>
          <a:xfrm>
            <a:off x="6392646"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5273E02F-B306-FEE8-2E2A-998150880A39}"/>
              </a:ext>
            </a:extLst>
          </p:cNvPr>
          <p:cNvSpPr>
            <a:spLocks noGrp="1"/>
          </p:cNvSpPr>
          <p:nvPr>
            <p:ph type="pic" sz="quarter" idx="47"/>
          </p:nvPr>
        </p:nvSpPr>
        <p:spPr>
          <a:xfrm>
            <a:off x="8436492" y="515503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1" name="Picture Placeholder 9">
            <a:extLst>
              <a:ext uri="{FF2B5EF4-FFF2-40B4-BE49-F238E27FC236}">
                <a16:creationId xmlns:a16="http://schemas.microsoft.com/office/drawing/2014/main" id="{48BB3589-59E9-D1C6-A087-4B68C49F65DF}"/>
              </a:ext>
            </a:extLst>
          </p:cNvPr>
          <p:cNvSpPr>
            <a:spLocks noGrp="1"/>
          </p:cNvSpPr>
          <p:nvPr>
            <p:ph type="pic" sz="quarter" idx="31"/>
          </p:nvPr>
        </p:nvSpPr>
        <p:spPr>
          <a:xfrm>
            <a:off x="262766"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2" name="Picture Placeholder 9">
            <a:extLst>
              <a:ext uri="{FF2B5EF4-FFF2-40B4-BE49-F238E27FC236}">
                <a16:creationId xmlns:a16="http://schemas.microsoft.com/office/drawing/2014/main" id="{29BC56FF-C753-705C-7A95-BFCE3BBD276A}"/>
              </a:ext>
            </a:extLst>
          </p:cNvPr>
          <p:cNvSpPr>
            <a:spLocks noGrp="1"/>
          </p:cNvSpPr>
          <p:nvPr>
            <p:ph type="pic" sz="quarter" idx="32"/>
          </p:nvPr>
        </p:nvSpPr>
        <p:spPr>
          <a:xfrm>
            <a:off x="2304955"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3" name="Picture Placeholder 9">
            <a:extLst>
              <a:ext uri="{FF2B5EF4-FFF2-40B4-BE49-F238E27FC236}">
                <a16:creationId xmlns:a16="http://schemas.microsoft.com/office/drawing/2014/main" id="{C90FC4B6-5FA5-16D5-9044-41A00345BAB9}"/>
              </a:ext>
            </a:extLst>
          </p:cNvPr>
          <p:cNvSpPr>
            <a:spLocks noGrp="1"/>
          </p:cNvSpPr>
          <p:nvPr>
            <p:ph type="pic" sz="quarter" idx="33"/>
          </p:nvPr>
        </p:nvSpPr>
        <p:spPr>
          <a:xfrm>
            <a:off x="4348801"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4" name="Picture Placeholder 9">
            <a:extLst>
              <a:ext uri="{FF2B5EF4-FFF2-40B4-BE49-F238E27FC236}">
                <a16:creationId xmlns:a16="http://schemas.microsoft.com/office/drawing/2014/main" id="{59D69C04-CC4C-80F5-C3E4-A747486A9945}"/>
              </a:ext>
            </a:extLst>
          </p:cNvPr>
          <p:cNvSpPr>
            <a:spLocks noGrp="1"/>
          </p:cNvSpPr>
          <p:nvPr>
            <p:ph type="pic" sz="quarter" idx="34"/>
          </p:nvPr>
        </p:nvSpPr>
        <p:spPr>
          <a:xfrm>
            <a:off x="6392646"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6" name="Picture Placeholder 9">
            <a:extLst>
              <a:ext uri="{FF2B5EF4-FFF2-40B4-BE49-F238E27FC236}">
                <a16:creationId xmlns:a16="http://schemas.microsoft.com/office/drawing/2014/main" id="{A68D2872-91B7-8B78-9CB9-9B212EFBC45C}"/>
              </a:ext>
            </a:extLst>
          </p:cNvPr>
          <p:cNvSpPr>
            <a:spLocks noGrp="1"/>
          </p:cNvSpPr>
          <p:nvPr>
            <p:ph type="pic" sz="quarter" idx="36"/>
          </p:nvPr>
        </p:nvSpPr>
        <p:spPr>
          <a:xfrm>
            <a:off x="10480337" y="795516"/>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8" name="Picture Placeholder 9">
            <a:extLst>
              <a:ext uri="{FF2B5EF4-FFF2-40B4-BE49-F238E27FC236}">
                <a16:creationId xmlns:a16="http://schemas.microsoft.com/office/drawing/2014/main" id="{F4B3DD27-7ACF-A93D-09FF-B3E7E3382045}"/>
              </a:ext>
            </a:extLst>
          </p:cNvPr>
          <p:cNvSpPr>
            <a:spLocks noGrp="1"/>
          </p:cNvSpPr>
          <p:nvPr>
            <p:ph type="pic" sz="quarter" idx="39"/>
          </p:nvPr>
        </p:nvSpPr>
        <p:spPr>
          <a:xfrm>
            <a:off x="4348801"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9" name="Picture Placeholder 9">
            <a:extLst>
              <a:ext uri="{FF2B5EF4-FFF2-40B4-BE49-F238E27FC236}">
                <a16:creationId xmlns:a16="http://schemas.microsoft.com/office/drawing/2014/main" id="{170F12CB-0EC7-7879-C67C-7797326E64BB}"/>
              </a:ext>
            </a:extLst>
          </p:cNvPr>
          <p:cNvSpPr>
            <a:spLocks noGrp="1"/>
          </p:cNvSpPr>
          <p:nvPr>
            <p:ph type="pic" sz="quarter" idx="40"/>
          </p:nvPr>
        </p:nvSpPr>
        <p:spPr>
          <a:xfrm>
            <a:off x="6392646" y="2975277"/>
            <a:ext cx="1434448" cy="1434448"/>
          </a:xfrm>
          <a:prstGeom prst="rect">
            <a:avLst/>
          </a:prstGeom>
          <a:solidFill>
            <a:srgbClr val="C2C4B8"/>
          </a:solidFill>
        </p:spPr>
        <p:txBody>
          <a:bodyPr>
            <a:noAutofit/>
          </a:bodyPr>
          <a:lstStyle>
            <a:lvl1pPr>
              <a:buNone/>
              <a:defRPr>
                <a:solidFill>
                  <a:schemeClr val="bg1"/>
                </a:solidFill>
              </a:defRPr>
            </a:lvl1pPr>
          </a:lstStyle>
          <a:p>
            <a:r>
              <a:rPr lang="en-US"/>
              <a:t>Click icon to add picture</a:t>
            </a:r>
          </a:p>
        </p:txBody>
      </p:sp>
      <p:sp>
        <p:nvSpPr>
          <p:cNvPr id="40" name="Picture Placeholder 9">
            <a:extLst>
              <a:ext uri="{FF2B5EF4-FFF2-40B4-BE49-F238E27FC236}">
                <a16:creationId xmlns:a16="http://schemas.microsoft.com/office/drawing/2014/main" id="{3083E0A1-76D1-5B10-730E-0356936047EC}"/>
              </a:ext>
            </a:extLst>
          </p:cNvPr>
          <p:cNvSpPr>
            <a:spLocks noGrp="1"/>
          </p:cNvSpPr>
          <p:nvPr>
            <p:ph type="pic" sz="quarter" idx="41"/>
          </p:nvPr>
        </p:nvSpPr>
        <p:spPr>
          <a:xfrm>
            <a:off x="8436492"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1" name="Picture Placeholder 9">
            <a:extLst>
              <a:ext uri="{FF2B5EF4-FFF2-40B4-BE49-F238E27FC236}">
                <a16:creationId xmlns:a16="http://schemas.microsoft.com/office/drawing/2014/main" id="{B1EC3D66-E041-A988-F44E-2CDAD6447322}"/>
              </a:ext>
            </a:extLst>
          </p:cNvPr>
          <p:cNvSpPr>
            <a:spLocks noGrp="1"/>
          </p:cNvSpPr>
          <p:nvPr>
            <p:ph type="pic" sz="quarter" idx="42"/>
          </p:nvPr>
        </p:nvSpPr>
        <p:spPr>
          <a:xfrm>
            <a:off x="10480337" y="2975277"/>
            <a:ext cx="1434448" cy="143444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2B4869F0-5EDD-CA2E-9E36-673D0B0B1D49}"/>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9825454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nterior Collage 2.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Picture Placeholder 9">
            <a:extLst>
              <a:ext uri="{FF2B5EF4-FFF2-40B4-BE49-F238E27FC236}">
                <a16:creationId xmlns:a16="http://schemas.microsoft.com/office/drawing/2014/main" id="{79573AD3-1512-A3C1-57D1-76791DA6D33D}"/>
              </a:ext>
            </a:extLst>
          </p:cNvPr>
          <p:cNvSpPr>
            <a:spLocks noGrp="1"/>
          </p:cNvSpPr>
          <p:nvPr>
            <p:ph type="pic" sz="quarter" idx="31"/>
          </p:nvPr>
        </p:nvSpPr>
        <p:spPr>
          <a:xfrm>
            <a:off x="262615" y="4176393"/>
            <a:ext cx="2414907" cy="241490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D1F00655-973F-FD6A-C63E-200233E15892}"/>
              </a:ext>
            </a:extLst>
          </p:cNvPr>
          <p:cNvSpPr>
            <a:spLocks noGrp="1"/>
          </p:cNvSpPr>
          <p:nvPr>
            <p:ph type="pic" sz="quarter" idx="32"/>
          </p:nvPr>
        </p:nvSpPr>
        <p:spPr>
          <a:xfrm>
            <a:off x="2573434" y="3319765"/>
            <a:ext cx="2414907" cy="2414908"/>
          </a:xfrm>
          <a:prstGeom prst="rect">
            <a:avLst/>
          </a:prstGeom>
          <a:solidFill>
            <a:schemeClr val="accent6"/>
          </a:solidFill>
        </p:spPr>
        <p:txBody>
          <a:bodyPr>
            <a:noAutofit/>
          </a:bodyPr>
          <a:lstStyle>
            <a:lvl1pPr>
              <a:defRPr>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26C50B38-7F7A-B489-F499-BA136B985D6D}"/>
              </a:ext>
            </a:extLst>
          </p:cNvPr>
          <p:cNvSpPr>
            <a:spLocks noGrp="1"/>
          </p:cNvSpPr>
          <p:nvPr>
            <p:ph type="pic" sz="quarter" idx="33"/>
          </p:nvPr>
        </p:nvSpPr>
        <p:spPr>
          <a:xfrm>
            <a:off x="4884254" y="2463137"/>
            <a:ext cx="2414907" cy="241490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EB6F76FB-559D-8CE5-A862-E084509CCBB3}"/>
              </a:ext>
            </a:extLst>
          </p:cNvPr>
          <p:cNvSpPr>
            <a:spLocks noGrp="1"/>
          </p:cNvSpPr>
          <p:nvPr>
            <p:ph type="pic" sz="quarter" idx="34"/>
          </p:nvPr>
        </p:nvSpPr>
        <p:spPr>
          <a:xfrm>
            <a:off x="7195073" y="1606509"/>
            <a:ext cx="2414907" cy="2414908"/>
          </a:xfrm>
          <a:prstGeom prst="rect">
            <a:avLst/>
          </a:prstGeom>
          <a:solidFill>
            <a:schemeClr val="accent6"/>
          </a:solidFill>
        </p:spPr>
        <p:txBody>
          <a:bodyPr>
            <a:noAutofit/>
          </a:bodyPr>
          <a:lstStyle>
            <a:lvl1pPr>
              <a:defRPr>
                <a:solidFill>
                  <a:schemeClr val="bg1"/>
                </a:solidFill>
              </a:defRPr>
            </a:lvl1pPr>
          </a:lstStyle>
          <a:p>
            <a:r>
              <a:rPr lang="en-US"/>
              <a:t>Click icon to add picture</a:t>
            </a:r>
          </a:p>
        </p:txBody>
      </p:sp>
      <p:sp>
        <p:nvSpPr>
          <p:cNvPr id="12" name="Picture Placeholder 9">
            <a:extLst>
              <a:ext uri="{FF2B5EF4-FFF2-40B4-BE49-F238E27FC236}">
                <a16:creationId xmlns:a16="http://schemas.microsoft.com/office/drawing/2014/main" id="{FFDA8DAD-9128-FB1B-76AC-5D625583650D}"/>
              </a:ext>
            </a:extLst>
          </p:cNvPr>
          <p:cNvSpPr>
            <a:spLocks noGrp="1"/>
          </p:cNvSpPr>
          <p:nvPr>
            <p:ph type="pic" sz="quarter" idx="35"/>
          </p:nvPr>
        </p:nvSpPr>
        <p:spPr>
          <a:xfrm>
            <a:off x="9505893" y="749881"/>
            <a:ext cx="2414907" cy="2414908"/>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5" name="Slide Number Placeholder 5">
            <a:extLst>
              <a:ext uri="{FF2B5EF4-FFF2-40B4-BE49-F238E27FC236}">
                <a16:creationId xmlns:a16="http://schemas.microsoft.com/office/drawing/2014/main" id="{E4E4CCCA-1E42-6208-BF17-9FAD01223F8F}"/>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8267403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Interior Collage 3.0 (Dark)">
    <p:spTree>
      <p:nvGrpSpPr>
        <p:cNvPr id="1" name=""/>
        <p:cNvGrpSpPr/>
        <p:nvPr/>
      </p:nvGrpSpPr>
      <p:grpSpPr>
        <a:xfrm>
          <a:off x="0" y="0"/>
          <a:ext cx="0" cy="0"/>
          <a:chOff x="0" y="0"/>
          <a:chExt cx="0" cy="0"/>
        </a:xfrm>
      </p:grpSpPr>
      <p:sp>
        <p:nvSpPr>
          <p:cNvPr id="6" name="Picture Placeholder 9">
            <a:extLst>
              <a:ext uri="{FF2B5EF4-FFF2-40B4-BE49-F238E27FC236}">
                <a16:creationId xmlns:a16="http://schemas.microsoft.com/office/drawing/2014/main" id="{2777E975-2A02-8AC2-F0DC-5FFDF12CE0E3}"/>
              </a:ext>
            </a:extLst>
          </p:cNvPr>
          <p:cNvSpPr>
            <a:spLocks noGrp="1"/>
          </p:cNvSpPr>
          <p:nvPr>
            <p:ph type="pic" sz="quarter" idx="34"/>
          </p:nvPr>
        </p:nvSpPr>
        <p:spPr>
          <a:xfrm>
            <a:off x="0" y="4671753"/>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8" name="Picture Placeholder 9">
            <a:extLst>
              <a:ext uri="{FF2B5EF4-FFF2-40B4-BE49-F238E27FC236}">
                <a16:creationId xmlns:a16="http://schemas.microsoft.com/office/drawing/2014/main" id="{F27E8AB6-FB7D-2037-B1BB-B7D9A36EA221}"/>
              </a:ext>
            </a:extLst>
          </p:cNvPr>
          <p:cNvSpPr>
            <a:spLocks noGrp="1"/>
          </p:cNvSpPr>
          <p:nvPr>
            <p:ph type="pic" sz="quarter" idx="36"/>
          </p:nvPr>
        </p:nvSpPr>
        <p:spPr>
          <a:xfrm>
            <a:off x="4940641"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42D3EB6C-7917-FE14-D867-4E2C338DB7C0}"/>
              </a:ext>
            </a:extLst>
          </p:cNvPr>
          <p:cNvSpPr>
            <a:spLocks noGrp="1"/>
          </p:cNvSpPr>
          <p:nvPr>
            <p:ph type="pic" sz="quarter" idx="37"/>
          </p:nvPr>
        </p:nvSpPr>
        <p:spPr>
          <a:xfrm>
            <a:off x="7420953"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43F11835-9A8C-3DFF-18AF-06E3BB3DE64D}"/>
              </a:ext>
            </a:extLst>
          </p:cNvPr>
          <p:cNvSpPr>
            <a:spLocks noGrp="1"/>
          </p:cNvSpPr>
          <p:nvPr>
            <p:ph type="pic" sz="quarter" idx="38"/>
          </p:nvPr>
        </p:nvSpPr>
        <p:spPr>
          <a:xfrm>
            <a:off x="9890235"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119970CF-7950-BA94-7724-72294457DE44}"/>
              </a:ext>
            </a:extLst>
          </p:cNvPr>
          <p:cNvSpPr>
            <a:spLocks noGrp="1"/>
          </p:cNvSpPr>
          <p:nvPr>
            <p:ph type="pic" sz="quarter" idx="40"/>
          </p:nvPr>
        </p:nvSpPr>
        <p:spPr>
          <a:xfrm>
            <a:off x="4938565" y="2349070"/>
            <a:ext cx="4771047" cy="4511842"/>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7" name="Picture Placeholder 9">
            <a:extLst>
              <a:ext uri="{FF2B5EF4-FFF2-40B4-BE49-F238E27FC236}">
                <a16:creationId xmlns:a16="http://schemas.microsoft.com/office/drawing/2014/main" id="{7BBDBFC9-DDF4-7A08-E46D-8C65F3CEB884}"/>
              </a:ext>
            </a:extLst>
          </p:cNvPr>
          <p:cNvSpPr>
            <a:spLocks noGrp="1"/>
          </p:cNvSpPr>
          <p:nvPr>
            <p:ph type="pic" sz="quarter" idx="43"/>
          </p:nvPr>
        </p:nvSpPr>
        <p:spPr>
          <a:xfrm>
            <a:off x="2482388"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0" name="Picture Placeholder 9">
            <a:extLst>
              <a:ext uri="{FF2B5EF4-FFF2-40B4-BE49-F238E27FC236}">
                <a16:creationId xmlns:a16="http://schemas.microsoft.com/office/drawing/2014/main" id="{ACF8D43F-B4EA-6B28-5207-6C9266C9C7A9}"/>
              </a:ext>
            </a:extLst>
          </p:cNvPr>
          <p:cNvSpPr>
            <a:spLocks noGrp="1"/>
          </p:cNvSpPr>
          <p:nvPr>
            <p:ph type="pic" sz="quarter" idx="46"/>
          </p:nvPr>
        </p:nvSpPr>
        <p:spPr>
          <a:xfrm>
            <a:off x="9896788"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 name="Picture Placeholder 9">
            <a:extLst>
              <a:ext uri="{FF2B5EF4-FFF2-40B4-BE49-F238E27FC236}">
                <a16:creationId xmlns:a16="http://schemas.microsoft.com/office/drawing/2014/main" id="{F00BC903-791B-BC06-2F95-B93161AFF477}"/>
              </a:ext>
            </a:extLst>
          </p:cNvPr>
          <p:cNvSpPr>
            <a:spLocks noGrp="1"/>
          </p:cNvSpPr>
          <p:nvPr>
            <p:ph type="pic" sz="quarter" idx="33"/>
          </p:nvPr>
        </p:nvSpPr>
        <p:spPr>
          <a:xfrm>
            <a:off x="9890235" y="2345458"/>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 name="Picture Placeholder 9">
            <a:extLst>
              <a:ext uri="{FF2B5EF4-FFF2-40B4-BE49-F238E27FC236}">
                <a16:creationId xmlns:a16="http://schemas.microsoft.com/office/drawing/2014/main" id="{21DDF5EF-B066-1C41-3A5D-CB28E5FF0D6F}"/>
              </a:ext>
            </a:extLst>
          </p:cNvPr>
          <p:cNvSpPr>
            <a:spLocks noGrp="1"/>
          </p:cNvSpPr>
          <p:nvPr>
            <p:ph type="pic" sz="quarter" idx="32"/>
          </p:nvPr>
        </p:nvSpPr>
        <p:spPr>
          <a:xfrm>
            <a:off x="0" y="-1"/>
            <a:ext cx="4784153" cy="45324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36397214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Interior Collage 3.1 (Light)">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21DDF5EF-B066-1C41-3A5D-CB28E5FF0D6F}"/>
              </a:ext>
            </a:extLst>
          </p:cNvPr>
          <p:cNvSpPr>
            <a:spLocks noGrp="1"/>
          </p:cNvSpPr>
          <p:nvPr>
            <p:ph type="pic" sz="quarter" idx="32"/>
          </p:nvPr>
        </p:nvSpPr>
        <p:spPr>
          <a:xfrm>
            <a:off x="0" y="0"/>
            <a:ext cx="7229301" cy="6858000"/>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 name="Picture Placeholder 9">
            <a:extLst>
              <a:ext uri="{FF2B5EF4-FFF2-40B4-BE49-F238E27FC236}">
                <a16:creationId xmlns:a16="http://schemas.microsoft.com/office/drawing/2014/main" id="{CA5D229B-26B2-DA50-1F81-62BDF2D67E65}"/>
              </a:ext>
            </a:extLst>
          </p:cNvPr>
          <p:cNvSpPr>
            <a:spLocks noGrp="1"/>
          </p:cNvSpPr>
          <p:nvPr>
            <p:ph type="pic" sz="quarter" idx="40"/>
          </p:nvPr>
        </p:nvSpPr>
        <p:spPr>
          <a:xfrm>
            <a:off x="7420953" y="0"/>
            <a:ext cx="4784153" cy="4511842"/>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5" name="Picture Placeholder 9">
            <a:extLst>
              <a:ext uri="{FF2B5EF4-FFF2-40B4-BE49-F238E27FC236}">
                <a16:creationId xmlns:a16="http://schemas.microsoft.com/office/drawing/2014/main" id="{19A94769-DBAD-CB8E-3AD7-BF8E23734232}"/>
              </a:ext>
            </a:extLst>
          </p:cNvPr>
          <p:cNvSpPr>
            <a:spLocks noGrp="1"/>
          </p:cNvSpPr>
          <p:nvPr>
            <p:ph type="pic" sz="quarter" idx="45"/>
          </p:nvPr>
        </p:nvSpPr>
        <p:spPr>
          <a:xfrm>
            <a:off x="7420953"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7" name="Picture Placeholder 9">
            <a:extLst>
              <a:ext uri="{FF2B5EF4-FFF2-40B4-BE49-F238E27FC236}">
                <a16:creationId xmlns:a16="http://schemas.microsoft.com/office/drawing/2014/main" id="{AAEA71A6-6952-49C5-5A16-0772476E3993}"/>
              </a:ext>
            </a:extLst>
          </p:cNvPr>
          <p:cNvSpPr>
            <a:spLocks noGrp="1"/>
          </p:cNvSpPr>
          <p:nvPr>
            <p:ph type="pic" sz="quarter" idx="47"/>
          </p:nvPr>
        </p:nvSpPr>
        <p:spPr>
          <a:xfrm>
            <a:off x="9890235"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407939945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Interior Collage 3.2 (Light)">
    <p:spTree>
      <p:nvGrpSpPr>
        <p:cNvPr id="1" name=""/>
        <p:cNvGrpSpPr/>
        <p:nvPr/>
      </p:nvGrpSpPr>
      <p:grpSpPr>
        <a:xfrm>
          <a:off x="0" y="0"/>
          <a:ext cx="0" cy="0"/>
          <a:chOff x="0" y="0"/>
          <a:chExt cx="0" cy="0"/>
        </a:xfrm>
      </p:grpSpPr>
      <p:sp>
        <p:nvSpPr>
          <p:cNvPr id="8" name="Picture Placeholder 9">
            <a:extLst>
              <a:ext uri="{FF2B5EF4-FFF2-40B4-BE49-F238E27FC236}">
                <a16:creationId xmlns:a16="http://schemas.microsoft.com/office/drawing/2014/main" id="{F27E8AB6-FB7D-2037-B1BB-B7D9A36EA221}"/>
              </a:ext>
            </a:extLst>
          </p:cNvPr>
          <p:cNvSpPr>
            <a:spLocks noGrp="1"/>
          </p:cNvSpPr>
          <p:nvPr>
            <p:ph type="pic" sz="quarter" idx="36"/>
          </p:nvPr>
        </p:nvSpPr>
        <p:spPr>
          <a:xfrm>
            <a:off x="4940641"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0" name="Picture Placeholder 9">
            <a:extLst>
              <a:ext uri="{FF2B5EF4-FFF2-40B4-BE49-F238E27FC236}">
                <a16:creationId xmlns:a16="http://schemas.microsoft.com/office/drawing/2014/main" id="{ACF8D43F-B4EA-6B28-5207-6C9266C9C7A9}"/>
              </a:ext>
            </a:extLst>
          </p:cNvPr>
          <p:cNvSpPr>
            <a:spLocks noGrp="1"/>
          </p:cNvSpPr>
          <p:nvPr>
            <p:ph type="pic" sz="quarter" idx="46"/>
          </p:nvPr>
        </p:nvSpPr>
        <p:spPr>
          <a:xfrm>
            <a:off x="4947194"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 name="Picture Placeholder 9">
            <a:extLst>
              <a:ext uri="{FF2B5EF4-FFF2-40B4-BE49-F238E27FC236}">
                <a16:creationId xmlns:a16="http://schemas.microsoft.com/office/drawing/2014/main" id="{F00BC903-791B-BC06-2F95-B93161AFF477}"/>
              </a:ext>
            </a:extLst>
          </p:cNvPr>
          <p:cNvSpPr>
            <a:spLocks noGrp="1"/>
          </p:cNvSpPr>
          <p:nvPr>
            <p:ph type="pic" sz="quarter" idx="33"/>
          </p:nvPr>
        </p:nvSpPr>
        <p:spPr>
          <a:xfrm>
            <a:off x="4940641" y="2345458"/>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2" name="Picture Placeholder 9">
            <a:extLst>
              <a:ext uri="{FF2B5EF4-FFF2-40B4-BE49-F238E27FC236}">
                <a16:creationId xmlns:a16="http://schemas.microsoft.com/office/drawing/2014/main" id="{21DDF5EF-B066-1C41-3A5D-CB28E5FF0D6F}"/>
              </a:ext>
            </a:extLst>
          </p:cNvPr>
          <p:cNvSpPr>
            <a:spLocks noGrp="1"/>
          </p:cNvSpPr>
          <p:nvPr>
            <p:ph type="pic" sz="quarter" idx="32"/>
          </p:nvPr>
        </p:nvSpPr>
        <p:spPr>
          <a:xfrm>
            <a:off x="0" y="0"/>
            <a:ext cx="4762094" cy="6858000"/>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4" name="Picture Placeholder 9">
            <a:extLst>
              <a:ext uri="{FF2B5EF4-FFF2-40B4-BE49-F238E27FC236}">
                <a16:creationId xmlns:a16="http://schemas.microsoft.com/office/drawing/2014/main" id="{CA5D229B-26B2-DA50-1F81-62BDF2D67E65}"/>
              </a:ext>
            </a:extLst>
          </p:cNvPr>
          <p:cNvSpPr>
            <a:spLocks noGrp="1"/>
          </p:cNvSpPr>
          <p:nvPr>
            <p:ph type="pic" sz="quarter" idx="40"/>
          </p:nvPr>
        </p:nvSpPr>
        <p:spPr>
          <a:xfrm>
            <a:off x="7420953" y="0"/>
            <a:ext cx="4784153" cy="4511842"/>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5" name="Picture Placeholder 9">
            <a:extLst>
              <a:ext uri="{FF2B5EF4-FFF2-40B4-BE49-F238E27FC236}">
                <a16:creationId xmlns:a16="http://schemas.microsoft.com/office/drawing/2014/main" id="{19A94769-DBAD-CB8E-3AD7-BF8E23734232}"/>
              </a:ext>
            </a:extLst>
          </p:cNvPr>
          <p:cNvSpPr>
            <a:spLocks noGrp="1"/>
          </p:cNvSpPr>
          <p:nvPr>
            <p:ph type="pic" sz="quarter" idx="45"/>
          </p:nvPr>
        </p:nvSpPr>
        <p:spPr>
          <a:xfrm>
            <a:off x="7420953"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7" name="Picture Placeholder 9">
            <a:extLst>
              <a:ext uri="{FF2B5EF4-FFF2-40B4-BE49-F238E27FC236}">
                <a16:creationId xmlns:a16="http://schemas.microsoft.com/office/drawing/2014/main" id="{AAEA71A6-6952-49C5-5A16-0772476E3993}"/>
              </a:ext>
            </a:extLst>
          </p:cNvPr>
          <p:cNvSpPr>
            <a:spLocks noGrp="1"/>
          </p:cNvSpPr>
          <p:nvPr>
            <p:ph type="pic" sz="quarter" idx="47"/>
          </p:nvPr>
        </p:nvSpPr>
        <p:spPr>
          <a:xfrm>
            <a:off x="9890235"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227948632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nterior Collage 3.3 (Light)">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01AECDDC-3D76-B69D-F1D1-EFE61C06B23C}"/>
              </a:ext>
            </a:extLst>
          </p:cNvPr>
          <p:cNvSpPr>
            <a:spLocks noGrp="1"/>
          </p:cNvSpPr>
          <p:nvPr>
            <p:ph type="pic" sz="quarter" idx="34"/>
          </p:nvPr>
        </p:nvSpPr>
        <p:spPr>
          <a:xfrm>
            <a:off x="0" y="4671753"/>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7" name="Picture Placeholder 9">
            <a:extLst>
              <a:ext uri="{FF2B5EF4-FFF2-40B4-BE49-F238E27FC236}">
                <a16:creationId xmlns:a16="http://schemas.microsoft.com/office/drawing/2014/main" id="{BDCEF0DC-1D0A-A52A-7B02-AEDB11FF840A}"/>
              </a:ext>
            </a:extLst>
          </p:cNvPr>
          <p:cNvSpPr>
            <a:spLocks noGrp="1"/>
          </p:cNvSpPr>
          <p:nvPr>
            <p:ph type="pic" sz="quarter" idx="36"/>
          </p:nvPr>
        </p:nvSpPr>
        <p:spPr>
          <a:xfrm>
            <a:off x="4940641"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89976C5A-297B-964B-48B5-7A2B75129C88}"/>
              </a:ext>
            </a:extLst>
          </p:cNvPr>
          <p:cNvSpPr>
            <a:spLocks noGrp="1"/>
          </p:cNvSpPr>
          <p:nvPr>
            <p:ph type="pic" sz="quarter" idx="37"/>
          </p:nvPr>
        </p:nvSpPr>
        <p:spPr>
          <a:xfrm>
            <a:off x="7420953"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2" name="Picture Placeholder 9">
            <a:extLst>
              <a:ext uri="{FF2B5EF4-FFF2-40B4-BE49-F238E27FC236}">
                <a16:creationId xmlns:a16="http://schemas.microsoft.com/office/drawing/2014/main" id="{9B703B56-226B-2C4E-2EDA-FC75B8547DD2}"/>
              </a:ext>
            </a:extLst>
          </p:cNvPr>
          <p:cNvSpPr>
            <a:spLocks noGrp="1"/>
          </p:cNvSpPr>
          <p:nvPr>
            <p:ph type="pic" sz="quarter" idx="38"/>
          </p:nvPr>
        </p:nvSpPr>
        <p:spPr>
          <a:xfrm>
            <a:off x="9890235"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4" name="Picture Placeholder 9">
            <a:extLst>
              <a:ext uri="{FF2B5EF4-FFF2-40B4-BE49-F238E27FC236}">
                <a16:creationId xmlns:a16="http://schemas.microsoft.com/office/drawing/2014/main" id="{B3F0B3BD-1F90-6603-C5D8-B9C69F12697F}"/>
              </a:ext>
            </a:extLst>
          </p:cNvPr>
          <p:cNvSpPr>
            <a:spLocks noGrp="1"/>
          </p:cNvSpPr>
          <p:nvPr>
            <p:ph type="pic" sz="quarter" idx="40"/>
          </p:nvPr>
        </p:nvSpPr>
        <p:spPr>
          <a:xfrm>
            <a:off x="7420953" y="2346158"/>
            <a:ext cx="4784153" cy="4511842"/>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5" name="Picture Placeholder 9">
            <a:extLst>
              <a:ext uri="{FF2B5EF4-FFF2-40B4-BE49-F238E27FC236}">
                <a16:creationId xmlns:a16="http://schemas.microsoft.com/office/drawing/2014/main" id="{26B37B14-61A6-E5D4-3294-C98DDECED1BE}"/>
              </a:ext>
            </a:extLst>
          </p:cNvPr>
          <p:cNvSpPr>
            <a:spLocks noGrp="1"/>
          </p:cNvSpPr>
          <p:nvPr>
            <p:ph type="pic" sz="quarter" idx="43"/>
          </p:nvPr>
        </p:nvSpPr>
        <p:spPr>
          <a:xfrm>
            <a:off x="2482388"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6" name="Picture Placeholder 9">
            <a:extLst>
              <a:ext uri="{FF2B5EF4-FFF2-40B4-BE49-F238E27FC236}">
                <a16:creationId xmlns:a16="http://schemas.microsoft.com/office/drawing/2014/main" id="{F428D0CC-3532-3F0F-24F6-50B255A62024}"/>
              </a:ext>
            </a:extLst>
          </p:cNvPr>
          <p:cNvSpPr>
            <a:spLocks noGrp="1"/>
          </p:cNvSpPr>
          <p:nvPr>
            <p:ph type="pic" sz="quarter" idx="46"/>
          </p:nvPr>
        </p:nvSpPr>
        <p:spPr>
          <a:xfrm>
            <a:off x="4947194"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8" name="Picture Placeholder 9">
            <a:extLst>
              <a:ext uri="{FF2B5EF4-FFF2-40B4-BE49-F238E27FC236}">
                <a16:creationId xmlns:a16="http://schemas.microsoft.com/office/drawing/2014/main" id="{44C300D6-D584-775F-C7EF-6521A28CAB34}"/>
              </a:ext>
            </a:extLst>
          </p:cNvPr>
          <p:cNvSpPr>
            <a:spLocks noGrp="1"/>
          </p:cNvSpPr>
          <p:nvPr>
            <p:ph type="pic" sz="quarter" idx="33"/>
          </p:nvPr>
        </p:nvSpPr>
        <p:spPr>
          <a:xfrm>
            <a:off x="4940641" y="2345458"/>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9" name="Picture Placeholder 9">
            <a:extLst>
              <a:ext uri="{FF2B5EF4-FFF2-40B4-BE49-F238E27FC236}">
                <a16:creationId xmlns:a16="http://schemas.microsoft.com/office/drawing/2014/main" id="{A71E2631-A7E0-A350-25EE-16128759550D}"/>
              </a:ext>
            </a:extLst>
          </p:cNvPr>
          <p:cNvSpPr>
            <a:spLocks noGrp="1"/>
          </p:cNvSpPr>
          <p:nvPr>
            <p:ph type="pic" sz="quarter" idx="32"/>
          </p:nvPr>
        </p:nvSpPr>
        <p:spPr>
          <a:xfrm>
            <a:off x="0" y="-1"/>
            <a:ext cx="4784153" cy="4532405"/>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33788902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nterior Collage 3.4 (Light)">
    <p:spTree>
      <p:nvGrpSpPr>
        <p:cNvPr id="1" name=""/>
        <p:cNvGrpSpPr/>
        <p:nvPr/>
      </p:nvGrpSpPr>
      <p:grpSpPr>
        <a:xfrm>
          <a:off x="0" y="0"/>
          <a:ext cx="0" cy="0"/>
          <a:chOff x="0" y="0"/>
          <a:chExt cx="0" cy="0"/>
        </a:xfrm>
      </p:grpSpPr>
      <p:sp>
        <p:nvSpPr>
          <p:cNvPr id="4" name="Picture Placeholder 9">
            <a:extLst>
              <a:ext uri="{FF2B5EF4-FFF2-40B4-BE49-F238E27FC236}">
                <a16:creationId xmlns:a16="http://schemas.microsoft.com/office/drawing/2014/main" id="{012A4B2F-2114-2E2E-19AD-041E4AACF7DA}"/>
              </a:ext>
            </a:extLst>
          </p:cNvPr>
          <p:cNvSpPr>
            <a:spLocks noGrp="1"/>
          </p:cNvSpPr>
          <p:nvPr>
            <p:ph type="pic" sz="quarter" idx="32"/>
          </p:nvPr>
        </p:nvSpPr>
        <p:spPr>
          <a:xfrm>
            <a:off x="2486865" y="2345458"/>
            <a:ext cx="4762094" cy="4511842"/>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6" name="Picture Placeholder 9">
            <a:extLst>
              <a:ext uri="{FF2B5EF4-FFF2-40B4-BE49-F238E27FC236}">
                <a16:creationId xmlns:a16="http://schemas.microsoft.com/office/drawing/2014/main" id="{2777E975-2A02-8AC2-F0DC-5FFDF12CE0E3}"/>
              </a:ext>
            </a:extLst>
          </p:cNvPr>
          <p:cNvSpPr>
            <a:spLocks noGrp="1"/>
          </p:cNvSpPr>
          <p:nvPr>
            <p:ph type="pic" sz="quarter" idx="34"/>
          </p:nvPr>
        </p:nvSpPr>
        <p:spPr>
          <a:xfrm>
            <a:off x="0" y="4671753"/>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8" name="Picture Placeholder 9">
            <a:extLst>
              <a:ext uri="{FF2B5EF4-FFF2-40B4-BE49-F238E27FC236}">
                <a16:creationId xmlns:a16="http://schemas.microsoft.com/office/drawing/2014/main" id="{F27E8AB6-FB7D-2037-B1BB-B7D9A36EA221}"/>
              </a:ext>
            </a:extLst>
          </p:cNvPr>
          <p:cNvSpPr>
            <a:spLocks noGrp="1"/>
          </p:cNvSpPr>
          <p:nvPr>
            <p:ph type="pic" sz="quarter" idx="36"/>
          </p:nvPr>
        </p:nvSpPr>
        <p:spPr>
          <a:xfrm>
            <a:off x="0"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119970CF-7950-BA94-7724-72294457DE44}"/>
              </a:ext>
            </a:extLst>
          </p:cNvPr>
          <p:cNvSpPr>
            <a:spLocks noGrp="1"/>
          </p:cNvSpPr>
          <p:nvPr>
            <p:ph type="pic" sz="quarter" idx="40"/>
          </p:nvPr>
        </p:nvSpPr>
        <p:spPr>
          <a:xfrm>
            <a:off x="7416477" y="0"/>
            <a:ext cx="4788630" cy="4511842"/>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7" name="Picture Placeholder 9">
            <a:extLst>
              <a:ext uri="{FF2B5EF4-FFF2-40B4-BE49-F238E27FC236}">
                <a16:creationId xmlns:a16="http://schemas.microsoft.com/office/drawing/2014/main" id="{7BBDBFC9-DDF4-7A08-E46D-8C65F3CEB884}"/>
              </a:ext>
            </a:extLst>
          </p:cNvPr>
          <p:cNvSpPr>
            <a:spLocks noGrp="1"/>
          </p:cNvSpPr>
          <p:nvPr>
            <p:ph type="pic" sz="quarter" idx="43"/>
          </p:nvPr>
        </p:nvSpPr>
        <p:spPr>
          <a:xfrm>
            <a:off x="2482388"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3" name="Picture Placeholder 9">
            <a:extLst>
              <a:ext uri="{FF2B5EF4-FFF2-40B4-BE49-F238E27FC236}">
                <a16:creationId xmlns:a16="http://schemas.microsoft.com/office/drawing/2014/main" id="{F00BC903-791B-BC06-2F95-B93161AFF477}"/>
              </a:ext>
            </a:extLst>
          </p:cNvPr>
          <p:cNvSpPr>
            <a:spLocks noGrp="1"/>
          </p:cNvSpPr>
          <p:nvPr>
            <p:ph type="pic" sz="quarter" idx="33"/>
          </p:nvPr>
        </p:nvSpPr>
        <p:spPr>
          <a:xfrm>
            <a:off x="0" y="2345458"/>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5" name="Picture Placeholder 9">
            <a:extLst>
              <a:ext uri="{FF2B5EF4-FFF2-40B4-BE49-F238E27FC236}">
                <a16:creationId xmlns:a16="http://schemas.microsoft.com/office/drawing/2014/main" id="{3D1BA6A1-4247-7817-BC98-3A1B254A594F}"/>
              </a:ext>
            </a:extLst>
          </p:cNvPr>
          <p:cNvSpPr>
            <a:spLocks noGrp="1"/>
          </p:cNvSpPr>
          <p:nvPr>
            <p:ph type="pic" sz="quarter" idx="45"/>
          </p:nvPr>
        </p:nvSpPr>
        <p:spPr>
          <a:xfrm>
            <a:off x="7420953"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7" name="Picture Placeholder 9">
            <a:extLst>
              <a:ext uri="{FF2B5EF4-FFF2-40B4-BE49-F238E27FC236}">
                <a16:creationId xmlns:a16="http://schemas.microsoft.com/office/drawing/2014/main" id="{BE9E9866-CDC1-C0B3-B495-7AEE678D1569}"/>
              </a:ext>
            </a:extLst>
          </p:cNvPr>
          <p:cNvSpPr>
            <a:spLocks noGrp="1"/>
          </p:cNvSpPr>
          <p:nvPr>
            <p:ph type="pic" sz="quarter" idx="47"/>
          </p:nvPr>
        </p:nvSpPr>
        <p:spPr>
          <a:xfrm>
            <a:off x="9890235" y="4671754"/>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320D2C50-33E1-A17C-8446-F27EEDF30C98}"/>
              </a:ext>
            </a:extLst>
          </p:cNvPr>
          <p:cNvSpPr>
            <a:spLocks noGrp="1"/>
          </p:cNvSpPr>
          <p:nvPr>
            <p:ph type="pic" sz="quarter" idx="48"/>
          </p:nvPr>
        </p:nvSpPr>
        <p:spPr>
          <a:xfrm>
            <a:off x="4951671" y="0"/>
            <a:ext cx="2301765" cy="2186247"/>
          </a:xfrm>
          <a:prstGeom prst="rect">
            <a:avLst/>
          </a:prstGeom>
          <a:solidFill>
            <a:srgbClr val="C2C4B8"/>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79959798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tatement 1.0 (Light)">
    <p:bg>
      <p:bgPr>
        <a:solidFill>
          <a:srgbClr val="F5F5F5"/>
        </a:solidFill>
        <a:effectLst/>
      </p:bgPr>
    </p:bg>
    <p:spTree>
      <p:nvGrpSpPr>
        <p:cNvPr id="1" name=""/>
        <p:cNvGrpSpPr/>
        <p:nvPr/>
      </p:nvGrpSpPr>
      <p:grpSpPr>
        <a:xfrm>
          <a:off x="0" y="0"/>
          <a:ext cx="0" cy="0"/>
          <a:chOff x="0" y="0"/>
          <a:chExt cx="0" cy="0"/>
        </a:xfrm>
      </p:grpSpPr>
      <p:sp>
        <p:nvSpPr>
          <p:cNvPr id="31" name="Picture Placeholder 9">
            <a:extLst>
              <a:ext uri="{FF2B5EF4-FFF2-40B4-BE49-F238E27FC236}">
                <a16:creationId xmlns:a16="http://schemas.microsoft.com/office/drawing/2014/main" id="{414F3A46-6C79-B4B1-C65B-3636B6B3DB33}"/>
              </a:ext>
            </a:extLst>
          </p:cNvPr>
          <p:cNvSpPr>
            <a:spLocks noGrp="1"/>
          </p:cNvSpPr>
          <p:nvPr>
            <p:ph type="pic" sz="quarter" idx="37"/>
          </p:nvPr>
        </p:nvSpPr>
        <p:spPr>
          <a:xfrm>
            <a:off x="2002991" y="2933700"/>
            <a:ext cx="1641222" cy="1641223"/>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43" name="Picture Placeholder 9">
            <a:extLst>
              <a:ext uri="{FF2B5EF4-FFF2-40B4-BE49-F238E27FC236}">
                <a16:creationId xmlns:a16="http://schemas.microsoft.com/office/drawing/2014/main" id="{6DA91201-807B-7F7B-A15C-3933A50E4033}"/>
              </a:ext>
            </a:extLst>
          </p:cNvPr>
          <p:cNvSpPr>
            <a:spLocks noGrp="1"/>
          </p:cNvSpPr>
          <p:nvPr>
            <p:ph type="pic" sz="quarter" idx="43"/>
          </p:nvPr>
        </p:nvSpPr>
        <p:spPr>
          <a:xfrm>
            <a:off x="4250323" y="3532402"/>
            <a:ext cx="2241598" cy="2241599"/>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8D7F82AF-A25F-3281-B2A8-165DB08771DB}"/>
              </a:ext>
            </a:extLst>
          </p:cNvPr>
          <p:cNvSpPr>
            <a:spLocks noGrp="1"/>
          </p:cNvSpPr>
          <p:nvPr>
            <p:ph type="pic" sz="quarter" idx="45"/>
          </p:nvPr>
        </p:nvSpPr>
        <p:spPr>
          <a:xfrm>
            <a:off x="7246457" y="3224842"/>
            <a:ext cx="2364514" cy="2364515"/>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C5EE55A4-37A2-B4D8-C3AC-37CB40FA2765}"/>
              </a:ext>
            </a:extLst>
          </p:cNvPr>
          <p:cNvSpPr>
            <a:spLocks noGrp="1" noChangeAspect="1"/>
          </p:cNvSpPr>
          <p:nvPr>
            <p:ph type="pic" sz="quarter" idx="31"/>
          </p:nvPr>
        </p:nvSpPr>
        <p:spPr>
          <a:xfrm>
            <a:off x="2993296" y="1083192"/>
            <a:ext cx="2241598" cy="2241599"/>
          </a:xfrm>
          <a:prstGeom prst="rect">
            <a:avLst/>
          </a:prstGeom>
          <a:solidFill>
            <a:srgbClr val="C2C4B8"/>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6" name="Picture Placeholder 9">
            <a:extLst>
              <a:ext uri="{FF2B5EF4-FFF2-40B4-BE49-F238E27FC236}">
                <a16:creationId xmlns:a16="http://schemas.microsoft.com/office/drawing/2014/main" id="{1D15C063-808E-85A7-50C7-6E5B2FCD5AD6}"/>
              </a:ext>
            </a:extLst>
          </p:cNvPr>
          <p:cNvSpPr>
            <a:spLocks noGrp="1"/>
          </p:cNvSpPr>
          <p:nvPr>
            <p:ph type="pic" sz="quarter" idx="32"/>
          </p:nvPr>
        </p:nvSpPr>
        <p:spPr>
          <a:xfrm>
            <a:off x="4988024" y="1274996"/>
            <a:ext cx="1508104" cy="1508105"/>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4B90FC3E-7F7E-90C9-3727-7F837C6F3BB5}"/>
              </a:ext>
            </a:extLst>
          </p:cNvPr>
          <p:cNvSpPr>
            <a:spLocks noGrp="1"/>
          </p:cNvSpPr>
          <p:nvPr>
            <p:ph type="pic" sz="quarter" idx="33"/>
          </p:nvPr>
        </p:nvSpPr>
        <p:spPr>
          <a:xfrm>
            <a:off x="5989429" y="2674948"/>
            <a:ext cx="1508104" cy="1508105"/>
          </a:xfrm>
          <a:prstGeom prst="rect">
            <a:avLst/>
          </a:prstGeom>
          <a:solidFill>
            <a:srgbClr val="C2C4B8"/>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D7347812-B755-7A67-CEF3-9A783EC2714D}"/>
              </a:ext>
            </a:extLst>
          </p:cNvPr>
          <p:cNvSpPr>
            <a:spLocks noGrp="1"/>
          </p:cNvSpPr>
          <p:nvPr>
            <p:ph type="pic" sz="quarter" idx="34"/>
          </p:nvPr>
        </p:nvSpPr>
        <p:spPr>
          <a:xfrm>
            <a:off x="7229622" y="1088494"/>
            <a:ext cx="1793435" cy="1793437"/>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DA31DF15-3CFD-8ECB-E60B-6F0BEE5C00DD}"/>
              </a:ext>
            </a:extLst>
          </p:cNvPr>
          <p:cNvSpPr>
            <a:spLocks noGrp="1"/>
          </p:cNvSpPr>
          <p:nvPr>
            <p:ph type="pic" sz="quarter" idx="35"/>
          </p:nvPr>
        </p:nvSpPr>
        <p:spPr>
          <a:xfrm>
            <a:off x="8973058" y="2133600"/>
            <a:ext cx="973267" cy="973268"/>
          </a:xfrm>
          <a:prstGeom prst="rect">
            <a:avLst/>
          </a:prstGeom>
          <a:solidFill>
            <a:srgbClr val="C2C4B8"/>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6" name="Title 2">
            <a:extLst>
              <a:ext uri="{FF2B5EF4-FFF2-40B4-BE49-F238E27FC236}">
                <a16:creationId xmlns:a16="http://schemas.microsoft.com/office/drawing/2014/main" id="{E5F29476-6FAB-192A-D41D-7BEA14D5E3A3}"/>
              </a:ext>
            </a:extLst>
          </p:cNvPr>
          <p:cNvSpPr>
            <a:spLocks noGrp="1"/>
          </p:cNvSpPr>
          <p:nvPr>
            <p:ph type="title" hasCustomPrompt="1"/>
          </p:nvPr>
        </p:nvSpPr>
        <p:spPr>
          <a:xfrm>
            <a:off x="275154" y="5295900"/>
            <a:ext cx="3699429" cy="1015663"/>
          </a:xfrm>
        </p:spPr>
        <p:txBody>
          <a:bodyPr anchor="b"/>
          <a:lstStyle>
            <a:lvl1pPr algn="r">
              <a:defRPr sz="3999" spc="-75"/>
            </a:lvl1pPr>
          </a:lstStyle>
          <a:p>
            <a:pPr lvl="0"/>
            <a:r>
              <a:rPr lang="en-US"/>
              <a:t>Iconic</a:t>
            </a:r>
            <a:br>
              <a:rPr lang="en-US"/>
            </a:br>
            <a:r>
              <a:rPr lang="en-US"/>
              <a:t>statement.</a:t>
            </a:r>
          </a:p>
        </p:txBody>
      </p:sp>
      <p:sp>
        <p:nvSpPr>
          <p:cNvPr id="7" name="Shape">
            <a:extLst>
              <a:ext uri="{FF2B5EF4-FFF2-40B4-BE49-F238E27FC236}">
                <a16:creationId xmlns:a16="http://schemas.microsoft.com/office/drawing/2014/main" id="{42AEFDCD-7460-BC06-1BA3-6506AC3F3ED7}"/>
              </a:ext>
            </a:extLst>
          </p:cNvPr>
          <p:cNvSpPr/>
          <p:nvPr userDrawn="1"/>
        </p:nvSpPr>
        <p:spPr>
          <a:xfrm>
            <a:off x="2400781" y="2206186"/>
            <a:ext cx="270314" cy="270314"/>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Shape">
            <a:extLst>
              <a:ext uri="{FF2B5EF4-FFF2-40B4-BE49-F238E27FC236}">
                <a16:creationId xmlns:a16="http://schemas.microsoft.com/office/drawing/2014/main" id="{DCD7CBF4-445F-069C-BFC3-D839C37EA842}"/>
              </a:ext>
            </a:extLst>
          </p:cNvPr>
          <p:cNvSpPr/>
          <p:nvPr userDrawn="1"/>
        </p:nvSpPr>
        <p:spPr>
          <a:xfrm>
            <a:off x="10631268" y="2203992"/>
            <a:ext cx="875789" cy="268859"/>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201387696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tatement 2.0 (Light)">
    <p:bg>
      <p:bgPr>
        <a:solidFill>
          <a:schemeClr val="bg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8D498DD5-8334-9B3C-9CBE-37B55B5E310D}"/>
              </a:ext>
            </a:extLst>
          </p:cNvPr>
          <p:cNvSpPr>
            <a:spLocks noGrp="1"/>
          </p:cNvSpPr>
          <p:nvPr>
            <p:ph type="pic" sz="quarter" idx="15"/>
          </p:nvPr>
        </p:nvSpPr>
        <p:spPr>
          <a:xfrm>
            <a:off x="6691827" y="794388"/>
            <a:ext cx="4067795" cy="4064630"/>
          </a:xfrm>
          <a:prstGeom prst="rect">
            <a:avLst/>
          </a:prstGeom>
          <a:solidFill>
            <a:srgbClr val="C2C4B8"/>
          </a:solidFill>
        </p:spPr>
        <p:txBody>
          <a:bodyPr anchor="ctr">
            <a:noAutofit/>
          </a:bodyPr>
          <a:lstStyle>
            <a:lvl1pPr algn="ctr">
              <a:buNone/>
              <a:defRPr>
                <a:solidFill>
                  <a:schemeClr val="bg1"/>
                </a:solidFill>
              </a:defRPr>
            </a:lvl1pPr>
          </a:lstStyle>
          <a:p>
            <a:r>
              <a:rPr lang="en-US"/>
              <a:t>Click icon to add picture</a:t>
            </a:r>
          </a:p>
        </p:txBody>
      </p:sp>
      <p:sp>
        <p:nvSpPr>
          <p:cNvPr id="6" name="Shape">
            <a:extLst>
              <a:ext uri="{FF2B5EF4-FFF2-40B4-BE49-F238E27FC236}">
                <a16:creationId xmlns:a16="http://schemas.microsoft.com/office/drawing/2014/main" id="{CD1FEE7C-553C-4A8B-BC77-F8DF21CFAE2F}"/>
              </a:ext>
            </a:extLst>
          </p:cNvPr>
          <p:cNvSpPr/>
          <p:nvPr userDrawn="1"/>
        </p:nvSpPr>
        <p:spPr>
          <a:xfrm>
            <a:off x="987537" y="5761382"/>
            <a:ext cx="269763" cy="269763"/>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00AA6222-3515-ED1E-22C8-0B196FE22912}"/>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
        <p:nvSpPr>
          <p:cNvPr id="19" name="Shape">
            <a:extLst>
              <a:ext uri="{FF2B5EF4-FFF2-40B4-BE49-F238E27FC236}">
                <a16:creationId xmlns:a16="http://schemas.microsoft.com/office/drawing/2014/main" id="{A684C8D1-0533-24A7-9162-A14CF692F7BB}"/>
              </a:ext>
            </a:extLst>
          </p:cNvPr>
          <p:cNvSpPr/>
          <p:nvPr userDrawn="1"/>
        </p:nvSpPr>
        <p:spPr>
          <a:xfrm>
            <a:off x="7223125" y="5267922"/>
            <a:ext cx="875789" cy="268859"/>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9" name="Picture Placeholder 9">
            <a:extLst>
              <a:ext uri="{FF2B5EF4-FFF2-40B4-BE49-F238E27FC236}">
                <a16:creationId xmlns:a16="http://schemas.microsoft.com/office/drawing/2014/main" id="{F4128765-AC6B-97A3-0F71-9EBDD5666A70}"/>
              </a:ext>
            </a:extLst>
          </p:cNvPr>
          <p:cNvSpPr>
            <a:spLocks noGrp="1"/>
          </p:cNvSpPr>
          <p:nvPr>
            <p:ph type="pic" sz="quarter" idx="14"/>
          </p:nvPr>
        </p:nvSpPr>
        <p:spPr>
          <a:xfrm>
            <a:off x="3584560" y="2280275"/>
            <a:ext cx="3256506" cy="3256506"/>
          </a:xfrm>
          <a:prstGeom prst="rect">
            <a:avLst/>
          </a:prstGeom>
          <a:solidFill>
            <a:schemeClr val="accent6"/>
          </a:solidFill>
        </p:spPr>
        <p:txBody>
          <a:bodyPr anchor="ctr">
            <a:noAutofit/>
          </a:bodyPr>
          <a:lstStyle>
            <a:lvl1pPr algn="ctr">
              <a:lnSpc>
                <a:spcPct val="100000"/>
              </a:lnSpc>
              <a:buNone/>
              <a:defRPr sz="1000">
                <a:solidFill>
                  <a:schemeClr val="bg1"/>
                </a:solidFill>
              </a:defRPr>
            </a:lvl1pPr>
          </a:lstStyle>
          <a:p>
            <a:r>
              <a:rPr lang="en-US"/>
              <a:t>Click icon to add picture</a:t>
            </a:r>
          </a:p>
        </p:txBody>
      </p:sp>
      <p:sp>
        <p:nvSpPr>
          <p:cNvPr id="8" name="Picture Placeholder 9">
            <a:extLst>
              <a:ext uri="{FF2B5EF4-FFF2-40B4-BE49-F238E27FC236}">
                <a16:creationId xmlns:a16="http://schemas.microsoft.com/office/drawing/2014/main" id="{5BB12CB4-F5F3-7AC1-AE2C-FEA23CAE57B4}"/>
              </a:ext>
            </a:extLst>
          </p:cNvPr>
          <p:cNvSpPr>
            <a:spLocks noGrp="1"/>
          </p:cNvSpPr>
          <p:nvPr>
            <p:ph type="pic" sz="quarter" idx="13"/>
          </p:nvPr>
        </p:nvSpPr>
        <p:spPr>
          <a:xfrm>
            <a:off x="1408671" y="3706018"/>
            <a:ext cx="2325129" cy="2325127"/>
          </a:xfrm>
          <a:prstGeom prst="rect">
            <a:avLst/>
          </a:prstGeom>
          <a:solidFill>
            <a:srgbClr val="C2C4B8"/>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21" name="Title 3">
            <a:extLst>
              <a:ext uri="{FF2B5EF4-FFF2-40B4-BE49-F238E27FC236}">
                <a16:creationId xmlns:a16="http://schemas.microsoft.com/office/drawing/2014/main" id="{C1DD5EFB-A24A-8010-EC1E-1A692A0A7E42}"/>
              </a:ext>
            </a:extLst>
          </p:cNvPr>
          <p:cNvSpPr>
            <a:spLocks noGrp="1"/>
          </p:cNvSpPr>
          <p:nvPr>
            <p:ph type="title" hasCustomPrompt="1"/>
          </p:nvPr>
        </p:nvSpPr>
        <p:spPr>
          <a:xfrm>
            <a:off x="1000822" y="1052569"/>
            <a:ext cx="5223761" cy="569387"/>
          </a:xfrm>
        </p:spPr>
        <p:txBody>
          <a:bodyPr wrap="square" anchor="b">
            <a:spAutoFit/>
          </a:bodyPr>
          <a:lstStyle>
            <a:lvl1pPr>
              <a:lnSpc>
                <a:spcPct val="90000"/>
              </a:lnSpc>
              <a:defRPr sz="4000">
                <a:solidFill>
                  <a:schemeClr val="tx1"/>
                </a:solidFill>
              </a:defRPr>
            </a:lvl1pPr>
          </a:lstStyle>
          <a:p>
            <a:r>
              <a:rPr lang="en-US"/>
              <a:t>Lorem ipsum dolor</a:t>
            </a:r>
          </a:p>
        </p:txBody>
      </p:sp>
      <p:sp>
        <p:nvSpPr>
          <p:cNvPr id="22" name="Text Placeholder 14">
            <a:extLst>
              <a:ext uri="{FF2B5EF4-FFF2-40B4-BE49-F238E27FC236}">
                <a16:creationId xmlns:a16="http://schemas.microsoft.com/office/drawing/2014/main" id="{E7FD5D1F-433D-30B2-4187-C985BEC9F10B}"/>
              </a:ext>
            </a:extLst>
          </p:cNvPr>
          <p:cNvSpPr>
            <a:spLocks noGrp="1"/>
          </p:cNvSpPr>
          <p:nvPr>
            <p:ph type="body" sz="quarter" idx="29" hasCustomPrompt="1"/>
          </p:nvPr>
        </p:nvSpPr>
        <p:spPr>
          <a:xfrm>
            <a:off x="999210" y="1603813"/>
            <a:ext cx="5225242" cy="330860"/>
          </a:xfrm>
        </p:spPr>
        <p:txBody>
          <a:bodyPr/>
          <a:lstStyle>
            <a:lvl1pPr marL="0" indent="0">
              <a:buFontTx/>
              <a:buNone/>
              <a:defRPr>
                <a:solidFill>
                  <a:schemeClr val="tx1"/>
                </a:solidFill>
              </a:defRPr>
            </a:lvl1pPr>
          </a:lstStyle>
          <a:p>
            <a:pPr lvl="0"/>
            <a:r>
              <a:rPr lang="en-US" err="1"/>
              <a:t>Consectetur</a:t>
            </a:r>
            <a:r>
              <a:rPr lang="en-US"/>
              <a:t> </a:t>
            </a:r>
            <a:r>
              <a:rPr lang="en-US" err="1"/>
              <a:t>adipiscing</a:t>
            </a:r>
            <a:r>
              <a:rPr lang="en-US"/>
              <a:t> </a:t>
            </a:r>
            <a:r>
              <a:rPr lang="en-US" err="1"/>
              <a:t>elit</a:t>
            </a:r>
            <a:r>
              <a:rPr lang="en-US"/>
              <a:t>, sed d eius</a:t>
            </a:r>
          </a:p>
        </p:txBody>
      </p:sp>
    </p:spTree>
    <p:extLst>
      <p:ext uri="{BB962C8B-B14F-4D97-AF65-F5344CB8AC3E}">
        <p14:creationId xmlns:p14="http://schemas.microsoft.com/office/powerpoint/2010/main" val="79088785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tatement 3.0 (Light) ">
    <p:bg>
      <p:bgPr>
        <a:solidFill>
          <a:schemeClr val="bg1"/>
        </a:solidFill>
        <a:effectLst/>
      </p:bgPr>
    </p:bg>
    <p:spTree>
      <p:nvGrpSpPr>
        <p:cNvPr id="1" name=""/>
        <p:cNvGrpSpPr/>
        <p:nvPr/>
      </p:nvGrpSpPr>
      <p:grpSpPr>
        <a:xfrm>
          <a:off x="0" y="0"/>
          <a:ext cx="0" cy="0"/>
          <a:chOff x="0" y="0"/>
          <a:chExt cx="0" cy="0"/>
        </a:xfrm>
      </p:grpSpPr>
      <p:sp>
        <p:nvSpPr>
          <p:cNvPr id="6" name="Picture Placeholder 12">
            <a:extLst>
              <a:ext uri="{FF2B5EF4-FFF2-40B4-BE49-F238E27FC236}">
                <a16:creationId xmlns:a16="http://schemas.microsoft.com/office/drawing/2014/main" id="{BC536DB3-4F6D-00AF-9CA8-CF536E79809D}"/>
              </a:ext>
            </a:extLst>
          </p:cNvPr>
          <p:cNvSpPr>
            <a:spLocks noGrp="1"/>
          </p:cNvSpPr>
          <p:nvPr>
            <p:ph type="pic" sz="quarter" idx="18" hasCustomPrompt="1"/>
          </p:nvPr>
        </p:nvSpPr>
        <p:spPr>
          <a:xfrm>
            <a:off x="10200175" y="1468834"/>
            <a:ext cx="1720625" cy="1720584"/>
          </a:xfrm>
          <a:prstGeom prst="rect">
            <a:avLst/>
          </a:prstGeom>
          <a:solidFill>
            <a:srgbClr val="C2C4B8"/>
          </a:solidFill>
        </p:spPr>
        <p:txBody>
          <a:bodyPr anchor="ctr"/>
          <a:lstStyle>
            <a:lvl1pPr marL="7143" indent="-794" algn="ctr">
              <a:buNone/>
              <a:tabLst/>
              <a:defRPr sz="1000">
                <a:solidFill>
                  <a:schemeClr val="bg1"/>
                </a:solidFill>
              </a:defRPr>
            </a:lvl1pPr>
          </a:lstStyle>
          <a:p>
            <a:r>
              <a:rPr lang="en-US"/>
              <a:t>Click icon</a:t>
            </a:r>
            <a:br>
              <a:rPr lang="en-US"/>
            </a:br>
            <a:r>
              <a:rPr lang="en-US"/>
              <a:t>to add picture</a:t>
            </a:r>
          </a:p>
          <a:p>
            <a:endParaRPr lang="en-US"/>
          </a:p>
          <a:p>
            <a:endParaRPr lang="en-US"/>
          </a:p>
          <a:p>
            <a:endParaRPr lang="en-US"/>
          </a:p>
        </p:txBody>
      </p:sp>
      <p:sp>
        <p:nvSpPr>
          <p:cNvPr id="9" name="Picture Placeholder 12">
            <a:extLst>
              <a:ext uri="{FF2B5EF4-FFF2-40B4-BE49-F238E27FC236}">
                <a16:creationId xmlns:a16="http://schemas.microsoft.com/office/drawing/2014/main" id="{608B3A1A-733C-5681-979D-7DBAAF1F16DD}"/>
              </a:ext>
            </a:extLst>
          </p:cNvPr>
          <p:cNvSpPr>
            <a:spLocks noGrp="1"/>
          </p:cNvSpPr>
          <p:nvPr>
            <p:ph type="pic" sz="quarter" idx="12"/>
          </p:nvPr>
        </p:nvSpPr>
        <p:spPr>
          <a:xfrm>
            <a:off x="262766" y="2337598"/>
            <a:ext cx="3703382" cy="3700688"/>
          </a:xfrm>
          <a:prstGeom prst="rect">
            <a:avLst/>
          </a:prstGeom>
          <a:solidFill>
            <a:srgbClr val="C2C4B8"/>
          </a:solidFill>
        </p:spPr>
        <p:txBody>
          <a:bodyPr anchor="ctr"/>
          <a:lstStyle>
            <a:lvl1pPr marL="7143" indent="-794" algn="ctr">
              <a:buNone/>
              <a:tabLst/>
              <a:defRPr sz="1400">
                <a:solidFill>
                  <a:schemeClr val="bg1"/>
                </a:solidFill>
              </a:defRPr>
            </a:lvl1pPr>
          </a:lstStyle>
          <a:p>
            <a:r>
              <a:rPr lang="en-US"/>
              <a:t>Click icon to add picture</a:t>
            </a:r>
          </a:p>
        </p:txBody>
      </p:sp>
      <p:sp>
        <p:nvSpPr>
          <p:cNvPr id="13" name="Picture Placeholder 12">
            <a:extLst>
              <a:ext uri="{FF2B5EF4-FFF2-40B4-BE49-F238E27FC236}">
                <a16:creationId xmlns:a16="http://schemas.microsoft.com/office/drawing/2014/main" id="{129FA71E-4975-6DC3-270B-1BF03D7C26A2}"/>
              </a:ext>
            </a:extLst>
          </p:cNvPr>
          <p:cNvSpPr>
            <a:spLocks noGrp="1"/>
          </p:cNvSpPr>
          <p:nvPr>
            <p:ph type="pic" sz="quarter" idx="17" hasCustomPrompt="1"/>
          </p:nvPr>
        </p:nvSpPr>
        <p:spPr>
          <a:xfrm>
            <a:off x="3247603" y="5140763"/>
            <a:ext cx="1720625" cy="1717237"/>
          </a:xfrm>
          <a:prstGeom prst="rect">
            <a:avLst/>
          </a:prstGeom>
          <a:solidFill>
            <a:schemeClr val="accent6"/>
          </a:solidFill>
        </p:spPr>
        <p:txBody>
          <a:bodyPr anchor="ctr"/>
          <a:lstStyle>
            <a:lvl1pPr marL="7143" indent="-794" algn="ctr">
              <a:buNone/>
              <a:tabLst/>
              <a:defRPr sz="1000">
                <a:solidFill>
                  <a:schemeClr val="bg1"/>
                </a:solidFill>
              </a:defRPr>
            </a:lvl1pPr>
          </a:lstStyle>
          <a:p>
            <a:r>
              <a:rPr lang="en-US"/>
              <a:t>Click icon</a:t>
            </a:r>
            <a:br>
              <a:rPr lang="en-US"/>
            </a:br>
            <a:r>
              <a:rPr lang="en-US"/>
              <a:t>to add picture</a:t>
            </a:r>
          </a:p>
          <a:p>
            <a:endParaRPr lang="en-US"/>
          </a:p>
          <a:p>
            <a:endParaRPr lang="en-US"/>
          </a:p>
          <a:p>
            <a:endParaRPr lang="en-US"/>
          </a:p>
        </p:txBody>
      </p:sp>
      <p:cxnSp>
        <p:nvCxnSpPr>
          <p:cNvPr id="8" name="Straight Connector 7">
            <a:extLst>
              <a:ext uri="{FF2B5EF4-FFF2-40B4-BE49-F238E27FC236}">
                <a16:creationId xmlns:a16="http://schemas.microsoft.com/office/drawing/2014/main" id="{68F3F980-7303-7433-7BA0-B2E600EEDB0F}"/>
              </a:ext>
            </a:extLst>
          </p:cNvPr>
          <p:cNvCxnSpPr>
            <a:cxnSpLocks/>
          </p:cNvCxnSpPr>
          <p:nvPr/>
        </p:nvCxnSpPr>
        <p:spPr>
          <a:xfrm>
            <a:off x="271200"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12" name="Picture Placeholder 12">
            <a:extLst>
              <a:ext uri="{FF2B5EF4-FFF2-40B4-BE49-F238E27FC236}">
                <a16:creationId xmlns:a16="http://schemas.microsoft.com/office/drawing/2014/main" id="{6BECE9EE-9083-6A68-D693-1B828A106561}"/>
              </a:ext>
            </a:extLst>
          </p:cNvPr>
          <p:cNvSpPr>
            <a:spLocks noGrp="1"/>
          </p:cNvSpPr>
          <p:nvPr>
            <p:ph type="pic" sz="quarter" idx="13" hasCustomPrompt="1"/>
          </p:nvPr>
        </p:nvSpPr>
        <p:spPr>
          <a:xfrm>
            <a:off x="6106642" y="2932"/>
            <a:ext cx="1467796" cy="1471712"/>
          </a:xfrm>
          <a:prstGeom prst="rect">
            <a:avLst/>
          </a:prstGeom>
          <a:solidFill>
            <a:srgbClr val="C2C4B8"/>
          </a:solidFill>
        </p:spPr>
        <p:txBody>
          <a:bodyPr anchor="ctr"/>
          <a:lstStyle>
            <a:lvl1pPr marL="7143" indent="-794" algn="ctr">
              <a:buNone/>
              <a:tabLst/>
              <a:defRPr sz="1000">
                <a:solidFill>
                  <a:schemeClr val="bg1"/>
                </a:solidFill>
              </a:defRPr>
            </a:lvl1pPr>
          </a:lstStyle>
          <a:p>
            <a:r>
              <a:rPr lang="en-US"/>
              <a:t>Click icon</a:t>
            </a:r>
            <a:br>
              <a:rPr lang="en-US"/>
            </a:br>
            <a:r>
              <a:rPr lang="en-US"/>
              <a:t>to add picture</a:t>
            </a:r>
          </a:p>
          <a:p>
            <a:endParaRPr lang="en-US"/>
          </a:p>
          <a:p>
            <a:endParaRPr lang="en-US"/>
          </a:p>
        </p:txBody>
      </p:sp>
      <p:sp>
        <p:nvSpPr>
          <p:cNvPr id="11" name="Title 3">
            <a:extLst>
              <a:ext uri="{FF2B5EF4-FFF2-40B4-BE49-F238E27FC236}">
                <a16:creationId xmlns:a16="http://schemas.microsoft.com/office/drawing/2014/main" id="{037BB711-C787-4572-B73D-BA88FB5870F9}"/>
              </a:ext>
            </a:extLst>
          </p:cNvPr>
          <p:cNvSpPr>
            <a:spLocks noGrp="1"/>
          </p:cNvSpPr>
          <p:nvPr>
            <p:ph type="title" hasCustomPrompt="1"/>
          </p:nvPr>
        </p:nvSpPr>
        <p:spPr>
          <a:xfrm>
            <a:off x="6229351" y="2971800"/>
            <a:ext cx="4702174" cy="786369"/>
          </a:xfrm>
        </p:spPr>
        <p:txBody>
          <a:bodyPr wrap="square">
            <a:spAutoFit/>
          </a:bodyPr>
          <a:lstStyle>
            <a:lvl1pPr>
              <a:lnSpc>
                <a:spcPct val="90000"/>
              </a:lnSpc>
              <a:defRPr sz="2800"/>
            </a:lvl1pPr>
          </a:lstStyle>
          <a:p>
            <a:r>
              <a:rPr lang="en-US"/>
              <a:t>Longer Headline to be</a:t>
            </a:r>
            <a:br>
              <a:rPr lang="en-US"/>
            </a:br>
            <a:r>
              <a:rPr lang="en-US"/>
              <a:t>Written here</a:t>
            </a:r>
          </a:p>
        </p:txBody>
      </p:sp>
      <p:sp>
        <p:nvSpPr>
          <p:cNvPr id="2" name="Shape">
            <a:extLst>
              <a:ext uri="{FF2B5EF4-FFF2-40B4-BE49-F238E27FC236}">
                <a16:creationId xmlns:a16="http://schemas.microsoft.com/office/drawing/2014/main" id="{A555A425-2CF2-491C-3C4C-07F79EB29170}"/>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26061544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tatement 4.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Picture Placeholder 9">
            <a:extLst>
              <a:ext uri="{FF2B5EF4-FFF2-40B4-BE49-F238E27FC236}">
                <a16:creationId xmlns:a16="http://schemas.microsoft.com/office/drawing/2014/main" id="{5BB12CB4-F5F3-7AC1-AE2C-FEA23CAE57B4}"/>
              </a:ext>
            </a:extLst>
          </p:cNvPr>
          <p:cNvSpPr>
            <a:spLocks noGrp="1"/>
          </p:cNvSpPr>
          <p:nvPr>
            <p:ph type="pic" sz="quarter" idx="13"/>
          </p:nvPr>
        </p:nvSpPr>
        <p:spPr>
          <a:xfrm>
            <a:off x="1" y="1031760"/>
            <a:ext cx="2146041" cy="2146041"/>
          </a:xfrm>
          <a:prstGeom prst="rect">
            <a:avLst/>
          </a:prstGeom>
          <a:solidFill>
            <a:srgbClr val="C2C4B8"/>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F4128765-AC6B-97A3-0F71-9EBDD5666A70}"/>
              </a:ext>
            </a:extLst>
          </p:cNvPr>
          <p:cNvSpPr>
            <a:spLocks noGrp="1"/>
          </p:cNvSpPr>
          <p:nvPr>
            <p:ph type="pic" sz="quarter" idx="14"/>
          </p:nvPr>
        </p:nvSpPr>
        <p:spPr>
          <a:xfrm>
            <a:off x="1884785" y="2963196"/>
            <a:ext cx="1101012" cy="1101012"/>
          </a:xfrm>
          <a:prstGeom prst="rect">
            <a:avLst/>
          </a:prstGeom>
          <a:solidFill>
            <a:schemeClr val="accent6"/>
          </a:solidFill>
        </p:spPr>
        <p:txBody>
          <a:bodyPr anchor="ctr">
            <a:noAutofit/>
          </a:bodyPr>
          <a:lstStyle>
            <a:lvl1pPr algn="ctr">
              <a:lnSpc>
                <a:spcPct val="100000"/>
              </a:lnSpc>
              <a:buNone/>
              <a:defRPr sz="1000">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8D498DD5-8334-9B3C-9CBE-37B55B5E310D}"/>
              </a:ext>
            </a:extLst>
          </p:cNvPr>
          <p:cNvSpPr>
            <a:spLocks noGrp="1"/>
          </p:cNvSpPr>
          <p:nvPr>
            <p:ph type="pic" sz="quarter" idx="15"/>
          </p:nvPr>
        </p:nvSpPr>
        <p:spPr>
          <a:xfrm>
            <a:off x="6630345" y="504031"/>
            <a:ext cx="5290455" cy="5286338"/>
          </a:xfrm>
          <a:prstGeom prst="rect">
            <a:avLst/>
          </a:prstGeom>
          <a:solidFill>
            <a:srgbClr val="C2C4B8"/>
          </a:solidFill>
        </p:spPr>
        <p:txBody>
          <a:bodyPr anchor="ctr">
            <a:noAutofit/>
          </a:bodyPr>
          <a:lstStyle>
            <a:lvl1pPr algn="ctr">
              <a:buNone/>
              <a:defRPr>
                <a:solidFill>
                  <a:schemeClr val="bg1"/>
                </a:solidFill>
              </a:defRPr>
            </a:lvl1pPr>
          </a:lstStyle>
          <a:p>
            <a:r>
              <a:rPr lang="en-US"/>
              <a:t>Click icon to add picture</a:t>
            </a:r>
          </a:p>
        </p:txBody>
      </p:sp>
      <p:sp>
        <p:nvSpPr>
          <p:cNvPr id="6" name="Shape">
            <a:extLst>
              <a:ext uri="{FF2B5EF4-FFF2-40B4-BE49-F238E27FC236}">
                <a16:creationId xmlns:a16="http://schemas.microsoft.com/office/drawing/2014/main" id="{CD1FEE7C-553C-4A8B-BC77-F8DF21CFAE2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00AA6222-3515-ED1E-22C8-0B196FE22912}"/>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
        <p:nvSpPr>
          <p:cNvPr id="4" name="Title 3">
            <a:extLst>
              <a:ext uri="{FF2B5EF4-FFF2-40B4-BE49-F238E27FC236}">
                <a16:creationId xmlns:a16="http://schemas.microsoft.com/office/drawing/2014/main" id="{0D1656EF-B935-C345-E4A1-76A837F71391}"/>
              </a:ext>
            </a:extLst>
          </p:cNvPr>
          <p:cNvSpPr>
            <a:spLocks noGrp="1"/>
          </p:cNvSpPr>
          <p:nvPr>
            <p:ph type="title" hasCustomPrompt="1"/>
          </p:nvPr>
        </p:nvSpPr>
        <p:spPr>
          <a:xfrm>
            <a:off x="4241248" y="4845632"/>
            <a:ext cx="4969427" cy="1174168"/>
          </a:xfrm>
        </p:spPr>
        <p:txBody>
          <a:bodyPr wrap="square">
            <a:spAutoFit/>
          </a:bodyPr>
          <a:lstStyle>
            <a:lvl1pPr>
              <a:lnSpc>
                <a:spcPct val="90000"/>
              </a:lnSpc>
              <a:defRPr sz="2800"/>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a:t>
            </a:r>
          </a:p>
        </p:txBody>
      </p:sp>
    </p:spTree>
    <p:extLst>
      <p:ext uri="{BB962C8B-B14F-4D97-AF65-F5344CB8AC3E}">
        <p14:creationId xmlns:p14="http://schemas.microsoft.com/office/powerpoint/2010/main" val="37226343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atement 5.0 (Light)">
    <p:bg>
      <p:bgPr>
        <a:solidFill>
          <a:schemeClr val="bg1"/>
        </a:solidFill>
        <a:effectLst/>
      </p:bgPr>
    </p:bg>
    <p:spTree>
      <p:nvGrpSpPr>
        <p:cNvPr id="1" name=""/>
        <p:cNvGrpSpPr/>
        <p:nvPr/>
      </p:nvGrpSpPr>
      <p:grpSpPr>
        <a:xfrm>
          <a:off x="0" y="0"/>
          <a:ext cx="0" cy="0"/>
          <a:chOff x="0" y="0"/>
          <a:chExt cx="0" cy="0"/>
        </a:xfrm>
      </p:grpSpPr>
      <p:sp>
        <p:nvSpPr>
          <p:cNvPr id="28" name="Picture Placeholder 9">
            <a:extLst>
              <a:ext uri="{FF2B5EF4-FFF2-40B4-BE49-F238E27FC236}">
                <a16:creationId xmlns:a16="http://schemas.microsoft.com/office/drawing/2014/main" id="{B54E1074-5BBA-6736-8077-5BA6D135BE26}"/>
              </a:ext>
            </a:extLst>
          </p:cNvPr>
          <p:cNvSpPr>
            <a:spLocks noGrp="1"/>
          </p:cNvSpPr>
          <p:nvPr>
            <p:ph type="pic" sz="quarter" idx="19"/>
          </p:nvPr>
        </p:nvSpPr>
        <p:spPr>
          <a:xfrm>
            <a:off x="0" y="0"/>
            <a:ext cx="6096000" cy="6857998"/>
          </a:xfrm>
          <a:prstGeom prst="rect">
            <a:avLst/>
          </a:prstGeom>
          <a:solidFill>
            <a:schemeClr val="tx1"/>
          </a:solidFill>
        </p:spPr>
        <p:txBody>
          <a:bodyPr anchor="t">
            <a:noAutofit/>
          </a:bodyPr>
          <a:lstStyle>
            <a:lvl1pPr marL="319976" marR="0" indent="-319976" algn="ctr" defTabSz="323935" rtl="0" eaLnBrk="1" fontAlgn="base" latinLnBrk="0" hangingPunct="1">
              <a:lnSpc>
                <a:spcPct val="110000"/>
              </a:lnSpc>
              <a:spcBef>
                <a:spcPts val="0"/>
              </a:spcBef>
              <a:spcAft>
                <a:spcPts val="900"/>
              </a:spcAft>
              <a:buClrTx/>
              <a:buSzPct val="100000"/>
              <a:buFont typeface="Segoe UI" panose="020B0502040204020203" pitchFamily="34" charset="0"/>
              <a:buNone/>
              <a:tabLst/>
              <a:defRPr sz="1600">
                <a:solidFill>
                  <a:schemeClr val="bg1"/>
                </a:solidFill>
              </a:defRPr>
            </a:lvl1pPr>
          </a:lstStyle>
          <a:p>
            <a:endParaRPr lang="en-US"/>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4" name="Straight Connector 3">
            <a:extLst>
              <a:ext uri="{FF2B5EF4-FFF2-40B4-BE49-F238E27FC236}">
                <a16:creationId xmlns:a16="http://schemas.microsoft.com/office/drawing/2014/main" id="{A5F2190E-3350-9007-2590-0FAF27D1874D}"/>
              </a:ext>
            </a:extLst>
          </p:cNvPr>
          <p:cNvCxnSpPr>
            <a:cxnSpLocks/>
          </p:cNvCxnSpPr>
          <p:nvPr/>
        </p:nvCxnSpPr>
        <p:spPr>
          <a:xfrm>
            <a:off x="262616" y="505123"/>
            <a:ext cx="5829092"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2" name="Shape">
            <a:extLst>
              <a:ext uri="{FF2B5EF4-FFF2-40B4-BE49-F238E27FC236}">
                <a16:creationId xmlns:a16="http://schemas.microsoft.com/office/drawing/2014/main" id="{8DFC4937-3FD6-DBAC-A89D-CF49E8E0CF0D}"/>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Picture Placeholder 9">
            <a:extLst>
              <a:ext uri="{FF2B5EF4-FFF2-40B4-BE49-F238E27FC236}">
                <a16:creationId xmlns:a16="http://schemas.microsoft.com/office/drawing/2014/main" id="{94552704-CFDF-EF3C-D33A-73CB7A209B65}"/>
              </a:ext>
            </a:extLst>
          </p:cNvPr>
          <p:cNvSpPr>
            <a:spLocks noGrp="1"/>
          </p:cNvSpPr>
          <p:nvPr>
            <p:ph type="pic" sz="quarter" idx="13"/>
          </p:nvPr>
        </p:nvSpPr>
        <p:spPr>
          <a:xfrm>
            <a:off x="1260311" y="1647695"/>
            <a:ext cx="3562610" cy="3562610"/>
          </a:xfrm>
          <a:prstGeom prst="rect">
            <a:avLst/>
          </a:prstGeom>
          <a:solidFill>
            <a:srgbClr val="C2C4B8"/>
          </a:solidFill>
        </p:spPr>
        <p:txBody>
          <a:bodyPr anchor="ctr">
            <a:noAutofit/>
          </a:bodyPr>
          <a:lstStyle>
            <a:lvl1pPr algn="ctr">
              <a:buNone/>
              <a:defRPr>
                <a:solidFill>
                  <a:schemeClr val="bg1"/>
                </a:solidFill>
              </a:defRPr>
            </a:lvl1pPr>
          </a:lstStyle>
          <a:p>
            <a:r>
              <a:rPr lang="en-US"/>
              <a:t>Click icon to add picture</a:t>
            </a:r>
          </a:p>
        </p:txBody>
      </p:sp>
      <p:sp>
        <p:nvSpPr>
          <p:cNvPr id="15" name="Shape">
            <a:extLst>
              <a:ext uri="{FF2B5EF4-FFF2-40B4-BE49-F238E27FC236}">
                <a16:creationId xmlns:a16="http://schemas.microsoft.com/office/drawing/2014/main" id="{B19FFF9A-0B30-8282-7937-71D6BD98FA85}"/>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17" name="Straight Connector 16">
            <a:extLst>
              <a:ext uri="{FF2B5EF4-FFF2-40B4-BE49-F238E27FC236}">
                <a16:creationId xmlns:a16="http://schemas.microsoft.com/office/drawing/2014/main" id="{39D70D7E-BF71-0132-08FD-F862218D7CB7}"/>
              </a:ext>
            </a:extLst>
          </p:cNvPr>
          <p:cNvCxnSpPr>
            <a:cxnSpLocks/>
          </p:cNvCxnSpPr>
          <p:nvPr userDrawn="1"/>
        </p:nvCxnSpPr>
        <p:spPr>
          <a:xfrm>
            <a:off x="262616" y="505123"/>
            <a:ext cx="5829092"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0" name="Text Placeholder 20">
            <a:extLst>
              <a:ext uri="{FF2B5EF4-FFF2-40B4-BE49-F238E27FC236}">
                <a16:creationId xmlns:a16="http://schemas.microsoft.com/office/drawing/2014/main" id="{28E44542-7C2D-86AE-9DFD-30BB40FAA822}"/>
              </a:ext>
            </a:extLst>
          </p:cNvPr>
          <p:cNvSpPr>
            <a:spLocks noGrp="1"/>
          </p:cNvSpPr>
          <p:nvPr>
            <p:ph type="body" sz="quarter" idx="35" hasCustomPrompt="1"/>
          </p:nvPr>
        </p:nvSpPr>
        <p:spPr>
          <a:xfrm>
            <a:off x="6956314" y="4891522"/>
            <a:ext cx="1261781" cy="165430"/>
          </a:xfrm>
          <a:prstGeom prst="rect">
            <a:avLst/>
          </a:prstGeom>
        </p:spPr>
        <p:txBody>
          <a:bodyPr lIns="0" tIns="0" rIns="0" bIns="0" anchor="t">
            <a:spAutoFit/>
          </a:bodyPr>
          <a:lstStyle>
            <a:lvl1pPr marL="0" indent="0">
              <a:spcBef>
                <a:spcPts val="0"/>
              </a:spcBef>
              <a:buNone/>
              <a:defRPr sz="1000" b="1" i="0">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Quote Attribution</a:t>
            </a:r>
          </a:p>
        </p:txBody>
      </p:sp>
      <p:sp>
        <p:nvSpPr>
          <p:cNvPr id="31" name="Text Placeholder 20">
            <a:extLst>
              <a:ext uri="{FF2B5EF4-FFF2-40B4-BE49-F238E27FC236}">
                <a16:creationId xmlns:a16="http://schemas.microsoft.com/office/drawing/2014/main" id="{8731B8CF-2578-CD77-558D-A8A7E025E96D}"/>
              </a:ext>
            </a:extLst>
          </p:cNvPr>
          <p:cNvSpPr>
            <a:spLocks noGrp="1"/>
          </p:cNvSpPr>
          <p:nvPr>
            <p:ph type="body" sz="quarter" idx="36" hasCustomPrompt="1"/>
          </p:nvPr>
        </p:nvSpPr>
        <p:spPr>
          <a:xfrm>
            <a:off x="6956314" y="5071052"/>
            <a:ext cx="1261781" cy="165430"/>
          </a:xfrm>
          <a:prstGeom prst="rect">
            <a:avLst/>
          </a:prstGeom>
        </p:spPr>
        <p:txBody>
          <a:bodyPr wrap="square" lIns="0" tIns="0" rIns="0" bIns="0" anchor="t">
            <a:spAutoFit/>
          </a:bodyPr>
          <a:lstStyle>
            <a:lvl1pPr marL="0" indent="0">
              <a:spcBef>
                <a:spcPts val="0"/>
              </a:spcBef>
              <a:buNone/>
              <a:defRPr sz="1000" b="0" i="0">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Lorem Ipsum</a:t>
            </a:r>
          </a:p>
        </p:txBody>
      </p:sp>
      <p:sp>
        <p:nvSpPr>
          <p:cNvPr id="6" name="Slide Number Placeholder 5">
            <a:extLst>
              <a:ext uri="{FF2B5EF4-FFF2-40B4-BE49-F238E27FC236}">
                <a16:creationId xmlns:a16="http://schemas.microsoft.com/office/drawing/2014/main" id="{3D43FFC9-38C2-B4F8-4162-A5C53BC952DC}"/>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9" name="Text Placeholder 14">
            <a:extLst>
              <a:ext uri="{FF2B5EF4-FFF2-40B4-BE49-F238E27FC236}">
                <a16:creationId xmlns:a16="http://schemas.microsoft.com/office/drawing/2014/main" id="{20C7B38B-755F-10B7-2517-A1C709AE2405}"/>
              </a:ext>
            </a:extLst>
          </p:cNvPr>
          <p:cNvSpPr>
            <a:spLocks noGrp="1"/>
          </p:cNvSpPr>
          <p:nvPr>
            <p:ph type="body" sz="quarter" idx="37" hasCustomPrompt="1"/>
          </p:nvPr>
        </p:nvSpPr>
        <p:spPr>
          <a:xfrm>
            <a:off x="6956313" y="2648016"/>
            <a:ext cx="3974583" cy="1949765"/>
          </a:xfrm>
        </p:spPr>
        <p:txBody>
          <a:bodyPr wrap="square">
            <a:spAutoFit/>
          </a:bodyPr>
          <a:lstStyle>
            <a:lvl1pPr marL="457200" indent="-457200">
              <a:lnSpc>
                <a:spcPct val="90000"/>
              </a:lnSpc>
              <a:defRPr sz="2800">
                <a:latin typeface="+mj-lt"/>
              </a:defRPr>
            </a:lvl1pPr>
          </a:lstStyle>
          <a:p>
            <a:pPr lvl="0"/>
            <a:r>
              <a:rPr lang="en-US"/>
              <a:t>Lorem ipsum dolor sit </a:t>
            </a:r>
            <a:r>
              <a:rPr lang="en-US" err="1"/>
              <a:t>amet</a:t>
            </a:r>
            <a:r>
              <a:rPr lang="en-US"/>
              <a:t>, </a:t>
            </a:r>
            <a:r>
              <a:rPr lang="en-US" err="1"/>
              <a:t>consec</a:t>
            </a:r>
            <a:r>
              <a:rPr lang="en-US"/>
              <a:t> </a:t>
            </a:r>
            <a:r>
              <a:rPr lang="en-US" err="1"/>
              <a:t>tetur</a:t>
            </a:r>
            <a:r>
              <a:rPr lang="en-US"/>
              <a:t> </a:t>
            </a:r>
            <a:r>
              <a:rPr lang="en-US" err="1"/>
              <a:t>adipiscing</a:t>
            </a:r>
            <a:r>
              <a:rPr lang="en-US"/>
              <a:t> </a:t>
            </a:r>
            <a:r>
              <a:rPr lang="en-US" err="1"/>
              <a:t>elit</a:t>
            </a:r>
            <a:r>
              <a:rPr lang="en-US"/>
              <a:t>, sed do </a:t>
            </a:r>
            <a:r>
              <a:rPr lang="en-US" err="1"/>
              <a:t>eiusmod</a:t>
            </a:r>
            <a:r>
              <a:rPr lang="en-US"/>
              <a:t> </a:t>
            </a:r>
            <a:r>
              <a:rPr lang="en-US" err="1"/>
              <a:t>tempor</a:t>
            </a:r>
            <a:endParaRPr lang="en-US"/>
          </a:p>
        </p:txBody>
      </p:sp>
    </p:spTree>
    <p:extLst>
      <p:ext uri="{BB962C8B-B14F-4D97-AF65-F5344CB8AC3E}">
        <p14:creationId xmlns:p14="http://schemas.microsoft.com/office/powerpoint/2010/main" val="324238125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tatement 6.0 (Light)">
    <p:bg>
      <p:bgPr>
        <a:solidFill>
          <a:srgbClr val="F5F5F5"/>
        </a:solidFill>
        <a:effectLst/>
      </p:bgPr>
    </p:bg>
    <p:spTree>
      <p:nvGrpSpPr>
        <p:cNvPr id="1" name=""/>
        <p:cNvGrpSpPr/>
        <p:nvPr/>
      </p:nvGrpSpPr>
      <p:grpSpPr>
        <a:xfrm>
          <a:off x="0" y="0"/>
          <a:ext cx="0" cy="0"/>
          <a:chOff x="0" y="0"/>
          <a:chExt cx="0" cy="0"/>
        </a:xfrm>
      </p:grpSpPr>
      <p:sp>
        <p:nvSpPr>
          <p:cNvPr id="31" name="Picture Placeholder 9">
            <a:extLst>
              <a:ext uri="{FF2B5EF4-FFF2-40B4-BE49-F238E27FC236}">
                <a16:creationId xmlns:a16="http://schemas.microsoft.com/office/drawing/2014/main" id="{414F3A46-6C79-B4B1-C65B-3636B6B3DB33}"/>
              </a:ext>
            </a:extLst>
          </p:cNvPr>
          <p:cNvSpPr>
            <a:spLocks noGrp="1"/>
          </p:cNvSpPr>
          <p:nvPr>
            <p:ph type="pic" sz="quarter" idx="37"/>
          </p:nvPr>
        </p:nvSpPr>
        <p:spPr>
          <a:xfrm>
            <a:off x="381744" y="2957988"/>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3" name="Picture Placeholder 9">
            <a:extLst>
              <a:ext uri="{FF2B5EF4-FFF2-40B4-BE49-F238E27FC236}">
                <a16:creationId xmlns:a16="http://schemas.microsoft.com/office/drawing/2014/main" id="{6DA91201-807B-7F7B-A15C-3933A50E4033}"/>
              </a:ext>
            </a:extLst>
          </p:cNvPr>
          <p:cNvSpPr>
            <a:spLocks noGrp="1"/>
          </p:cNvSpPr>
          <p:nvPr>
            <p:ph type="pic" sz="quarter" idx="43"/>
          </p:nvPr>
        </p:nvSpPr>
        <p:spPr>
          <a:xfrm>
            <a:off x="381744" y="5389563"/>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4" name="Picture Placeholder 9">
            <a:extLst>
              <a:ext uri="{FF2B5EF4-FFF2-40B4-BE49-F238E27FC236}">
                <a16:creationId xmlns:a16="http://schemas.microsoft.com/office/drawing/2014/main" id="{A36546E3-93E3-A778-B668-BAEE9A09CA76}"/>
              </a:ext>
            </a:extLst>
          </p:cNvPr>
          <p:cNvSpPr>
            <a:spLocks noGrp="1"/>
          </p:cNvSpPr>
          <p:nvPr>
            <p:ph type="pic" sz="quarter" idx="44"/>
          </p:nvPr>
        </p:nvSpPr>
        <p:spPr>
          <a:xfrm>
            <a:off x="2464768" y="5389563"/>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8D7F82AF-A25F-3281-B2A8-165DB08771DB}"/>
              </a:ext>
            </a:extLst>
          </p:cNvPr>
          <p:cNvSpPr>
            <a:spLocks noGrp="1"/>
          </p:cNvSpPr>
          <p:nvPr>
            <p:ph type="pic" sz="quarter" idx="45"/>
          </p:nvPr>
        </p:nvSpPr>
        <p:spPr>
          <a:xfrm>
            <a:off x="4547791" y="5389563"/>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6" name="Picture Placeholder 9">
            <a:extLst>
              <a:ext uri="{FF2B5EF4-FFF2-40B4-BE49-F238E27FC236}">
                <a16:creationId xmlns:a16="http://schemas.microsoft.com/office/drawing/2014/main" id="{77846D10-B19A-7A06-CE1C-B4259CEDB20F}"/>
              </a:ext>
            </a:extLst>
          </p:cNvPr>
          <p:cNvSpPr>
            <a:spLocks noGrp="1"/>
          </p:cNvSpPr>
          <p:nvPr>
            <p:ph type="pic" sz="quarter" idx="46"/>
          </p:nvPr>
        </p:nvSpPr>
        <p:spPr>
          <a:xfrm>
            <a:off x="6630814" y="5389563"/>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8" name="Picture Placeholder 9">
            <a:extLst>
              <a:ext uri="{FF2B5EF4-FFF2-40B4-BE49-F238E27FC236}">
                <a16:creationId xmlns:a16="http://schemas.microsoft.com/office/drawing/2014/main" id="{E3EB4462-D286-A817-693C-92AEE36F0EED}"/>
              </a:ext>
            </a:extLst>
          </p:cNvPr>
          <p:cNvSpPr>
            <a:spLocks noGrp="1"/>
          </p:cNvSpPr>
          <p:nvPr>
            <p:ph type="pic" sz="quarter" idx="48"/>
          </p:nvPr>
        </p:nvSpPr>
        <p:spPr>
          <a:xfrm>
            <a:off x="10796860" y="5389563"/>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C5EE55A4-37A2-B4D8-C3AC-37CB40FA2765}"/>
              </a:ext>
            </a:extLst>
          </p:cNvPr>
          <p:cNvSpPr>
            <a:spLocks noGrp="1" noChangeAspect="1"/>
          </p:cNvSpPr>
          <p:nvPr>
            <p:ph type="pic" sz="quarter" idx="31"/>
          </p:nvPr>
        </p:nvSpPr>
        <p:spPr>
          <a:xfrm>
            <a:off x="381744" y="455041"/>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6" name="Picture Placeholder 9">
            <a:extLst>
              <a:ext uri="{FF2B5EF4-FFF2-40B4-BE49-F238E27FC236}">
                <a16:creationId xmlns:a16="http://schemas.microsoft.com/office/drawing/2014/main" id="{1D15C063-808E-85A7-50C7-6E5B2FCD5AD6}"/>
              </a:ext>
            </a:extLst>
          </p:cNvPr>
          <p:cNvSpPr>
            <a:spLocks noGrp="1"/>
          </p:cNvSpPr>
          <p:nvPr>
            <p:ph type="pic" sz="quarter" idx="32"/>
          </p:nvPr>
        </p:nvSpPr>
        <p:spPr>
          <a:xfrm>
            <a:off x="2464767" y="455041"/>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4B90FC3E-7F7E-90C9-3727-7F837C6F3BB5}"/>
              </a:ext>
            </a:extLst>
          </p:cNvPr>
          <p:cNvSpPr>
            <a:spLocks noGrp="1"/>
          </p:cNvSpPr>
          <p:nvPr>
            <p:ph type="pic" sz="quarter" idx="33"/>
          </p:nvPr>
        </p:nvSpPr>
        <p:spPr>
          <a:xfrm>
            <a:off x="4547790" y="455041"/>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D7347812-B755-7A67-CEF3-9A783EC2714D}"/>
              </a:ext>
            </a:extLst>
          </p:cNvPr>
          <p:cNvSpPr>
            <a:spLocks noGrp="1"/>
          </p:cNvSpPr>
          <p:nvPr>
            <p:ph type="pic" sz="quarter" idx="34"/>
          </p:nvPr>
        </p:nvSpPr>
        <p:spPr>
          <a:xfrm>
            <a:off x="6630814" y="455041"/>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DA31DF15-3CFD-8ECB-E60B-6F0BEE5C00DD}"/>
              </a:ext>
            </a:extLst>
          </p:cNvPr>
          <p:cNvSpPr>
            <a:spLocks noGrp="1"/>
          </p:cNvSpPr>
          <p:nvPr>
            <p:ph type="pic" sz="quarter" idx="35"/>
          </p:nvPr>
        </p:nvSpPr>
        <p:spPr>
          <a:xfrm>
            <a:off x="8713837" y="455041"/>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30" name="Picture Placeholder 9">
            <a:extLst>
              <a:ext uri="{FF2B5EF4-FFF2-40B4-BE49-F238E27FC236}">
                <a16:creationId xmlns:a16="http://schemas.microsoft.com/office/drawing/2014/main" id="{8FB89C77-18AB-8B9C-D40D-9F9E06EDDEE5}"/>
              </a:ext>
            </a:extLst>
          </p:cNvPr>
          <p:cNvSpPr>
            <a:spLocks noGrp="1"/>
          </p:cNvSpPr>
          <p:nvPr>
            <p:ph type="pic" sz="quarter" idx="36"/>
          </p:nvPr>
        </p:nvSpPr>
        <p:spPr>
          <a:xfrm>
            <a:off x="10796860" y="455041"/>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35" name="Picture Placeholder 9">
            <a:extLst>
              <a:ext uri="{FF2B5EF4-FFF2-40B4-BE49-F238E27FC236}">
                <a16:creationId xmlns:a16="http://schemas.microsoft.com/office/drawing/2014/main" id="{946D8120-6638-43CD-E142-F46BAB6BB855}"/>
              </a:ext>
            </a:extLst>
          </p:cNvPr>
          <p:cNvSpPr>
            <a:spLocks noGrp="1"/>
          </p:cNvSpPr>
          <p:nvPr>
            <p:ph type="pic" sz="quarter" idx="41"/>
          </p:nvPr>
        </p:nvSpPr>
        <p:spPr>
          <a:xfrm>
            <a:off x="8713837" y="2957988"/>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36" name="Picture Placeholder 9">
            <a:extLst>
              <a:ext uri="{FF2B5EF4-FFF2-40B4-BE49-F238E27FC236}">
                <a16:creationId xmlns:a16="http://schemas.microsoft.com/office/drawing/2014/main" id="{890A2031-10BD-625A-86DD-1D0CC2E40A54}"/>
              </a:ext>
            </a:extLst>
          </p:cNvPr>
          <p:cNvSpPr>
            <a:spLocks noGrp="1"/>
          </p:cNvSpPr>
          <p:nvPr>
            <p:ph type="pic" sz="quarter" idx="42"/>
          </p:nvPr>
        </p:nvSpPr>
        <p:spPr>
          <a:xfrm>
            <a:off x="10796860" y="2957988"/>
            <a:ext cx="1013396" cy="1013397"/>
          </a:xfrm>
          <a:prstGeom prst="rect">
            <a:avLst/>
          </a:prstGeom>
          <a:solidFill>
            <a:srgbClr val="C2C4B8"/>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6" name="Title 2">
            <a:extLst>
              <a:ext uri="{FF2B5EF4-FFF2-40B4-BE49-F238E27FC236}">
                <a16:creationId xmlns:a16="http://schemas.microsoft.com/office/drawing/2014/main" id="{E5F29476-6FAB-192A-D41D-7BEA14D5E3A3}"/>
              </a:ext>
            </a:extLst>
          </p:cNvPr>
          <p:cNvSpPr>
            <a:spLocks noGrp="1"/>
          </p:cNvSpPr>
          <p:nvPr>
            <p:ph type="title" hasCustomPrompt="1"/>
          </p:nvPr>
        </p:nvSpPr>
        <p:spPr>
          <a:xfrm>
            <a:off x="2464767" y="2267696"/>
            <a:ext cx="5568834" cy="2412584"/>
          </a:xfrm>
        </p:spPr>
        <p:txBody>
          <a:bodyPr anchor="ctr"/>
          <a:lstStyle>
            <a:lvl1pPr>
              <a:defRPr sz="6399" spc="-150"/>
            </a:lvl1pPr>
          </a:lstStyle>
          <a:p>
            <a:pPr lvl="0"/>
            <a:r>
              <a:rPr lang="en-US"/>
              <a:t>Lorem ipsum dolor sit </a:t>
            </a:r>
            <a:r>
              <a:rPr lang="en-US" err="1"/>
              <a:t>amet</a:t>
            </a:r>
            <a:r>
              <a:rPr lang="en-US"/>
              <a:t> </a:t>
            </a:r>
            <a:r>
              <a:rPr lang="en-US" err="1"/>
              <a:t>consec</a:t>
            </a:r>
            <a:r>
              <a:rPr lang="en-US"/>
              <a:t>.</a:t>
            </a:r>
          </a:p>
        </p:txBody>
      </p:sp>
      <p:sp>
        <p:nvSpPr>
          <p:cNvPr id="7" name="Shape">
            <a:extLst>
              <a:ext uri="{FF2B5EF4-FFF2-40B4-BE49-F238E27FC236}">
                <a16:creationId xmlns:a16="http://schemas.microsoft.com/office/drawing/2014/main" id="{42AEFDCD-7460-BC06-1BA3-6506AC3F3ED7}"/>
              </a:ext>
            </a:extLst>
          </p:cNvPr>
          <p:cNvSpPr/>
          <p:nvPr userDrawn="1"/>
        </p:nvSpPr>
        <p:spPr>
          <a:xfrm>
            <a:off x="381744" y="2092121"/>
            <a:ext cx="270314" cy="270314"/>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Shape">
            <a:extLst>
              <a:ext uri="{FF2B5EF4-FFF2-40B4-BE49-F238E27FC236}">
                <a16:creationId xmlns:a16="http://schemas.microsoft.com/office/drawing/2014/main" id="{DCD7CBF4-445F-069C-BFC3-D839C37EA842}"/>
              </a:ext>
            </a:extLst>
          </p:cNvPr>
          <p:cNvSpPr/>
          <p:nvPr userDrawn="1"/>
        </p:nvSpPr>
        <p:spPr>
          <a:xfrm>
            <a:off x="8782640" y="6134100"/>
            <a:ext cx="875789" cy="268859"/>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126733440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End 1.0 (Light)">
    <p:bg>
      <p:bgPr>
        <a:solidFill>
          <a:schemeClr val="bg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Shape">
            <a:extLst>
              <a:ext uri="{FF2B5EF4-FFF2-40B4-BE49-F238E27FC236}">
                <a16:creationId xmlns:a16="http://schemas.microsoft.com/office/drawing/2014/main" id="{586AAB6A-B751-99C7-0799-3B8E57B9650C}"/>
              </a:ext>
            </a:extLst>
          </p:cNvPr>
          <p:cNvSpPr/>
          <p:nvPr userDrawn="1"/>
        </p:nvSpPr>
        <p:spPr>
          <a:xfrm>
            <a:off x="262616" y="6401801"/>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0" name="Title 1">
            <a:extLst>
              <a:ext uri="{FF2B5EF4-FFF2-40B4-BE49-F238E27FC236}">
                <a16:creationId xmlns:a16="http://schemas.microsoft.com/office/drawing/2014/main" id="{BE6AE905-5AFB-7BCF-24C7-4838D7722ADF}"/>
              </a:ext>
            </a:extLst>
          </p:cNvPr>
          <p:cNvSpPr>
            <a:spLocks noGrp="1"/>
          </p:cNvSpPr>
          <p:nvPr>
            <p:ph type="title" hasCustomPrompt="1"/>
          </p:nvPr>
        </p:nvSpPr>
        <p:spPr>
          <a:xfrm>
            <a:off x="262616" y="3114694"/>
            <a:ext cx="8672403" cy="837152"/>
          </a:xfrm>
        </p:spPr>
        <p:txBody>
          <a:bodyPr anchor="ctr">
            <a:spAutoFit/>
          </a:bodyPr>
          <a:lstStyle>
            <a:lvl1pPr>
              <a:defRPr sz="6400" spc="-150"/>
            </a:lvl1pPr>
          </a:lstStyle>
          <a:p>
            <a:pPr lvl="0"/>
            <a:r>
              <a:rPr lang="en-US"/>
              <a:t>Thank you</a:t>
            </a:r>
          </a:p>
        </p:txBody>
      </p:sp>
    </p:spTree>
    <p:extLst>
      <p:ext uri="{BB962C8B-B14F-4D97-AF65-F5344CB8AC3E}">
        <p14:creationId xmlns:p14="http://schemas.microsoft.com/office/powerpoint/2010/main" val="14162819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End 2.0 (Light)">
    <p:bg>
      <p:bgPr>
        <a:solidFill>
          <a:schemeClr val="bg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1F59B46C-0A87-EC8E-63E7-C8B3030398D5}"/>
              </a:ext>
            </a:extLst>
          </p:cNvPr>
          <p:cNvCxnSpPr>
            <a:cxnSpLocks/>
          </p:cNvCxnSpPr>
          <p:nvPr/>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hape">
            <a:extLst>
              <a:ext uri="{FF2B5EF4-FFF2-40B4-BE49-F238E27FC236}">
                <a16:creationId xmlns:a16="http://schemas.microsoft.com/office/drawing/2014/main" id="{C25BA493-08F9-2C51-CCB1-1B17E34F8BA0}"/>
              </a:ext>
            </a:extLst>
          </p:cNvPr>
          <p:cNvSpPr/>
          <p:nvPr/>
        </p:nvSpPr>
        <p:spPr>
          <a:xfrm>
            <a:off x="262616" y="3251652"/>
            <a:ext cx="1188228" cy="364774"/>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8" name="Text Placeholder 14">
            <a:extLst>
              <a:ext uri="{FF2B5EF4-FFF2-40B4-BE49-F238E27FC236}">
                <a16:creationId xmlns:a16="http://schemas.microsoft.com/office/drawing/2014/main" id="{42D473EC-2DEA-4E33-4A99-F922FF85F074}"/>
              </a:ext>
            </a:extLst>
          </p:cNvPr>
          <p:cNvSpPr>
            <a:spLocks noGrp="1"/>
          </p:cNvSpPr>
          <p:nvPr>
            <p:ph type="body" sz="quarter" idx="31" hasCustomPrompt="1"/>
          </p:nvPr>
        </p:nvSpPr>
        <p:spPr>
          <a:xfrm>
            <a:off x="262615" y="5889563"/>
            <a:ext cx="2984987" cy="684418"/>
          </a:xfrm>
        </p:spPr>
        <p:txBody>
          <a:bodyPr wrap="square" anchor="t">
            <a:spAutoFit/>
          </a:bodyPr>
          <a:lstStyle>
            <a:lvl1pPr marL="182843" marR="0" indent="-182843" algn="l" defTabSz="323935" rtl="0" eaLnBrk="1" fontAlgn="base" latinLnBrk="0" hangingPunct="1">
              <a:lnSpc>
                <a:spcPct val="110000"/>
              </a:lnSpc>
              <a:spcBef>
                <a:spcPts val="0"/>
              </a:spcBef>
              <a:spcAft>
                <a:spcPts val="900"/>
              </a:spcAft>
              <a:buClrTx/>
              <a:buSzPct val="100000"/>
              <a:buFont typeface="Segoe UI" panose="020B0502040204020203" pitchFamily="34" charset="0"/>
              <a:buChar char="■"/>
              <a:tabLst/>
              <a:defRPr sz="900"/>
            </a:lvl1pPr>
          </a:lstStyle>
          <a:p>
            <a:pPr lvl="0"/>
            <a:r>
              <a:rPr lang="en-US" err="1"/>
              <a:t>Firstname</a:t>
            </a:r>
            <a:r>
              <a:rPr lang="en-US"/>
              <a:t> Lastname |  </a:t>
            </a:r>
            <a:r>
              <a:rPr lang="en-US" err="1"/>
              <a:t>first.last@vml.com</a:t>
            </a:r>
            <a:endParaRPr lang="en-US"/>
          </a:p>
          <a:p>
            <a:pPr marL="182843" marR="0" lvl="0" indent="-182843" algn="l" defTabSz="323935" rtl="0" eaLnBrk="1" fontAlgn="base" latinLnBrk="0" hangingPunct="1">
              <a:lnSpc>
                <a:spcPct val="110000"/>
              </a:lnSpc>
              <a:spcBef>
                <a:spcPts val="0"/>
              </a:spcBef>
              <a:spcAft>
                <a:spcPts val="900"/>
              </a:spcAft>
              <a:buClrTx/>
              <a:buSzPct val="100000"/>
              <a:buFont typeface="Segoe UI" panose="020B0502040204020203" pitchFamily="34" charset="0"/>
              <a:buChar char="■"/>
              <a:tabLst/>
              <a:defRPr/>
            </a:pPr>
            <a:r>
              <a:rPr lang="en-US" err="1"/>
              <a:t>Firstname</a:t>
            </a:r>
            <a:r>
              <a:rPr lang="en-US"/>
              <a:t> Lastname |  </a:t>
            </a:r>
            <a:r>
              <a:rPr lang="en-US" err="1"/>
              <a:t>first.last@vml.com</a:t>
            </a:r>
            <a:endParaRPr lang="en-US"/>
          </a:p>
          <a:p>
            <a:pPr marL="182843" marR="0" lvl="0" indent="-182843" algn="l" defTabSz="323935" rtl="0" eaLnBrk="1" fontAlgn="base" latinLnBrk="0" hangingPunct="1">
              <a:lnSpc>
                <a:spcPct val="110000"/>
              </a:lnSpc>
              <a:spcBef>
                <a:spcPts val="0"/>
              </a:spcBef>
              <a:spcAft>
                <a:spcPts val="900"/>
              </a:spcAft>
              <a:buClrTx/>
              <a:buSzPct val="100000"/>
              <a:buFont typeface="Segoe UI" panose="020B0502040204020203" pitchFamily="34" charset="0"/>
              <a:buChar char="■"/>
              <a:tabLst/>
              <a:defRPr/>
            </a:pPr>
            <a:r>
              <a:rPr lang="en-US" err="1"/>
              <a:t>Firstname</a:t>
            </a:r>
            <a:r>
              <a:rPr lang="en-US"/>
              <a:t> Lastname |  </a:t>
            </a:r>
            <a:r>
              <a:rPr lang="en-US" err="1"/>
              <a:t>first.last@vml.com</a:t>
            </a:r>
            <a:endParaRPr lang="en-US"/>
          </a:p>
        </p:txBody>
      </p:sp>
      <p:sp>
        <p:nvSpPr>
          <p:cNvPr id="19" name="Text Placeholder 14">
            <a:extLst>
              <a:ext uri="{FF2B5EF4-FFF2-40B4-BE49-F238E27FC236}">
                <a16:creationId xmlns:a16="http://schemas.microsoft.com/office/drawing/2014/main" id="{101BD114-1DEF-EB3A-C1DF-D78687E00688}"/>
              </a:ext>
            </a:extLst>
          </p:cNvPr>
          <p:cNvSpPr>
            <a:spLocks noGrp="1"/>
          </p:cNvSpPr>
          <p:nvPr>
            <p:ph type="body" sz="quarter" idx="32" hasCustomPrompt="1"/>
          </p:nvPr>
        </p:nvSpPr>
        <p:spPr>
          <a:xfrm>
            <a:off x="262615" y="5504450"/>
            <a:ext cx="2984987" cy="198516"/>
          </a:xfrm>
        </p:spPr>
        <p:txBody>
          <a:bodyPr wrap="square">
            <a:spAutoFit/>
          </a:bodyPr>
          <a:lstStyle>
            <a:lvl1pPr marL="319976" indent="-319976">
              <a:buNone/>
              <a:defRPr sz="1200">
                <a:latin typeface="+mj-lt"/>
              </a:defRPr>
            </a:lvl1pPr>
          </a:lstStyle>
          <a:p>
            <a:pPr lvl="0"/>
            <a:r>
              <a:rPr lang="en-US"/>
              <a:t>For Questions, Contact:</a:t>
            </a:r>
          </a:p>
        </p:txBody>
      </p:sp>
      <p:cxnSp>
        <p:nvCxnSpPr>
          <p:cNvPr id="20" name="Straight Connector 19">
            <a:extLst>
              <a:ext uri="{FF2B5EF4-FFF2-40B4-BE49-F238E27FC236}">
                <a16:creationId xmlns:a16="http://schemas.microsoft.com/office/drawing/2014/main" id="{B93AE893-EF05-B5D2-E106-091E28A6DBE3}"/>
              </a:ext>
            </a:extLst>
          </p:cNvPr>
          <p:cNvCxnSpPr>
            <a:cxnSpLocks/>
          </p:cNvCxnSpPr>
          <p:nvPr userDrawn="1"/>
        </p:nvCxnSpPr>
        <p:spPr>
          <a:xfrm>
            <a:off x="262616" y="5796057"/>
            <a:ext cx="2984986"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4" name="Slide Number Placeholder 5">
            <a:extLst>
              <a:ext uri="{FF2B5EF4-FFF2-40B4-BE49-F238E27FC236}">
                <a16:creationId xmlns:a16="http://schemas.microsoft.com/office/drawing/2014/main" id="{7EBAEA29-43C4-120D-A49B-C46F68D030A6}"/>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2103212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End 3.0 (Light)">
    <p:bg>
      <p:bgPr>
        <a:solidFill>
          <a:schemeClr val="bg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5898865" y="5974273"/>
            <a:ext cx="394268" cy="394268"/>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hape">
            <a:extLst>
              <a:ext uri="{FF2B5EF4-FFF2-40B4-BE49-F238E27FC236}">
                <a16:creationId xmlns:a16="http://schemas.microsoft.com/office/drawing/2014/main" id="{C25BA493-08F9-2C51-CCB1-1B17E34F8BA0}"/>
              </a:ext>
            </a:extLst>
          </p:cNvPr>
          <p:cNvSpPr/>
          <p:nvPr/>
        </p:nvSpPr>
        <p:spPr>
          <a:xfrm>
            <a:off x="5472514" y="3240712"/>
            <a:ext cx="1246973" cy="382808"/>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98830001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Empty (Light)">
    <p:bg>
      <p:bgRef idx="1002">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7427180"/>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Divider - Grey (Light)">
    <p:bg>
      <p:bgPr>
        <a:solidFill>
          <a:srgbClr val="C2C4B8"/>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Title 2">
            <a:extLst>
              <a:ext uri="{FF2B5EF4-FFF2-40B4-BE49-F238E27FC236}">
                <a16:creationId xmlns:a16="http://schemas.microsoft.com/office/drawing/2014/main" id="{07F94E12-3CF0-E0A4-72E9-01B35041C0D5}"/>
              </a:ext>
            </a:extLst>
          </p:cNvPr>
          <p:cNvSpPr>
            <a:spLocks noGrp="1"/>
          </p:cNvSpPr>
          <p:nvPr>
            <p:ph type="title" hasCustomPrompt="1"/>
          </p:nvPr>
        </p:nvSpPr>
        <p:spPr>
          <a:xfrm>
            <a:off x="262766" y="2720868"/>
            <a:ext cx="10668759" cy="1624804"/>
          </a:xfrm>
        </p:spPr>
        <p:txBody>
          <a:bodyPr anchor="ctr"/>
          <a:lstStyle>
            <a:lvl1pPr>
              <a:defRPr sz="6399" spc="-150"/>
            </a:lvl1pPr>
          </a:lstStyle>
          <a:p>
            <a:r>
              <a:rPr lang="en-US"/>
              <a:t>Divider Section Heading Goes Here</a:t>
            </a:r>
          </a:p>
        </p:txBody>
      </p:sp>
      <p:cxnSp>
        <p:nvCxnSpPr>
          <p:cNvPr id="2" name="Straight Connector 1">
            <a:extLst>
              <a:ext uri="{FF2B5EF4-FFF2-40B4-BE49-F238E27FC236}">
                <a16:creationId xmlns:a16="http://schemas.microsoft.com/office/drawing/2014/main" id="{816B5C40-0EFF-15C7-F0AB-7B4232234219}"/>
              </a:ext>
            </a:extLst>
          </p:cNvPr>
          <p:cNvCxnSpPr>
            <a:cxnSpLocks/>
          </p:cNvCxnSpPr>
          <p:nvPr userDrawn="1"/>
        </p:nvCxnSpPr>
        <p:spPr>
          <a:xfrm>
            <a:off x="262616" y="505123"/>
            <a:ext cx="11658184"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4" name="Slide Number Placeholder 5">
            <a:extLst>
              <a:ext uri="{FF2B5EF4-FFF2-40B4-BE49-F238E27FC236}">
                <a16:creationId xmlns:a16="http://schemas.microsoft.com/office/drawing/2014/main" id="{C82DBF77-E738-3898-7035-4A0E6645CBF8}"/>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
        <p:nvSpPr>
          <p:cNvPr id="6" name="Shape">
            <a:extLst>
              <a:ext uri="{FF2B5EF4-FFF2-40B4-BE49-F238E27FC236}">
                <a16:creationId xmlns:a16="http://schemas.microsoft.com/office/drawing/2014/main" id="{C11856DA-2D98-5FE2-CCF8-2F5B4DC0D487}"/>
              </a:ext>
            </a:extLst>
          </p:cNvPr>
          <p:cNvSpPr/>
          <p:nvPr userDrawn="1"/>
        </p:nvSpPr>
        <p:spPr>
          <a:xfrm>
            <a:off x="262616" y="6401801"/>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9604508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ivider - No Line -Grey (Light)">
    <p:bg>
      <p:bgPr>
        <a:solidFill>
          <a:srgbClr val="C2C4B8"/>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Title 2">
            <a:extLst>
              <a:ext uri="{FF2B5EF4-FFF2-40B4-BE49-F238E27FC236}">
                <a16:creationId xmlns:a16="http://schemas.microsoft.com/office/drawing/2014/main" id="{07F94E12-3CF0-E0A4-72E9-01B35041C0D5}"/>
              </a:ext>
            </a:extLst>
          </p:cNvPr>
          <p:cNvSpPr>
            <a:spLocks noGrp="1"/>
          </p:cNvSpPr>
          <p:nvPr>
            <p:ph type="title" hasCustomPrompt="1"/>
          </p:nvPr>
        </p:nvSpPr>
        <p:spPr>
          <a:xfrm>
            <a:off x="262766" y="2720868"/>
            <a:ext cx="10668759" cy="1624804"/>
          </a:xfrm>
        </p:spPr>
        <p:txBody>
          <a:bodyPr anchor="ctr"/>
          <a:lstStyle>
            <a:lvl1pPr>
              <a:defRPr sz="6399" spc="-150"/>
            </a:lvl1pPr>
          </a:lstStyle>
          <a:p>
            <a:r>
              <a:rPr lang="en-US"/>
              <a:t>Divider Section Heading Goes Here</a:t>
            </a:r>
          </a:p>
        </p:txBody>
      </p:sp>
      <p:sp>
        <p:nvSpPr>
          <p:cNvPr id="4" name="Slide Number Placeholder 5">
            <a:extLst>
              <a:ext uri="{FF2B5EF4-FFF2-40B4-BE49-F238E27FC236}">
                <a16:creationId xmlns:a16="http://schemas.microsoft.com/office/drawing/2014/main" id="{C82DBF77-E738-3898-7035-4A0E6645CBF8}"/>
              </a:ext>
            </a:extLst>
          </p:cNvPr>
          <p:cNvSpPr>
            <a:spLocks noGrp="1"/>
          </p:cNvSpPr>
          <p:nvPr>
            <p:ph type="sldNum" sz="quarter" idx="10"/>
          </p:nvPr>
        </p:nvSpPr>
        <p:spPr>
          <a:xfrm>
            <a:off x="11471675" y="281148"/>
            <a:ext cx="457708" cy="138500"/>
          </a:xfrm>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08675519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ver 1.0 (Dark)">
    <p:bg>
      <p:bgPr>
        <a:solidFill>
          <a:srgbClr val="191919"/>
        </a:solidFill>
        <a:effectLst/>
      </p:bgPr>
    </p:bg>
    <p:spTree>
      <p:nvGrpSpPr>
        <p:cNvPr id="1" name=""/>
        <p:cNvGrpSpPr/>
        <p:nvPr/>
      </p:nvGrpSpPr>
      <p:grpSpPr>
        <a:xfrm>
          <a:off x="0" y="0"/>
          <a:ext cx="0" cy="0"/>
          <a:chOff x="0" y="0"/>
          <a:chExt cx="0" cy="0"/>
        </a:xfrm>
      </p:grpSpPr>
      <p:sp>
        <p:nvSpPr>
          <p:cNvPr id="17" name="Shape">
            <a:extLst>
              <a:ext uri="{FF2B5EF4-FFF2-40B4-BE49-F238E27FC236}">
                <a16:creationId xmlns:a16="http://schemas.microsoft.com/office/drawing/2014/main" id="{4F9EC713-CA25-121C-9D5F-BA033E54B740}"/>
              </a:ext>
            </a:extLst>
          </p:cNvPr>
          <p:cNvSpPr/>
          <p:nvPr userDrawn="1"/>
        </p:nvSpPr>
        <p:spPr>
          <a:xfrm>
            <a:off x="11739592"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rgbClr val="FF0000"/>
              </a:solidFill>
            </a:endParaRPr>
          </a:p>
        </p:txBody>
      </p:sp>
      <p:cxnSp>
        <p:nvCxnSpPr>
          <p:cNvPr id="18" name="Straight Connector 17">
            <a:extLst>
              <a:ext uri="{FF2B5EF4-FFF2-40B4-BE49-F238E27FC236}">
                <a16:creationId xmlns:a16="http://schemas.microsoft.com/office/drawing/2014/main" id="{AC931354-D372-35C1-148B-2CD0A628C384}"/>
              </a:ext>
            </a:extLst>
          </p:cNvPr>
          <p:cNvCxnSpPr>
            <a:cxnSpLocks/>
          </p:cNvCxnSpPr>
          <p:nvPr userDrawn="1"/>
        </p:nvCxnSpPr>
        <p:spPr>
          <a:xfrm>
            <a:off x="262616" y="505123"/>
            <a:ext cx="11666768"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23" name="Shape">
            <a:extLst>
              <a:ext uri="{FF2B5EF4-FFF2-40B4-BE49-F238E27FC236}">
                <a16:creationId xmlns:a16="http://schemas.microsoft.com/office/drawing/2014/main" id="{B6F67F5C-C087-F025-A932-E805F10C9A2B}"/>
              </a:ext>
            </a:extLst>
          </p:cNvPr>
          <p:cNvSpPr/>
          <p:nvPr userDrawn="1"/>
        </p:nvSpPr>
        <p:spPr>
          <a:xfrm>
            <a:off x="264285" y="195210"/>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6" name="Title 15">
            <a:extLst>
              <a:ext uri="{FF2B5EF4-FFF2-40B4-BE49-F238E27FC236}">
                <a16:creationId xmlns:a16="http://schemas.microsoft.com/office/drawing/2014/main" id="{C1B785AE-77CB-6E26-03C2-A65A56C618C0}"/>
              </a:ext>
            </a:extLst>
          </p:cNvPr>
          <p:cNvSpPr>
            <a:spLocks noGrp="1"/>
          </p:cNvSpPr>
          <p:nvPr>
            <p:ph type="title" hasCustomPrompt="1"/>
          </p:nvPr>
        </p:nvSpPr>
        <p:spPr>
          <a:xfrm>
            <a:off x="262766" y="754061"/>
            <a:ext cx="8676939" cy="3770263"/>
          </a:xfrm>
        </p:spPr>
        <p:txBody>
          <a:bodyPr>
            <a:noAutofit/>
          </a:bodyPr>
          <a:lstStyle>
            <a:lvl1pPr>
              <a:defRPr sz="9998" spc="-150">
                <a:solidFill>
                  <a:schemeClr val="bg1"/>
                </a:solidFill>
              </a:defRPr>
            </a:lvl1pPr>
          </a:lstStyle>
          <a:p>
            <a:pPr lvl="0"/>
            <a:r>
              <a:rPr lang="en-US"/>
              <a:t>Title Of Your Presentation Goes Here</a:t>
            </a:r>
          </a:p>
        </p:txBody>
      </p:sp>
      <p:sp>
        <p:nvSpPr>
          <p:cNvPr id="2" name="Text Placeholder 17">
            <a:extLst>
              <a:ext uri="{FF2B5EF4-FFF2-40B4-BE49-F238E27FC236}">
                <a16:creationId xmlns:a16="http://schemas.microsoft.com/office/drawing/2014/main" id="{407C384B-9C7E-7B5E-DA3D-FCB3F20196CC}"/>
              </a:ext>
            </a:extLst>
          </p:cNvPr>
          <p:cNvSpPr>
            <a:spLocks noGrp="1"/>
          </p:cNvSpPr>
          <p:nvPr>
            <p:ph type="body" sz="quarter" idx="13" hasCustomPrompt="1"/>
          </p:nvPr>
        </p:nvSpPr>
        <p:spPr>
          <a:xfrm>
            <a:off x="244862" y="6450940"/>
            <a:ext cx="2009094" cy="330860"/>
          </a:xfrm>
        </p:spPr>
        <p:txBody>
          <a:bodyPr/>
          <a:lstStyle>
            <a:lvl1pPr marL="347663" indent="-347663">
              <a:tabLst/>
              <a:defRPr>
                <a:solidFill>
                  <a:schemeClr val="bg1"/>
                </a:solidFill>
                <a:latin typeface="+mn-lt"/>
              </a:defRPr>
            </a:lvl1pPr>
          </a:lstStyle>
          <a:p>
            <a:pPr lvl="0"/>
            <a:r>
              <a:rPr lang="en-US"/>
              <a:t>Date</a:t>
            </a:r>
          </a:p>
        </p:txBody>
      </p:sp>
      <p:sp>
        <p:nvSpPr>
          <p:cNvPr id="5" name="Text Placeholder 17">
            <a:extLst>
              <a:ext uri="{FF2B5EF4-FFF2-40B4-BE49-F238E27FC236}">
                <a16:creationId xmlns:a16="http://schemas.microsoft.com/office/drawing/2014/main" id="{01F85C79-F5C3-D5BB-9DEA-C32C9131CD64}"/>
              </a:ext>
            </a:extLst>
          </p:cNvPr>
          <p:cNvSpPr>
            <a:spLocks noGrp="1"/>
          </p:cNvSpPr>
          <p:nvPr>
            <p:ph type="body" sz="quarter" idx="14" hasCustomPrompt="1"/>
          </p:nvPr>
        </p:nvSpPr>
        <p:spPr>
          <a:xfrm>
            <a:off x="2405641" y="6450940"/>
            <a:ext cx="2009094" cy="330860"/>
          </a:xfrm>
        </p:spPr>
        <p:txBody>
          <a:bodyPr/>
          <a:lstStyle>
            <a:lvl1pPr marL="347663" indent="-347663">
              <a:tabLst/>
              <a:defRPr>
                <a:solidFill>
                  <a:schemeClr val="bg1"/>
                </a:solidFill>
                <a:latin typeface="+mn-lt"/>
              </a:defRPr>
            </a:lvl1pPr>
          </a:lstStyle>
          <a:p>
            <a:pPr lvl="0"/>
            <a:r>
              <a:rPr lang="en-US"/>
              <a:t>Version</a:t>
            </a:r>
          </a:p>
        </p:txBody>
      </p:sp>
      <p:sp>
        <p:nvSpPr>
          <p:cNvPr id="6" name="Text Placeholder 17">
            <a:extLst>
              <a:ext uri="{FF2B5EF4-FFF2-40B4-BE49-F238E27FC236}">
                <a16:creationId xmlns:a16="http://schemas.microsoft.com/office/drawing/2014/main" id="{F7075A9A-59FA-6299-A892-D383EC522CDD}"/>
              </a:ext>
            </a:extLst>
          </p:cNvPr>
          <p:cNvSpPr>
            <a:spLocks noGrp="1"/>
          </p:cNvSpPr>
          <p:nvPr>
            <p:ph type="body" sz="quarter" idx="15" hasCustomPrompt="1"/>
          </p:nvPr>
        </p:nvSpPr>
        <p:spPr>
          <a:xfrm>
            <a:off x="4566421" y="6450940"/>
            <a:ext cx="4377554" cy="330860"/>
          </a:xfrm>
        </p:spPr>
        <p:txBody>
          <a:bodyPr/>
          <a:lstStyle>
            <a:lvl1pPr marL="347663" indent="-347663">
              <a:tabLst/>
              <a:defRPr>
                <a:solidFill>
                  <a:schemeClr val="bg1"/>
                </a:solidFill>
                <a:latin typeface="+mn-lt"/>
              </a:defRPr>
            </a:lvl1pPr>
          </a:lstStyle>
          <a:p>
            <a:pPr lvl="0"/>
            <a:r>
              <a:rPr lang="en-US"/>
              <a:t>Client</a:t>
            </a:r>
          </a:p>
        </p:txBody>
      </p:sp>
      <p:cxnSp>
        <p:nvCxnSpPr>
          <p:cNvPr id="3" name="Straight Connector 2">
            <a:extLst>
              <a:ext uri="{FF2B5EF4-FFF2-40B4-BE49-F238E27FC236}">
                <a16:creationId xmlns:a16="http://schemas.microsoft.com/office/drawing/2014/main" id="{B6EAE9DE-3871-2708-A42E-EF739BCBA40E}"/>
              </a:ext>
            </a:extLst>
          </p:cNvPr>
          <p:cNvCxnSpPr>
            <a:cxnSpLocks/>
          </p:cNvCxnSpPr>
          <p:nvPr userDrawn="1"/>
        </p:nvCxnSpPr>
        <p:spPr>
          <a:xfrm>
            <a:off x="266908" y="6351586"/>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0935599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ver 1.1 Image (Dark)">
    <p:bg>
      <p:bgPr>
        <a:solidFill>
          <a:srgbClr val="191919"/>
        </a:solidFill>
        <a:effectLst/>
      </p:bgPr>
    </p:bg>
    <p:spTree>
      <p:nvGrpSpPr>
        <p:cNvPr id="1" name=""/>
        <p:cNvGrpSpPr/>
        <p:nvPr/>
      </p:nvGrpSpPr>
      <p:grpSpPr>
        <a:xfrm>
          <a:off x="0" y="0"/>
          <a:ext cx="0" cy="0"/>
          <a:chOff x="0" y="0"/>
          <a:chExt cx="0" cy="0"/>
        </a:xfrm>
      </p:grpSpPr>
      <p:pic>
        <p:nvPicPr>
          <p:cNvPr id="14" name="Picture 13" descr="A grey grid with a shadow&#10;&#10;AI-generated content may be incorrect.">
            <a:extLst>
              <a:ext uri="{FF2B5EF4-FFF2-40B4-BE49-F238E27FC236}">
                <a16:creationId xmlns:a16="http://schemas.microsoft.com/office/drawing/2014/main" id="{F8902FF8-B3FA-F86D-A218-7193B1AD011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rcRect/>
          <a:stretch>
            <a:fillRect/>
          </a:stretch>
        </p:blipFill>
        <p:spPr>
          <a:xfrm>
            <a:off x="0" y="-1589"/>
            <a:ext cx="12192000" cy="6858000"/>
          </a:xfrm>
          <a:prstGeom prst="rect">
            <a:avLst/>
          </a:prstGeom>
        </p:spPr>
      </p:pic>
      <p:cxnSp>
        <p:nvCxnSpPr>
          <p:cNvPr id="23" name="Straight Connector 22">
            <a:extLst>
              <a:ext uri="{FF2B5EF4-FFF2-40B4-BE49-F238E27FC236}">
                <a16:creationId xmlns:a16="http://schemas.microsoft.com/office/drawing/2014/main" id="{688F9A45-F04C-CE57-398E-B793C7E7F4F2}"/>
              </a:ext>
            </a:extLst>
          </p:cNvPr>
          <p:cNvCxnSpPr>
            <a:cxnSpLocks/>
          </p:cNvCxnSpPr>
          <p:nvPr/>
        </p:nvCxnSpPr>
        <p:spPr>
          <a:xfrm>
            <a:off x="266908" y="6351586"/>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24" name="Shape">
            <a:extLst>
              <a:ext uri="{FF2B5EF4-FFF2-40B4-BE49-F238E27FC236}">
                <a16:creationId xmlns:a16="http://schemas.microsoft.com/office/drawing/2014/main" id="{0ABA0CC5-2041-C098-E8BD-D9F4ED18364D}"/>
              </a:ext>
            </a:extLst>
          </p:cNvPr>
          <p:cNvSpPr/>
          <p:nvPr userDrawn="1"/>
        </p:nvSpPr>
        <p:spPr>
          <a:xfrm>
            <a:off x="11739592"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25" name="Shape">
            <a:extLst>
              <a:ext uri="{FF2B5EF4-FFF2-40B4-BE49-F238E27FC236}">
                <a16:creationId xmlns:a16="http://schemas.microsoft.com/office/drawing/2014/main" id="{89D55CC6-8918-2699-8C84-0D6AD40825ED}"/>
              </a:ext>
            </a:extLst>
          </p:cNvPr>
          <p:cNvSpPr/>
          <p:nvPr userDrawn="1"/>
        </p:nvSpPr>
        <p:spPr>
          <a:xfrm>
            <a:off x="264285" y="195210"/>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5" name="Straight Connector 4">
            <a:extLst>
              <a:ext uri="{FF2B5EF4-FFF2-40B4-BE49-F238E27FC236}">
                <a16:creationId xmlns:a16="http://schemas.microsoft.com/office/drawing/2014/main" id="{1C2C0E13-6DBD-CFE3-66E8-88ED94B2930E}"/>
              </a:ext>
            </a:extLst>
          </p:cNvPr>
          <p:cNvCxnSpPr>
            <a:cxnSpLocks/>
          </p:cNvCxnSpPr>
          <p:nvPr/>
        </p:nvCxnSpPr>
        <p:spPr>
          <a:xfrm>
            <a:off x="262616" y="505123"/>
            <a:ext cx="11666768"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6" name="Title 15">
            <a:extLst>
              <a:ext uri="{FF2B5EF4-FFF2-40B4-BE49-F238E27FC236}">
                <a16:creationId xmlns:a16="http://schemas.microsoft.com/office/drawing/2014/main" id="{75C55407-3151-9CDE-FC25-A627C8D2F06D}"/>
              </a:ext>
            </a:extLst>
          </p:cNvPr>
          <p:cNvSpPr>
            <a:spLocks noGrp="1"/>
          </p:cNvSpPr>
          <p:nvPr>
            <p:ph type="title" hasCustomPrompt="1"/>
          </p:nvPr>
        </p:nvSpPr>
        <p:spPr>
          <a:xfrm>
            <a:off x="262766" y="754061"/>
            <a:ext cx="8676939" cy="3770263"/>
          </a:xfrm>
        </p:spPr>
        <p:txBody>
          <a:bodyPr>
            <a:noAutofit/>
          </a:bodyPr>
          <a:lstStyle>
            <a:lvl1pPr>
              <a:defRPr sz="9998" spc="-150">
                <a:solidFill>
                  <a:schemeClr val="bg1"/>
                </a:solidFill>
              </a:defRPr>
            </a:lvl1pPr>
          </a:lstStyle>
          <a:p>
            <a:pPr lvl="0"/>
            <a:r>
              <a:rPr lang="en-US" dirty="0"/>
              <a:t>Title Of Your Presentation Goes Here</a:t>
            </a:r>
          </a:p>
        </p:txBody>
      </p:sp>
      <p:sp>
        <p:nvSpPr>
          <p:cNvPr id="6" name="Text Placeholder 17">
            <a:extLst>
              <a:ext uri="{FF2B5EF4-FFF2-40B4-BE49-F238E27FC236}">
                <a16:creationId xmlns:a16="http://schemas.microsoft.com/office/drawing/2014/main" id="{12FCAFAF-2DFA-36B1-0FF8-60889DA465A2}"/>
              </a:ext>
            </a:extLst>
          </p:cNvPr>
          <p:cNvSpPr>
            <a:spLocks noGrp="1"/>
          </p:cNvSpPr>
          <p:nvPr>
            <p:ph type="body" sz="quarter" idx="13" hasCustomPrompt="1"/>
          </p:nvPr>
        </p:nvSpPr>
        <p:spPr>
          <a:xfrm>
            <a:off x="244862" y="6450940"/>
            <a:ext cx="2009094" cy="330860"/>
          </a:xfrm>
        </p:spPr>
        <p:txBody>
          <a:bodyPr/>
          <a:lstStyle>
            <a:lvl1pPr marL="347663" indent="-347663">
              <a:tabLst/>
              <a:defRPr>
                <a:solidFill>
                  <a:schemeClr val="bg1"/>
                </a:solidFill>
                <a:latin typeface="+mn-lt"/>
              </a:defRPr>
            </a:lvl1pPr>
          </a:lstStyle>
          <a:p>
            <a:pPr lvl="0"/>
            <a:r>
              <a:rPr lang="en-US"/>
              <a:t>Date</a:t>
            </a:r>
          </a:p>
        </p:txBody>
      </p:sp>
      <p:sp>
        <p:nvSpPr>
          <p:cNvPr id="7" name="Text Placeholder 17">
            <a:extLst>
              <a:ext uri="{FF2B5EF4-FFF2-40B4-BE49-F238E27FC236}">
                <a16:creationId xmlns:a16="http://schemas.microsoft.com/office/drawing/2014/main" id="{DAACC8C3-7586-8358-0FA8-DC1C3CF5E668}"/>
              </a:ext>
            </a:extLst>
          </p:cNvPr>
          <p:cNvSpPr>
            <a:spLocks noGrp="1"/>
          </p:cNvSpPr>
          <p:nvPr>
            <p:ph type="body" sz="quarter" idx="14" hasCustomPrompt="1"/>
          </p:nvPr>
        </p:nvSpPr>
        <p:spPr>
          <a:xfrm>
            <a:off x="2405641" y="6450940"/>
            <a:ext cx="2009094" cy="330860"/>
          </a:xfrm>
        </p:spPr>
        <p:txBody>
          <a:bodyPr/>
          <a:lstStyle>
            <a:lvl1pPr marL="347663" indent="-347663">
              <a:tabLst/>
              <a:defRPr>
                <a:solidFill>
                  <a:schemeClr val="bg1"/>
                </a:solidFill>
                <a:latin typeface="+mn-lt"/>
              </a:defRPr>
            </a:lvl1pPr>
          </a:lstStyle>
          <a:p>
            <a:pPr lvl="0"/>
            <a:r>
              <a:rPr lang="en-US"/>
              <a:t>Version</a:t>
            </a:r>
          </a:p>
        </p:txBody>
      </p:sp>
      <p:sp>
        <p:nvSpPr>
          <p:cNvPr id="9" name="Text Placeholder 17">
            <a:extLst>
              <a:ext uri="{FF2B5EF4-FFF2-40B4-BE49-F238E27FC236}">
                <a16:creationId xmlns:a16="http://schemas.microsoft.com/office/drawing/2014/main" id="{8A7B843D-CE08-BEEF-DB0E-60F6CDC31155}"/>
              </a:ext>
            </a:extLst>
          </p:cNvPr>
          <p:cNvSpPr>
            <a:spLocks noGrp="1"/>
          </p:cNvSpPr>
          <p:nvPr>
            <p:ph type="body" sz="quarter" idx="15" hasCustomPrompt="1"/>
          </p:nvPr>
        </p:nvSpPr>
        <p:spPr>
          <a:xfrm>
            <a:off x="4566421" y="6450940"/>
            <a:ext cx="4377554" cy="330860"/>
          </a:xfrm>
        </p:spPr>
        <p:txBody>
          <a:bodyPr/>
          <a:lstStyle>
            <a:lvl1pPr marL="347663" indent="-347663">
              <a:tabLst/>
              <a:defRPr>
                <a:solidFill>
                  <a:schemeClr val="bg1"/>
                </a:solidFill>
                <a:latin typeface="+mn-lt"/>
              </a:defRPr>
            </a:lvl1pPr>
          </a:lstStyle>
          <a:p>
            <a:pPr lvl="0"/>
            <a:r>
              <a:rPr lang="en-US"/>
              <a:t>Client</a:t>
            </a:r>
          </a:p>
        </p:txBody>
      </p:sp>
    </p:spTree>
    <p:extLst>
      <p:ext uri="{BB962C8B-B14F-4D97-AF65-F5344CB8AC3E}">
        <p14:creationId xmlns:p14="http://schemas.microsoft.com/office/powerpoint/2010/main" val="420405271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genda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chemeClr val="bg1"/>
              </a:solidFill>
            </a:endParaRPr>
          </a:p>
        </p:txBody>
      </p:sp>
      <p:sp>
        <p:nvSpPr>
          <p:cNvPr id="5" name="Slide Number Placeholder 5">
            <a:extLst>
              <a:ext uri="{FF2B5EF4-FFF2-40B4-BE49-F238E27FC236}">
                <a16:creationId xmlns:a16="http://schemas.microsoft.com/office/drawing/2014/main" id="{8CDEEEEC-CE4D-8588-0D73-6A2097D9E2A8}"/>
              </a:ext>
            </a:extLst>
          </p:cNvPr>
          <p:cNvSpPr>
            <a:spLocks noGrp="1"/>
          </p:cNvSpPr>
          <p:nvPr>
            <p:ph type="sldNum" sz="quarter" idx="38"/>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4" name="Title 6">
            <a:extLst>
              <a:ext uri="{FF2B5EF4-FFF2-40B4-BE49-F238E27FC236}">
                <a16:creationId xmlns:a16="http://schemas.microsoft.com/office/drawing/2014/main" id="{CAE2A24A-D64D-9E8D-FD5A-6EDC7AFBA175}"/>
              </a:ext>
            </a:extLst>
          </p:cNvPr>
          <p:cNvSpPr>
            <a:spLocks noGrp="1"/>
          </p:cNvSpPr>
          <p:nvPr>
            <p:ph type="title" hasCustomPrompt="1"/>
          </p:nvPr>
        </p:nvSpPr>
        <p:spPr>
          <a:xfrm>
            <a:off x="357868" y="2265811"/>
            <a:ext cx="6713600" cy="837152"/>
          </a:xfrm>
        </p:spPr>
        <p:txBody>
          <a:bodyPr/>
          <a:lstStyle>
            <a:lvl1pPr>
              <a:defRPr sz="6400" spc="-150"/>
            </a:lvl1pPr>
          </a:lstStyle>
          <a:p>
            <a:pPr lvl="0"/>
            <a:r>
              <a:rPr lang="en-US"/>
              <a:t>Agenda</a:t>
            </a:r>
          </a:p>
        </p:txBody>
      </p:sp>
      <p:sp>
        <p:nvSpPr>
          <p:cNvPr id="7" name="Text Placeholder 14">
            <a:extLst>
              <a:ext uri="{FF2B5EF4-FFF2-40B4-BE49-F238E27FC236}">
                <a16:creationId xmlns:a16="http://schemas.microsoft.com/office/drawing/2014/main" id="{2E9F00C1-8AA9-2760-4A13-C29A65E11E47}"/>
              </a:ext>
            </a:extLst>
          </p:cNvPr>
          <p:cNvSpPr>
            <a:spLocks noGrp="1"/>
          </p:cNvSpPr>
          <p:nvPr>
            <p:ph type="body" sz="quarter" idx="29" hasCustomPrompt="1"/>
          </p:nvPr>
        </p:nvSpPr>
        <p:spPr>
          <a:xfrm>
            <a:off x="3248025" y="3437475"/>
            <a:ext cx="7950200" cy="2915391"/>
          </a:xfrm>
        </p:spPr>
        <p:txBody>
          <a:bodyPr numCol="2" spcCol="457200">
            <a:noAutofit/>
          </a:bodyPr>
          <a:lstStyle>
            <a:lvl1pPr marL="342900" marR="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sz="2800" b="0">
                <a:solidFill>
                  <a:schemeClr val="bg1"/>
                </a:solidFill>
                <a:latin typeface="+mn-lt"/>
              </a:defRPr>
            </a:lvl1pPr>
          </a:lstStyle>
          <a:p>
            <a:pPr lvl="0"/>
            <a:r>
              <a:rPr lang="en-US"/>
              <a:t>01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02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03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04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endParaRPr lang="en-US"/>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05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06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07 Section Title</a:t>
            </a:r>
          </a:p>
          <a:p>
            <a:pPr marL="342900" marR="0" lvl="0" indent="-342900" algn="l" defTabSz="323935" rtl="0" eaLnBrk="1" fontAlgn="auto" latinLnBrk="0" hangingPunct="1">
              <a:lnSpc>
                <a:spcPct val="110000"/>
              </a:lnSpc>
              <a:spcBef>
                <a:spcPts val="0"/>
              </a:spcBef>
              <a:spcAft>
                <a:spcPts val="1000"/>
              </a:spcAft>
              <a:buClrTx/>
              <a:buSzPct val="150000"/>
              <a:buFont typeface="Arial" panose="020B0604020202020204" pitchFamily="34" charset="0"/>
              <a:buNone/>
              <a:tabLst/>
              <a:defRPr/>
            </a:pPr>
            <a:r>
              <a:rPr lang="en-US"/>
              <a:t>08 Section Title</a:t>
            </a:r>
          </a:p>
        </p:txBody>
      </p:sp>
    </p:spTree>
    <p:extLst>
      <p:ext uri="{BB962C8B-B14F-4D97-AF65-F5344CB8AC3E}">
        <p14:creationId xmlns:p14="http://schemas.microsoft.com/office/powerpoint/2010/main" val="396993538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eam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4" name="Picture Placeholder 12">
            <a:extLst>
              <a:ext uri="{FF2B5EF4-FFF2-40B4-BE49-F238E27FC236}">
                <a16:creationId xmlns:a16="http://schemas.microsoft.com/office/drawing/2014/main" id="{7928A76C-FE78-0D39-37DA-CC6F9E29CA2F}"/>
              </a:ext>
            </a:extLst>
          </p:cNvPr>
          <p:cNvSpPr>
            <a:spLocks noGrp="1"/>
          </p:cNvSpPr>
          <p:nvPr>
            <p:ph type="pic" sz="quarter" idx="13"/>
          </p:nvPr>
        </p:nvSpPr>
        <p:spPr>
          <a:xfrm>
            <a:off x="3974583" y="2982504"/>
            <a:ext cx="1251093" cy="1251638"/>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15" name="Picture Placeholder 12">
            <a:extLst>
              <a:ext uri="{FF2B5EF4-FFF2-40B4-BE49-F238E27FC236}">
                <a16:creationId xmlns:a16="http://schemas.microsoft.com/office/drawing/2014/main" id="{5653B573-27D3-B79A-1B5B-CA8C98A3F98A}"/>
              </a:ext>
            </a:extLst>
          </p:cNvPr>
          <p:cNvSpPr>
            <a:spLocks noGrp="1"/>
          </p:cNvSpPr>
          <p:nvPr>
            <p:ph type="pic" sz="quarter" idx="14"/>
          </p:nvPr>
        </p:nvSpPr>
        <p:spPr>
          <a:xfrm>
            <a:off x="5971885" y="2982504"/>
            <a:ext cx="1251093" cy="1251639"/>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16" name="Picture Placeholder 12">
            <a:extLst>
              <a:ext uri="{FF2B5EF4-FFF2-40B4-BE49-F238E27FC236}">
                <a16:creationId xmlns:a16="http://schemas.microsoft.com/office/drawing/2014/main" id="{201DEA4E-B81C-8325-55F5-8BC030544D3E}"/>
              </a:ext>
            </a:extLst>
          </p:cNvPr>
          <p:cNvSpPr>
            <a:spLocks noGrp="1"/>
          </p:cNvSpPr>
          <p:nvPr>
            <p:ph type="pic" sz="quarter" idx="15"/>
          </p:nvPr>
        </p:nvSpPr>
        <p:spPr>
          <a:xfrm>
            <a:off x="7959971" y="2982503"/>
            <a:ext cx="1251093" cy="1251639"/>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21" name="Picture Placeholder 12">
            <a:extLst>
              <a:ext uri="{FF2B5EF4-FFF2-40B4-BE49-F238E27FC236}">
                <a16:creationId xmlns:a16="http://schemas.microsoft.com/office/drawing/2014/main" id="{9104D87D-AB8C-7BD6-200F-F1D004230C24}"/>
              </a:ext>
            </a:extLst>
          </p:cNvPr>
          <p:cNvSpPr>
            <a:spLocks noGrp="1"/>
          </p:cNvSpPr>
          <p:nvPr>
            <p:ph type="pic" sz="quarter" idx="16"/>
          </p:nvPr>
        </p:nvSpPr>
        <p:spPr>
          <a:xfrm>
            <a:off x="9948565" y="2982503"/>
            <a:ext cx="1248996" cy="1249541"/>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22" name="Picture Placeholder 12">
            <a:extLst>
              <a:ext uri="{FF2B5EF4-FFF2-40B4-BE49-F238E27FC236}">
                <a16:creationId xmlns:a16="http://schemas.microsoft.com/office/drawing/2014/main" id="{706B5A93-9ACD-9472-6C49-636EAFC29C21}"/>
              </a:ext>
            </a:extLst>
          </p:cNvPr>
          <p:cNvSpPr>
            <a:spLocks noGrp="1"/>
          </p:cNvSpPr>
          <p:nvPr>
            <p:ph type="pic" sz="quarter" idx="17"/>
          </p:nvPr>
        </p:nvSpPr>
        <p:spPr>
          <a:xfrm>
            <a:off x="3974583" y="4827930"/>
            <a:ext cx="1251093" cy="1251638"/>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23" name="Picture Placeholder 12">
            <a:extLst>
              <a:ext uri="{FF2B5EF4-FFF2-40B4-BE49-F238E27FC236}">
                <a16:creationId xmlns:a16="http://schemas.microsoft.com/office/drawing/2014/main" id="{7BCBD368-5433-1BDA-C587-12E50A7F2817}"/>
              </a:ext>
            </a:extLst>
          </p:cNvPr>
          <p:cNvSpPr>
            <a:spLocks noGrp="1"/>
          </p:cNvSpPr>
          <p:nvPr>
            <p:ph type="pic" sz="quarter" idx="18"/>
          </p:nvPr>
        </p:nvSpPr>
        <p:spPr>
          <a:xfrm>
            <a:off x="5971885" y="4827930"/>
            <a:ext cx="1251093" cy="1251639"/>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24" name="Picture Placeholder 12">
            <a:extLst>
              <a:ext uri="{FF2B5EF4-FFF2-40B4-BE49-F238E27FC236}">
                <a16:creationId xmlns:a16="http://schemas.microsoft.com/office/drawing/2014/main" id="{8F9E5864-C63E-C9A5-A0D8-4078D0ECBA2F}"/>
              </a:ext>
            </a:extLst>
          </p:cNvPr>
          <p:cNvSpPr>
            <a:spLocks noGrp="1"/>
          </p:cNvSpPr>
          <p:nvPr>
            <p:ph type="pic" sz="quarter" idx="19"/>
          </p:nvPr>
        </p:nvSpPr>
        <p:spPr>
          <a:xfrm>
            <a:off x="7959971" y="4827929"/>
            <a:ext cx="1251093" cy="1251639"/>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25" name="Picture Placeholder 12">
            <a:extLst>
              <a:ext uri="{FF2B5EF4-FFF2-40B4-BE49-F238E27FC236}">
                <a16:creationId xmlns:a16="http://schemas.microsoft.com/office/drawing/2014/main" id="{A2A31084-D5F3-12E0-15BD-9A6C7C23F829}"/>
              </a:ext>
            </a:extLst>
          </p:cNvPr>
          <p:cNvSpPr>
            <a:spLocks noGrp="1"/>
          </p:cNvSpPr>
          <p:nvPr>
            <p:ph type="pic" sz="quarter" idx="20"/>
          </p:nvPr>
        </p:nvSpPr>
        <p:spPr>
          <a:xfrm>
            <a:off x="9948565" y="4827930"/>
            <a:ext cx="1248996" cy="1249541"/>
          </a:xfrm>
          <a:prstGeom prst="rect">
            <a:avLst/>
          </a:prstGeom>
          <a:solidFill>
            <a:schemeClr val="accent6"/>
          </a:solidFill>
        </p:spPr>
        <p:txBody>
          <a:bodyPr anchor="t">
            <a:noAutofit/>
          </a:bodyPr>
          <a:lstStyle>
            <a:lvl1pPr algn="ctr">
              <a:buNone/>
              <a:defRPr sz="900">
                <a:solidFill>
                  <a:schemeClr val="bg1"/>
                </a:solidFill>
              </a:defRPr>
            </a:lvl1pPr>
          </a:lstStyle>
          <a:p>
            <a:r>
              <a:rPr lang="en-US"/>
              <a:t>Click icon to add picture</a:t>
            </a:r>
          </a:p>
        </p:txBody>
      </p:sp>
      <p:sp>
        <p:nvSpPr>
          <p:cNvPr id="26" name="Text Placeholder 20">
            <a:extLst>
              <a:ext uri="{FF2B5EF4-FFF2-40B4-BE49-F238E27FC236}">
                <a16:creationId xmlns:a16="http://schemas.microsoft.com/office/drawing/2014/main" id="{5EC82204-ADBF-7D9C-3683-A8BF466C3E9A}"/>
              </a:ext>
            </a:extLst>
          </p:cNvPr>
          <p:cNvSpPr>
            <a:spLocks noGrp="1"/>
          </p:cNvSpPr>
          <p:nvPr>
            <p:ph type="body" sz="quarter" idx="27" hasCustomPrompt="1"/>
          </p:nvPr>
        </p:nvSpPr>
        <p:spPr>
          <a:xfrm>
            <a:off x="3974582" y="4294655"/>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1</a:t>
            </a:r>
          </a:p>
        </p:txBody>
      </p:sp>
      <p:sp>
        <p:nvSpPr>
          <p:cNvPr id="27" name="Text Placeholder 20">
            <a:extLst>
              <a:ext uri="{FF2B5EF4-FFF2-40B4-BE49-F238E27FC236}">
                <a16:creationId xmlns:a16="http://schemas.microsoft.com/office/drawing/2014/main" id="{AB7BE618-E9C3-57FE-B009-63B09FDE4679}"/>
              </a:ext>
            </a:extLst>
          </p:cNvPr>
          <p:cNvSpPr>
            <a:spLocks noGrp="1"/>
          </p:cNvSpPr>
          <p:nvPr>
            <p:ph type="body" sz="quarter" idx="28" hasCustomPrompt="1"/>
          </p:nvPr>
        </p:nvSpPr>
        <p:spPr>
          <a:xfrm>
            <a:off x="3974582" y="450482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28" name="Text Placeholder 20">
            <a:extLst>
              <a:ext uri="{FF2B5EF4-FFF2-40B4-BE49-F238E27FC236}">
                <a16:creationId xmlns:a16="http://schemas.microsoft.com/office/drawing/2014/main" id="{2AC722F2-A237-127A-303A-480AC4529C04}"/>
              </a:ext>
            </a:extLst>
          </p:cNvPr>
          <p:cNvSpPr>
            <a:spLocks noGrp="1"/>
          </p:cNvSpPr>
          <p:nvPr>
            <p:ph type="body" sz="quarter" idx="29" hasCustomPrompt="1"/>
          </p:nvPr>
        </p:nvSpPr>
        <p:spPr>
          <a:xfrm>
            <a:off x="5961197" y="4294655"/>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2</a:t>
            </a:r>
          </a:p>
        </p:txBody>
      </p:sp>
      <p:sp>
        <p:nvSpPr>
          <p:cNvPr id="29" name="Text Placeholder 20">
            <a:extLst>
              <a:ext uri="{FF2B5EF4-FFF2-40B4-BE49-F238E27FC236}">
                <a16:creationId xmlns:a16="http://schemas.microsoft.com/office/drawing/2014/main" id="{E902DEA9-1930-2B5B-1176-127E86AA11D6}"/>
              </a:ext>
            </a:extLst>
          </p:cNvPr>
          <p:cNvSpPr>
            <a:spLocks noGrp="1"/>
          </p:cNvSpPr>
          <p:nvPr>
            <p:ph type="body" sz="quarter" idx="30" hasCustomPrompt="1"/>
          </p:nvPr>
        </p:nvSpPr>
        <p:spPr>
          <a:xfrm>
            <a:off x="5961197" y="450482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33" name="Text Placeholder 20">
            <a:extLst>
              <a:ext uri="{FF2B5EF4-FFF2-40B4-BE49-F238E27FC236}">
                <a16:creationId xmlns:a16="http://schemas.microsoft.com/office/drawing/2014/main" id="{65CAAD71-7BBE-6150-E15E-AD65F6940245}"/>
              </a:ext>
            </a:extLst>
          </p:cNvPr>
          <p:cNvSpPr>
            <a:spLocks noGrp="1"/>
          </p:cNvSpPr>
          <p:nvPr>
            <p:ph type="body" sz="quarter" idx="31" hasCustomPrompt="1"/>
          </p:nvPr>
        </p:nvSpPr>
        <p:spPr>
          <a:xfrm>
            <a:off x="7956011" y="4294654"/>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3</a:t>
            </a:r>
          </a:p>
        </p:txBody>
      </p:sp>
      <p:sp>
        <p:nvSpPr>
          <p:cNvPr id="34" name="Text Placeholder 20">
            <a:extLst>
              <a:ext uri="{FF2B5EF4-FFF2-40B4-BE49-F238E27FC236}">
                <a16:creationId xmlns:a16="http://schemas.microsoft.com/office/drawing/2014/main" id="{049487D3-FDF6-95A8-7182-DD547C6D7D0D}"/>
              </a:ext>
            </a:extLst>
          </p:cNvPr>
          <p:cNvSpPr>
            <a:spLocks noGrp="1"/>
          </p:cNvSpPr>
          <p:nvPr>
            <p:ph type="body" sz="quarter" idx="32" hasCustomPrompt="1"/>
          </p:nvPr>
        </p:nvSpPr>
        <p:spPr>
          <a:xfrm>
            <a:off x="7956011" y="450482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35" name="Text Placeholder 20">
            <a:extLst>
              <a:ext uri="{FF2B5EF4-FFF2-40B4-BE49-F238E27FC236}">
                <a16:creationId xmlns:a16="http://schemas.microsoft.com/office/drawing/2014/main" id="{C6C1B317-328A-647A-459B-CB641361AB6D}"/>
              </a:ext>
            </a:extLst>
          </p:cNvPr>
          <p:cNvSpPr>
            <a:spLocks noGrp="1"/>
          </p:cNvSpPr>
          <p:nvPr>
            <p:ph type="body" sz="quarter" idx="33" hasCustomPrompt="1"/>
          </p:nvPr>
        </p:nvSpPr>
        <p:spPr>
          <a:xfrm>
            <a:off x="9942626" y="4294655"/>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4</a:t>
            </a:r>
          </a:p>
        </p:txBody>
      </p:sp>
      <p:sp>
        <p:nvSpPr>
          <p:cNvPr id="36" name="Text Placeholder 20">
            <a:extLst>
              <a:ext uri="{FF2B5EF4-FFF2-40B4-BE49-F238E27FC236}">
                <a16:creationId xmlns:a16="http://schemas.microsoft.com/office/drawing/2014/main" id="{16C5DBEB-AB1E-ED96-FDB1-2E879840B124}"/>
              </a:ext>
            </a:extLst>
          </p:cNvPr>
          <p:cNvSpPr>
            <a:spLocks noGrp="1"/>
          </p:cNvSpPr>
          <p:nvPr>
            <p:ph type="body" sz="quarter" idx="34" hasCustomPrompt="1"/>
          </p:nvPr>
        </p:nvSpPr>
        <p:spPr>
          <a:xfrm>
            <a:off x="9942626" y="450482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37" name="Text Placeholder 20">
            <a:extLst>
              <a:ext uri="{FF2B5EF4-FFF2-40B4-BE49-F238E27FC236}">
                <a16:creationId xmlns:a16="http://schemas.microsoft.com/office/drawing/2014/main" id="{C4BE1477-BD73-D848-BAD5-B66D6367A2B8}"/>
              </a:ext>
            </a:extLst>
          </p:cNvPr>
          <p:cNvSpPr>
            <a:spLocks noGrp="1"/>
          </p:cNvSpPr>
          <p:nvPr>
            <p:ph type="body" sz="quarter" idx="35" hasCustomPrompt="1"/>
          </p:nvPr>
        </p:nvSpPr>
        <p:spPr>
          <a:xfrm>
            <a:off x="3974582" y="6142705"/>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5</a:t>
            </a:r>
          </a:p>
        </p:txBody>
      </p:sp>
      <p:sp>
        <p:nvSpPr>
          <p:cNvPr id="40" name="Text Placeholder 20">
            <a:extLst>
              <a:ext uri="{FF2B5EF4-FFF2-40B4-BE49-F238E27FC236}">
                <a16:creationId xmlns:a16="http://schemas.microsoft.com/office/drawing/2014/main" id="{8233BC37-EEDA-CC3F-CF5E-2FA1C9AF94BD}"/>
              </a:ext>
            </a:extLst>
          </p:cNvPr>
          <p:cNvSpPr>
            <a:spLocks noGrp="1"/>
          </p:cNvSpPr>
          <p:nvPr>
            <p:ph type="body" sz="quarter" idx="36" hasCustomPrompt="1"/>
          </p:nvPr>
        </p:nvSpPr>
        <p:spPr>
          <a:xfrm>
            <a:off x="3974582" y="635287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41" name="Text Placeholder 20">
            <a:extLst>
              <a:ext uri="{FF2B5EF4-FFF2-40B4-BE49-F238E27FC236}">
                <a16:creationId xmlns:a16="http://schemas.microsoft.com/office/drawing/2014/main" id="{3E8B4B5F-2760-A276-4636-F349D2FB4FDF}"/>
              </a:ext>
            </a:extLst>
          </p:cNvPr>
          <p:cNvSpPr>
            <a:spLocks noGrp="1"/>
          </p:cNvSpPr>
          <p:nvPr>
            <p:ph type="body" sz="quarter" idx="37" hasCustomPrompt="1"/>
          </p:nvPr>
        </p:nvSpPr>
        <p:spPr>
          <a:xfrm>
            <a:off x="5961197" y="6142705"/>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6</a:t>
            </a:r>
          </a:p>
        </p:txBody>
      </p:sp>
      <p:sp>
        <p:nvSpPr>
          <p:cNvPr id="42" name="Text Placeholder 20">
            <a:extLst>
              <a:ext uri="{FF2B5EF4-FFF2-40B4-BE49-F238E27FC236}">
                <a16:creationId xmlns:a16="http://schemas.microsoft.com/office/drawing/2014/main" id="{66397E74-10C5-D2AA-1FD8-439713DE5321}"/>
              </a:ext>
            </a:extLst>
          </p:cNvPr>
          <p:cNvSpPr>
            <a:spLocks noGrp="1"/>
          </p:cNvSpPr>
          <p:nvPr>
            <p:ph type="body" sz="quarter" idx="38" hasCustomPrompt="1"/>
          </p:nvPr>
        </p:nvSpPr>
        <p:spPr>
          <a:xfrm>
            <a:off x="5961197" y="635287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43" name="Text Placeholder 20">
            <a:extLst>
              <a:ext uri="{FF2B5EF4-FFF2-40B4-BE49-F238E27FC236}">
                <a16:creationId xmlns:a16="http://schemas.microsoft.com/office/drawing/2014/main" id="{86002FAC-B97E-D308-5EA5-5581D27D1E9E}"/>
              </a:ext>
            </a:extLst>
          </p:cNvPr>
          <p:cNvSpPr>
            <a:spLocks noGrp="1"/>
          </p:cNvSpPr>
          <p:nvPr>
            <p:ph type="body" sz="quarter" idx="39" hasCustomPrompt="1"/>
          </p:nvPr>
        </p:nvSpPr>
        <p:spPr>
          <a:xfrm>
            <a:off x="7956011" y="6142704"/>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7</a:t>
            </a:r>
          </a:p>
        </p:txBody>
      </p:sp>
      <p:sp>
        <p:nvSpPr>
          <p:cNvPr id="44" name="Text Placeholder 20">
            <a:extLst>
              <a:ext uri="{FF2B5EF4-FFF2-40B4-BE49-F238E27FC236}">
                <a16:creationId xmlns:a16="http://schemas.microsoft.com/office/drawing/2014/main" id="{D6834B0D-0111-4971-6C68-3E52683B1BEF}"/>
              </a:ext>
            </a:extLst>
          </p:cNvPr>
          <p:cNvSpPr>
            <a:spLocks noGrp="1"/>
          </p:cNvSpPr>
          <p:nvPr>
            <p:ph type="body" sz="quarter" idx="40" hasCustomPrompt="1"/>
          </p:nvPr>
        </p:nvSpPr>
        <p:spPr>
          <a:xfrm>
            <a:off x="7956011" y="635287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45" name="Text Placeholder 20">
            <a:extLst>
              <a:ext uri="{FF2B5EF4-FFF2-40B4-BE49-F238E27FC236}">
                <a16:creationId xmlns:a16="http://schemas.microsoft.com/office/drawing/2014/main" id="{49F1D2A8-B119-1A6E-F92B-0F60174C5776}"/>
              </a:ext>
            </a:extLst>
          </p:cNvPr>
          <p:cNvSpPr>
            <a:spLocks noGrp="1"/>
          </p:cNvSpPr>
          <p:nvPr>
            <p:ph type="body" sz="quarter" idx="41" hasCustomPrompt="1"/>
          </p:nvPr>
        </p:nvSpPr>
        <p:spPr>
          <a:xfrm>
            <a:off x="9942626" y="6142705"/>
            <a:ext cx="1261781" cy="198516"/>
          </a:xfrm>
          <a:prstGeom prst="rect">
            <a:avLst/>
          </a:prstGeom>
        </p:spPr>
        <p:txBody>
          <a:bodyPr lIns="0" tIns="0" rIns="0" bIns="0" anchor="t">
            <a:spAutoFit/>
          </a:bodyPr>
          <a:lstStyle>
            <a:lvl1pPr marL="0" indent="0">
              <a:spcBef>
                <a:spcPts val="0"/>
              </a:spcBef>
              <a:buNone/>
              <a:defRPr sz="12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Team Member 8</a:t>
            </a:r>
          </a:p>
        </p:txBody>
      </p:sp>
      <p:sp>
        <p:nvSpPr>
          <p:cNvPr id="46" name="Text Placeholder 20">
            <a:extLst>
              <a:ext uri="{FF2B5EF4-FFF2-40B4-BE49-F238E27FC236}">
                <a16:creationId xmlns:a16="http://schemas.microsoft.com/office/drawing/2014/main" id="{D4B45652-A158-E351-3F8A-C629D48E5298}"/>
              </a:ext>
            </a:extLst>
          </p:cNvPr>
          <p:cNvSpPr>
            <a:spLocks noGrp="1"/>
          </p:cNvSpPr>
          <p:nvPr>
            <p:ph type="body" sz="quarter" idx="42" hasCustomPrompt="1"/>
          </p:nvPr>
        </p:nvSpPr>
        <p:spPr>
          <a:xfrm>
            <a:off x="9942626" y="6352877"/>
            <a:ext cx="1261781" cy="148887"/>
          </a:xfrm>
          <a:prstGeom prst="rect">
            <a:avLst/>
          </a:prstGeom>
        </p:spPr>
        <p:txBody>
          <a:bodyPr wrap="square" lIns="0" tIns="0" rIns="0" bIns="0" anchor="t">
            <a:spAutoFit/>
          </a:bodyPr>
          <a:lstStyle>
            <a:lvl1pPr marL="0" indent="0">
              <a:spcBef>
                <a:spcPts val="0"/>
              </a:spcBef>
              <a:buNone/>
              <a:defRPr sz="9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Title</a:t>
            </a:r>
          </a:p>
        </p:txBody>
      </p:sp>
      <p:sp>
        <p:nvSpPr>
          <p:cNvPr id="4" name="Slide Number Placeholder 5">
            <a:extLst>
              <a:ext uri="{FF2B5EF4-FFF2-40B4-BE49-F238E27FC236}">
                <a16:creationId xmlns:a16="http://schemas.microsoft.com/office/drawing/2014/main" id="{09E9D214-BC4E-CB8A-7836-6951DF8C81A5}"/>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pic>
        <p:nvPicPr>
          <p:cNvPr id="5" name="Image">
            <a:extLst>
              <a:ext uri="{FF2B5EF4-FFF2-40B4-BE49-F238E27FC236}">
                <a16:creationId xmlns:a16="http://schemas.microsoft.com/office/drawing/2014/main" id="{66774D39-8020-8726-68DD-7D6F6F710539}"/>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098557" y="3015837"/>
            <a:ext cx="3742195" cy="528792"/>
          </a:xfrm>
          <a:prstGeom prst="rect">
            <a:avLst/>
          </a:prstGeom>
          <a:ln w="12700">
            <a:miter lim="400000"/>
          </a:ln>
        </p:spPr>
      </p:pic>
      <p:sp>
        <p:nvSpPr>
          <p:cNvPr id="6" name="Title 6">
            <a:extLst>
              <a:ext uri="{FF2B5EF4-FFF2-40B4-BE49-F238E27FC236}">
                <a16:creationId xmlns:a16="http://schemas.microsoft.com/office/drawing/2014/main" id="{CF2D66E2-6760-E2A3-1EA9-4B3031276B19}"/>
              </a:ext>
            </a:extLst>
          </p:cNvPr>
          <p:cNvSpPr>
            <a:spLocks noGrp="1"/>
          </p:cNvSpPr>
          <p:nvPr>
            <p:ph type="title" hasCustomPrompt="1"/>
          </p:nvPr>
        </p:nvSpPr>
        <p:spPr>
          <a:xfrm>
            <a:off x="357868" y="2265811"/>
            <a:ext cx="6713600" cy="837152"/>
          </a:xfrm>
        </p:spPr>
        <p:txBody>
          <a:bodyPr/>
          <a:lstStyle>
            <a:lvl1pPr>
              <a:defRPr sz="6400" spc="-150"/>
            </a:lvl1pPr>
          </a:lstStyle>
          <a:p>
            <a:pPr lvl="0"/>
            <a:r>
              <a:rPr lang="en-US"/>
              <a:t>Your Team</a:t>
            </a:r>
          </a:p>
        </p:txBody>
      </p:sp>
    </p:spTree>
    <p:extLst>
      <p:ext uri="{BB962C8B-B14F-4D97-AF65-F5344CB8AC3E}">
        <p14:creationId xmlns:p14="http://schemas.microsoft.com/office/powerpoint/2010/main" val="337533595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ivider (Dark)">
    <p:bg>
      <p:bgPr>
        <a:solidFill>
          <a:schemeClr val="tx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Title 2">
            <a:extLst>
              <a:ext uri="{FF2B5EF4-FFF2-40B4-BE49-F238E27FC236}">
                <a16:creationId xmlns:a16="http://schemas.microsoft.com/office/drawing/2014/main" id="{07F94E12-3CF0-E0A4-72E9-01B35041C0D5}"/>
              </a:ext>
            </a:extLst>
          </p:cNvPr>
          <p:cNvSpPr>
            <a:spLocks noGrp="1"/>
          </p:cNvSpPr>
          <p:nvPr>
            <p:ph type="title" hasCustomPrompt="1"/>
          </p:nvPr>
        </p:nvSpPr>
        <p:spPr>
          <a:xfrm>
            <a:off x="262766" y="2720868"/>
            <a:ext cx="10668759" cy="1624804"/>
          </a:xfrm>
        </p:spPr>
        <p:txBody>
          <a:bodyPr anchor="ctr"/>
          <a:lstStyle>
            <a:lvl1pPr marL="0" indent="0">
              <a:tabLst/>
              <a:defRPr sz="6399" spc="-150">
                <a:solidFill>
                  <a:schemeClr val="bg1"/>
                </a:solidFill>
              </a:defRPr>
            </a:lvl1pPr>
          </a:lstStyle>
          <a:p>
            <a:pPr lvl="0"/>
            <a:r>
              <a:rPr lang="en-US"/>
              <a:t>Divider Section Heading Goes Here</a:t>
            </a:r>
          </a:p>
        </p:txBody>
      </p:sp>
      <p:cxnSp>
        <p:nvCxnSpPr>
          <p:cNvPr id="4" name="Straight Connector 3">
            <a:extLst>
              <a:ext uri="{FF2B5EF4-FFF2-40B4-BE49-F238E27FC236}">
                <a16:creationId xmlns:a16="http://schemas.microsoft.com/office/drawing/2014/main" id="{F178AF78-FC02-1D44-3069-D8E0B942BBAC}"/>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6" name="Slide Number Placeholder 5">
            <a:extLst>
              <a:ext uri="{FF2B5EF4-FFF2-40B4-BE49-F238E27FC236}">
                <a16:creationId xmlns:a16="http://schemas.microsoft.com/office/drawing/2014/main" id="{9D936BB3-1D9F-D456-2E74-C87B2E1367CA}"/>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7" name="Shape">
            <a:extLst>
              <a:ext uri="{FF2B5EF4-FFF2-40B4-BE49-F238E27FC236}">
                <a16:creationId xmlns:a16="http://schemas.microsoft.com/office/drawing/2014/main" id="{E6D06CC3-0E47-0DEE-14DE-73DCAEA9C033}"/>
              </a:ext>
            </a:extLst>
          </p:cNvPr>
          <p:cNvSpPr/>
          <p:nvPr userDrawn="1"/>
        </p:nvSpPr>
        <p:spPr>
          <a:xfrm>
            <a:off x="262616" y="6401801"/>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rgbClr val="FFFFFF"/>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117698769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ivider - No Line (Dark)">
    <p:bg>
      <p:bgPr>
        <a:solidFill>
          <a:schemeClr val="tx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Title 2">
            <a:extLst>
              <a:ext uri="{FF2B5EF4-FFF2-40B4-BE49-F238E27FC236}">
                <a16:creationId xmlns:a16="http://schemas.microsoft.com/office/drawing/2014/main" id="{07F94E12-3CF0-E0A4-72E9-01B35041C0D5}"/>
              </a:ext>
            </a:extLst>
          </p:cNvPr>
          <p:cNvSpPr>
            <a:spLocks noGrp="1"/>
          </p:cNvSpPr>
          <p:nvPr>
            <p:ph type="title" hasCustomPrompt="1"/>
          </p:nvPr>
        </p:nvSpPr>
        <p:spPr>
          <a:xfrm>
            <a:off x="262766" y="2720868"/>
            <a:ext cx="10668759" cy="1624804"/>
          </a:xfrm>
        </p:spPr>
        <p:txBody>
          <a:bodyPr anchor="ctr"/>
          <a:lstStyle>
            <a:lvl1pPr marL="0" indent="0">
              <a:tabLst/>
              <a:defRPr sz="6399" spc="-150">
                <a:solidFill>
                  <a:schemeClr val="bg1"/>
                </a:solidFill>
              </a:defRPr>
            </a:lvl1pPr>
          </a:lstStyle>
          <a:p>
            <a:pPr lvl="0"/>
            <a:r>
              <a:rPr lang="en-US"/>
              <a:t>Divider Section Heading Goes Here</a:t>
            </a:r>
          </a:p>
        </p:txBody>
      </p:sp>
      <p:sp>
        <p:nvSpPr>
          <p:cNvPr id="6" name="Slide Number Placeholder 5">
            <a:extLst>
              <a:ext uri="{FF2B5EF4-FFF2-40B4-BE49-F238E27FC236}">
                <a16:creationId xmlns:a16="http://schemas.microsoft.com/office/drawing/2014/main" id="{9D936BB3-1D9F-D456-2E74-C87B2E1367CA}"/>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2696329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ivider - Statement (Dark)">
    <p:bg>
      <p:bgPr>
        <a:solidFill>
          <a:schemeClr val="tx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6" name="Text Placeholder 14">
            <a:extLst>
              <a:ext uri="{FF2B5EF4-FFF2-40B4-BE49-F238E27FC236}">
                <a16:creationId xmlns:a16="http://schemas.microsoft.com/office/drawing/2014/main" id="{9B84FB79-5429-7B5C-6BBC-A166EB5DA081}"/>
              </a:ext>
            </a:extLst>
          </p:cNvPr>
          <p:cNvSpPr>
            <a:spLocks noGrp="1"/>
          </p:cNvSpPr>
          <p:nvPr>
            <p:ph type="body" sz="quarter" idx="30" hasCustomPrompt="1"/>
          </p:nvPr>
        </p:nvSpPr>
        <p:spPr>
          <a:xfrm>
            <a:off x="262767" y="2536677"/>
            <a:ext cx="7687434" cy="1813317"/>
          </a:xfrm>
        </p:spPr>
        <p:txBody>
          <a:bodyPr wrap="square">
            <a:spAutoFit/>
          </a:bodyPr>
          <a:lstStyle>
            <a:lvl1pPr marL="319976" indent="-319976">
              <a:defRPr sz="2000">
                <a:solidFill>
                  <a:schemeClr val="bg1"/>
                </a:solidFill>
              </a:defRPr>
            </a:lvl1pPr>
          </a:lstStyle>
          <a:p>
            <a:pPr lvl="0"/>
            <a:r>
              <a:rPr lang="en-US"/>
              <a:t>Text supports bold formatting.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0" name="Title 6">
            <a:extLst>
              <a:ext uri="{FF2B5EF4-FFF2-40B4-BE49-F238E27FC236}">
                <a16:creationId xmlns:a16="http://schemas.microsoft.com/office/drawing/2014/main" id="{50542112-BB6E-6CF4-22AA-0C114E1DF699}"/>
              </a:ext>
            </a:extLst>
          </p:cNvPr>
          <p:cNvSpPr>
            <a:spLocks noGrp="1"/>
          </p:cNvSpPr>
          <p:nvPr>
            <p:ph type="title" hasCustomPrompt="1"/>
          </p:nvPr>
        </p:nvSpPr>
        <p:spPr>
          <a:xfrm>
            <a:off x="262767" y="679720"/>
            <a:ext cx="9674984" cy="1625060"/>
          </a:xfrm>
        </p:spPr>
        <p:txBody>
          <a:bodyPr/>
          <a:lstStyle>
            <a:lvl1pPr marL="0" indent="0">
              <a:tabLst/>
              <a:defRPr sz="6400" spc="-150">
                <a:solidFill>
                  <a:schemeClr val="bg1"/>
                </a:solidFill>
              </a:defRPr>
            </a:lvl1pPr>
          </a:lstStyle>
          <a:p>
            <a:r>
              <a:rPr lang="en-US"/>
              <a:t>Large Headline </a:t>
            </a:r>
            <a:br>
              <a:rPr lang="en-US"/>
            </a:br>
            <a:r>
              <a:rPr lang="en-US"/>
              <a:t>Goes Here</a:t>
            </a:r>
          </a:p>
        </p:txBody>
      </p:sp>
      <p:cxnSp>
        <p:nvCxnSpPr>
          <p:cNvPr id="5" name="Straight Connector 4">
            <a:extLst>
              <a:ext uri="{FF2B5EF4-FFF2-40B4-BE49-F238E27FC236}">
                <a16:creationId xmlns:a16="http://schemas.microsoft.com/office/drawing/2014/main" id="{63B48204-1A4E-A47E-F636-A41802EA46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7" name="Slide Number Placeholder 5">
            <a:extLst>
              <a:ext uri="{FF2B5EF4-FFF2-40B4-BE49-F238E27FC236}">
                <a16:creationId xmlns:a16="http://schemas.microsoft.com/office/drawing/2014/main" id="{0C3D7316-8E25-68B6-0947-54F6FF11CB15}"/>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609799020"/>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Interior 0.1 (Dark)">
    <p:bg>
      <p:bgPr>
        <a:solidFill>
          <a:srgbClr val="191919"/>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6" name="Slide Number Placeholder 5">
            <a:extLst>
              <a:ext uri="{FF2B5EF4-FFF2-40B4-BE49-F238E27FC236}">
                <a16:creationId xmlns:a16="http://schemas.microsoft.com/office/drawing/2014/main" id="{F34B3E98-AD93-9D37-B74A-A2EB537F6E4D}"/>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5535633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Interior 0.2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D5060C72-A22D-6E55-9712-F96057BC2C05}"/>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sp>
        <p:nvSpPr>
          <p:cNvPr id="6" name="Title 17">
            <a:extLst>
              <a:ext uri="{FF2B5EF4-FFF2-40B4-BE49-F238E27FC236}">
                <a16:creationId xmlns:a16="http://schemas.microsoft.com/office/drawing/2014/main" id="{59A72CEB-5677-C348-99C4-30B1F094E697}"/>
              </a:ext>
            </a:extLst>
          </p:cNvPr>
          <p:cNvSpPr>
            <a:spLocks noGrp="1"/>
          </p:cNvSpPr>
          <p:nvPr>
            <p:ph type="title" hasCustomPrompt="1"/>
          </p:nvPr>
        </p:nvSpPr>
        <p:spPr>
          <a:xfrm>
            <a:off x="262766" y="731667"/>
            <a:ext cx="11658669"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419081075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nterior 0.3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5" name="Straight Connector 4">
            <a:extLst>
              <a:ext uri="{FF2B5EF4-FFF2-40B4-BE49-F238E27FC236}">
                <a16:creationId xmlns:a16="http://schemas.microsoft.com/office/drawing/2014/main" id="{F942CC48-0AD7-7ED1-98AB-C2D66511701D}"/>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ED03F199-8B8B-8F19-AF38-983D84DE6551}"/>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6" name="Slide Number Placeholder 5">
            <a:extLst>
              <a:ext uri="{FF2B5EF4-FFF2-40B4-BE49-F238E27FC236}">
                <a16:creationId xmlns:a16="http://schemas.microsoft.com/office/drawing/2014/main" id="{8F3FA089-49FD-A7FF-FDA7-43DC73F208BC}"/>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sp>
        <p:nvSpPr>
          <p:cNvPr id="7" name="Text Placeholder 14">
            <a:extLst>
              <a:ext uri="{FF2B5EF4-FFF2-40B4-BE49-F238E27FC236}">
                <a16:creationId xmlns:a16="http://schemas.microsoft.com/office/drawing/2014/main" id="{931BD207-F3D7-F0A1-C510-D77DB5965429}"/>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8" name="Title 17">
            <a:extLst>
              <a:ext uri="{FF2B5EF4-FFF2-40B4-BE49-F238E27FC236}">
                <a16:creationId xmlns:a16="http://schemas.microsoft.com/office/drawing/2014/main" id="{D74E8C00-1119-1AD6-AD02-FC6AC78F96D4}"/>
              </a:ext>
            </a:extLst>
          </p:cNvPr>
          <p:cNvSpPr>
            <a:spLocks noGrp="1"/>
          </p:cNvSpPr>
          <p:nvPr>
            <p:ph type="title" hasCustomPrompt="1"/>
          </p:nvPr>
        </p:nvSpPr>
        <p:spPr>
          <a:xfrm>
            <a:off x="262766" y="731667"/>
            <a:ext cx="3707917"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234337857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nterior 1.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4" name="Text Placeholder 14">
            <a:extLst>
              <a:ext uri="{FF2B5EF4-FFF2-40B4-BE49-F238E27FC236}">
                <a16:creationId xmlns:a16="http://schemas.microsoft.com/office/drawing/2014/main" id="{64C54AD6-AD80-6FD7-56DD-ACF5D6C52B96}"/>
              </a:ext>
            </a:extLst>
          </p:cNvPr>
          <p:cNvSpPr>
            <a:spLocks noGrp="1"/>
          </p:cNvSpPr>
          <p:nvPr>
            <p:ph type="body" sz="quarter" idx="30" hasCustomPrompt="1"/>
          </p:nvPr>
        </p:nvSpPr>
        <p:spPr>
          <a:xfrm>
            <a:off x="262766" y="1725613"/>
            <a:ext cx="7691873" cy="3141886"/>
          </a:xfrm>
        </p:spPr>
        <p:txBody>
          <a:bodyPr wrap="square">
            <a:spAutoFit/>
          </a:bodyPr>
          <a:lstStyle>
            <a:lvl1pPr marL="319976" indent="-319976">
              <a:defRPr sz="2000">
                <a:solidFill>
                  <a:schemeClr val="bg1"/>
                </a:solidFill>
              </a:defRPr>
            </a:lvl1pPr>
          </a:lstStyle>
          <a:p>
            <a:pPr lvl="0"/>
            <a:r>
              <a:rPr lang="en-US"/>
              <a:t>Text supports bold formatting and can be resized to 16.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cxnSp>
        <p:nvCxnSpPr>
          <p:cNvPr id="15" name="Straight Connector 14">
            <a:extLst>
              <a:ext uri="{FF2B5EF4-FFF2-40B4-BE49-F238E27FC236}">
                <a16:creationId xmlns:a16="http://schemas.microsoft.com/office/drawing/2014/main" id="{B0B19212-A0F9-69C0-85E9-9281D1250902}"/>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5" name="Slide Number Placeholder 5">
            <a:extLst>
              <a:ext uri="{FF2B5EF4-FFF2-40B4-BE49-F238E27FC236}">
                <a16:creationId xmlns:a16="http://schemas.microsoft.com/office/drawing/2014/main" id="{1BA8521B-2356-0663-BA12-355EA31562A3}"/>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sp>
        <p:nvSpPr>
          <p:cNvPr id="6" name="Title 17">
            <a:extLst>
              <a:ext uri="{FF2B5EF4-FFF2-40B4-BE49-F238E27FC236}">
                <a16:creationId xmlns:a16="http://schemas.microsoft.com/office/drawing/2014/main" id="{108E8E67-87C2-76A7-58E8-1183878970A0}"/>
              </a:ext>
            </a:extLst>
          </p:cNvPr>
          <p:cNvSpPr>
            <a:spLocks noGrp="1"/>
          </p:cNvSpPr>
          <p:nvPr>
            <p:ph type="title" hasCustomPrompt="1"/>
          </p:nvPr>
        </p:nvSpPr>
        <p:spPr>
          <a:xfrm>
            <a:off x="262766" y="731667"/>
            <a:ext cx="11667331"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244206161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Interior 2.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4" name="Slide Number Placeholder 5">
            <a:extLst>
              <a:ext uri="{FF2B5EF4-FFF2-40B4-BE49-F238E27FC236}">
                <a16:creationId xmlns:a16="http://schemas.microsoft.com/office/drawing/2014/main" id="{62A523A2-E038-63A9-04C5-60E5B04CF04C}"/>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8" name="Text Placeholder 14">
            <a:extLst>
              <a:ext uri="{FF2B5EF4-FFF2-40B4-BE49-F238E27FC236}">
                <a16:creationId xmlns:a16="http://schemas.microsoft.com/office/drawing/2014/main" id="{B38C222A-F794-CEE4-C3FB-8A2286952FA0}"/>
              </a:ext>
            </a:extLst>
          </p:cNvPr>
          <p:cNvSpPr>
            <a:spLocks noGrp="1"/>
          </p:cNvSpPr>
          <p:nvPr>
            <p:ph type="body" sz="quarter" idx="30" hasCustomPrompt="1"/>
          </p:nvPr>
        </p:nvSpPr>
        <p:spPr>
          <a:xfrm>
            <a:off x="262766" y="1725613"/>
            <a:ext cx="5704582" cy="4865687"/>
          </a:xfrm>
        </p:spPr>
        <p:txBody>
          <a:bodyPr wrap="square" rIns="720000" numCol="1">
            <a:noAutofit/>
          </a:bodyPr>
          <a:lstStyle>
            <a:lvl1pPr marL="319976" indent="-319976">
              <a:defRPr sz="2000">
                <a:solidFill>
                  <a:schemeClr val="bg1"/>
                </a:solidFill>
              </a:defRPr>
            </a:lvl1pPr>
          </a:lstStyle>
          <a:p>
            <a:pPr lvl="0"/>
            <a:r>
              <a:rPr lang="en-US"/>
              <a:t>Text boxes with or without bullets. Text supports bold formatting and can also be resized to 16.</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9" name="Text Placeholder 14">
            <a:extLst>
              <a:ext uri="{FF2B5EF4-FFF2-40B4-BE49-F238E27FC236}">
                <a16:creationId xmlns:a16="http://schemas.microsoft.com/office/drawing/2014/main" id="{EF8511F3-EBFA-7CE2-5C4E-87F014D13EF8}"/>
              </a:ext>
            </a:extLst>
          </p:cNvPr>
          <p:cNvSpPr>
            <a:spLocks noGrp="1"/>
          </p:cNvSpPr>
          <p:nvPr>
            <p:ph type="body" sz="quarter" idx="31" hasCustomPrompt="1"/>
          </p:nvPr>
        </p:nvSpPr>
        <p:spPr>
          <a:xfrm>
            <a:off x="6229332" y="1725613"/>
            <a:ext cx="5704582" cy="4865687"/>
          </a:xfrm>
        </p:spPr>
        <p:txBody>
          <a:bodyPr wrap="square" rIns="720000" numCol="1">
            <a:noAutofit/>
          </a:bodyPr>
          <a:lstStyle>
            <a:lvl1pPr marL="319976" indent="-319976">
              <a:defRPr sz="2000">
                <a:solidFill>
                  <a:schemeClr val="bg1"/>
                </a:solidFill>
              </a:defRPr>
            </a:lvl1pPr>
          </a:lstStyle>
          <a:p>
            <a:pPr lvl="0"/>
            <a:r>
              <a:rPr lang="en-US"/>
              <a:t>Text boxes with or without bullets. Text supports bold formatting and can also be resized to 16.</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5" name="Title 17">
            <a:extLst>
              <a:ext uri="{FF2B5EF4-FFF2-40B4-BE49-F238E27FC236}">
                <a16:creationId xmlns:a16="http://schemas.microsoft.com/office/drawing/2014/main" id="{2E287AE7-39F4-3F36-D955-D83ABF53F063}"/>
              </a:ext>
            </a:extLst>
          </p:cNvPr>
          <p:cNvSpPr>
            <a:spLocks noGrp="1"/>
          </p:cNvSpPr>
          <p:nvPr>
            <p:ph type="title" hasCustomPrompt="1"/>
          </p:nvPr>
        </p:nvSpPr>
        <p:spPr>
          <a:xfrm>
            <a:off x="262766" y="731667"/>
            <a:ext cx="11667331"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3556847774"/>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Interior 2.1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4" name="Slide Number Placeholder 5">
            <a:extLst>
              <a:ext uri="{FF2B5EF4-FFF2-40B4-BE49-F238E27FC236}">
                <a16:creationId xmlns:a16="http://schemas.microsoft.com/office/drawing/2014/main" id="{62A523A2-E038-63A9-04C5-60E5B04CF04C}"/>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8" name="Text Placeholder 14">
            <a:extLst>
              <a:ext uri="{FF2B5EF4-FFF2-40B4-BE49-F238E27FC236}">
                <a16:creationId xmlns:a16="http://schemas.microsoft.com/office/drawing/2014/main" id="{B38C222A-F794-CEE4-C3FB-8A2286952FA0}"/>
              </a:ext>
            </a:extLst>
          </p:cNvPr>
          <p:cNvSpPr>
            <a:spLocks noGrp="1"/>
          </p:cNvSpPr>
          <p:nvPr>
            <p:ph type="body" sz="quarter" idx="30" hasCustomPrompt="1"/>
          </p:nvPr>
        </p:nvSpPr>
        <p:spPr>
          <a:xfrm>
            <a:off x="262766" y="1725613"/>
            <a:ext cx="5704582" cy="4865687"/>
          </a:xfrm>
        </p:spPr>
        <p:txBody>
          <a:bodyPr wrap="square" rIns="720000" numCol="1">
            <a:noAutofit/>
          </a:bodyPr>
          <a:lstStyle>
            <a:lvl1pPr marL="319976" indent="-319976">
              <a:defRPr sz="1200">
                <a:solidFill>
                  <a:schemeClr val="bg1"/>
                </a:solidFill>
              </a:defRPr>
            </a:lvl1pPr>
          </a:lstStyle>
          <a:p>
            <a:pPr lvl="0"/>
            <a:r>
              <a:rPr lang="en-US"/>
              <a:t>Text boxes with or without bullets. Text supports bold formatting.</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a:t>
            </a:r>
          </a:p>
        </p:txBody>
      </p:sp>
      <p:sp>
        <p:nvSpPr>
          <p:cNvPr id="9" name="Text Placeholder 14">
            <a:extLst>
              <a:ext uri="{FF2B5EF4-FFF2-40B4-BE49-F238E27FC236}">
                <a16:creationId xmlns:a16="http://schemas.microsoft.com/office/drawing/2014/main" id="{EF8511F3-EBFA-7CE2-5C4E-87F014D13EF8}"/>
              </a:ext>
            </a:extLst>
          </p:cNvPr>
          <p:cNvSpPr>
            <a:spLocks noGrp="1"/>
          </p:cNvSpPr>
          <p:nvPr>
            <p:ph type="body" sz="quarter" idx="31" hasCustomPrompt="1"/>
          </p:nvPr>
        </p:nvSpPr>
        <p:spPr>
          <a:xfrm>
            <a:off x="6229332" y="1725613"/>
            <a:ext cx="5704582" cy="4865687"/>
          </a:xfrm>
        </p:spPr>
        <p:txBody>
          <a:bodyPr wrap="square" rIns="720000" numCol="1">
            <a:noAutofit/>
          </a:bodyPr>
          <a:lstStyle>
            <a:lvl1pPr marL="319976" indent="-319976">
              <a:defRPr sz="1200">
                <a:solidFill>
                  <a:schemeClr val="bg1"/>
                </a:solidFill>
              </a:defRPr>
            </a:lvl1pPr>
          </a:lstStyle>
          <a:p>
            <a:pPr lvl="0"/>
            <a:r>
              <a:rPr lang="en-US"/>
              <a:t>Text boxes with or without bullets. Text supports bold formatting.</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a:t>
            </a:r>
          </a:p>
        </p:txBody>
      </p:sp>
      <p:sp>
        <p:nvSpPr>
          <p:cNvPr id="5" name="Title 17">
            <a:extLst>
              <a:ext uri="{FF2B5EF4-FFF2-40B4-BE49-F238E27FC236}">
                <a16:creationId xmlns:a16="http://schemas.microsoft.com/office/drawing/2014/main" id="{2E287AE7-39F4-3F36-D955-D83ABF53F063}"/>
              </a:ext>
            </a:extLst>
          </p:cNvPr>
          <p:cNvSpPr>
            <a:spLocks noGrp="1"/>
          </p:cNvSpPr>
          <p:nvPr>
            <p:ph type="title" hasCustomPrompt="1"/>
          </p:nvPr>
        </p:nvSpPr>
        <p:spPr>
          <a:xfrm>
            <a:off x="262767" y="731667"/>
            <a:ext cx="5699902" cy="284694"/>
          </a:xfrm>
        </p:spPr>
        <p:txBody>
          <a:bodyPr anchor="t"/>
          <a:lstStyle>
            <a:lvl1pPr>
              <a:lnSpc>
                <a:spcPct val="90000"/>
              </a:lnSpc>
              <a:defRPr sz="2000" spc="0">
                <a:solidFill>
                  <a:schemeClr val="bg1"/>
                </a:solidFill>
              </a:defRPr>
            </a:lvl1pPr>
          </a:lstStyle>
          <a:p>
            <a:r>
              <a:rPr lang="en-US"/>
              <a:t>Header</a:t>
            </a:r>
          </a:p>
        </p:txBody>
      </p:sp>
      <p:sp>
        <p:nvSpPr>
          <p:cNvPr id="6" name="Text Placeholder 14">
            <a:extLst>
              <a:ext uri="{FF2B5EF4-FFF2-40B4-BE49-F238E27FC236}">
                <a16:creationId xmlns:a16="http://schemas.microsoft.com/office/drawing/2014/main" id="{2DA4D5DB-E5B5-E0D7-039A-592DBEB4FE97}"/>
              </a:ext>
            </a:extLst>
          </p:cNvPr>
          <p:cNvSpPr>
            <a:spLocks noGrp="1"/>
          </p:cNvSpPr>
          <p:nvPr>
            <p:ph type="body" sz="quarter" idx="29" hasCustomPrompt="1"/>
          </p:nvPr>
        </p:nvSpPr>
        <p:spPr>
          <a:xfrm>
            <a:off x="6229333"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Tree>
    <p:extLst>
      <p:ext uri="{BB962C8B-B14F-4D97-AF65-F5344CB8AC3E}">
        <p14:creationId xmlns:p14="http://schemas.microsoft.com/office/powerpoint/2010/main" val="1044165892"/>
      </p:ext>
    </p:extLst>
  </p:cSld>
  <p:clrMapOvr>
    <a:masterClrMapping/>
  </p:clrMapOvr>
  <p:extLst>
    <p:ext uri="{DCECCB84-F9BA-43D5-87BE-67443E8EF086}">
      <p15:sldGuideLst xmlns:p15="http://schemas.microsoft.com/office/powerpoint/2012/main">
        <p15:guide id="3" orient="horz" pos="2160">
          <p15:clr>
            <a:srgbClr val="FBAE40"/>
          </p15:clr>
        </p15:guide>
        <p15:guide id="4"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Interior 3.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4" name="Slide Number Placeholder 5">
            <a:extLst>
              <a:ext uri="{FF2B5EF4-FFF2-40B4-BE49-F238E27FC236}">
                <a16:creationId xmlns:a16="http://schemas.microsoft.com/office/drawing/2014/main" id="{62A523A2-E038-63A9-04C5-60E5B04CF04C}"/>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15" name="Text Placeholder 14">
            <a:extLst>
              <a:ext uri="{FF2B5EF4-FFF2-40B4-BE49-F238E27FC236}">
                <a16:creationId xmlns:a16="http://schemas.microsoft.com/office/drawing/2014/main" id="{A097347E-BEE8-BD81-C875-FBAEED63DDC5}"/>
              </a:ext>
            </a:extLst>
          </p:cNvPr>
          <p:cNvSpPr>
            <a:spLocks noGrp="1"/>
          </p:cNvSpPr>
          <p:nvPr>
            <p:ph type="body" sz="quarter" idx="30" hasCustomPrompt="1"/>
          </p:nvPr>
        </p:nvSpPr>
        <p:spPr>
          <a:xfrm>
            <a:off x="262766" y="1725613"/>
            <a:ext cx="3712670" cy="4865687"/>
          </a:xfrm>
        </p:spPr>
        <p:txBody>
          <a:bodyPr wrap="square" rIns="360000" numCol="1">
            <a:noAutofit/>
          </a:bodyPr>
          <a:lstStyle>
            <a:lvl1pPr marL="319976" indent="-319976">
              <a:defRPr sz="1600">
                <a:solidFill>
                  <a:schemeClr val="bg1"/>
                </a:solidFill>
              </a:defRPr>
            </a:lvl1pPr>
          </a:lstStyle>
          <a:p>
            <a:pPr lvl="0"/>
            <a:r>
              <a:rPr lang="en-US"/>
              <a:t>Text boxes with or without bullets. Text supports bold formatting and can also be resized to 14 or 12.</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a:t>
            </a:r>
          </a:p>
        </p:txBody>
      </p:sp>
      <p:sp>
        <p:nvSpPr>
          <p:cNvPr id="16" name="Text Placeholder 14">
            <a:extLst>
              <a:ext uri="{FF2B5EF4-FFF2-40B4-BE49-F238E27FC236}">
                <a16:creationId xmlns:a16="http://schemas.microsoft.com/office/drawing/2014/main" id="{B6A24F83-0D69-1BE7-B8EC-A92EB01D36E8}"/>
              </a:ext>
            </a:extLst>
          </p:cNvPr>
          <p:cNvSpPr>
            <a:spLocks noGrp="1"/>
          </p:cNvSpPr>
          <p:nvPr>
            <p:ph type="body" sz="quarter" idx="31" hasCustomPrompt="1"/>
          </p:nvPr>
        </p:nvSpPr>
        <p:spPr>
          <a:xfrm>
            <a:off x="4242042" y="1725613"/>
            <a:ext cx="3704099" cy="4865687"/>
          </a:xfrm>
        </p:spPr>
        <p:txBody>
          <a:bodyPr wrap="square" rIns="360000" numCol="1">
            <a:noAutofit/>
          </a:bodyPr>
          <a:lstStyle>
            <a:lvl1pPr marL="319976" indent="-319976">
              <a:defRPr sz="16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17" name="Text Placeholder 14">
            <a:extLst>
              <a:ext uri="{FF2B5EF4-FFF2-40B4-BE49-F238E27FC236}">
                <a16:creationId xmlns:a16="http://schemas.microsoft.com/office/drawing/2014/main" id="{1B5739F0-F91B-0D51-2DFB-E63F4D65917B}"/>
              </a:ext>
            </a:extLst>
          </p:cNvPr>
          <p:cNvSpPr>
            <a:spLocks noGrp="1"/>
          </p:cNvSpPr>
          <p:nvPr>
            <p:ph type="body" sz="quarter" idx="32" hasCustomPrompt="1"/>
          </p:nvPr>
        </p:nvSpPr>
        <p:spPr>
          <a:xfrm>
            <a:off x="8225998" y="1725613"/>
            <a:ext cx="3704099" cy="4865687"/>
          </a:xfrm>
        </p:spPr>
        <p:txBody>
          <a:bodyPr wrap="square" rIns="360000" numCol="1">
            <a:noAutofit/>
          </a:bodyPr>
          <a:lstStyle>
            <a:lvl1pPr marL="319976" indent="-319976">
              <a:defRPr sz="16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5" name="Title 17">
            <a:extLst>
              <a:ext uri="{FF2B5EF4-FFF2-40B4-BE49-F238E27FC236}">
                <a16:creationId xmlns:a16="http://schemas.microsoft.com/office/drawing/2014/main" id="{3C737ACE-6961-472D-E03F-2C9EB03EE751}"/>
              </a:ext>
            </a:extLst>
          </p:cNvPr>
          <p:cNvSpPr>
            <a:spLocks noGrp="1"/>
          </p:cNvSpPr>
          <p:nvPr>
            <p:ph type="title" hasCustomPrompt="1"/>
          </p:nvPr>
        </p:nvSpPr>
        <p:spPr>
          <a:xfrm>
            <a:off x="262767" y="731666"/>
            <a:ext cx="5699884" cy="335129"/>
          </a:xfrm>
        </p:spPr>
        <p:txBody>
          <a:bodyPr anchor="t"/>
          <a:lstStyle>
            <a:lvl1pPr>
              <a:lnSpc>
                <a:spcPct val="90000"/>
              </a:lnSpc>
              <a:defRPr sz="2000" spc="0">
                <a:solidFill>
                  <a:schemeClr val="bg1"/>
                </a:solidFill>
              </a:defRPr>
            </a:lvl1pPr>
          </a:lstStyle>
          <a:p>
            <a:r>
              <a:rPr lang="en-US"/>
              <a:t>Header</a:t>
            </a:r>
          </a:p>
        </p:txBody>
      </p:sp>
      <p:sp>
        <p:nvSpPr>
          <p:cNvPr id="7" name="Text Placeholder 14">
            <a:extLst>
              <a:ext uri="{FF2B5EF4-FFF2-40B4-BE49-F238E27FC236}">
                <a16:creationId xmlns:a16="http://schemas.microsoft.com/office/drawing/2014/main" id="{4973735F-6C3B-5AA1-A11B-B40B6E5BB746}"/>
              </a:ext>
            </a:extLst>
          </p:cNvPr>
          <p:cNvSpPr>
            <a:spLocks noGrp="1"/>
          </p:cNvSpPr>
          <p:nvPr>
            <p:ph type="body" sz="quarter" idx="29" hasCustomPrompt="1"/>
          </p:nvPr>
        </p:nvSpPr>
        <p:spPr>
          <a:xfrm>
            <a:off x="6229333"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Tree>
    <p:extLst>
      <p:ext uri="{BB962C8B-B14F-4D97-AF65-F5344CB8AC3E}">
        <p14:creationId xmlns:p14="http://schemas.microsoft.com/office/powerpoint/2010/main" val="3409112112"/>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840" userDrawn="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Interior 4.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4" name="Slide Number Placeholder 5">
            <a:extLst>
              <a:ext uri="{FF2B5EF4-FFF2-40B4-BE49-F238E27FC236}">
                <a16:creationId xmlns:a16="http://schemas.microsoft.com/office/drawing/2014/main" id="{62A523A2-E038-63A9-04C5-60E5B04CF04C}"/>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cxnSp>
        <p:nvCxnSpPr>
          <p:cNvPr id="14" name="Straight Connector 13">
            <a:extLst>
              <a:ext uri="{FF2B5EF4-FFF2-40B4-BE49-F238E27FC236}">
                <a16:creationId xmlns:a16="http://schemas.microsoft.com/office/drawing/2014/main" id="{93C7CF26-68F7-97A5-A212-2D02971BD5CE}"/>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15" name="Text Placeholder 14">
            <a:extLst>
              <a:ext uri="{FF2B5EF4-FFF2-40B4-BE49-F238E27FC236}">
                <a16:creationId xmlns:a16="http://schemas.microsoft.com/office/drawing/2014/main" id="{A097347E-BEE8-BD81-C875-FBAEED63DDC5}"/>
              </a:ext>
            </a:extLst>
          </p:cNvPr>
          <p:cNvSpPr>
            <a:spLocks noGrp="1"/>
          </p:cNvSpPr>
          <p:nvPr>
            <p:ph type="body" sz="quarter" idx="30" hasCustomPrompt="1"/>
          </p:nvPr>
        </p:nvSpPr>
        <p:spPr>
          <a:xfrm>
            <a:off x="262766" y="1725613"/>
            <a:ext cx="2742843" cy="4865687"/>
          </a:xfrm>
        </p:spPr>
        <p:txBody>
          <a:bodyPr wrap="square" rIns="182880" numCol="1">
            <a:noAutofit/>
          </a:bodyPr>
          <a:lstStyle>
            <a:lvl1pPr marL="319976" indent="-319976">
              <a:defRPr sz="1600">
                <a:solidFill>
                  <a:schemeClr val="bg1"/>
                </a:solidFill>
              </a:defRPr>
            </a:lvl1pPr>
          </a:lstStyle>
          <a:p>
            <a:pPr lvl="0"/>
            <a:r>
              <a:rPr lang="en-US"/>
              <a:t>Text boxes with or without bullets. Text supports bold formatting and can also be resized to 14 or 12.</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16" name="Text Placeholder 14">
            <a:extLst>
              <a:ext uri="{FF2B5EF4-FFF2-40B4-BE49-F238E27FC236}">
                <a16:creationId xmlns:a16="http://schemas.microsoft.com/office/drawing/2014/main" id="{B6A24F83-0D69-1BE7-B8EC-A92EB01D36E8}"/>
              </a:ext>
            </a:extLst>
          </p:cNvPr>
          <p:cNvSpPr>
            <a:spLocks noGrp="1"/>
          </p:cNvSpPr>
          <p:nvPr>
            <p:ph type="body" sz="quarter" idx="31" hasCustomPrompt="1"/>
          </p:nvPr>
        </p:nvSpPr>
        <p:spPr>
          <a:xfrm>
            <a:off x="3230604" y="1725613"/>
            <a:ext cx="2742843" cy="4865687"/>
          </a:xfrm>
        </p:spPr>
        <p:txBody>
          <a:bodyPr wrap="square" rIns="182880" numCol="1">
            <a:noAutofit/>
          </a:bodyPr>
          <a:lstStyle>
            <a:lvl1pPr marL="319976" indent="-319976">
              <a:defRPr sz="16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17" name="Text Placeholder 14">
            <a:extLst>
              <a:ext uri="{FF2B5EF4-FFF2-40B4-BE49-F238E27FC236}">
                <a16:creationId xmlns:a16="http://schemas.microsoft.com/office/drawing/2014/main" id="{1B5739F0-F91B-0D51-2DFB-E63F4D65917B}"/>
              </a:ext>
            </a:extLst>
          </p:cNvPr>
          <p:cNvSpPr>
            <a:spLocks noGrp="1"/>
          </p:cNvSpPr>
          <p:nvPr>
            <p:ph type="body" sz="quarter" idx="32" hasCustomPrompt="1"/>
          </p:nvPr>
        </p:nvSpPr>
        <p:spPr>
          <a:xfrm>
            <a:off x="6198442" y="1725613"/>
            <a:ext cx="2742843" cy="4865687"/>
          </a:xfrm>
        </p:spPr>
        <p:txBody>
          <a:bodyPr wrap="square" rIns="182880" numCol="1">
            <a:noAutofit/>
          </a:bodyPr>
          <a:lstStyle>
            <a:lvl1pPr marL="319976" indent="-319976">
              <a:defRPr sz="16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p>
        </p:txBody>
      </p:sp>
      <p:sp>
        <p:nvSpPr>
          <p:cNvPr id="5" name="Title 17">
            <a:extLst>
              <a:ext uri="{FF2B5EF4-FFF2-40B4-BE49-F238E27FC236}">
                <a16:creationId xmlns:a16="http://schemas.microsoft.com/office/drawing/2014/main" id="{3C737ACE-6961-472D-E03F-2C9EB03EE751}"/>
              </a:ext>
            </a:extLst>
          </p:cNvPr>
          <p:cNvSpPr>
            <a:spLocks noGrp="1"/>
          </p:cNvSpPr>
          <p:nvPr>
            <p:ph type="title" hasCustomPrompt="1"/>
          </p:nvPr>
        </p:nvSpPr>
        <p:spPr>
          <a:xfrm>
            <a:off x="262767" y="731667"/>
            <a:ext cx="5699884" cy="284694"/>
          </a:xfrm>
        </p:spPr>
        <p:txBody>
          <a:bodyPr anchor="t"/>
          <a:lstStyle>
            <a:lvl1pPr>
              <a:lnSpc>
                <a:spcPct val="90000"/>
              </a:lnSpc>
              <a:defRPr sz="2000" spc="0">
                <a:solidFill>
                  <a:schemeClr val="bg1"/>
                </a:solidFill>
              </a:defRPr>
            </a:lvl1pPr>
          </a:lstStyle>
          <a:p>
            <a:r>
              <a:rPr lang="en-US"/>
              <a:t>Header</a:t>
            </a:r>
          </a:p>
        </p:txBody>
      </p:sp>
      <p:sp>
        <p:nvSpPr>
          <p:cNvPr id="10" name="Text Placeholder 14">
            <a:extLst>
              <a:ext uri="{FF2B5EF4-FFF2-40B4-BE49-F238E27FC236}">
                <a16:creationId xmlns:a16="http://schemas.microsoft.com/office/drawing/2014/main" id="{DA1F9B9F-DF25-42CE-C19A-7A9031B875E9}"/>
              </a:ext>
            </a:extLst>
          </p:cNvPr>
          <p:cNvSpPr>
            <a:spLocks noGrp="1"/>
          </p:cNvSpPr>
          <p:nvPr>
            <p:ph type="body" sz="quarter" idx="33" hasCustomPrompt="1"/>
          </p:nvPr>
        </p:nvSpPr>
        <p:spPr>
          <a:xfrm>
            <a:off x="9166279" y="1725613"/>
            <a:ext cx="2742843" cy="4865687"/>
          </a:xfrm>
        </p:spPr>
        <p:txBody>
          <a:bodyPr wrap="square" rIns="182880" numCol="1">
            <a:noAutofit/>
          </a:bodyPr>
          <a:lstStyle>
            <a:lvl1pPr marL="319976" indent="-319976">
              <a:defRPr sz="16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a:p>
            <a:pPr lvl="0"/>
            <a:r>
              <a:rPr lang="en-US"/>
              <a:t>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6" name="Text Placeholder 14">
            <a:extLst>
              <a:ext uri="{FF2B5EF4-FFF2-40B4-BE49-F238E27FC236}">
                <a16:creationId xmlns:a16="http://schemas.microsoft.com/office/drawing/2014/main" id="{EE5437C3-18D9-6983-125B-D73A7C8C0EB4}"/>
              </a:ext>
            </a:extLst>
          </p:cNvPr>
          <p:cNvSpPr>
            <a:spLocks noGrp="1"/>
          </p:cNvSpPr>
          <p:nvPr>
            <p:ph type="body" sz="quarter" idx="29" hasCustomPrompt="1"/>
          </p:nvPr>
        </p:nvSpPr>
        <p:spPr>
          <a:xfrm>
            <a:off x="6229333"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Tree>
    <p:extLst>
      <p:ext uri="{BB962C8B-B14F-4D97-AF65-F5344CB8AC3E}">
        <p14:creationId xmlns:p14="http://schemas.microsoft.com/office/powerpoint/2010/main" val="3294249181"/>
      </p:ext>
    </p:extLst>
  </p:cSld>
  <p:clrMapOvr>
    <a:masterClrMapping/>
  </p:clrMapOvr>
  <p:extLst>
    <p:ext uri="{DCECCB84-F9BA-43D5-87BE-67443E8EF086}">
      <p15:sldGuideLst xmlns:p15="http://schemas.microsoft.com/office/powerpoint/2012/main">
        <p15:guide id="3" orient="horz" pos="2160">
          <p15:clr>
            <a:srgbClr val="FBAE40"/>
          </p15:clr>
        </p15:guide>
        <p15:guide id="4"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Interior 5.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15" name="Straight Connector 14">
            <a:extLst>
              <a:ext uri="{FF2B5EF4-FFF2-40B4-BE49-F238E27FC236}">
                <a16:creationId xmlns:a16="http://schemas.microsoft.com/office/drawing/2014/main" id="{B0B19212-A0F9-69C0-85E9-9281D1250902}"/>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5" name="Text Placeholder 14">
            <a:extLst>
              <a:ext uri="{FF2B5EF4-FFF2-40B4-BE49-F238E27FC236}">
                <a16:creationId xmlns:a16="http://schemas.microsoft.com/office/drawing/2014/main" id="{8EC79ED1-7E39-EDB8-A06F-E62A1C03FCED}"/>
              </a:ext>
            </a:extLst>
          </p:cNvPr>
          <p:cNvSpPr>
            <a:spLocks noGrp="1"/>
          </p:cNvSpPr>
          <p:nvPr>
            <p:ph type="body" sz="quarter" idx="30" hasCustomPrompt="1"/>
          </p:nvPr>
        </p:nvSpPr>
        <p:spPr>
          <a:xfrm>
            <a:off x="262766" y="1725613"/>
            <a:ext cx="6535733" cy="4311437"/>
          </a:xfrm>
        </p:spPr>
        <p:txBody>
          <a:bodyPr wrap="square">
            <a:spAutoFit/>
          </a:bodyPr>
          <a:lstStyle>
            <a:lvl1pPr marL="319976" marR="0" indent="-319976" algn="l" defTabSz="323935" rtl="0" eaLnBrk="1" fontAlgn="auto" latinLnBrk="0" hangingPunct="1">
              <a:lnSpc>
                <a:spcPct val="110000"/>
              </a:lnSpc>
              <a:spcBef>
                <a:spcPts val="0"/>
              </a:spcBef>
              <a:spcAft>
                <a:spcPts val="1000"/>
              </a:spcAft>
              <a:buClrTx/>
              <a:buSzPct val="150000"/>
              <a:buFont typeface="System Font Regular"/>
              <a:buChar char="■"/>
              <a:tabLst/>
              <a:defRPr sz="2000">
                <a:solidFill>
                  <a:schemeClr val="bg1"/>
                </a:solidFill>
              </a:defRPr>
            </a:lvl1pPr>
          </a:lstStyle>
          <a:p>
            <a:pPr marL="319976" marR="0" lvl="0" indent="-319976" algn="l" defTabSz="323935" rtl="0" eaLnBrk="1" fontAlgn="auto" latinLnBrk="0" hangingPunct="1">
              <a:lnSpc>
                <a:spcPct val="110000"/>
              </a:lnSpc>
              <a:spcBef>
                <a:spcPts val="0"/>
              </a:spcBef>
              <a:spcAft>
                <a:spcPts val="1000"/>
              </a:spcAft>
              <a:buClrTx/>
              <a:buSzPct val="150000"/>
              <a:buFont typeface="System Font Regular"/>
              <a:buChar char="■"/>
              <a:tabLst/>
              <a:defRPr/>
            </a:pPr>
            <a:r>
              <a:rPr lang="en-US"/>
              <a:t>Text boxes with or without bullets. Text supports bold formatting and can also be resized to 16.</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6" name="Picture Placeholder 9">
            <a:extLst>
              <a:ext uri="{FF2B5EF4-FFF2-40B4-BE49-F238E27FC236}">
                <a16:creationId xmlns:a16="http://schemas.microsoft.com/office/drawing/2014/main" id="{43067BFF-AC8A-F15E-A356-F3B7EA07F884}"/>
              </a:ext>
            </a:extLst>
          </p:cNvPr>
          <p:cNvSpPr>
            <a:spLocks noGrp="1"/>
          </p:cNvSpPr>
          <p:nvPr>
            <p:ph type="pic" sz="quarter" idx="31"/>
          </p:nvPr>
        </p:nvSpPr>
        <p:spPr>
          <a:xfrm>
            <a:off x="7222979" y="1725613"/>
            <a:ext cx="4697560" cy="4865684"/>
          </a:xfrm>
          <a:prstGeom prst="rect">
            <a:avLst/>
          </a:prstGeom>
          <a:solidFill>
            <a:srgbClr val="53544A"/>
          </a:solidFill>
        </p:spPr>
        <p:txBody>
          <a:bodyPr anchor="ctr">
            <a:noAutofit/>
          </a:bodyPr>
          <a:lstStyle>
            <a:lvl1pPr algn="ctr">
              <a:buNone/>
              <a:defRPr sz="1600">
                <a:solidFill>
                  <a:schemeClr val="bg1"/>
                </a:solidFill>
              </a:defRPr>
            </a:lvl1pPr>
          </a:lstStyle>
          <a:p>
            <a:r>
              <a:rPr lang="en-US"/>
              <a:t>Click icon to add picture</a:t>
            </a:r>
          </a:p>
        </p:txBody>
      </p:sp>
      <p:sp>
        <p:nvSpPr>
          <p:cNvPr id="7" name="Slide Number Placeholder 5">
            <a:extLst>
              <a:ext uri="{FF2B5EF4-FFF2-40B4-BE49-F238E27FC236}">
                <a16:creationId xmlns:a16="http://schemas.microsoft.com/office/drawing/2014/main" id="{C4C48D8C-737D-F637-034A-A828E863D1D1}"/>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sp>
        <p:nvSpPr>
          <p:cNvPr id="8" name="Title 17">
            <a:extLst>
              <a:ext uri="{FF2B5EF4-FFF2-40B4-BE49-F238E27FC236}">
                <a16:creationId xmlns:a16="http://schemas.microsoft.com/office/drawing/2014/main" id="{E0A6903B-5581-D994-10B4-EF15952FE83F}"/>
              </a:ext>
            </a:extLst>
          </p:cNvPr>
          <p:cNvSpPr>
            <a:spLocks noGrp="1"/>
          </p:cNvSpPr>
          <p:nvPr>
            <p:ph type="title" hasCustomPrompt="1"/>
          </p:nvPr>
        </p:nvSpPr>
        <p:spPr>
          <a:xfrm>
            <a:off x="262766" y="731667"/>
            <a:ext cx="11652954"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33029484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Interior 6.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0" name="Picture Placeholder 9">
            <a:extLst>
              <a:ext uri="{FF2B5EF4-FFF2-40B4-BE49-F238E27FC236}">
                <a16:creationId xmlns:a16="http://schemas.microsoft.com/office/drawing/2014/main" id="{4770B266-5446-768A-82D4-69E5C5EF5163}"/>
              </a:ext>
            </a:extLst>
          </p:cNvPr>
          <p:cNvSpPr>
            <a:spLocks noGrp="1"/>
          </p:cNvSpPr>
          <p:nvPr>
            <p:ph type="pic" sz="quarter" idx="12"/>
          </p:nvPr>
        </p:nvSpPr>
        <p:spPr>
          <a:xfrm>
            <a:off x="7222979" y="1725613"/>
            <a:ext cx="4697560" cy="4865684"/>
          </a:xfrm>
          <a:prstGeom prst="rect">
            <a:avLst/>
          </a:prstGeom>
          <a:solidFill>
            <a:srgbClr val="53544A"/>
          </a:solidFill>
        </p:spPr>
        <p:txBody>
          <a:bodyPr anchor="ctr">
            <a:noAutofit/>
          </a:bodyPr>
          <a:lstStyle>
            <a:lvl1pPr algn="ctr">
              <a:buNone/>
              <a:defRPr sz="1600">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40770483-108A-B69C-6103-1E6EE04E2ED7}"/>
              </a:ext>
            </a:extLst>
          </p:cNvPr>
          <p:cNvSpPr>
            <a:spLocks noGrp="1"/>
          </p:cNvSpPr>
          <p:nvPr>
            <p:ph type="pic" sz="quarter" idx="13"/>
          </p:nvPr>
        </p:nvSpPr>
        <p:spPr>
          <a:xfrm>
            <a:off x="262766" y="1725613"/>
            <a:ext cx="6695203" cy="4865687"/>
          </a:xfrm>
          <a:prstGeom prst="rect">
            <a:avLst/>
          </a:prstGeom>
          <a:solidFill>
            <a:srgbClr val="53544A"/>
          </a:solidFill>
        </p:spPr>
        <p:txBody>
          <a:bodyPr anchor="ctr">
            <a:noAutofit/>
          </a:bodyPr>
          <a:lstStyle>
            <a:lvl1pPr algn="ctr">
              <a:buNone/>
              <a:defRPr sz="1600">
                <a:solidFill>
                  <a:schemeClr val="bg1"/>
                </a:solidFill>
              </a:defRPr>
            </a:lvl1pPr>
          </a:lstStyle>
          <a:p>
            <a:r>
              <a:rPr lang="en-US"/>
              <a:t>Click icon to add picture</a:t>
            </a:r>
          </a:p>
        </p:txBody>
      </p:sp>
      <p:cxnSp>
        <p:nvCxnSpPr>
          <p:cNvPr id="18" name="Straight Connector 17">
            <a:extLst>
              <a:ext uri="{FF2B5EF4-FFF2-40B4-BE49-F238E27FC236}">
                <a16:creationId xmlns:a16="http://schemas.microsoft.com/office/drawing/2014/main" id="{B3EC02C0-8D54-6533-F1B0-12840906CFED}"/>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5" name="Slide Number Placeholder 5">
            <a:extLst>
              <a:ext uri="{FF2B5EF4-FFF2-40B4-BE49-F238E27FC236}">
                <a16:creationId xmlns:a16="http://schemas.microsoft.com/office/drawing/2014/main" id="{56BA9835-50D3-5A66-6A02-239514B22687}"/>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6" name="Text Placeholder 14">
            <a:extLst>
              <a:ext uri="{FF2B5EF4-FFF2-40B4-BE49-F238E27FC236}">
                <a16:creationId xmlns:a16="http://schemas.microsoft.com/office/drawing/2014/main" id="{75BB8B46-AFFA-5E2C-16C5-6A66FEA3913C}"/>
              </a:ext>
            </a:extLst>
          </p:cNvPr>
          <p:cNvSpPr>
            <a:spLocks noGrp="1"/>
          </p:cNvSpPr>
          <p:nvPr>
            <p:ph type="body" sz="quarter" idx="29" hasCustomPrompt="1"/>
          </p:nvPr>
        </p:nvSpPr>
        <p:spPr>
          <a:xfrm>
            <a:off x="7227027"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7" name="Title 17">
            <a:extLst>
              <a:ext uri="{FF2B5EF4-FFF2-40B4-BE49-F238E27FC236}">
                <a16:creationId xmlns:a16="http://schemas.microsoft.com/office/drawing/2014/main" id="{7D179E22-B500-E387-709F-E50EC737B420}"/>
              </a:ext>
            </a:extLst>
          </p:cNvPr>
          <p:cNvSpPr>
            <a:spLocks noGrp="1"/>
          </p:cNvSpPr>
          <p:nvPr>
            <p:ph type="title" hasCustomPrompt="1"/>
          </p:nvPr>
        </p:nvSpPr>
        <p:spPr>
          <a:xfrm>
            <a:off x="262766" y="731667"/>
            <a:ext cx="6686075"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4186574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Interior 7.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4" name="Picture Placeholder 9">
            <a:extLst>
              <a:ext uri="{FF2B5EF4-FFF2-40B4-BE49-F238E27FC236}">
                <a16:creationId xmlns:a16="http://schemas.microsoft.com/office/drawing/2014/main" id="{D0469808-88FD-ACEF-2F72-0BE6F0097FEF}"/>
              </a:ext>
            </a:extLst>
          </p:cNvPr>
          <p:cNvSpPr>
            <a:spLocks noGrp="1"/>
          </p:cNvSpPr>
          <p:nvPr>
            <p:ph type="pic" sz="quarter" idx="12"/>
          </p:nvPr>
        </p:nvSpPr>
        <p:spPr>
          <a:xfrm>
            <a:off x="8205100" y="2877670"/>
            <a:ext cx="3715550" cy="3715218"/>
          </a:xfrm>
          <a:prstGeom prst="rect">
            <a:avLst/>
          </a:prstGeom>
          <a:solidFill>
            <a:srgbClr val="53544A"/>
          </a:solidFill>
        </p:spPr>
        <p:txBody>
          <a:bodyPr anchor="ctr">
            <a:noAutofit/>
          </a:bodyPr>
          <a:lstStyle>
            <a:lvl1pPr algn="ctr">
              <a:buNone/>
              <a:defRPr sz="1600">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6F949642-FA3F-1419-ADF6-2AD5A69F52A3}"/>
              </a:ext>
            </a:extLst>
          </p:cNvPr>
          <p:cNvSpPr>
            <a:spLocks noGrp="1"/>
          </p:cNvSpPr>
          <p:nvPr>
            <p:ph type="pic" sz="quarter" idx="13"/>
          </p:nvPr>
        </p:nvSpPr>
        <p:spPr>
          <a:xfrm>
            <a:off x="4245297" y="2876082"/>
            <a:ext cx="3715550" cy="3715218"/>
          </a:xfrm>
          <a:prstGeom prst="rect">
            <a:avLst/>
          </a:prstGeom>
          <a:solidFill>
            <a:srgbClr val="53544A"/>
          </a:solidFill>
        </p:spPr>
        <p:txBody>
          <a:bodyPr anchor="ctr">
            <a:noAutofit/>
          </a:bodyPr>
          <a:lstStyle>
            <a:lvl1pPr algn="ctr">
              <a:buNone/>
              <a:defRPr sz="1600">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303B3202-D2D8-FA21-2C67-6C6FCA7E73E4}"/>
              </a:ext>
            </a:extLst>
          </p:cNvPr>
          <p:cNvSpPr>
            <a:spLocks noGrp="1"/>
          </p:cNvSpPr>
          <p:nvPr>
            <p:ph type="pic" sz="quarter" idx="14"/>
          </p:nvPr>
        </p:nvSpPr>
        <p:spPr>
          <a:xfrm>
            <a:off x="262766" y="2877670"/>
            <a:ext cx="3715550" cy="3715218"/>
          </a:xfrm>
          <a:prstGeom prst="rect">
            <a:avLst/>
          </a:prstGeom>
          <a:solidFill>
            <a:srgbClr val="53544A"/>
          </a:solidFill>
        </p:spPr>
        <p:txBody>
          <a:bodyPr anchor="ctr">
            <a:noAutofit/>
          </a:bodyPr>
          <a:lstStyle>
            <a:lvl1pPr algn="ctr">
              <a:buNone/>
              <a:defRPr sz="1600">
                <a:solidFill>
                  <a:schemeClr val="bg1"/>
                </a:solidFill>
              </a:defRPr>
            </a:lvl1pPr>
          </a:lstStyle>
          <a:p>
            <a:r>
              <a:rPr lang="en-US"/>
              <a:t>Click icon to add picture</a:t>
            </a:r>
          </a:p>
        </p:txBody>
      </p:sp>
      <p:cxnSp>
        <p:nvCxnSpPr>
          <p:cNvPr id="16" name="Straight Connector 15">
            <a:extLst>
              <a:ext uri="{FF2B5EF4-FFF2-40B4-BE49-F238E27FC236}">
                <a16:creationId xmlns:a16="http://schemas.microsoft.com/office/drawing/2014/main" id="{D3522959-3D58-6A3C-F7EB-15C62682FE4C}"/>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17" name="Text Placeholder 14">
            <a:extLst>
              <a:ext uri="{FF2B5EF4-FFF2-40B4-BE49-F238E27FC236}">
                <a16:creationId xmlns:a16="http://schemas.microsoft.com/office/drawing/2014/main" id="{723C309C-8C63-B444-3D0D-51A050F542BF}"/>
              </a:ext>
            </a:extLst>
          </p:cNvPr>
          <p:cNvSpPr>
            <a:spLocks noGrp="1"/>
          </p:cNvSpPr>
          <p:nvPr>
            <p:ph type="body" sz="quarter" idx="30" hasCustomPrompt="1"/>
          </p:nvPr>
        </p:nvSpPr>
        <p:spPr>
          <a:xfrm>
            <a:off x="262766" y="1639902"/>
            <a:ext cx="7691873" cy="1024465"/>
          </a:xfrm>
        </p:spPr>
        <p:txBody>
          <a:bodyPr wrap="square">
            <a:noAutofit/>
          </a:bodyPr>
          <a:lstStyle>
            <a:lvl1pPr marL="319976" indent="-319976">
              <a:defRPr sz="2000">
                <a:solidFill>
                  <a:schemeClr val="bg1"/>
                </a:solidFill>
              </a:defRPr>
            </a:lvl1pPr>
          </a:lstStyle>
          <a:p>
            <a:pPr lvl="0"/>
            <a:r>
              <a:rPr lang="en-US"/>
              <a:t>Text supports bold formatting and can be resized to 16.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a:t>
            </a:r>
          </a:p>
        </p:txBody>
      </p:sp>
      <p:sp>
        <p:nvSpPr>
          <p:cNvPr id="6" name="Slide Number Placeholder 5">
            <a:extLst>
              <a:ext uri="{FF2B5EF4-FFF2-40B4-BE49-F238E27FC236}">
                <a16:creationId xmlns:a16="http://schemas.microsoft.com/office/drawing/2014/main" id="{96E1109E-AA7A-25CA-A789-70C04273A162}"/>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7" name="Title 17">
            <a:extLst>
              <a:ext uri="{FF2B5EF4-FFF2-40B4-BE49-F238E27FC236}">
                <a16:creationId xmlns:a16="http://schemas.microsoft.com/office/drawing/2014/main" id="{15049F56-995E-94DF-D02C-5287BF5C2538}"/>
              </a:ext>
            </a:extLst>
          </p:cNvPr>
          <p:cNvSpPr>
            <a:spLocks noGrp="1"/>
          </p:cNvSpPr>
          <p:nvPr>
            <p:ph type="title" hasCustomPrompt="1"/>
          </p:nvPr>
        </p:nvSpPr>
        <p:spPr>
          <a:xfrm>
            <a:off x="262766" y="731667"/>
            <a:ext cx="11657884"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59989272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Interior 8.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Picture Placeholder 9">
            <a:extLst>
              <a:ext uri="{FF2B5EF4-FFF2-40B4-BE49-F238E27FC236}">
                <a16:creationId xmlns:a16="http://schemas.microsoft.com/office/drawing/2014/main" id="{D918FA23-A2B1-2DE4-628F-B700CCD9BAB7}"/>
              </a:ext>
            </a:extLst>
          </p:cNvPr>
          <p:cNvSpPr>
            <a:spLocks noGrp="1"/>
          </p:cNvSpPr>
          <p:nvPr>
            <p:ph type="pic" sz="quarter" idx="13"/>
          </p:nvPr>
        </p:nvSpPr>
        <p:spPr>
          <a:xfrm>
            <a:off x="262766" y="3734121"/>
            <a:ext cx="2858767" cy="2857179"/>
          </a:xfrm>
          <a:prstGeom prst="rect">
            <a:avLst/>
          </a:prstGeom>
          <a:solidFill>
            <a:srgbClr val="53544A"/>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B0A2F4B5-F97D-5BD8-3FEC-886BE9359488}"/>
              </a:ext>
            </a:extLst>
          </p:cNvPr>
          <p:cNvSpPr>
            <a:spLocks noGrp="1"/>
          </p:cNvSpPr>
          <p:nvPr>
            <p:ph type="pic" sz="quarter" idx="14"/>
          </p:nvPr>
        </p:nvSpPr>
        <p:spPr>
          <a:xfrm>
            <a:off x="3195855" y="3734121"/>
            <a:ext cx="2858767" cy="2857179"/>
          </a:xfrm>
          <a:prstGeom prst="rect">
            <a:avLst/>
          </a:prstGeom>
          <a:solidFill>
            <a:srgbClr val="53544A"/>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136CF6E1-70C8-5571-26E2-DF4E936FF2C6}"/>
              </a:ext>
            </a:extLst>
          </p:cNvPr>
          <p:cNvSpPr>
            <a:spLocks noGrp="1"/>
          </p:cNvSpPr>
          <p:nvPr>
            <p:ph type="pic" sz="quarter" idx="15"/>
          </p:nvPr>
        </p:nvSpPr>
        <p:spPr>
          <a:xfrm>
            <a:off x="6128944" y="3734121"/>
            <a:ext cx="2858767" cy="2857179"/>
          </a:xfrm>
          <a:prstGeom prst="rect">
            <a:avLst/>
          </a:prstGeom>
          <a:solidFill>
            <a:srgbClr val="53544A"/>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F082EC09-A908-1368-5540-7151D817A4ED}"/>
              </a:ext>
            </a:extLst>
          </p:cNvPr>
          <p:cNvSpPr>
            <a:spLocks noGrp="1"/>
          </p:cNvSpPr>
          <p:nvPr>
            <p:ph type="pic" sz="quarter" idx="16"/>
          </p:nvPr>
        </p:nvSpPr>
        <p:spPr>
          <a:xfrm>
            <a:off x="9062033" y="3734121"/>
            <a:ext cx="2858767" cy="2857179"/>
          </a:xfrm>
          <a:prstGeom prst="rect">
            <a:avLst/>
          </a:prstGeom>
          <a:solidFill>
            <a:srgbClr val="53544A"/>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cxnSp>
        <p:nvCxnSpPr>
          <p:cNvPr id="18" name="Straight Connector 17">
            <a:extLst>
              <a:ext uri="{FF2B5EF4-FFF2-40B4-BE49-F238E27FC236}">
                <a16:creationId xmlns:a16="http://schemas.microsoft.com/office/drawing/2014/main" id="{5D5D9ACD-5E58-70FE-2D91-456F5D8594AE}"/>
              </a:ext>
            </a:extLst>
          </p:cNvPr>
          <p:cNvCxnSpPr>
            <a:cxnSpLocks/>
          </p:cNvCxnSpPr>
          <p:nvPr userDrawn="1"/>
        </p:nvCxnSpPr>
        <p:spPr>
          <a:xfrm flipH="1">
            <a:off x="262616" y="1469045"/>
            <a:ext cx="11667481"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19" name="Text Placeholder 14">
            <a:extLst>
              <a:ext uri="{FF2B5EF4-FFF2-40B4-BE49-F238E27FC236}">
                <a16:creationId xmlns:a16="http://schemas.microsoft.com/office/drawing/2014/main" id="{C92B12EA-3292-844F-2545-A5DFDA3C18D9}"/>
              </a:ext>
            </a:extLst>
          </p:cNvPr>
          <p:cNvSpPr>
            <a:spLocks noGrp="1"/>
          </p:cNvSpPr>
          <p:nvPr>
            <p:ph type="body" sz="quarter" idx="30" hasCustomPrompt="1"/>
          </p:nvPr>
        </p:nvSpPr>
        <p:spPr>
          <a:xfrm>
            <a:off x="262766" y="1639903"/>
            <a:ext cx="7691873" cy="1789097"/>
          </a:xfrm>
        </p:spPr>
        <p:txBody>
          <a:bodyPr wrap="square">
            <a:noAutofit/>
          </a:bodyPr>
          <a:lstStyle>
            <a:lvl1pPr marL="319976" indent="-319976">
              <a:defRPr sz="2000">
                <a:solidFill>
                  <a:schemeClr val="bg1"/>
                </a:solidFill>
              </a:defRPr>
            </a:lvl1pPr>
          </a:lstStyle>
          <a:p>
            <a:pPr lvl="0"/>
            <a:r>
              <a:rPr lang="en-US"/>
              <a:t>Text supports bold formatting and can be resized to 16.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a:t>
            </a:r>
          </a:p>
        </p:txBody>
      </p:sp>
      <p:sp>
        <p:nvSpPr>
          <p:cNvPr id="6" name="Slide Number Placeholder 5">
            <a:extLst>
              <a:ext uri="{FF2B5EF4-FFF2-40B4-BE49-F238E27FC236}">
                <a16:creationId xmlns:a16="http://schemas.microsoft.com/office/drawing/2014/main" id="{0B88F685-1DEC-4941-CA43-AA890CBAD242}"/>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7" name="Title 17">
            <a:extLst>
              <a:ext uri="{FF2B5EF4-FFF2-40B4-BE49-F238E27FC236}">
                <a16:creationId xmlns:a16="http://schemas.microsoft.com/office/drawing/2014/main" id="{45284362-85EF-0F31-08A4-C83F56757F38}"/>
              </a:ext>
            </a:extLst>
          </p:cNvPr>
          <p:cNvSpPr>
            <a:spLocks noGrp="1"/>
          </p:cNvSpPr>
          <p:nvPr>
            <p:ph type="title" hasCustomPrompt="1"/>
          </p:nvPr>
        </p:nvSpPr>
        <p:spPr>
          <a:xfrm>
            <a:off x="262766" y="731667"/>
            <a:ext cx="11666617"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128008808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Interior Process 3 (Dark)">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F024D7C3-EBA1-7838-4CEE-C393D92EEDFB}"/>
              </a:ext>
            </a:extLst>
          </p:cNvPr>
          <p:cNvSpPr>
            <a:spLocks noGrp="1"/>
          </p:cNvSpPr>
          <p:nvPr>
            <p:ph type="pic" sz="quarter" idx="13"/>
          </p:nvPr>
        </p:nvSpPr>
        <p:spPr>
          <a:xfrm>
            <a:off x="262765" y="1735200"/>
            <a:ext cx="3715550" cy="3717218"/>
          </a:xfrm>
          <a:prstGeom prst="rect">
            <a:avLst/>
          </a:prstGeom>
          <a:solidFill>
            <a:srgbClr val="353731"/>
          </a:solidFill>
        </p:spPr>
        <p:txBody>
          <a:bodyPr lIns="360000" tIns="180000" rIns="360000" bIns="18000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endParaRPr lang="en-US"/>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chemeClr val="bg1"/>
              </a:solidFill>
            </a:endParaRPr>
          </a:p>
        </p:txBody>
      </p:sp>
      <p:sp>
        <p:nvSpPr>
          <p:cNvPr id="4" name="Slide Number Placeholder 5">
            <a:extLst>
              <a:ext uri="{FF2B5EF4-FFF2-40B4-BE49-F238E27FC236}">
                <a16:creationId xmlns:a16="http://schemas.microsoft.com/office/drawing/2014/main" id="{0082FFCD-E722-4410-0585-EC68380575D6}"/>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5" name="Text Placeholder 14">
            <a:extLst>
              <a:ext uri="{FF2B5EF4-FFF2-40B4-BE49-F238E27FC236}">
                <a16:creationId xmlns:a16="http://schemas.microsoft.com/office/drawing/2014/main" id="{78DC13F1-691D-8907-98A7-F1409C69DCB5}"/>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7" name="Title 17">
            <a:extLst>
              <a:ext uri="{FF2B5EF4-FFF2-40B4-BE49-F238E27FC236}">
                <a16:creationId xmlns:a16="http://schemas.microsoft.com/office/drawing/2014/main" id="{F63CB761-1316-DE32-E9EB-47AFA52DF2BC}"/>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bg1"/>
                </a:solidFill>
              </a:defRPr>
            </a:lvl1pPr>
          </a:lstStyle>
          <a:p>
            <a:r>
              <a:rPr lang="en-US"/>
              <a:t>Header</a:t>
            </a:r>
          </a:p>
        </p:txBody>
      </p:sp>
      <p:sp>
        <p:nvSpPr>
          <p:cNvPr id="12" name="Picture Placeholder 9">
            <a:extLst>
              <a:ext uri="{FF2B5EF4-FFF2-40B4-BE49-F238E27FC236}">
                <a16:creationId xmlns:a16="http://schemas.microsoft.com/office/drawing/2014/main" id="{6769024C-046D-8BE7-D3E2-C3D83C207C8D}"/>
              </a:ext>
            </a:extLst>
          </p:cNvPr>
          <p:cNvSpPr>
            <a:spLocks noGrp="1"/>
          </p:cNvSpPr>
          <p:nvPr>
            <p:ph type="pic" sz="quarter" idx="14"/>
          </p:nvPr>
        </p:nvSpPr>
        <p:spPr>
          <a:xfrm>
            <a:off x="4244775" y="1728555"/>
            <a:ext cx="3715550" cy="3717218"/>
          </a:xfrm>
          <a:prstGeom prst="rect">
            <a:avLst/>
          </a:prstGeom>
          <a:solidFill>
            <a:srgbClr val="53544A"/>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13" name="Picture Placeholder 9">
            <a:extLst>
              <a:ext uri="{FF2B5EF4-FFF2-40B4-BE49-F238E27FC236}">
                <a16:creationId xmlns:a16="http://schemas.microsoft.com/office/drawing/2014/main" id="{AA7EEC07-479C-F2A4-69A2-C9CF426FC45F}"/>
              </a:ext>
            </a:extLst>
          </p:cNvPr>
          <p:cNvSpPr>
            <a:spLocks noGrp="1"/>
          </p:cNvSpPr>
          <p:nvPr>
            <p:ph type="pic" sz="quarter" idx="15"/>
          </p:nvPr>
        </p:nvSpPr>
        <p:spPr>
          <a:xfrm>
            <a:off x="8200244" y="1735200"/>
            <a:ext cx="3717754" cy="3717218"/>
          </a:xfrm>
          <a:prstGeom prst="rect">
            <a:avLst/>
          </a:prstGeom>
          <a:solidFill>
            <a:srgbClr val="8B8C81"/>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a:solidFill>
                  <a:schemeClr val="bg1"/>
                </a:solidFill>
                <a:latin typeface="+mj-lt"/>
                <a:ea typeface="+mn-ea"/>
                <a:cs typeface="+mn-cs"/>
              </a:defRPr>
            </a:lvl1pPr>
          </a:lstStyle>
          <a:p>
            <a:pPr lvl="0">
              <a:buFont typeface="Arial" panose="020B0604020202020204" pitchFamily="34" charset="0"/>
              <a:buNone/>
            </a:pPr>
            <a:endParaRPr lang="en-US"/>
          </a:p>
        </p:txBody>
      </p:sp>
      <p:sp>
        <p:nvSpPr>
          <p:cNvPr id="14" name="Picture Placeholder 9">
            <a:extLst>
              <a:ext uri="{FF2B5EF4-FFF2-40B4-BE49-F238E27FC236}">
                <a16:creationId xmlns:a16="http://schemas.microsoft.com/office/drawing/2014/main" id="{7BF7C146-A555-722C-E230-8D951454B1BD}"/>
              </a:ext>
            </a:extLst>
          </p:cNvPr>
          <p:cNvSpPr>
            <a:spLocks noGrp="1"/>
          </p:cNvSpPr>
          <p:nvPr>
            <p:ph type="pic" sz="quarter" idx="16"/>
          </p:nvPr>
        </p:nvSpPr>
        <p:spPr>
          <a:xfrm>
            <a:off x="12420584" y="2039768"/>
            <a:ext cx="610995" cy="892217"/>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15" name="Text Placeholder 14">
            <a:extLst>
              <a:ext uri="{FF2B5EF4-FFF2-40B4-BE49-F238E27FC236}">
                <a16:creationId xmlns:a16="http://schemas.microsoft.com/office/drawing/2014/main" id="{EE30BE6F-39A9-359B-4941-3303830B1C1E}"/>
              </a:ext>
            </a:extLst>
          </p:cNvPr>
          <p:cNvSpPr>
            <a:spLocks noGrp="1"/>
          </p:cNvSpPr>
          <p:nvPr>
            <p:ph type="body" sz="quarter" idx="31" hasCustomPrompt="1"/>
          </p:nvPr>
        </p:nvSpPr>
        <p:spPr>
          <a:xfrm>
            <a:off x="262765" y="5959121"/>
            <a:ext cx="3715550" cy="632179"/>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16" name="Text Placeholder 14">
            <a:extLst>
              <a:ext uri="{FF2B5EF4-FFF2-40B4-BE49-F238E27FC236}">
                <a16:creationId xmlns:a16="http://schemas.microsoft.com/office/drawing/2014/main" id="{CEB33755-37C9-72C6-0C27-1A922D9220C8}"/>
              </a:ext>
            </a:extLst>
          </p:cNvPr>
          <p:cNvSpPr>
            <a:spLocks noGrp="1"/>
          </p:cNvSpPr>
          <p:nvPr>
            <p:ph type="body" sz="quarter" idx="32" hasCustomPrompt="1"/>
          </p:nvPr>
        </p:nvSpPr>
        <p:spPr>
          <a:xfrm>
            <a:off x="262765" y="5600700"/>
            <a:ext cx="3723244" cy="264688"/>
          </a:xfrm>
        </p:spPr>
        <p:txBody>
          <a:bodyPr wrap="square">
            <a:spAutoFit/>
          </a:bodyPr>
          <a:lstStyle>
            <a:lvl1pPr marL="319976" indent="-319976">
              <a:buNone/>
              <a:defRPr sz="1600">
                <a:solidFill>
                  <a:schemeClr val="bg1"/>
                </a:solidFill>
                <a:latin typeface="+mj-lt"/>
              </a:defRPr>
            </a:lvl1pPr>
          </a:lstStyle>
          <a:p>
            <a:pPr lvl="0"/>
            <a:r>
              <a:rPr lang="en-US"/>
              <a:t>Subhead 1</a:t>
            </a:r>
          </a:p>
        </p:txBody>
      </p:sp>
      <p:sp>
        <p:nvSpPr>
          <p:cNvPr id="17" name="Text Placeholder 14">
            <a:extLst>
              <a:ext uri="{FF2B5EF4-FFF2-40B4-BE49-F238E27FC236}">
                <a16:creationId xmlns:a16="http://schemas.microsoft.com/office/drawing/2014/main" id="{54764441-3898-F5EA-94B6-4B53BF846344}"/>
              </a:ext>
            </a:extLst>
          </p:cNvPr>
          <p:cNvSpPr>
            <a:spLocks noGrp="1"/>
          </p:cNvSpPr>
          <p:nvPr>
            <p:ph type="body" sz="quarter" idx="33" hasCustomPrompt="1"/>
          </p:nvPr>
        </p:nvSpPr>
        <p:spPr>
          <a:xfrm>
            <a:off x="4236707" y="5959121"/>
            <a:ext cx="3713316" cy="632179"/>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18" name="Text Placeholder 14">
            <a:extLst>
              <a:ext uri="{FF2B5EF4-FFF2-40B4-BE49-F238E27FC236}">
                <a16:creationId xmlns:a16="http://schemas.microsoft.com/office/drawing/2014/main" id="{CA9B9FC6-42F4-743B-8C67-26210D7AF4E5}"/>
              </a:ext>
            </a:extLst>
          </p:cNvPr>
          <p:cNvSpPr>
            <a:spLocks noGrp="1"/>
          </p:cNvSpPr>
          <p:nvPr>
            <p:ph type="body" sz="quarter" idx="34" hasCustomPrompt="1"/>
          </p:nvPr>
        </p:nvSpPr>
        <p:spPr>
          <a:xfrm>
            <a:off x="4236707" y="5600700"/>
            <a:ext cx="3721007" cy="264688"/>
          </a:xfrm>
        </p:spPr>
        <p:txBody>
          <a:bodyPr wrap="square">
            <a:spAutoFit/>
          </a:bodyPr>
          <a:lstStyle>
            <a:lvl1pPr marL="319976" indent="-319976">
              <a:buNone/>
              <a:defRPr sz="1600">
                <a:solidFill>
                  <a:schemeClr val="bg1"/>
                </a:solidFill>
                <a:latin typeface="+mj-lt"/>
              </a:defRPr>
            </a:lvl1pPr>
          </a:lstStyle>
          <a:p>
            <a:pPr lvl="0"/>
            <a:r>
              <a:rPr lang="en-US"/>
              <a:t>Subhead 2</a:t>
            </a:r>
          </a:p>
        </p:txBody>
      </p:sp>
      <p:sp>
        <p:nvSpPr>
          <p:cNvPr id="19" name="Text Placeholder 14">
            <a:extLst>
              <a:ext uri="{FF2B5EF4-FFF2-40B4-BE49-F238E27FC236}">
                <a16:creationId xmlns:a16="http://schemas.microsoft.com/office/drawing/2014/main" id="{E48FA483-C77E-DFE7-186C-207BB20AE392}"/>
              </a:ext>
            </a:extLst>
          </p:cNvPr>
          <p:cNvSpPr>
            <a:spLocks noGrp="1"/>
          </p:cNvSpPr>
          <p:nvPr>
            <p:ph type="body" sz="quarter" idx="35" hasCustomPrompt="1"/>
          </p:nvPr>
        </p:nvSpPr>
        <p:spPr>
          <a:xfrm>
            <a:off x="8204681" y="5959121"/>
            <a:ext cx="3713316" cy="632179"/>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3" name="Text Placeholder 14">
            <a:extLst>
              <a:ext uri="{FF2B5EF4-FFF2-40B4-BE49-F238E27FC236}">
                <a16:creationId xmlns:a16="http://schemas.microsoft.com/office/drawing/2014/main" id="{0839DA32-802C-CE79-5AA8-37114AF94FD2}"/>
              </a:ext>
            </a:extLst>
          </p:cNvPr>
          <p:cNvSpPr>
            <a:spLocks noGrp="1"/>
          </p:cNvSpPr>
          <p:nvPr>
            <p:ph type="body" sz="quarter" idx="36" hasCustomPrompt="1"/>
          </p:nvPr>
        </p:nvSpPr>
        <p:spPr>
          <a:xfrm>
            <a:off x="8204681" y="5600700"/>
            <a:ext cx="3721007" cy="264688"/>
          </a:xfrm>
        </p:spPr>
        <p:txBody>
          <a:bodyPr wrap="square">
            <a:spAutoFit/>
          </a:bodyPr>
          <a:lstStyle>
            <a:lvl1pPr marL="319976" indent="-319976">
              <a:buNone/>
              <a:defRPr sz="1600">
                <a:solidFill>
                  <a:schemeClr val="bg1"/>
                </a:solidFill>
                <a:latin typeface="+mj-lt"/>
              </a:defRPr>
            </a:lvl1pPr>
          </a:lstStyle>
          <a:p>
            <a:pPr lvl="0"/>
            <a:r>
              <a:rPr lang="en-US"/>
              <a:t>Subhead 3</a:t>
            </a:r>
          </a:p>
        </p:txBody>
      </p:sp>
      <p:sp>
        <p:nvSpPr>
          <p:cNvPr id="30" name="Text Placeholder 14">
            <a:extLst>
              <a:ext uri="{FF2B5EF4-FFF2-40B4-BE49-F238E27FC236}">
                <a16:creationId xmlns:a16="http://schemas.microsoft.com/office/drawing/2014/main" id="{5E0614F2-5E12-6CA8-974E-8DA210CC0C60}"/>
              </a:ext>
            </a:extLst>
          </p:cNvPr>
          <p:cNvSpPr>
            <a:spLocks noGrp="1"/>
          </p:cNvSpPr>
          <p:nvPr>
            <p:ph type="body" sz="quarter" idx="37" hasCustomPrompt="1"/>
          </p:nvPr>
        </p:nvSpPr>
        <p:spPr>
          <a:xfrm>
            <a:off x="12409070" y="3419164"/>
            <a:ext cx="615764" cy="264688"/>
          </a:xfrm>
        </p:spPr>
        <p:txBody>
          <a:bodyPr wrap="square">
            <a:noAutofit/>
          </a:bodyPr>
          <a:lstStyle>
            <a:lvl1pPr marL="182843" indent="-182843">
              <a:defRPr sz="900">
                <a:solidFill>
                  <a:schemeClr val="bg1"/>
                </a:solidFill>
              </a:defRPr>
            </a:lvl1pPr>
          </a:lstStyle>
          <a:p>
            <a:pPr lvl="0"/>
            <a:r>
              <a:rPr lang="en-US"/>
              <a:t>C4</a:t>
            </a:r>
          </a:p>
        </p:txBody>
      </p:sp>
      <p:sp>
        <p:nvSpPr>
          <p:cNvPr id="31" name="Text Placeholder 14">
            <a:extLst>
              <a:ext uri="{FF2B5EF4-FFF2-40B4-BE49-F238E27FC236}">
                <a16:creationId xmlns:a16="http://schemas.microsoft.com/office/drawing/2014/main" id="{79D3BAA3-1865-5C48-D902-5A15B97A02DE}"/>
              </a:ext>
            </a:extLst>
          </p:cNvPr>
          <p:cNvSpPr>
            <a:spLocks noGrp="1"/>
          </p:cNvSpPr>
          <p:nvPr>
            <p:ph type="body" sz="quarter" idx="38" hasCustomPrompt="1"/>
          </p:nvPr>
        </p:nvSpPr>
        <p:spPr>
          <a:xfrm>
            <a:off x="12409071" y="3060743"/>
            <a:ext cx="617040" cy="264688"/>
          </a:xfrm>
        </p:spPr>
        <p:txBody>
          <a:bodyPr wrap="square">
            <a:spAutoFit/>
          </a:bodyPr>
          <a:lstStyle>
            <a:lvl1pPr marL="319976" indent="-319976">
              <a:buNone/>
              <a:defRPr sz="1600">
                <a:solidFill>
                  <a:schemeClr val="bg1"/>
                </a:solidFill>
                <a:latin typeface="+mj-lt"/>
              </a:defRPr>
            </a:lvl1pPr>
          </a:lstStyle>
          <a:p>
            <a:pPr lvl="0"/>
            <a:r>
              <a:rPr lang="en-US"/>
              <a:t>T4</a:t>
            </a:r>
          </a:p>
        </p:txBody>
      </p:sp>
      <p:sp>
        <p:nvSpPr>
          <p:cNvPr id="32" name="Picture Placeholder 9">
            <a:extLst>
              <a:ext uri="{FF2B5EF4-FFF2-40B4-BE49-F238E27FC236}">
                <a16:creationId xmlns:a16="http://schemas.microsoft.com/office/drawing/2014/main" id="{231311E1-1A72-F034-4B41-4D8DF4CBDB3A}"/>
              </a:ext>
            </a:extLst>
          </p:cNvPr>
          <p:cNvSpPr>
            <a:spLocks noGrp="1"/>
          </p:cNvSpPr>
          <p:nvPr>
            <p:ph type="pic" sz="quarter" idx="39"/>
          </p:nvPr>
        </p:nvSpPr>
        <p:spPr>
          <a:xfrm>
            <a:off x="12419777" y="3924300"/>
            <a:ext cx="610995" cy="892217"/>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33" name="Text Placeholder 14">
            <a:extLst>
              <a:ext uri="{FF2B5EF4-FFF2-40B4-BE49-F238E27FC236}">
                <a16:creationId xmlns:a16="http://schemas.microsoft.com/office/drawing/2014/main" id="{AB15097E-BE35-915C-5C42-D7DD7F9F60CE}"/>
              </a:ext>
            </a:extLst>
          </p:cNvPr>
          <p:cNvSpPr>
            <a:spLocks noGrp="1"/>
          </p:cNvSpPr>
          <p:nvPr>
            <p:ph type="body" sz="quarter" idx="40" hasCustomPrompt="1"/>
          </p:nvPr>
        </p:nvSpPr>
        <p:spPr>
          <a:xfrm>
            <a:off x="12418302" y="5313429"/>
            <a:ext cx="610995" cy="264688"/>
          </a:xfrm>
        </p:spPr>
        <p:txBody>
          <a:bodyPr wrap="square">
            <a:noAutofit/>
          </a:bodyPr>
          <a:lstStyle>
            <a:lvl1pPr marL="182843" indent="-182843">
              <a:defRPr sz="900">
                <a:solidFill>
                  <a:schemeClr val="bg1"/>
                </a:solidFill>
              </a:defRPr>
            </a:lvl1pPr>
          </a:lstStyle>
          <a:p>
            <a:pPr lvl="0"/>
            <a:r>
              <a:rPr lang="en-US"/>
              <a:t>C5</a:t>
            </a:r>
          </a:p>
        </p:txBody>
      </p:sp>
      <p:sp>
        <p:nvSpPr>
          <p:cNvPr id="34" name="Text Placeholder 14">
            <a:extLst>
              <a:ext uri="{FF2B5EF4-FFF2-40B4-BE49-F238E27FC236}">
                <a16:creationId xmlns:a16="http://schemas.microsoft.com/office/drawing/2014/main" id="{2815C39E-4D27-A812-4BEB-C543FDD661BE}"/>
              </a:ext>
            </a:extLst>
          </p:cNvPr>
          <p:cNvSpPr>
            <a:spLocks noGrp="1"/>
          </p:cNvSpPr>
          <p:nvPr>
            <p:ph type="body" sz="quarter" idx="41" hasCustomPrompt="1"/>
          </p:nvPr>
        </p:nvSpPr>
        <p:spPr>
          <a:xfrm>
            <a:off x="12418302" y="4955008"/>
            <a:ext cx="612261" cy="264688"/>
          </a:xfrm>
        </p:spPr>
        <p:txBody>
          <a:bodyPr wrap="square">
            <a:spAutoFit/>
          </a:bodyPr>
          <a:lstStyle>
            <a:lvl1pPr marL="319976" indent="-319976">
              <a:buNone/>
              <a:defRPr sz="1600">
                <a:solidFill>
                  <a:schemeClr val="bg1"/>
                </a:solidFill>
                <a:latin typeface="+mj-lt"/>
              </a:defRPr>
            </a:lvl1pPr>
          </a:lstStyle>
          <a:p>
            <a:pPr lvl="0"/>
            <a:r>
              <a:rPr lang="en-US"/>
              <a:t>T4</a:t>
            </a:r>
          </a:p>
        </p:txBody>
      </p:sp>
      <p:sp>
        <p:nvSpPr>
          <p:cNvPr id="35" name="Text Placeholder 7">
            <a:extLst>
              <a:ext uri="{FF2B5EF4-FFF2-40B4-BE49-F238E27FC236}">
                <a16:creationId xmlns:a16="http://schemas.microsoft.com/office/drawing/2014/main" id="{CBC226D9-9A43-E5BF-7F23-08A016DE47FA}"/>
              </a:ext>
            </a:extLst>
          </p:cNvPr>
          <p:cNvSpPr>
            <a:spLocks noGrp="1"/>
          </p:cNvSpPr>
          <p:nvPr>
            <p:ph type="body" sz="quarter" idx="42" hasCustomPrompt="1"/>
          </p:nvPr>
        </p:nvSpPr>
        <p:spPr>
          <a:xfrm>
            <a:off x="259032" y="1736684"/>
            <a:ext cx="3719284" cy="1195301"/>
          </a:xfrm>
        </p:spPr>
        <p:txBody>
          <a:bodyPr wrap="none" lIns="180000">
            <a:noAutofit/>
          </a:bodyPr>
          <a:lstStyle>
            <a:lvl1pPr>
              <a:buNone/>
              <a:defRPr lang="en-US" sz="69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01</a:t>
            </a:r>
          </a:p>
        </p:txBody>
      </p:sp>
      <p:sp>
        <p:nvSpPr>
          <p:cNvPr id="36" name="Text Placeholder 7">
            <a:extLst>
              <a:ext uri="{FF2B5EF4-FFF2-40B4-BE49-F238E27FC236}">
                <a16:creationId xmlns:a16="http://schemas.microsoft.com/office/drawing/2014/main" id="{7F72DC9F-9F81-BA63-42D5-91C095BBDA58}"/>
              </a:ext>
            </a:extLst>
          </p:cNvPr>
          <p:cNvSpPr>
            <a:spLocks noGrp="1"/>
          </p:cNvSpPr>
          <p:nvPr>
            <p:ph type="body" sz="quarter" idx="43" hasCustomPrompt="1"/>
          </p:nvPr>
        </p:nvSpPr>
        <p:spPr>
          <a:xfrm>
            <a:off x="4240259" y="1736684"/>
            <a:ext cx="3715731" cy="1195301"/>
          </a:xfrm>
        </p:spPr>
        <p:txBody>
          <a:bodyPr wrap="none" lIns="180000">
            <a:noAutofit/>
          </a:bodyPr>
          <a:lstStyle>
            <a:lvl1pPr>
              <a:buNone/>
              <a:defRPr lang="en-US" sz="69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02</a:t>
            </a:r>
          </a:p>
        </p:txBody>
      </p:sp>
      <p:sp>
        <p:nvSpPr>
          <p:cNvPr id="37" name="Text Placeholder 7">
            <a:extLst>
              <a:ext uri="{FF2B5EF4-FFF2-40B4-BE49-F238E27FC236}">
                <a16:creationId xmlns:a16="http://schemas.microsoft.com/office/drawing/2014/main" id="{C2487158-639C-ADCA-C5B3-F1B977725335}"/>
              </a:ext>
            </a:extLst>
          </p:cNvPr>
          <p:cNvSpPr>
            <a:spLocks noGrp="1"/>
          </p:cNvSpPr>
          <p:nvPr>
            <p:ph type="body" sz="quarter" idx="44" hasCustomPrompt="1"/>
          </p:nvPr>
        </p:nvSpPr>
        <p:spPr>
          <a:xfrm>
            <a:off x="8202448" y="1736684"/>
            <a:ext cx="3715550" cy="1195301"/>
          </a:xfrm>
        </p:spPr>
        <p:txBody>
          <a:bodyPr wrap="none" lIns="180000">
            <a:noAutofit/>
          </a:bodyPr>
          <a:lstStyle>
            <a:lvl1pPr>
              <a:buNone/>
              <a:defRPr lang="en-US" sz="69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03</a:t>
            </a:r>
          </a:p>
        </p:txBody>
      </p:sp>
      <p:sp>
        <p:nvSpPr>
          <p:cNvPr id="38" name="Text Placeholder 7">
            <a:extLst>
              <a:ext uri="{FF2B5EF4-FFF2-40B4-BE49-F238E27FC236}">
                <a16:creationId xmlns:a16="http://schemas.microsoft.com/office/drawing/2014/main" id="{74D327C1-1E82-AB86-80B0-30946FF6F4C0}"/>
              </a:ext>
            </a:extLst>
          </p:cNvPr>
          <p:cNvSpPr>
            <a:spLocks noGrp="1"/>
          </p:cNvSpPr>
          <p:nvPr>
            <p:ph type="body" sz="quarter" idx="45" hasCustomPrompt="1"/>
          </p:nvPr>
        </p:nvSpPr>
        <p:spPr>
          <a:xfrm>
            <a:off x="12420584" y="2041252"/>
            <a:ext cx="610995" cy="892217"/>
          </a:xfrm>
        </p:spPr>
        <p:txBody>
          <a:bodyPr wrap="none" lIns="180000">
            <a:noAutofit/>
          </a:bodyPr>
          <a:lstStyle>
            <a:lvl1pPr>
              <a:buNone/>
              <a:defRPr lang="en-US" sz="900"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04</a:t>
            </a:r>
          </a:p>
        </p:txBody>
      </p:sp>
      <p:sp>
        <p:nvSpPr>
          <p:cNvPr id="39" name="Text Placeholder 7">
            <a:extLst>
              <a:ext uri="{FF2B5EF4-FFF2-40B4-BE49-F238E27FC236}">
                <a16:creationId xmlns:a16="http://schemas.microsoft.com/office/drawing/2014/main" id="{EE999BC7-8586-8431-243E-4C5BFE707E7C}"/>
              </a:ext>
            </a:extLst>
          </p:cNvPr>
          <p:cNvSpPr>
            <a:spLocks noGrp="1"/>
          </p:cNvSpPr>
          <p:nvPr>
            <p:ph type="body" sz="quarter" idx="46" hasCustomPrompt="1"/>
          </p:nvPr>
        </p:nvSpPr>
        <p:spPr>
          <a:xfrm>
            <a:off x="12419300" y="3925784"/>
            <a:ext cx="611994" cy="892217"/>
          </a:xfrm>
        </p:spPr>
        <p:txBody>
          <a:bodyPr wrap="none" lIns="180000">
            <a:noAutofit/>
          </a:bodyPr>
          <a:lstStyle>
            <a:lvl1pPr>
              <a:buNone/>
              <a:defRPr lang="en-US" sz="900"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05</a:t>
            </a:r>
          </a:p>
        </p:txBody>
      </p:sp>
    </p:spTree>
    <p:extLst>
      <p:ext uri="{BB962C8B-B14F-4D97-AF65-F5344CB8AC3E}">
        <p14:creationId xmlns:p14="http://schemas.microsoft.com/office/powerpoint/2010/main" val="91747294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Interior Process 4 (Dark)">
    <p:bg>
      <p:bgPr>
        <a:solidFill>
          <a:schemeClr val="tx1"/>
        </a:solidFill>
        <a:effectLst/>
      </p:bgPr>
    </p:bg>
    <p:spTree>
      <p:nvGrpSpPr>
        <p:cNvPr id="1" name=""/>
        <p:cNvGrpSpPr/>
        <p:nvPr/>
      </p:nvGrpSpPr>
      <p:grpSpPr>
        <a:xfrm>
          <a:off x="0" y="0"/>
          <a:ext cx="0" cy="0"/>
          <a:chOff x="0" y="0"/>
          <a:chExt cx="0" cy="0"/>
        </a:xfrm>
      </p:grpSpPr>
      <p:sp>
        <p:nvSpPr>
          <p:cNvPr id="32" name="Picture Placeholder 9">
            <a:extLst>
              <a:ext uri="{FF2B5EF4-FFF2-40B4-BE49-F238E27FC236}">
                <a16:creationId xmlns:a16="http://schemas.microsoft.com/office/drawing/2014/main" id="{3FBC1816-130D-DDF9-E072-D200ACC445C4}"/>
              </a:ext>
            </a:extLst>
          </p:cNvPr>
          <p:cNvSpPr>
            <a:spLocks noGrp="1"/>
          </p:cNvSpPr>
          <p:nvPr>
            <p:ph type="pic" sz="quarter" idx="13"/>
          </p:nvPr>
        </p:nvSpPr>
        <p:spPr>
          <a:xfrm>
            <a:off x="262766" y="1735200"/>
            <a:ext cx="2742843" cy="2743200"/>
          </a:xfrm>
          <a:prstGeom prst="rect">
            <a:avLst/>
          </a:prstGeom>
          <a:solidFill>
            <a:srgbClr val="353731"/>
          </a:solidFill>
        </p:spPr>
        <p:txBody>
          <a:bodyPr lIns="360000" tIns="180000" rIns="360000" bIns="18000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endParaRPr lang="en-US"/>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chemeClr val="bg1"/>
              </a:solidFill>
            </a:endParaRPr>
          </a:p>
        </p:txBody>
      </p:sp>
      <p:sp>
        <p:nvSpPr>
          <p:cNvPr id="5" name="Slide Number Placeholder 5">
            <a:extLst>
              <a:ext uri="{FF2B5EF4-FFF2-40B4-BE49-F238E27FC236}">
                <a16:creationId xmlns:a16="http://schemas.microsoft.com/office/drawing/2014/main" id="{D608C63A-3F26-D834-37DB-753DEA39A3BB}"/>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6" name="Text Placeholder 14">
            <a:extLst>
              <a:ext uri="{FF2B5EF4-FFF2-40B4-BE49-F238E27FC236}">
                <a16:creationId xmlns:a16="http://schemas.microsoft.com/office/drawing/2014/main" id="{94BBC751-C879-FB3B-85EE-110E43E33C78}"/>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7" name="Title 17">
            <a:extLst>
              <a:ext uri="{FF2B5EF4-FFF2-40B4-BE49-F238E27FC236}">
                <a16:creationId xmlns:a16="http://schemas.microsoft.com/office/drawing/2014/main" id="{C31E4050-544A-E5CD-69EE-23EAE4604F4C}"/>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bg1"/>
                </a:solidFill>
              </a:defRPr>
            </a:lvl1pPr>
          </a:lstStyle>
          <a:p>
            <a:r>
              <a:rPr lang="en-US"/>
              <a:t>Header</a:t>
            </a:r>
          </a:p>
        </p:txBody>
      </p:sp>
      <p:sp>
        <p:nvSpPr>
          <p:cNvPr id="33" name="Picture Placeholder 9">
            <a:extLst>
              <a:ext uri="{FF2B5EF4-FFF2-40B4-BE49-F238E27FC236}">
                <a16:creationId xmlns:a16="http://schemas.microsoft.com/office/drawing/2014/main" id="{416BB3FD-6BE9-4996-7CE2-0B9725292E90}"/>
              </a:ext>
            </a:extLst>
          </p:cNvPr>
          <p:cNvSpPr>
            <a:spLocks noGrp="1"/>
          </p:cNvSpPr>
          <p:nvPr>
            <p:ph type="pic" sz="quarter" idx="14"/>
          </p:nvPr>
        </p:nvSpPr>
        <p:spPr>
          <a:xfrm>
            <a:off x="3231126" y="1735200"/>
            <a:ext cx="2742843" cy="2743200"/>
          </a:xfrm>
          <a:prstGeom prst="rect">
            <a:avLst/>
          </a:prstGeom>
          <a:solidFill>
            <a:srgbClr val="53544A"/>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34" name="Picture Placeholder 9">
            <a:extLst>
              <a:ext uri="{FF2B5EF4-FFF2-40B4-BE49-F238E27FC236}">
                <a16:creationId xmlns:a16="http://schemas.microsoft.com/office/drawing/2014/main" id="{1F171DC8-6CD5-11D1-C52C-EB892148E603}"/>
              </a:ext>
            </a:extLst>
          </p:cNvPr>
          <p:cNvSpPr>
            <a:spLocks noGrp="1"/>
          </p:cNvSpPr>
          <p:nvPr>
            <p:ph type="pic" sz="quarter" idx="15"/>
          </p:nvPr>
        </p:nvSpPr>
        <p:spPr>
          <a:xfrm>
            <a:off x="6199486" y="1735200"/>
            <a:ext cx="2742843" cy="2743200"/>
          </a:xfrm>
          <a:prstGeom prst="rect">
            <a:avLst/>
          </a:prstGeom>
          <a:solidFill>
            <a:srgbClr val="8B8C81"/>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a:solidFill>
                  <a:schemeClr val="bg1"/>
                </a:solidFill>
                <a:latin typeface="+mj-lt"/>
                <a:ea typeface="+mn-ea"/>
                <a:cs typeface="+mn-cs"/>
              </a:defRPr>
            </a:lvl1pPr>
          </a:lstStyle>
          <a:p>
            <a:pPr lvl="0">
              <a:buFont typeface="Arial" panose="020B0604020202020204" pitchFamily="34" charset="0"/>
              <a:buNone/>
            </a:pPr>
            <a:endParaRPr lang="en-US"/>
          </a:p>
        </p:txBody>
      </p:sp>
      <p:sp>
        <p:nvSpPr>
          <p:cNvPr id="43" name="Picture Placeholder 9">
            <a:extLst>
              <a:ext uri="{FF2B5EF4-FFF2-40B4-BE49-F238E27FC236}">
                <a16:creationId xmlns:a16="http://schemas.microsoft.com/office/drawing/2014/main" id="{6C757825-FDFB-15BA-1D08-66ED87F59F73}"/>
              </a:ext>
            </a:extLst>
          </p:cNvPr>
          <p:cNvSpPr>
            <a:spLocks noGrp="1"/>
          </p:cNvSpPr>
          <p:nvPr>
            <p:ph type="pic" sz="quarter" idx="16"/>
          </p:nvPr>
        </p:nvSpPr>
        <p:spPr>
          <a:xfrm>
            <a:off x="9167846" y="1735200"/>
            <a:ext cx="2742843" cy="2743200"/>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48" name="Text Placeholder 14">
            <a:extLst>
              <a:ext uri="{FF2B5EF4-FFF2-40B4-BE49-F238E27FC236}">
                <a16:creationId xmlns:a16="http://schemas.microsoft.com/office/drawing/2014/main" id="{F873471E-D63C-D56B-B7B7-B3408B437D93}"/>
              </a:ext>
            </a:extLst>
          </p:cNvPr>
          <p:cNvSpPr>
            <a:spLocks noGrp="1"/>
          </p:cNvSpPr>
          <p:nvPr>
            <p:ph type="body" sz="quarter" idx="31" hasCustomPrompt="1"/>
          </p:nvPr>
        </p:nvSpPr>
        <p:spPr>
          <a:xfrm>
            <a:off x="262766" y="5081525"/>
            <a:ext cx="2742843" cy="1509775"/>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49" name="Text Placeholder 14">
            <a:extLst>
              <a:ext uri="{FF2B5EF4-FFF2-40B4-BE49-F238E27FC236}">
                <a16:creationId xmlns:a16="http://schemas.microsoft.com/office/drawing/2014/main" id="{CEA2D9EB-0C19-C9EF-F272-D20735A1B650}"/>
              </a:ext>
            </a:extLst>
          </p:cNvPr>
          <p:cNvSpPr>
            <a:spLocks noGrp="1"/>
          </p:cNvSpPr>
          <p:nvPr>
            <p:ph type="body" sz="quarter" idx="32" hasCustomPrompt="1"/>
          </p:nvPr>
        </p:nvSpPr>
        <p:spPr>
          <a:xfrm>
            <a:off x="262766" y="4723104"/>
            <a:ext cx="2742843" cy="264688"/>
          </a:xfrm>
        </p:spPr>
        <p:txBody>
          <a:bodyPr wrap="square">
            <a:spAutoFit/>
          </a:bodyPr>
          <a:lstStyle>
            <a:lvl1pPr marL="319976" indent="-319976">
              <a:buNone/>
              <a:defRPr sz="1600">
                <a:solidFill>
                  <a:schemeClr val="bg1"/>
                </a:solidFill>
                <a:latin typeface="+mj-lt"/>
              </a:defRPr>
            </a:lvl1pPr>
          </a:lstStyle>
          <a:p>
            <a:pPr lvl="0"/>
            <a:r>
              <a:rPr lang="en-US"/>
              <a:t>Subhead 1</a:t>
            </a:r>
          </a:p>
        </p:txBody>
      </p:sp>
      <p:sp>
        <p:nvSpPr>
          <p:cNvPr id="50" name="Text Placeholder 14">
            <a:extLst>
              <a:ext uri="{FF2B5EF4-FFF2-40B4-BE49-F238E27FC236}">
                <a16:creationId xmlns:a16="http://schemas.microsoft.com/office/drawing/2014/main" id="{B72E9FA2-8881-D071-63C4-9E2FB68A82F4}"/>
              </a:ext>
            </a:extLst>
          </p:cNvPr>
          <p:cNvSpPr>
            <a:spLocks noGrp="1"/>
          </p:cNvSpPr>
          <p:nvPr>
            <p:ph type="body" sz="quarter" idx="33" hasCustomPrompt="1"/>
          </p:nvPr>
        </p:nvSpPr>
        <p:spPr>
          <a:xfrm>
            <a:off x="3230604" y="5081525"/>
            <a:ext cx="2742843" cy="1509775"/>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51" name="Text Placeholder 14">
            <a:extLst>
              <a:ext uri="{FF2B5EF4-FFF2-40B4-BE49-F238E27FC236}">
                <a16:creationId xmlns:a16="http://schemas.microsoft.com/office/drawing/2014/main" id="{041614BD-A03E-90AA-19FF-BAE4A19638C4}"/>
              </a:ext>
            </a:extLst>
          </p:cNvPr>
          <p:cNvSpPr>
            <a:spLocks noGrp="1"/>
          </p:cNvSpPr>
          <p:nvPr>
            <p:ph type="body" sz="quarter" idx="34" hasCustomPrompt="1"/>
          </p:nvPr>
        </p:nvSpPr>
        <p:spPr>
          <a:xfrm>
            <a:off x="3230604" y="4723104"/>
            <a:ext cx="2742843" cy="264688"/>
          </a:xfrm>
        </p:spPr>
        <p:txBody>
          <a:bodyPr wrap="square">
            <a:spAutoFit/>
          </a:bodyPr>
          <a:lstStyle>
            <a:lvl1pPr marL="319976" indent="-319976">
              <a:buNone/>
              <a:defRPr sz="1600">
                <a:solidFill>
                  <a:schemeClr val="bg1"/>
                </a:solidFill>
                <a:latin typeface="+mj-lt"/>
              </a:defRPr>
            </a:lvl1pPr>
          </a:lstStyle>
          <a:p>
            <a:pPr lvl="0"/>
            <a:r>
              <a:rPr lang="en-US"/>
              <a:t>Subhead 2</a:t>
            </a:r>
          </a:p>
        </p:txBody>
      </p:sp>
      <p:sp>
        <p:nvSpPr>
          <p:cNvPr id="52" name="Text Placeholder 14">
            <a:extLst>
              <a:ext uri="{FF2B5EF4-FFF2-40B4-BE49-F238E27FC236}">
                <a16:creationId xmlns:a16="http://schemas.microsoft.com/office/drawing/2014/main" id="{2996E285-E95C-DAE2-37B5-ED6691CFB153}"/>
              </a:ext>
            </a:extLst>
          </p:cNvPr>
          <p:cNvSpPr>
            <a:spLocks noGrp="1"/>
          </p:cNvSpPr>
          <p:nvPr>
            <p:ph type="body" sz="quarter" idx="35" hasCustomPrompt="1"/>
          </p:nvPr>
        </p:nvSpPr>
        <p:spPr>
          <a:xfrm>
            <a:off x="6199129" y="5081525"/>
            <a:ext cx="2742843" cy="1509775"/>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53" name="Text Placeholder 14">
            <a:extLst>
              <a:ext uri="{FF2B5EF4-FFF2-40B4-BE49-F238E27FC236}">
                <a16:creationId xmlns:a16="http://schemas.microsoft.com/office/drawing/2014/main" id="{FB6EE503-CBB2-0921-23C0-17F38B9C57ED}"/>
              </a:ext>
            </a:extLst>
          </p:cNvPr>
          <p:cNvSpPr>
            <a:spLocks noGrp="1"/>
          </p:cNvSpPr>
          <p:nvPr>
            <p:ph type="body" sz="quarter" idx="36" hasCustomPrompt="1"/>
          </p:nvPr>
        </p:nvSpPr>
        <p:spPr>
          <a:xfrm>
            <a:off x="6199129" y="4723104"/>
            <a:ext cx="2742843" cy="264688"/>
          </a:xfrm>
        </p:spPr>
        <p:txBody>
          <a:bodyPr wrap="square">
            <a:spAutoFit/>
          </a:bodyPr>
          <a:lstStyle>
            <a:lvl1pPr marL="319976" indent="-319976">
              <a:buNone/>
              <a:defRPr sz="1600">
                <a:solidFill>
                  <a:schemeClr val="bg1"/>
                </a:solidFill>
                <a:latin typeface="+mj-lt"/>
              </a:defRPr>
            </a:lvl1pPr>
          </a:lstStyle>
          <a:p>
            <a:pPr lvl="0"/>
            <a:r>
              <a:rPr lang="en-US"/>
              <a:t>Subhead 3</a:t>
            </a:r>
          </a:p>
        </p:txBody>
      </p:sp>
      <p:sp>
        <p:nvSpPr>
          <p:cNvPr id="54" name="Text Placeholder 14">
            <a:extLst>
              <a:ext uri="{FF2B5EF4-FFF2-40B4-BE49-F238E27FC236}">
                <a16:creationId xmlns:a16="http://schemas.microsoft.com/office/drawing/2014/main" id="{1F179B14-31F3-1E33-CE07-EF868668F6A2}"/>
              </a:ext>
            </a:extLst>
          </p:cNvPr>
          <p:cNvSpPr>
            <a:spLocks noGrp="1"/>
          </p:cNvSpPr>
          <p:nvPr>
            <p:ph type="body" sz="quarter" idx="37" hasCustomPrompt="1"/>
          </p:nvPr>
        </p:nvSpPr>
        <p:spPr>
          <a:xfrm>
            <a:off x="9167845" y="5081525"/>
            <a:ext cx="2742843" cy="1509775"/>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55" name="Text Placeholder 14">
            <a:extLst>
              <a:ext uri="{FF2B5EF4-FFF2-40B4-BE49-F238E27FC236}">
                <a16:creationId xmlns:a16="http://schemas.microsoft.com/office/drawing/2014/main" id="{3F134CEF-1391-7DA0-62C8-62983B83F0C3}"/>
              </a:ext>
            </a:extLst>
          </p:cNvPr>
          <p:cNvSpPr>
            <a:spLocks noGrp="1"/>
          </p:cNvSpPr>
          <p:nvPr>
            <p:ph type="body" sz="quarter" idx="38" hasCustomPrompt="1"/>
          </p:nvPr>
        </p:nvSpPr>
        <p:spPr>
          <a:xfrm>
            <a:off x="9167846" y="4723104"/>
            <a:ext cx="2742843" cy="264688"/>
          </a:xfrm>
        </p:spPr>
        <p:txBody>
          <a:bodyPr wrap="square">
            <a:spAutoFit/>
          </a:bodyPr>
          <a:lstStyle>
            <a:lvl1pPr marL="319976" indent="-319976">
              <a:buNone/>
              <a:defRPr sz="1600">
                <a:solidFill>
                  <a:schemeClr val="bg1"/>
                </a:solidFill>
                <a:latin typeface="+mj-lt"/>
              </a:defRPr>
            </a:lvl1pPr>
          </a:lstStyle>
          <a:p>
            <a:pPr lvl="0"/>
            <a:r>
              <a:rPr lang="en-US"/>
              <a:t>Subhead 4</a:t>
            </a:r>
          </a:p>
        </p:txBody>
      </p:sp>
      <p:sp>
        <p:nvSpPr>
          <p:cNvPr id="56" name="Picture Placeholder 9">
            <a:extLst>
              <a:ext uri="{FF2B5EF4-FFF2-40B4-BE49-F238E27FC236}">
                <a16:creationId xmlns:a16="http://schemas.microsoft.com/office/drawing/2014/main" id="{FFC69876-0A17-97C0-4F42-FB6E271CC4B6}"/>
              </a:ext>
            </a:extLst>
          </p:cNvPr>
          <p:cNvSpPr>
            <a:spLocks noGrp="1"/>
          </p:cNvSpPr>
          <p:nvPr>
            <p:ph type="pic" sz="quarter" idx="39"/>
          </p:nvPr>
        </p:nvSpPr>
        <p:spPr>
          <a:xfrm>
            <a:off x="12419777" y="1946206"/>
            <a:ext cx="610995" cy="892217"/>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57" name="Text Placeholder 14">
            <a:extLst>
              <a:ext uri="{FF2B5EF4-FFF2-40B4-BE49-F238E27FC236}">
                <a16:creationId xmlns:a16="http://schemas.microsoft.com/office/drawing/2014/main" id="{34284A6B-1E2D-C705-7F23-64DF3804EE36}"/>
              </a:ext>
            </a:extLst>
          </p:cNvPr>
          <p:cNvSpPr>
            <a:spLocks noGrp="1"/>
          </p:cNvSpPr>
          <p:nvPr>
            <p:ph type="body" sz="quarter" idx="40" hasCustomPrompt="1"/>
          </p:nvPr>
        </p:nvSpPr>
        <p:spPr>
          <a:xfrm>
            <a:off x="12418302" y="3335335"/>
            <a:ext cx="610995" cy="264688"/>
          </a:xfrm>
        </p:spPr>
        <p:txBody>
          <a:bodyPr wrap="square">
            <a:noAutofit/>
          </a:bodyPr>
          <a:lstStyle>
            <a:lvl1pPr marL="182843" indent="-182843">
              <a:defRPr sz="900">
                <a:solidFill>
                  <a:schemeClr val="bg1"/>
                </a:solidFill>
              </a:defRPr>
            </a:lvl1pPr>
          </a:lstStyle>
          <a:p>
            <a:pPr lvl="0"/>
            <a:r>
              <a:rPr lang="en-US"/>
              <a:t>C5</a:t>
            </a:r>
          </a:p>
        </p:txBody>
      </p:sp>
      <p:sp>
        <p:nvSpPr>
          <p:cNvPr id="58" name="Text Placeholder 14">
            <a:extLst>
              <a:ext uri="{FF2B5EF4-FFF2-40B4-BE49-F238E27FC236}">
                <a16:creationId xmlns:a16="http://schemas.microsoft.com/office/drawing/2014/main" id="{45652B45-A378-BF69-FB90-FC15D5EF8095}"/>
              </a:ext>
            </a:extLst>
          </p:cNvPr>
          <p:cNvSpPr>
            <a:spLocks noGrp="1"/>
          </p:cNvSpPr>
          <p:nvPr>
            <p:ph type="body" sz="quarter" idx="41" hasCustomPrompt="1"/>
          </p:nvPr>
        </p:nvSpPr>
        <p:spPr>
          <a:xfrm>
            <a:off x="12418302" y="2976914"/>
            <a:ext cx="612261" cy="264688"/>
          </a:xfrm>
        </p:spPr>
        <p:txBody>
          <a:bodyPr wrap="square">
            <a:spAutoFit/>
          </a:bodyPr>
          <a:lstStyle>
            <a:lvl1pPr marL="319976" indent="-319976">
              <a:buNone/>
              <a:defRPr sz="1600">
                <a:solidFill>
                  <a:schemeClr val="bg1"/>
                </a:solidFill>
                <a:latin typeface="+mj-lt"/>
              </a:defRPr>
            </a:lvl1pPr>
          </a:lstStyle>
          <a:p>
            <a:pPr lvl="0"/>
            <a:r>
              <a:rPr lang="en-US"/>
              <a:t>T4</a:t>
            </a:r>
          </a:p>
        </p:txBody>
      </p:sp>
      <p:sp>
        <p:nvSpPr>
          <p:cNvPr id="59" name="Text Placeholder 7">
            <a:extLst>
              <a:ext uri="{FF2B5EF4-FFF2-40B4-BE49-F238E27FC236}">
                <a16:creationId xmlns:a16="http://schemas.microsoft.com/office/drawing/2014/main" id="{279C77C9-BAE4-9AB8-FC83-A9CEBD903476}"/>
              </a:ext>
            </a:extLst>
          </p:cNvPr>
          <p:cNvSpPr>
            <a:spLocks noGrp="1"/>
          </p:cNvSpPr>
          <p:nvPr>
            <p:ph type="body" sz="quarter" idx="42" hasCustomPrompt="1"/>
          </p:nvPr>
        </p:nvSpPr>
        <p:spPr>
          <a:xfrm>
            <a:off x="259032"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01</a:t>
            </a:r>
          </a:p>
        </p:txBody>
      </p:sp>
      <p:sp>
        <p:nvSpPr>
          <p:cNvPr id="60" name="Text Placeholder 7">
            <a:extLst>
              <a:ext uri="{FF2B5EF4-FFF2-40B4-BE49-F238E27FC236}">
                <a16:creationId xmlns:a16="http://schemas.microsoft.com/office/drawing/2014/main" id="{18ECB028-C1BC-54DD-8CFA-095FE325D4F4}"/>
              </a:ext>
            </a:extLst>
          </p:cNvPr>
          <p:cNvSpPr>
            <a:spLocks noGrp="1"/>
          </p:cNvSpPr>
          <p:nvPr>
            <p:ph type="body" sz="quarter" idx="43" hasCustomPrompt="1"/>
          </p:nvPr>
        </p:nvSpPr>
        <p:spPr>
          <a:xfrm>
            <a:off x="3230604"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02</a:t>
            </a:r>
          </a:p>
        </p:txBody>
      </p:sp>
      <p:sp>
        <p:nvSpPr>
          <p:cNvPr id="61" name="Text Placeholder 7">
            <a:extLst>
              <a:ext uri="{FF2B5EF4-FFF2-40B4-BE49-F238E27FC236}">
                <a16:creationId xmlns:a16="http://schemas.microsoft.com/office/drawing/2014/main" id="{07D6E186-D820-7C26-1EC4-02E21E919C69}"/>
              </a:ext>
            </a:extLst>
          </p:cNvPr>
          <p:cNvSpPr>
            <a:spLocks noGrp="1"/>
          </p:cNvSpPr>
          <p:nvPr>
            <p:ph type="body" sz="quarter" idx="44" hasCustomPrompt="1"/>
          </p:nvPr>
        </p:nvSpPr>
        <p:spPr>
          <a:xfrm>
            <a:off x="6199486"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03</a:t>
            </a:r>
          </a:p>
        </p:txBody>
      </p:sp>
      <p:sp>
        <p:nvSpPr>
          <p:cNvPr id="62" name="Text Placeholder 7">
            <a:extLst>
              <a:ext uri="{FF2B5EF4-FFF2-40B4-BE49-F238E27FC236}">
                <a16:creationId xmlns:a16="http://schemas.microsoft.com/office/drawing/2014/main" id="{299E4669-E38D-9AA7-D973-9E44433A968E}"/>
              </a:ext>
            </a:extLst>
          </p:cNvPr>
          <p:cNvSpPr>
            <a:spLocks noGrp="1"/>
          </p:cNvSpPr>
          <p:nvPr>
            <p:ph type="body" sz="quarter" idx="45" hasCustomPrompt="1"/>
          </p:nvPr>
        </p:nvSpPr>
        <p:spPr>
          <a:xfrm>
            <a:off x="9167846" y="1736684"/>
            <a:ext cx="2742843" cy="1101739"/>
          </a:xfrm>
        </p:spPr>
        <p:txBody>
          <a:bodyPr wrap="none" lIns="180000">
            <a:noAutofit/>
          </a:bodyPr>
          <a:lstStyle>
            <a:lvl1pPr>
              <a:buNone/>
              <a:defRPr lang="en-US" sz="6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04</a:t>
            </a:r>
          </a:p>
        </p:txBody>
      </p:sp>
      <p:sp>
        <p:nvSpPr>
          <p:cNvPr id="63" name="Text Placeholder 7">
            <a:extLst>
              <a:ext uri="{FF2B5EF4-FFF2-40B4-BE49-F238E27FC236}">
                <a16:creationId xmlns:a16="http://schemas.microsoft.com/office/drawing/2014/main" id="{036A619D-ACD1-D67D-9F52-65DF127E3B83}"/>
              </a:ext>
            </a:extLst>
          </p:cNvPr>
          <p:cNvSpPr>
            <a:spLocks noGrp="1"/>
          </p:cNvSpPr>
          <p:nvPr>
            <p:ph type="body" sz="quarter" idx="46" hasCustomPrompt="1"/>
          </p:nvPr>
        </p:nvSpPr>
        <p:spPr>
          <a:xfrm>
            <a:off x="12419300" y="1947690"/>
            <a:ext cx="611994" cy="892217"/>
          </a:xfrm>
        </p:spPr>
        <p:txBody>
          <a:bodyPr wrap="none" lIns="180000">
            <a:noAutofit/>
          </a:bodyPr>
          <a:lstStyle>
            <a:lvl1pPr>
              <a:buNone/>
              <a:defRPr lang="en-US" sz="900"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05</a:t>
            </a:r>
          </a:p>
        </p:txBody>
      </p:sp>
    </p:spTree>
    <p:extLst>
      <p:ext uri="{BB962C8B-B14F-4D97-AF65-F5344CB8AC3E}">
        <p14:creationId xmlns:p14="http://schemas.microsoft.com/office/powerpoint/2010/main" val="271101004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Interior Process 5 (Dark)">
    <p:bg>
      <p:bgPr>
        <a:solidFill>
          <a:schemeClr val="tx1"/>
        </a:solidFill>
        <a:effectLst/>
      </p:bgPr>
    </p:bg>
    <p:spTree>
      <p:nvGrpSpPr>
        <p:cNvPr id="1" name=""/>
        <p:cNvGrpSpPr/>
        <p:nvPr/>
      </p:nvGrpSpPr>
      <p:grpSpPr>
        <a:xfrm>
          <a:off x="0" y="0"/>
          <a:ext cx="0" cy="0"/>
          <a:chOff x="0" y="0"/>
          <a:chExt cx="0" cy="0"/>
        </a:xfrm>
      </p:grpSpPr>
      <p:sp>
        <p:nvSpPr>
          <p:cNvPr id="44" name="Picture Placeholder 9">
            <a:extLst>
              <a:ext uri="{FF2B5EF4-FFF2-40B4-BE49-F238E27FC236}">
                <a16:creationId xmlns:a16="http://schemas.microsoft.com/office/drawing/2014/main" id="{8AC4EFB7-03B3-FAC4-64CD-3171909942F4}"/>
              </a:ext>
            </a:extLst>
          </p:cNvPr>
          <p:cNvSpPr>
            <a:spLocks noGrp="1"/>
          </p:cNvSpPr>
          <p:nvPr>
            <p:ph type="pic" sz="quarter" idx="13"/>
          </p:nvPr>
        </p:nvSpPr>
        <p:spPr>
          <a:xfrm>
            <a:off x="262766" y="1735200"/>
            <a:ext cx="2196720" cy="2194021"/>
          </a:xfrm>
          <a:prstGeom prst="rect">
            <a:avLst/>
          </a:prstGeom>
          <a:solidFill>
            <a:srgbClr val="353731"/>
          </a:solidFill>
        </p:spPr>
        <p:txBody>
          <a:bodyPr lIns="360000" tIns="180000" rIns="360000" bIns="18000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endParaRPr lang="en-US"/>
          </a:p>
        </p:txBody>
      </p:sp>
      <p:sp>
        <p:nvSpPr>
          <p:cNvPr id="45" name="Picture Placeholder 9">
            <a:extLst>
              <a:ext uri="{FF2B5EF4-FFF2-40B4-BE49-F238E27FC236}">
                <a16:creationId xmlns:a16="http://schemas.microsoft.com/office/drawing/2014/main" id="{5908B71D-CEED-984E-236A-1678291695A8}"/>
              </a:ext>
            </a:extLst>
          </p:cNvPr>
          <p:cNvSpPr>
            <a:spLocks noGrp="1"/>
          </p:cNvSpPr>
          <p:nvPr>
            <p:ph type="pic" sz="quarter" idx="14"/>
          </p:nvPr>
        </p:nvSpPr>
        <p:spPr>
          <a:xfrm>
            <a:off x="2631136" y="1735200"/>
            <a:ext cx="2196720" cy="2194021"/>
          </a:xfrm>
          <a:prstGeom prst="rect">
            <a:avLst/>
          </a:prstGeom>
          <a:solidFill>
            <a:srgbClr val="53544A"/>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46" name="Picture Placeholder 9">
            <a:extLst>
              <a:ext uri="{FF2B5EF4-FFF2-40B4-BE49-F238E27FC236}">
                <a16:creationId xmlns:a16="http://schemas.microsoft.com/office/drawing/2014/main" id="{F4BFF13D-BB49-A169-89D7-94E08348C83F}"/>
              </a:ext>
            </a:extLst>
          </p:cNvPr>
          <p:cNvSpPr>
            <a:spLocks noGrp="1"/>
          </p:cNvSpPr>
          <p:nvPr>
            <p:ph type="pic" sz="quarter" idx="15"/>
          </p:nvPr>
        </p:nvSpPr>
        <p:spPr>
          <a:xfrm>
            <a:off x="4999507" y="1735200"/>
            <a:ext cx="2196720" cy="2194021"/>
          </a:xfrm>
          <a:prstGeom prst="rect">
            <a:avLst/>
          </a:prstGeom>
          <a:solidFill>
            <a:srgbClr val="8B8C81"/>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a:solidFill>
                  <a:schemeClr val="bg1"/>
                </a:solidFill>
                <a:latin typeface="+mj-lt"/>
                <a:ea typeface="+mn-ea"/>
                <a:cs typeface="+mn-cs"/>
              </a:defRPr>
            </a:lvl1pPr>
          </a:lstStyle>
          <a:p>
            <a:pPr lvl="0">
              <a:buFont typeface="Arial" panose="020B0604020202020204" pitchFamily="34" charset="0"/>
              <a:buNone/>
            </a:pPr>
            <a:endParaRPr lang="en-US"/>
          </a:p>
        </p:txBody>
      </p:sp>
      <p:sp>
        <p:nvSpPr>
          <p:cNvPr id="47" name="Picture Placeholder 9">
            <a:extLst>
              <a:ext uri="{FF2B5EF4-FFF2-40B4-BE49-F238E27FC236}">
                <a16:creationId xmlns:a16="http://schemas.microsoft.com/office/drawing/2014/main" id="{C22B235C-1E74-E809-DCD8-A052A76B3885}"/>
              </a:ext>
            </a:extLst>
          </p:cNvPr>
          <p:cNvSpPr>
            <a:spLocks noGrp="1"/>
          </p:cNvSpPr>
          <p:nvPr>
            <p:ph type="pic" sz="quarter" idx="16"/>
          </p:nvPr>
        </p:nvSpPr>
        <p:spPr>
          <a:xfrm>
            <a:off x="7367878" y="1735200"/>
            <a:ext cx="2196720" cy="2194021"/>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chemeClr val="bg1"/>
              </a:solidFill>
            </a:endParaRPr>
          </a:p>
        </p:txBody>
      </p:sp>
      <p:sp>
        <p:nvSpPr>
          <p:cNvPr id="35" name="Text Placeholder 14">
            <a:extLst>
              <a:ext uri="{FF2B5EF4-FFF2-40B4-BE49-F238E27FC236}">
                <a16:creationId xmlns:a16="http://schemas.microsoft.com/office/drawing/2014/main" id="{D536BEE1-C007-E5CA-F68D-459C9FF79A3B}"/>
              </a:ext>
            </a:extLst>
          </p:cNvPr>
          <p:cNvSpPr>
            <a:spLocks noGrp="1"/>
          </p:cNvSpPr>
          <p:nvPr>
            <p:ph type="body" sz="quarter" idx="31" hasCustomPrompt="1"/>
          </p:nvPr>
        </p:nvSpPr>
        <p:spPr>
          <a:xfrm>
            <a:off x="262766" y="4552895"/>
            <a:ext cx="2196720" cy="1365518"/>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6" name="Text Placeholder 14">
            <a:extLst>
              <a:ext uri="{FF2B5EF4-FFF2-40B4-BE49-F238E27FC236}">
                <a16:creationId xmlns:a16="http://schemas.microsoft.com/office/drawing/2014/main" id="{2696C5D8-5851-2715-5F7C-E4803FEA262D}"/>
              </a:ext>
            </a:extLst>
          </p:cNvPr>
          <p:cNvSpPr>
            <a:spLocks noGrp="1"/>
          </p:cNvSpPr>
          <p:nvPr>
            <p:ph type="body" sz="quarter" idx="32" hasCustomPrompt="1"/>
          </p:nvPr>
        </p:nvSpPr>
        <p:spPr>
          <a:xfrm>
            <a:off x="262766" y="4194474"/>
            <a:ext cx="2201269" cy="264688"/>
          </a:xfrm>
        </p:spPr>
        <p:txBody>
          <a:bodyPr wrap="square">
            <a:spAutoFit/>
          </a:bodyPr>
          <a:lstStyle>
            <a:lvl1pPr marL="319976" indent="-319976">
              <a:buNone/>
              <a:defRPr sz="1600">
                <a:solidFill>
                  <a:schemeClr val="bg1"/>
                </a:solidFill>
                <a:latin typeface="+mj-lt"/>
              </a:defRPr>
            </a:lvl1pPr>
          </a:lstStyle>
          <a:p>
            <a:pPr lvl="0"/>
            <a:r>
              <a:rPr lang="en-US"/>
              <a:t>Subhead 1</a:t>
            </a:r>
          </a:p>
        </p:txBody>
      </p:sp>
      <p:sp>
        <p:nvSpPr>
          <p:cNvPr id="37" name="Text Placeholder 14">
            <a:extLst>
              <a:ext uri="{FF2B5EF4-FFF2-40B4-BE49-F238E27FC236}">
                <a16:creationId xmlns:a16="http://schemas.microsoft.com/office/drawing/2014/main" id="{5F17008E-AC24-0C86-7BE4-35C5F23C8DF4}"/>
              </a:ext>
            </a:extLst>
          </p:cNvPr>
          <p:cNvSpPr>
            <a:spLocks noGrp="1"/>
          </p:cNvSpPr>
          <p:nvPr>
            <p:ph type="body" sz="quarter" idx="33" hasCustomPrompt="1"/>
          </p:nvPr>
        </p:nvSpPr>
        <p:spPr>
          <a:xfrm>
            <a:off x="2609660" y="4552895"/>
            <a:ext cx="2228262" cy="1365518"/>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38" name="Text Placeholder 14">
            <a:extLst>
              <a:ext uri="{FF2B5EF4-FFF2-40B4-BE49-F238E27FC236}">
                <a16:creationId xmlns:a16="http://schemas.microsoft.com/office/drawing/2014/main" id="{61BA47FA-2273-138F-47C1-FDCC8CE02DCC}"/>
              </a:ext>
            </a:extLst>
          </p:cNvPr>
          <p:cNvSpPr>
            <a:spLocks noGrp="1"/>
          </p:cNvSpPr>
          <p:nvPr>
            <p:ph type="body" sz="quarter" idx="34" hasCustomPrompt="1"/>
          </p:nvPr>
        </p:nvSpPr>
        <p:spPr>
          <a:xfrm>
            <a:off x="2609660" y="4194474"/>
            <a:ext cx="2232877" cy="264688"/>
          </a:xfrm>
        </p:spPr>
        <p:txBody>
          <a:bodyPr wrap="square">
            <a:spAutoFit/>
          </a:bodyPr>
          <a:lstStyle>
            <a:lvl1pPr marL="319976" indent="-319976">
              <a:buNone/>
              <a:defRPr sz="1600">
                <a:solidFill>
                  <a:schemeClr val="bg1"/>
                </a:solidFill>
                <a:latin typeface="+mj-lt"/>
              </a:defRPr>
            </a:lvl1pPr>
          </a:lstStyle>
          <a:p>
            <a:pPr lvl="0"/>
            <a:r>
              <a:rPr lang="en-US"/>
              <a:t>Subhead 2</a:t>
            </a:r>
          </a:p>
        </p:txBody>
      </p:sp>
      <p:sp>
        <p:nvSpPr>
          <p:cNvPr id="39" name="Text Placeholder 14">
            <a:extLst>
              <a:ext uri="{FF2B5EF4-FFF2-40B4-BE49-F238E27FC236}">
                <a16:creationId xmlns:a16="http://schemas.microsoft.com/office/drawing/2014/main" id="{F172CEA7-4DF4-95ED-C94F-AC88B92537F2}"/>
              </a:ext>
            </a:extLst>
          </p:cNvPr>
          <p:cNvSpPr>
            <a:spLocks noGrp="1"/>
          </p:cNvSpPr>
          <p:nvPr>
            <p:ph type="body" sz="quarter" idx="35" hasCustomPrompt="1"/>
          </p:nvPr>
        </p:nvSpPr>
        <p:spPr>
          <a:xfrm>
            <a:off x="4997837" y="4552895"/>
            <a:ext cx="2200452" cy="1365518"/>
          </a:xfrm>
        </p:spPr>
        <p:txBody>
          <a:bodyPr wrap="square" rIns="0">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40" name="Text Placeholder 14">
            <a:extLst>
              <a:ext uri="{FF2B5EF4-FFF2-40B4-BE49-F238E27FC236}">
                <a16:creationId xmlns:a16="http://schemas.microsoft.com/office/drawing/2014/main" id="{42D9CFBA-6BB7-AF72-E220-91B1BE1AF514}"/>
              </a:ext>
            </a:extLst>
          </p:cNvPr>
          <p:cNvSpPr>
            <a:spLocks noGrp="1"/>
          </p:cNvSpPr>
          <p:nvPr>
            <p:ph type="body" sz="quarter" idx="36" hasCustomPrompt="1"/>
          </p:nvPr>
        </p:nvSpPr>
        <p:spPr>
          <a:xfrm>
            <a:off x="4997838" y="4194474"/>
            <a:ext cx="2205009" cy="264688"/>
          </a:xfrm>
        </p:spPr>
        <p:txBody>
          <a:bodyPr wrap="square">
            <a:spAutoFit/>
          </a:bodyPr>
          <a:lstStyle>
            <a:lvl1pPr marL="319976" indent="-319976">
              <a:buNone/>
              <a:defRPr sz="1600">
                <a:solidFill>
                  <a:schemeClr val="bg1"/>
                </a:solidFill>
                <a:latin typeface="+mj-lt"/>
              </a:defRPr>
            </a:lvl1pPr>
          </a:lstStyle>
          <a:p>
            <a:pPr lvl="0"/>
            <a:r>
              <a:rPr lang="en-US"/>
              <a:t>Subhead 3</a:t>
            </a:r>
          </a:p>
        </p:txBody>
      </p:sp>
      <p:sp>
        <p:nvSpPr>
          <p:cNvPr id="41" name="Text Placeholder 14">
            <a:extLst>
              <a:ext uri="{FF2B5EF4-FFF2-40B4-BE49-F238E27FC236}">
                <a16:creationId xmlns:a16="http://schemas.microsoft.com/office/drawing/2014/main" id="{42B214E9-3171-8803-6C89-63877FF27070}"/>
              </a:ext>
            </a:extLst>
          </p:cNvPr>
          <p:cNvSpPr>
            <a:spLocks noGrp="1"/>
          </p:cNvSpPr>
          <p:nvPr>
            <p:ph type="body" sz="quarter" idx="37" hasCustomPrompt="1"/>
          </p:nvPr>
        </p:nvSpPr>
        <p:spPr>
          <a:xfrm>
            <a:off x="7366493" y="4552895"/>
            <a:ext cx="2228262" cy="1365518"/>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42" name="Text Placeholder 14">
            <a:extLst>
              <a:ext uri="{FF2B5EF4-FFF2-40B4-BE49-F238E27FC236}">
                <a16:creationId xmlns:a16="http://schemas.microsoft.com/office/drawing/2014/main" id="{73AF64F8-C51F-F7A8-B431-002E205E2568}"/>
              </a:ext>
            </a:extLst>
          </p:cNvPr>
          <p:cNvSpPr>
            <a:spLocks noGrp="1"/>
          </p:cNvSpPr>
          <p:nvPr>
            <p:ph type="body" sz="quarter" idx="38" hasCustomPrompt="1"/>
          </p:nvPr>
        </p:nvSpPr>
        <p:spPr>
          <a:xfrm>
            <a:off x="7366494" y="4194474"/>
            <a:ext cx="2232877" cy="264688"/>
          </a:xfrm>
        </p:spPr>
        <p:txBody>
          <a:bodyPr wrap="square">
            <a:spAutoFit/>
          </a:bodyPr>
          <a:lstStyle>
            <a:lvl1pPr marL="319976" indent="-319976">
              <a:buNone/>
              <a:defRPr sz="1600">
                <a:solidFill>
                  <a:schemeClr val="bg1"/>
                </a:solidFill>
                <a:latin typeface="+mj-lt"/>
              </a:defRPr>
            </a:lvl1pPr>
          </a:lstStyle>
          <a:p>
            <a:pPr lvl="0"/>
            <a:r>
              <a:rPr lang="en-US"/>
              <a:t>Subhead 4</a:t>
            </a:r>
          </a:p>
        </p:txBody>
      </p:sp>
      <p:sp>
        <p:nvSpPr>
          <p:cNvPr id="5" name="Picture Placeholder 9">
            <a:extLst>
              <a:ext uri="{FF2B5EF4-FFF2-40B4-BE49-F238E27FC236}">
                <a16:creationId xmlns:a16="http://schemas.microsoft.com/office/drawing/2014/main" id="{8EFFD52D-51A0-41A3-6E57-D526C3E8BA8D}"/>
              </a:ext>
            </a:extLst>
          </p:cNvPr>
          <p:cNvSpPr>
            <a:spLocks noGrp="1"/>
          </p:cNvSpPr>
          <p:nvPr>
            <p:ph type="pic" sz="quarter" idx="39"/>
          </p:nvPr>
        </p:nvSpPr>
        <p:spPr>
          <a:xfrm>
            <a:off x="9736247" y="1735200"/>
            <a:ext cx="2196720" cy="2194021"/>
          </a:xfrm>
          <a:prstGeom prst="rect">
            <a:avLst/>
          </a:prstGeom>
          <a:solidFill>
            <a:srgbClr val="C2C4B8"/>
          </a:solidFill>
        </p:spPr>
        <p:txBody>
          <a:bodyPr vert="horz" wrap="square" lIns="360000" tIns="180000" rIns="360000" bIns="180000" rtlCol="0" anchor="t">
            <a:noAutofit/>
          </a:bodyPr>
          <a:lstStyle>
            <a:lvl1pPr algn="l">
              <a:buFont typeface="Arial" panose="020B0604020202020204" pitchFamily="34" charset="0"/>
              <a:buNone/>
              <a:defRPr lang="en-US" sz="5199" b="0" i="0" kern="1200" spc="-75" dirty="0">
                <a:solidFill>
                  <a:schemeClr val="bg1"/>
                </a:solidFill>
                <a:latin typeface="+mj-lt"/>
                <a:ea typeface="+mn-ea"/>
                <a:cs typeface="+mn-cs"/>
              </a:defRPr>
            </a:lvl1pPr>
          </a:lstStyle>
          <a:p>
            <a:pPr lvl="0">
              <a:buFont typeface="Arial" panose="020B0604020202020204" pitchFamily="34" charset="0"/>
              <a:buNone/>
            </a:pPr>
            <a:endParaRPr lang="en-US"/>
          </a:p>
        </p:txBody>
      </p:sp>
      <p:sp>
        <p:nvSpPr>
          <p:cNvPr id="12" name="Text Placeholder 14">
            <a:extLst>
              <a:ext uri="{FF2B5EF4-FFF2-40B4-BE49-F238E27FC236}">
                <a16:creationId xmlns:a16="http://schemas.microsoft.com/office/drawing/2014/main" id="{3CE067EF-AB5D-C548-DEED-632871381986}"/>
              </a:ext>
            </a:extLst>
          </p:cNvPr>
          <p:cNvSpPr>
            <a:spLocks noGrp="1"/>
          </p:cNvSpPr>
          <p:nvPr>
            <p:ph type="body" sz="quarter" idx="40" hasCustomPrompt="1"/>
          </p:nvPr>
        </p:nvSpPr>
        <p:spPr>
          <a:xfrm>
            <a:off x="9736247" y="4552895"/>
            <a:ext cx="2228262" cy="1365518"/>
          </a:xfrm>
        </p:spPr>
        <p:txBody>
          <a:bodyPr wrap="square">
            <a:no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13" name="Text Placeholder 14">
            <a:extLst>
              <a:ext uri="{FF2B5EF4-FFF2-40B4-BE49-F238E27FC236}">
                <a16:creationId xmlns:a16="http://schemas.microsoft.com/office/drawing/2014/main" id="{ABD7B2C6-63DC-308A-304D-477884DD8FBE}"/>
              </a:ext>
            </a:extLst>
          </p:cNvPr>
          <p:cNvSpPr>
            <a:spLocks noGrp="1"/>
          </p:cNvSpPr>
          <p:nvPr>
            <p:ph type="body" sz="quarter" idx="41" hasCustomPrompt="1"/>
          </p:nvPr>
        </p:nvSpPr>
        <p:spPr>
          <a:xfrm>
            <a:off x="9736247" y="4194474"/>
            <a:ext cx="2232877" cy="264688"/>
          </a:xfrm>
        </p:spPr>
        <p:txBody>
          <a:bodyPr wrap="square">
            <a:spAutoFit/>
          </a:bodyPr>
          <a:lstStyle>
            <a:lvl1pPr marL="319976" indent="-319976">
              <a:buNone/>
              <a:defRPr sz="1600">
                <a:solidFill>
                  <a:schemeClr val="bg1"/>
                </a:solidFill>
                <a:latin typeface="+mj-lt"/>
              </a:defRPr>
            </a:lvl1pPr>
          </a:lstStyle>
          <a:p>
            <a:pPr lvl="0"/>
            <a:r>
              <a:rPr lang="en-US"/>
              <a:t>Subhead 5</a:t>
            </a:r>
          </a:p>
        </p:txBody>
      </p:sp>
      <p:sp>
        <p:nvSpPr>
          <p:cNvPr id="6" name="Slide Number Placeholder 5">
            <a:extLst>
              <a:ext uri="{FF2B5EF4-FFF2-40B4-BE49-F238E27FC236}">
                <a16:creationId xmlns:a16="http://schemas.microsoft.com/office/drawing/2014/main" id="{89A33915-C837-795C-B054-5356874DDA3A}"/>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7" name="Text Placeholder 14">
            <a:extLst>
              <a:ext uri="{FF2B5EF4-FFF2-40B4-BE49-F238E27FC236}">
                <a16:creationId xmlns:a16="http://schemas.microsoft.com/office/drawing/2014/main" id="{AAD4B38F-5BB6-F764-7E91-CDD69E756400}"/>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8" name="Title 17">
            <a:extLst>
              <a:ext uri="{FF2B5EF4-FFF2-40B4-BE49-F238E27FC236}">
                <a16:creationId xmlns:a16="http://schemas.microsoft.com/office/drawing/2014/main" id="{4107AAE8-0D68-EC66-4ED4-D2A289B0B386}"/>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bg1"/>
                </a:solidFill>
              </a:defRPr>
            </a:lvl1pPr>
          </a:lstStyle>
          <a:p>
            <a:r>
              <a:rPr lang="en-US"/>
              <a:t>Header</a:t>
            </a:r>
          </a:p>
        </p:txBody>
      </p:sp>
      <p:sp>
        <p:nvSpPr>
          <p:cNvPr id="4" name="Text Placeholder 7">
            <a:extLst>
              <a:ext uri="{FF2B5EF4-FFF2-40B4-BE49-F238E27FC236}">
                <a16:creationId xmlns:a16="http://schemas.microsoft.com/office/drawing/2014/main" id="{2FB60EE1-DA4F-64BD-1625-E2413EA39F0E}"/>
              </a:ext>
            </a:extLst>
          </p:cNvPr>
          <p:cNvSpPr>
            <a:spLocks noGrp="1"/>
          </p:cNvSpPr>
          <p:nvPr>
            <p:ph type="body" sz="quarter" idx="42" hasCustomPrompt="1"/>
          </p:nvPr>
        </p:nvSpPr>
        <p:spPr>
          <a:xfrm>
            <a:off x="259033"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01</a:t>
            </a:r>
          </a:p>
        </p:txBody>
      </p:sp>
      <p:sp>
        <p:nvSpPr>
          <p:cNvPr id="9" name="Text Placeholder 7">
            <a:extLst>
              <a:ext uri="{FF2B5EF4-FFF2-40B4-BE49-F238E27FC236}">
                <a16:creationId xmlns:a16="http://schemas.microsoft.com/office/drawing/2014/main" id="{8B1A6B65-8BA6-4E41-0F5A-38677EDBFAFA}"/>
              </a:ext>
            </a:extLst>
          </p:cNvPr>
          <p:cNvSpPr>
            <a:spLocks noGrp="1"/>
          </p:cNvSpPr>
          <p:nvPr>
            <p:ph type="body" sz="quarter" idx="43" hasCustomPrompt="1"/>
          </p:nvPr>
        </p:nvSpPr>
        <p:spPr>
          <a:xfrm>
            <a:off x="2631136"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02</a:t>
            </a:r>
          </a:p>
        </p:txBody>
      </p:sp>
      <p:sp>
        <p:nvSpPr>
          <p:cNvPr id="10" name="Text Placeholder 7">
            <a:extLst>
              <a:ext uri="{FF2B5EF4-FFF2-40B4-BE49-F238E27FC236}">
                <a16:creationId xmlns:a16="http://schemas.microsoft.com/office/drawing/2014/main" id="{C9038E00-2626-1760-C836-290F63AFCE15}"/>
              </a:ext>
            </a:extLst>
          </p:cNvPr>
          <p:cNvSpPr>
            <a:spLocks noGrp="1"/>
          </p:cNvSpPr>
          <p:nvPr>
            <p:ph type="body" sz="quarter" idx="44" hasCustomPrompt="1"/>
          </p:nvPr>
        </p:nvSpPr>
        <p:spPr>
          <a:xfrm>
            <a:off x="4995773"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03</a:t>
            </a:r>
          </a:p>
        </p:txBody>
      </p:sp>
      <p:sp>
        <p:nvSpPr>
          <p:cNvPr id="11" name="Text Placeholder 7">
            <a:extLst>
              <a:ext uri="{FF2B5EF4-FFF2-40B4-BE49-F238E27FC236}">
                <a16:creationId xmlns:a16="http://schemas.microsoft.com/office/drawing/2014/main" id="{E00B4E03-7001-DDD0-7C7F-2123E3F6C414}"/>
              </a:ext>
            </a:extLst>
          </p:cNvPr>
          <p:cNvSpPr>
            <a:spLocks noGrp="1"/>
          </p:cNvSpPr>
          <p:nvPr>
            <p:ph type="body" sz="quarter" idx="45" hasCustomPrompt="1"/>
          </p:nvPr>
        </p:nvSpPr>
        <p:spPr>
          <a:xfrm>
            <a:off x="7364145"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04</a:t>
            </a:r>
          </a:p>
        </p:txBody>
      </p:sp>
      <p:sp>
        <p:nvSpPr>
          <p:cNvPr id="14" name="Text Placeholder 7">
            <a:extLst>
              <a:ext uri="{FF2B5EF4-FFF2-40B4-BE49-F238E27FC236}">
                <a16:creationId xmlns:a16="http://schemas.microsoft.com/office/drawing/2014/main" id="{09D35F57-1216-1003-E33F-74D58E7A894F}"/>
              </a:ext>
            </a:extLst>
          </p:cNvPr>
          <p:cNvSpPr>
            <a:spLocks noGrp="1"/>
          </p:cNvSpPr>
          <p:nvPr>
            <p:ph type="body" sz="quarter" idx="46" hasCustomPrompt="1"/>
          </p:nvPr>
        </p:nvSpPr>
        <p:spPr>
          <a:xfrm>
            <a:off x="9736248" y="1736684"/>
            <a:ext cx="2200453" cy="892217"/>
          </a:xfrm>
        </p:spPr>
        <p:txBody>
          <a:bodyPr wrap="none" lIns="180000">
            <a:noAutofit/>
          </a:bodyPr>
          <a:lstStyle>
            <a:lvl1pPr>
              <a:buNone/>
              <a:defRPr lang="en-US" sz="5199" b="0" i="0" kern="1200" spc="-75" dirty="0">
                <a:solidFill>
                  <a:schemeClr val="bg1"/>
                </a:solidFill>
                <a:latin typeface="+mj-lt"/>
                <a:ea typeface="+mn-ea"/>
                <a:cs typeface="+mn-cs"/>
              </a:defRPr>
            </a:lvl1pPr>
          </a:lstStyle>
          <a:p>
            <a:pPr marL="319976" lvl="0" indent="-319976" algn="l" defTabSz="323935" rtl="0" eaLnBrk="1" fontAlgn="base" latinLnBrk="0" hangingPunct="1">
              <a:lnSpc>
                <a:spcPct val="110000"/>
              </a:lnSpc>
              <a:spcBef>
                <a:spcPts val="0"/>
              </a:spcBef>
              <a:spcAft>
                <a:spcPts val="900"/>
              </a:spcAft>
              <a:buClrTx/>
              <a:buSzPct val="100000"/>
              <a:buFont typeface="Arial" panose="020B0604020202020204" pitchFamily="34" charset="0"/>
              <a:buNone/>
              <a:tabLst/>
            </a:pPr>
            <a:r>
              <a:rPr lang="en-US"/>
              <a:t>05</a:t>
            </a:r>
          </a:p>
        </p:txBody>
      </p:sp>
    </p:spTree>
    <p:extLst>
      <p:ext uri="{BB962C8B-B14F-4D97-AF65-F5344CB8AC3E}">
        <p14:creationId xmlns:p14="http://schemas.microsoft.com/office/powerpoint/2010/main" val="1962616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Interior Storyboard (Dark)">
    <p:bg>
      <p:bgPr>
        <a:solidFill>
          <a:schemeClr val="tx1"/>
        </a:solidFill>
        <a:effectLst/>
      </p:bgPr>
    </p:bg>
    <p:spTree>
      <p:nvGrpSpPr>
        <p:cNvPr id="1" name=""/>
        <p:cNvGrpSpPr/>
        <p:nvPr/>
      </p:nvGrpSpPr>
      <p:grpSpPr>
        <a:xfrm>
          <a:off x="0" y="0"/>
          <a:ext cx="0" cy="0"/>
          <a:chOff x="0" y="0"/>
          <a:chExt cx="0" cy="0"/>
        </a:xfrm>
      </p:grpSpPr>
      <p:sp>
        <p:nvSpPr>
          <p:cNvPr id="13" name="Text Placeholder 14">
            <a:extLst>
              <a:ext uri="{FF2B5EF4-FFF2-40B4-BE49-F238E27FC236}">
                <a16:creationId xmlns:a16="http://schemas.microsoft.com/office/drawing/2014/main" id="{0AB6FF7A-C5BD-4092-06AE-B81828342DD7}"/>
              </a:ext>
            </a:extLst>
          </p:cNvPr>
          <p:cNvSpPr>
            <a:spLocks noGrp="1"/>
          </p:cNvSpPr>
          <p:nvPr>
            <p:ph type="body" sz="quarter" idx="39" hasCustomPrompt="1"/>
          </p:nvPr>
        </p:nvSpPr>
        <p:spPr>
          <a:xfrm>
            <a:off x="262766" y="3364941"/>
            <a:ext cx="3707917" cy="453586"/>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rgbClr val="191919"/>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rgbClr val="191919"/>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5" name="Straight Connector 4">
            <a:extLst>
              <a:ext uri="{FF2B5EF4-FFF2-40B4-BE49-F238E27FC236}">
                <a16:creationId xmlns:a16="http://schemas.microsoft.com/office/drawing/2014/main" id="{D3EC2CA4-01EC-30F5-3923-EAB2DE341694}"/>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7" name="Shape">
            <a:extLst>
              <a:ext uri="{FF2B5EF4-FFF2-40B4-BE49-F238E27FC236}">
                <a16:creationId xmlns:a16="http://schemas.microsoft.com/office/drawing/2014/main" id="{9C152045-BBAE-5CDD-1937-02211B00730D}"/>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9" name="Title 15">
            <a:extLst>
              <a:ext uri="{FF2B5EF4-FFF2-40B4-BE49-F238E27FC236}">
                <a16:creationId xmlns:a16="http://schemas.microsoft.com/office/drawing/2014/main" id="{50789E27-8B74-B0BF-0B8B-2697C6E65991}"/>
              </a:ext>
            </a:extLst>
          </p:cNvPr>
          <p:cNvSpPr>
            <a:spLocks noGrp="1"/>
          </p:cNvSpPr>
          <p:nvPr>
            <p:ph type="title" hasCustomPrompt="1"/>
          </p:nvPr>
        </p:nvSpPr>
        <p:spPr>
          <a:xfrm>
            <a:off x="262766" y="749552"/>
            <a:ext cx="3707917" cy="261610"/>
          </a:xfrm>
        </p:spPr>
        <p:txBody>
          <a:bodyPr/>
          <a:lstStyle>
            <a:lvl1pPr>
              <a:defRPr sz="2000" spc="0">
                <a:solidFill>
                  <a:schemeClr val="bg1"/>
                </a:solidFill>
              </a:defRPr>
            </a:lvl1pPr>
          </a:lstStyle>
          <a:p>
            <a:r>
              <a:rPr lang="en-US"/>
              <a:t>Header</a:t>
            </a:r>
          </a:p>
        </p:txBody>
      </p:sp>
      <p:sp>
        <p:nvSpPr>
          <p:cNvPr id="10" name="Text Placeholder 14">
            <a:extLst>
              <a:ext uri="{FF2B5EF4-FFF2-40B4-BE49-F238E27FC236}">
                <a16:creationId xmlns:a16="http://schemas.microsoft.com/office/drawing/2014/main" id="{ADDBC30C-62AB-2E94-268A-D3468CF328FE}"/>
              </a:ext>
            </a:extLst>
          </p:cNvPr>
          <p:cNvSpPr>
            <a:spLocks noGrp="1"/>
          </p:cNvSpPr>
          <p:nvPr>
            <p:ph type="body" sz="quarter" idx="37" hasCustomPrompt="1"/>
          </p:nvPr>
        </p:nvSpPr>
        <p:spPr>
          <a:xfrm>
            <a:off x="4241248" y="708152"/>
            <a:ext cx="4702357" cy="453586"/>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a:t>
            </a:r>
          </a:p>
        </p:txBody>
      </p:sp>
      <p:sp>
        <p:nvSpPr>
          <p:cNvPr id="11" name="Picture Placeholder 9">
            <a:extLst>
              <a:ext uri="{FF2B5EF4-FFF2-40B4-BE49-F238E27FC236}">
                <a16:creationId xmlns:a16="http://schemas.microsoft.com/office/drawing/2014/main" id="{C604B6A3-0E2F-173F-DD71-679F89C7A0AF}"/>
              </a:ext>
            </a:extLst>
          </p:cNvPr>
          <p:cNvSpPr>
            <a:spLocks noGrp="1"/>
          </p:cNvSpPr>
          <p:nvPr>
            <p:ph type="pic" sz="quarter" idx="13"/>
          </p:nvPr>
        </p:nvSpPr>
        <p:spPr>
          <a:xfrm>
            <a:off x="262766" y="1312294"/>
            <a:ext cx="3707917" cy="18928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4" name="Text Placeholder 14">
            <a:extLst>
              <a:ext uri="{FF2B5EF4-FFF2-40B4-BE49-F238E27FC236}">
                <a16:creationId xmlns:a16="http://schemas.microsoft.com/office/drawing/2014/main" id="{DB6F6562-FC62-BB32-EA34-3EB70C2EE18E}"/>
              </a:ext>
            </a:extLst>
          </p:cNvPr>
          <p:cNvSpPr>
            <a:spLocks noGrp="1"/>
          </p:cNvSpPr>
          <p:nvPr>
            <p:ph type="body" sz="quarter" idx="40" hasCustomPrompt="1"/>
          </p:nvPr>
        </p:nvSpPr>
        <p:spPr>
          <a:xfrm>
            <a:off x="4242042" y="3364941"/>
            <a:ext cx="3707917" cy="453586"/>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15" name="Picture Placeholder 9">
            <a:extLst>
              <a:ext uri="{FF2B5EF4-FFF2-40B4-BE49-F238E27FC236}">
                <a16:creationId xmlns:a16="http://schemas.microsoft.com/office/drawing/2014/main" id="{195466F1-E508-D2D8-6D5C-41473F748021}"/>
              </a:ext>
            </a:extLst>
          </p:cNvPr>
          <p:cNvSpPr>
            <a:spLocks noGrp="1"/>
          </p:cNvSpPr>
          <p:nvPr>
            <p:ph type="pic" sz="quarter" idx="41"/>
          </p:nvPr>
        </p:nvSpPr>
        <p:spPr>
          <a:xfrm>
            <a:off x="4242042" y="1312294"/>
            <a:ext cx="3707917" cy="18928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6" name="Text Placeholder 14">
            <a:extLst>
              <a:ext uri="{FF2B5EF4-FFF2-40B4-BE49-F238E27FC236}">
                <a16:creationId xmlns:a16="http://schemas.microsoft.com/office/drawing/2014/main" id="{16EB93F3-D8B7-F233-C5AE-D4F58817B4DA}"/>
              </a:ext>
            </a:extLst>
          </p:cNvPr>
          <p:cNvSpPr>
            <a:spLocks noGrp="1"/>
          </p:cNvSpPr>
          <p:nvPr>
            <p:ph type="body" sz="quarter" idx="42" hasCustomPrompt="1"/>
          </p:nvPr>
        </p:nvSpPr>
        <p:spPr>
          <a:xfrm>
            <a:off x="8221468" y="3364941"/>
            <a:ext cx="3707917" cy="453586"/>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17" name="Picture Placeholder 9">
            <a:extLst>
              <a:ext uri="{FF2B5EF4-FFF2-40B4-BE49-F238E27FC236}">
                <a16:creationId xmlns:a16="http://schemas.microsoft.com/office/drawing/2014/main" id="{4D682FAE-E648-3A87-2F8B-C3AE8DEEB06F}"/>
              </a:ext>
            </a:extLst>
          </p:cNvPr>
          <p:cNvSpPr>
            <a:spLocks noGrp="1"/>
          </p:cNvSpPr>
          <p:nvPr>
            <p:ph type="pic" sz="quarter" idx="43"/>
          </p:nvPr>
        </p:nvSpPr>
        <p:spPr>
          <a:xfrm>
            <a:off x="8221468" y="1312294"/>
            <a:ext cx="3707917" cy="18928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8" name="Text Placeholder 14">
            <a:extLst>
              <a:ext uri="{FF2B5EF4-FFF2-40B4-BE49-F238E27FC236}">
                <a16:creationId xmlns:a16="http://schemas.microsoft.com/office/drawing/2014/main" id="{6E4422A5-5488-C942-7EF7-4B55CD90FF66}"/>
              </a:ext>
            </a:extLst>
          </p:cNvPr>
          <p:cNvSpPr>
            <a:spLocks noGrp="1"/>
          </p:cNvSpPr>
          <p:nvPr>
            <p:ph type="body" sz="quarter" idx="44" hasCustomPrompt="1"/>
          </p:nvPr>
        </p:nvSpPr>
        <p:spPr>
          <a:xfrm>
            <a:off x="262766" y="6139456"/>
            <a:ext cx="3707917" cy="453586"/>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19" name="Picture Placeholder 9">
            <a:extLst>
              <a:ext uri="{FF2B5EF4-FFF2-40B4-BE49-F238E27FC236}">
                <a16:creationId xmlns:a16="http://schemas.microsoft.com/office/drawing/2014/main" id="{E446C710-080C-E915-E770-DF5D2FE18227}"/>
              </a:ext>
            </a:extLst>
          </p:cNvPr>
          <p:cNvSpPr>
            <a:spLocks noGrp="1"/>
          </p:cNvSpPr>
          <p:nvPr>
            <p:ph type="pic" sz="quarter" idx="45"/>
          </p:nvPr>
        </p:nvSpPr>
        <p:spPr>
          <a:xfrm>
            <a:off x="262766" y="4086809"/>
            <a:ext cx="3707917" cy="18928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0" name="Text Placeholder 14">
            <a:extLst>
              <a:ext uri="{FF2B5EF4-FFF2-40B4-BE49-F238E27FC236}">
                <a16:creationId xmlns:a16="http://schemas.microsoft.com/office/drawing/2014/main" id="{415846F0-DD8D-CD17-45AE-CCBD2D99F27A}"/>
              </a:ext>
            </a:extLst>
          </p:cNvPr>
          <p:cNvSpPr>
            <a:spLocks noGrp="1"/>
          </p:cNvSpPr>
          <p:nvPr>
            <p:ph type="body" sz="quarter" idx="46" hasCustomPrompt="1"/>
          </p:nvPr>
        </p:nvSpPr>
        <p:spPr>
          <a:xfrm>
            <a:off x="4242042" y="6139456"/>
            <a:ext cx="3707917" cy="453586"/>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22" name="Picture Placeholder 9">
            <a:extLst>
              <a:ext uri="{FF2B5EF4-FFF2-40B4-BE49-F238E27FC236}">
                <a16:creationId xmlns:a16="http://schemas.microsoft.com/office/drawing/2014/main" id="{4F9A3119-0093-A91A-7D8A-F0C2603C40AB}"/>
              </a:ext>
            </a:extLst>
          </p:cNvPr>
          <p:cNvSpPr>
            <a:spLocks noGrp="1"/>
          </p:cNvSpPr>
          <p:nvPr>
            <p:ph type="pic" sz="quarter" idx="47"/>
          </p:nvPr>
        </p:nvSpPr>
        <p:spPr>
          <a:xfrm>
            <a:off x="4242042" y="4086809"/>
            <a:ext cx="3707917" cy="18928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3" name="Text Placeholder 14">
            <a:extLst>
              <a:ext uri="{FF2B5EF4-FFF2-40B4-BE49-F238E27FC236}">
                <a16:creationId xmlns:a16="http://schemas.microsoft.com/office/drawing/2014/main" id="{0A9CBAA9-08F8-E284-8A59-49E6E3FC57D7}"/>
              </a:ext>
            </a:extLst>
          </p:cNvPr>
          <p:cNvSpPr>
            <a:spLocks noGrp="1"/>
          </p:cNvSpPr>
          <p:nvPr>
            <p:ph type="body" sz="quarter" idx="48" hasCustomPrompt="1"/>
          </p:nvPr>
        </p:nvSpPr>
        <p:spPr>
          <a:xfrm>
            <a:off x="8221468" y="6139456"/>
            <a:ext cx="3707917" cy="453586"/>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a:t>
            </a:r>
          </a:p>
        </p:txBody>
      </p:sp>
      <p:sp>
        <p:nvSpPr>
          <p:cNvPr id="24" name="Picture Placeholder 9">
            <a:extLst>
              <a:ext uri="{FF2B5EF4-FFF2-40B4-BE49-F238E27FC236}">
                <a16:creationId xmlns:a16="http://schemas.microsoft.com/office/drawing/2014/main" id="{721BECB3-372B-9B53-FA40-0ABB0A05C897}"/>
              </a:ext>
            </a:extLst>
          </p:cNvPr>
          <p:cNvSpPr>
            <a:spLocks noGrp="1"/>
          </p:cNvSpPr>
          <p:nvPr>
            <p:ph type="pic" sz="quarter" idx="49"/>
          </p:nvPr>
        </p:nvSpPr>
        <p:spPr>
          <a:xfrm>
            <a:off x="8221468" y="4086809"/>
            <a:ext cx="3707917" cy="18928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6" name="Slide Number Placeholder 5">
            <a:extLst>
              <a:ext uri="{FF2B5EF4-FFF2-40B4-BE49-F238E27FC236}">
                <a16:creationId xmlns:a16="http://schemas.microsoft.com/office/drawing/2014/main" id="{502CA06A-B993-C244-FF46-7A4928C51EBE}"/>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40641689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Interior Picture Grid (Dark)">
    <p:bg>
      <p:bgPr>
        <a:solidFill>
          <a:schemeClr val="tx1"/>
        </a:solidFill>
        <a:effectLst/>
      </p:bgPr>
    </p:bg>
    <p:spTree>
      <p:nvGrpSpPr>
        <p:cNvPr id="1" name=""/>
        <p:cNvGrpSpPr/>
        <p:nvPr/>
      </p:nvGrpSpPr>
      <p:grpSpPr>
        <a:xfrm>
          <a:off x="0" y="0"/>
          <a:ext cx="0" cy="0"/>
          <a:chOff x="0" y="0"/>
          <a:chExt cx="0" cy="0"/>
        </a:xfrm>
      </p:grpSpPr>
      <p:sp>
        <p:nvSpPr>
          <p:cNvPr id="43" name="Picture Placeholder 9">
            <a:extLst>
              <a:ext uri="{FF2B5EF4-FFF2-40B4-BE49-F238E27FC236}">
                <a16:creationId xmlns:a16="http://schemas.microsoft.com/office/drawing/2014/main" id="{85C9B886-F3E4-5E12-9A00-84CD82AC5501}"/>
              </a:ext>
            </a:extLst>
          </p:cNvPr>
          <p:cNvSpPr>
            <a:spLocks noGrp="1"/>
          </p:cNvSpPr>
          <p:nvPr>
            <p:ph type="pic" sz="quarter" idx="44"/>
          </p:nvPr>
        </p:nvSpPr>
        <p:spPr>
          <a:xfrm>
            <a:off x="262617" y="4191007"/>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4" name="Picture Placeholder 9">
            <a:extLst>
              <a:ext uri="{FF2B5EF4-FFF2-40B4-BE49-F238E27FC236}">
                <a16:creationId xmlns:a16="http://schemas.microsoft.com/office/drawing/2014/main" id="{F8F94976-A702-C1F9-A837-6776C974B647}"/>
              </a:ext>
            </a:extLst>
          </p:cNvPr>
          <p:cNvSpPr>
            <a:spLocks noGrp="1"/>
          </p:cNvSpPr>
          <p:nvPr>
            <p:ph type="pic" sz="quarter" idx="45"/>
          </p:nvPr>
        </p:nvSpPr>
        <p:spPr>
          <a:xfrm>
            <a:off x="2253957" y="4191007"/>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491733F7-529D-CC79-65CB-FFFF026BCCC2}"/>
              </a:ext>
            </a:extLst>
          </p:cNvPr>
          <p:cNvSpPr>
            <a:spLocks noGrp="1"/>
          </p:cNvSpPr>
          <p:nvPr>
            <p:ph type="pic" sz="quarter" idx="46"/>
          </p:nvPr>
        </p:nvSpPr>
        <p:spPr>
          <a:xfrm>
            <a:off x="4237993" y="4191007"/>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6" name="Picture Placeholder 9">
            <a:extLst>
              <a:ext uri="{FF2B5EF4-FFF2-40B4-BE49-F238E27FC236}">
                <a16:creationId xmlns:a16="http://schemas.microsoft.com/office/drawing/2014/main" id="{6A1F7AA5-5BAB-2CF9-9D3F-E106BCE895EC}"/>
              </a:ext>
            </a:extLst>
          </p:cNvPr>
          <p:cNvSpPr>
            <a:spLocks noGrp="1"/>
          </p:cNvSpPr>
          <p:nvPr>
            <p:ph type="pic" sz="quarter" idx="47"/>
          </p:nvPr>
        </p:nvSpPr>
        <p:spPr>
          <a:xfrm>
            <a:off x="6229333" y="4191007"/>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7" name="Picture Placeholder 9">
            <a:extLst>
              <a:ext uri="{FF2B5EF4-FFF2-40B4-BE49-F238E27FC236}">
                <a16:creationId xmlns:a16="http://schemas.microsoft.com/office/drawing/2014/main" id="{CC8DDA27-CE84-DC52-6023-A2C4DE0F940F}"/>
              </a:ext>
            </a:extLst>
          </p:cNvPr>
          <p:cNvSpPr>
            <a:spLocks noGrp="1"/>
          </p:cNvSpPr>
          <p:nvPr>
            <p:ph type="pic" sz="quarter" idx="48"/>
          </p:nvPr>
        </p:nvSpPr>
        <p:spPr>
          <a:xfrm>
            <a:off x="8212575" y="4191007"/>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8" name="Picture Placeholder 9">
            <a:extLst>
              <a:ext uri="{FF2B5EF4-FFF2-40B4-BE49-F238E27FC236}">
                <a16:creationId xmlns:a16="http://schemas.microsoft.com/office/drawing/2014/main" id="{6718BFA9-E1B3-D6BB-7487-C006F510A57B}"/>
              </a:ext>
            </a:extLst>
          </p:cNvPr>
          <p:cNvSpPr>
            <a:spLocks noGrp="1"/>
          </p:cNvSpPr>
          <p:nvPr>
            <p:ph type="pic" sz="quarter" idx="49"/>
          </p:nvPr>
        </p:nvSpPr>
        <p:spPr>
          <a:xfrm>
            <a:off x="10195030" y="4191007"/>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9" name="Text Placeholder 14">
            <a:extLst>
              <a:ext uri="{FF2B5EF4-FFF2-40B4-BE49-F238E27FC236}">
                <a16:creationId xmlns:a16="http://schemas.microsoft.com/office/drawing/2014/main" id="{3CADC0AD-CA08-AEA2-21C6-E3AC795358D0}"/>
              </a:ext>
            </a:extLst>
          </p:cNvPr>
          <p:cNvSpPr>
            <a:spLocks noGrp="1"/>
          </p:cNvSpPr>
          <p:nvPr>
            <p:ph type="body" sz="quarter" idx="50" hasCustomPrompt="1"/>
          </p:nvPr>
        </p:nvSpPr>
        <p:spPr>
          <a:xfrm>
            <a:off x="262766" y="5999953"/>
            <a:ext cx="1720625"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50" name="Text Placeholder 14">
            <a:extLst>
              <a:ext uri="{FF2B5EF4-FFF2-40B4-BE49-F238E27FC236}">
                <a16:creationId xmlns:a16="http://schemas.microsoft.com/office/drawing/2014/main" id="{5DBFB30C-D9E0-5B84-1D3C-59BFA31CBE86}"/>
              </a:ext>
            </a:extLst>
          </p:cNvPr>
          <p:cNvSpPr>
            <a:spLocks noGrp="1"/>
          </p:cNvSpPr>
          <p:nvPr>
            <p:ph type="body" sz="quarter" idx="51" hasCustomPrompt="1"/>
          </p:nvPr>
        </p:nvSpPr>
        <p:spPr>
          <a:xfrm>
            <a:off x="2254115" y="5999953"/>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51" name="Text Placeholder 14">
            <a:extLst>
              <a:ext uri="{FF2B5EF4-FFF2-40B4-BE49-F238E27FC236}">
                <a16:creationId xmlns:a16="http://schemas.microsoft.com/office/drawing/2014/main" id="{5467940A-A0E4-39FE-276D-52982FC5B1D2}"/>
              </a:ext>
            </a:extLst>
          </p:cNvPr>
          <p:cNvSpPr>
            <a:spLocks noGrp="1"/>
          </p:cNvSpPr>
          <p:nvPr>
            <p:ph type="body" sz="quarter" idx="52" hasCustomPrompt="1"/>
          </p:nvPr>
        </p:nvSpPr>
        <p:spPr>
          <a:xfrm>
            <a:off x="4245455" y="5999953"/>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52" name="Text Placeholder 14">
            <a:extLst>
              <a:ext uri="{FF2B5EF4-FFF2-40B4-BE49-F238E27FC236}">
                <a16:creationId xmlns:a16="http://schemas.microsoft.com/office/drawing/2014/main" id="{1F97773C-D0B7-F881-B1A5-D8AEDF553E61}"/>
              </a:ext>
            </a:extLst>
          </p:cNvPr>
          <p:cNvSpPr>
            <a:spLocks noGrp="1"/>
          </p:cNvSpPr>
          <p:nvPr>
            <p:ph type="body" sz="quarter" idx="53" hasCustomPrompt="1"/>
          </p:nvPr>
        </p:nvSpPr>
        <p:spPr>
          <a:xfrm>
            <a:off x="6236796" y="5999953"/>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53" name="Text Placeholder 14">
            <a:extLst>
              <a:ext uri="{FF2B5EF4-FFF2-40B4-BE49-F238E27FC236}">
                <a16:creationId xmlns:a16="http://schemas.microsoft.com/office/drawing/2014/main" id="{2ECF84FA-0E79-D13F-83BD-198A87BF689C}"/>
              </a:ext>
            </a:extLst>
          </p:cNvPr>
          <p:cNvSpPr>
            <a:spLocks noGrp="1"/>
          </p:cNvSpPr>
          <p:nvPr>
            <p:ph type="body" sz="quarter" idx="54" hasCustomPrompt="1"/>
          </p:nvPr>
        </p:nvSpPr>
        <p:spPr>
          <a:xfrm>
            <a:off x="8228136" y="5999953"/>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54" name="Text Placeholder 14">
            <a:extLst>
              <a:ext uri="{FF2B5EF4-FFF2-40B4-BE49-F238E27FC236}">
                <a16:creationId xmlns:a16="http://schemas.microsoft.com/office/drawing/2014/main" id="{F69D5152-F0FC-DBAB-A69E-3CF712D6BBC1}"/>
              </a:ext>
            </a:extLst>
          </p:cNvPr>
          <p:cNvSpPr>
            <a:spLocks noGrp="1"/>
          </p:cNvSpPr>
          <p:nvPr>
            <p:ph type="body" sz="quarter" idx="55" hasCustomPrompt="1"/>
          </p:nvPr>
        </p:nvSpPr>
        <p:spPr>
          <a:xfrm>
            <a:off x="10219476" y="5999953"/>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solidFill>
                <a:schemeClr val="bg1"/>
              </a:solidFill>
            </a:endParaRPr>
          </a:p>
        </p:txBody>
      </p:sp>
      <p:cxnSp>
        <p:nvCxnSpPr>
          <p:cNvPr id="7" name="Straight Connector 6">
            <a:extLst>
              <a:ext uri="{FF2B5EF4-FFF2-40B4-BE49-F238E27FC236}">
                <a16:creationId xmlns:a16="http://schemas.microsoft.com/office/drawing/2014/main" id="{2EDBF4C0-48BD-0AA4-AC08-3488348A30AF}"/>
              </a:ext>
            </a:extLst>
          </p:cNvPr>
          <p:cNvCxnSpPr>
            <a:cxnSpLocks/>
          </p:cNvCxnSpPr>
          <p:nvPr/>
        </p:nvCxnSpPr>
        <p:spPr>
          <a:xfrm>
            <a:off x="257536" y="1504769"/>
            <a:ext cx="11663264"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9" name="Picture Placeholder 9">
            <a:extLst>
              <a:ext uri="{FF2B5EF4-FFF2-40B4-BE49-F238E27FC236}">
                <a16:creationId xmlns:a16="http://schemas.microsoft.com/office/drawing/2014/main" id="{BC498253-E19A-9981-7491-0B0200501465}"/>
              </a:ext>
            </a:extLst>
          </p:cNvPr>
          <p:cNvSpPr>
            <a:spLocks noGrp="1"/>
          </p:cNvSpPr>
          <p:nvPr>
            <p:ph type="pic" sz="quarter" idx="13"/>
          </p:nvPr>
        </p:nvSpPr>
        <p:spPr>
          <a:xfrm>
            <a:off x="262617" y="1735906"/>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2" name="Picture Placeholder 9">
            <a:extLst>
              <a:ext uri="{FF2B5EF4-FFF2-40B4-BE49-F238E27FC236}">
                <a16:creationId xmlns:a16="http://schemas.microsoft.com/office/drawing/2014/main" id="{9C4EF51A-A56C-324C-7B1A-B7579A5A371E}"/>
              </a:ext>
            </a:extLst>
          </p:cNvPr>
          <p:cNvSpPr>
            <a:spLocks noGrp="1"/>
          </p:cNvSpPr>
          <p:nvPr>
            <p:ph type="pic" sz="quarter" idx="14"/>
          </p:nvPr>
        </p:nvSpPr>
        <p:spPr>
          <a:xfrm>
            <a:off x="2253957" y="1735906"/>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4" name="Picture Placeholder 9">
            <a:extLst>
              <a:ext uri="{FF2B5EF4-FFF2-40B4-BE49-F238E27FC236}">
                <a16:creationId xmlns:a16="http://schemas.microsoft.com/office/drawing/2014/main" id="{4F721F11-D41A-997F-55D6-70373D59D181}"/>
              </a:ext>
            </a:extLst>
          </p:cNvPr>
          <p:cNvSpPr>
            <a:spLocks noGrp="1"/>
          </p:cNvSpPr>
          <p:nvPr>
            <p:ph type="pic" sz="quarter" idx="15"/>
          </p:nvPr>
        </p:nvSpPr>
        <p:spPr>
          <a:xfrm>
            <a:off x="4237993" y="1735906"/>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6" name="Picture Placeholder 9">
            <a:extLst>
              <a:ext uri="{FF2B5EF4-FFF2-40B4-BE49-F238E27FC236}">
                <a16:creationId xmlns:a16="http://schemas.microsoft.com/office/drawing/2014/main" id="{4B87836F-5514-410A-006A-3F8EF5C8A2A0}"/>
              </a:ext>
            </a:extLst>
          </p:cNvPr>
          <p:cNvSpPr>
            <a:spLocks noGrp="1"/>
          </p:cNvSpPr>
          <p:nvPr>
            <p:ph type="pic" sz="quarter" idx="16"/>
          </p:nvPr>
        </p:nvSpPr>
        <p:spPr>
          <a:xfrm>
            <a:off x="6229333" y="1735906"/>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8" name="Picture Placeholder 9">
            <a:extLst>
              <a:ext uri="{FF2B5EF4-FFF2-40B4-BE49-F238E27FC236}">
                <a16:creationId xmlns:a16="http://schemas.microsoft.com/office/drawing/2014/main" id="{107E7A96-FD00-0FC7-A726-81E9C011D1EB}"/>
              </a:ext>
            </a:extLst>
          </p:cNvPr>
          <p:cNvSpPr>
            <a:spLocks noGrp="1"/>
          </p:cNvSpPr>
          <p:nvPr>
            <p:ph type="pic" sz="quarter" idx="17"/>
          </p:nvPr>
        </p:nvSpPr>
        <p:spPr>
          <a:xfrm>
            <a:off x="8212575" y="1735906"/>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0" name="Picture Placeholder 9">
            <a:extLst>
              <a:ext uri="{FF2B5EF4-FFF2-40B4-BE49-F238E27FC236}">
                <a16:creationId xmlns:a16="http://schemas.microsoft.com/office/drawing/2014/main" id="{B62A229C-FE8E-6E1A-4CCD-6B54E572722A}"/>
              </a:ext>
            </a:extLst>
          </p:cNvPr>
          <p:cNvSpPr>
            <a:spLocks noGrp="1"/>
          </p:cNvSpPr>
          <p:nvPr>
            <p:ph type="pic" sz="quarter" idx="18"/>
          </p:nvPr>
        </p:nvSpPr>
        <p:spPr>
          <a:xfrm>
            <a:off x="10195030" y="1735906"/>
            <a:ext cx="1724675" cy="172467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cxnSp>
        <p:nvCxnSpPr>
          <p:cNvPr id="11" name="Straight Connector 10">
            <a:extLst>
              <a:ext uri="{FF2B5EF4-FFF2-40B4-BE49-F238E27FC236}">
                <a16:creationId xmlns:a16="http://schemas.microsoft.com/office/drawing/2014/main" id="{CF4B7B71-D5EB-3F43-CF27-6D94A6701913}"/>
              </a:ext>
            </a:extLst>
          </p:cNvPr>
          <p:cNvCxnSpPr>
            <a:cxnSpLocks/>
          </p:cNvCxnSpPr>
          <p:nvPr userDrawn="1"/>
        </p:nvCxnSpPr>
        <p:spPr>
          <a:xfrm>
            <a:off x="257536" y="1504769"/>
            <a:ext cx="11663264"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17" name="Text Placeholder 14">
            <a:extLst>
              <a:ext uri="{FF2B5EF4-FFF2-40B4-BE49-F238E27FC236}">
                <a16:creationId xmlns:a16="http://schemas.microsoft.com/office/drawing/2014/main" id="{C457086F-2E26-D088-74D3-090BC12E603C}"/>
              </a:ext>
            </a:extLst>
          </p:cNvPr>
          <p:cNvSpPr>
            <a:spLocks noGrp="1"/>
          </p:cNvSpPr>
          <p:nvPr>
            <p:ph type="body" sz="quarter" idx="38" hasCustomPrompt="1"/>
          </p:nvPr>
        </p:nvSpPr>
        <p:spPr>
          <a:xfrm>
            <a:off x="262766" y="3544851"/>
            <a:ext cx="1720625"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19" name="Text Placeholder 14">
            <a:extLst>
              <a:ext uri="{FF2B5EF4-FFF2-40B4-BE49-F238E27FC236}">
                <a16:creationId xmlns:a16="http://schemas.microsoft.com/office/drawing/2014/main" id="{CC193CEC-8281-A77D-4837-045AC6253245}"/>
              </a:ext>
            </a:extLst>
          </p:cNvPr>
          <p:cNvSpPr>
            <a:spLocks noGrp="1"/>
          </p:cNvSpPr>
          <p:nvPr>
            <p:ph type="body" sz="quarter" idx="39" hasCustomPrompt="1"/>
          </p:nvPr>
        </p:nvSpPr>
        <p:spPr>
          <a:xfrm>
            <a:off x="2254115" y="3544851"/>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21" name="Text Placeholder 14">
            <a:extLst>
              <a:ext uri="{FF2B5EF4-FFF2-40B4-BE49-F238E27FC236}">
                <a16:creationId xmlns:a16="http://schemas.microsoft.com/office/drawing/2014/main" id="{FF6F26F2-0478-EACF-FD9A-457F531B24CF}"/>
              </a:ext>
            </a:extLst>
          </p:cNvPr>
          <p:cNvSpPr>
            <a:spLocks noGrp="1"/>
          </p:cNvSpPr>
          <p:nvPr>
            <p:ph type="body" sz="quarter" idx="40" hasCustomPrompt="1"/>
          </p:nvPr>
        </p:nvSpPr>
        <p:spPr>
          <a:xfrm>
            <a:off x="4245455" y="3544851"/>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40" name="Text Placeholder 14">
            <a:extLst>
              <a:ext uri="{FF2B5EF4-FFF2-40B4-BE49-F238E27FC236}">
                <a16:creationId xmlns:a16="http://schemas.microsoft.com/office/drawing/2014/main" id="{F8043EB6-CD12-E6E8-6CD5-59F8E958283E}"/>
              </a:ext>
            </a:extLst>
          </p:cNvPr>
          <p:cNvSpPr>
            <a:spLocks noGrp="1"/>
          </p:cNvSpPr>
          <p:nvPr>
            <p:ph type="body" sz="quarter" idx="41" hasCustomPrompt="1"/>
          </p:nvPr>
        </p:nvSpPr>
        <p:spPr>
          <a:xfrm>
            <a:off x="6236796" y="3544851"/>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41" name="Text Placeholder 14">
            <a:extLst>
              <a:ext uri="{FF2B5EF4-FFF2-40B4-BE49-F238E27FC236}">
                <a16:creationId xmlns:a16="http://schemas.microsoft.com/office/drawing/2014/main" id="{FE48E665-7BAD-2DF6-E021-51FDE8C4483A}"/>
              </a:ext>
            </a:extLst>
          </p:cNvPr>
          <p:cNvSpPr>
            <a:spLocks noGrp="1"/>
          </p:cNvSpPr>
          <p:nvPr>
            <p:ph type="body" sz="quarter" idx="42" hasCustomPrompt="1"/>
          </p:nvPr>
        </p:nvSpPr>
        <p:spPr>
          <a:xfrm>
            <a:off x="8228136" y="3544851"/>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42" name="Text Placeholder 14">
            <a:extLst>
              <a:ext uri="{FF2B5EF4-FFF2-40B4-BE49-F238E27FC236}">
                <a16:creationId xmlns:a16="http://schemas.microsoft.com/office/drawing/2014/main" id="{A89B74F3-7F23-BD89-88BB-A14E3E67AD5C}"/>
              </a:ext>
            </a:extLst>
          </p:cNvPr>
          <p:cNvSpPr>
            <a:spLocks noGrp="1"/>
          </p:cNvSpPr>
          <p:nvPr>
            <p:ph type="body" sz="quarter" idx="43" hasCustomPrompt="1"/>
          </p:nvPr>
        </p:nvSpPr>
        <p:spPr>
          <a:xfrm>
            <a:off x="10219476" y="3544851"/>
            <a:ext cx="1724516" cy="401649"/>
          </a:xfrm>
        </p:spPr>
        <p:txBody>
          <a:bodyPr wrap="square">
            <a:spAutoFit/>
          </a:bodyPr>
          <a:lstStyle>
            <a:lvl1pPr marL="0" indent="0">
              <a:buNone/>
              <a:defRPr sz="1200">
                <a:solidFill>
                  <a:schemeClr val="bg1"/>
                </a:solidFill>
                <a:latin typeface="+mj-lt"/>
              </a:defRPr>
            </a:lvl1pPr>
          </a:lstStyle>
          <a:p>
            <a:pPr lvl="0"/>
            <a:r>
              <a:rPr lang="en-US"/>
              <a:t>Subhead wrapping over two lines</a:t>
            </a:r>
          </a:p>
        </p:txBody>
      </p:sp>
      <p:sp>
        <p:nvSpPr>
          <p:cNvPr id="5" name="Slide Number Placeholder 5">
            <a:extLst>
              <a:ext uri="{FF2B5EF4-FFF2-40B4-BE49-F238E27FC236}">
                <a16:creationId xmlns:a16="http://schemas.microsoft.com/office/drawing/2014/main" id="{ADCD2EAC-2BCE-DE73-057C-0294CC80D191}"/>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6" name="Text Placeholder 14">
            <a:extLst>
              <a:ext uri="{FF2B5EF4-FFF2-40B4-BE49-F238E27FC236}">
                <a16:creationId xmlns:a16="http://schemas.microsoft.com/office/drawing/2014/main" id="{2243729C-6E16-9E60-E08C-C61016CE3201}"/>
              </a:ext>
            </a:extLst>
          </p:cNvPr>
          <p:cNvSpPr>
            <a:spLocks noGrp="1"/>
          </p:cNvSpPr>
          <p:nvPr>
            <p:ph type="body" sz="quarter" idx="29" hasCustomPrompt="1"/>
          </p:nvPr>
        </p:nvSpPr>
        <p:spPr>
          <a:xfrm>
            <a:off x="4241248" y="731667"/>
            <a:ext cx="4702357" cy="605935"/>
          </a:xfrm>
        </p:spPr>
        <p:txBody>
          <a:bodyPr wrap="square">
            <a:spAutoFit/>
          </a:bodyPr>
          <a:lstStyle>
            <a:lvl1pPr marL="182843" indent="-182843">
              <a:defRPr sz="900">
                <a:solidFill>
                  <a:schemeClr val="bg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p>
        </p:txBody>
      </p:sp>
      <p:sp>
        <p:nvSpPr>
          <p:cNvPr id="8" name="Title 17">
            <a:extLst>
              <a:ext uri="{FF2B5EF4-FFF2-40B4-BE49-F238E27FC236}">
                <a16:creationId xmlns:a16="http://schemas.microsoft.com/office/drawing/2014/main" id="{F6993D45-8C38-E943-4D5B-0213C84D9018}"/>
              </a:ext>
            </a:extLst>
          </p:cNvPr>
          <p:cNvSpPr>
            <a:spLocks noGrp="1"/>
          </p:cNvSpPr>
          <p:nvPr>
            <p:ph type="title" hasCustomPrompt="1"/>
          </p:nvPr>
        </p:nvSpPr>
        <p:spPr>
          <a:xfrm>
            <a:off x="262766" y="731667"/>
            <a:ext cx="3715550" cy="284694"/>
          </a:xfrm>
        </p:spPr>
        <p:txBody>
          <a:bodyPr anchor="t"/>
          <a:lstStyle>
            <a:lvl1pPr>
              <a:lnSpc>
                <a:spcPct val="90000"/>
              </a:lnSpc>
              <a:defRPr sz="2000" spc="0">
                <a:solidFill>
                  <a:schemeClr val="bg1"/>
                </a:solidFill>
              </a:defRPr>
            </a:lvl1pPr>
          </a:lstStyle>
          <a:p>
            <a:r>
              <a:rPr lang="en-US"/>
              <a:t>Header</a:t>
            </a:r>
          </a:p>
        </p:txBody>
      </p:sp>
    </p:spTree>
    <p:extLst>
      <p:ext uri="{BB962C8B-B14F-4D97-AF65-F5344CB8AC3E}">
        <p14:creationId xmlns:p14="http://schemas.microsoft.com/office/powerpoint/2010/main" val="46162920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Interior Collage 1.1 (Dark)">
    <p:bg>
      <p:bgPr>
        <a:solidFill>
          <a:schemeClr val="tx1"/>
        </a:solidFill>
        <a:effectLst/>
      </p:bgPr>
    </p:bg>
    <p:spTree>
      <p:nvGrpSpPr>
        <p:cNvPr id="1" name=""/>
        <p:cNvGrpSpPr/>
        <p:nvPr/>
      </p:nvGrpSpPr>
      <p:grpSpPr>
        <a:xfrm>
          <a:off x="0" y="0"/>
          <a:ext cx="0" cy="0"/>
          <a:chOff x="0" y="0"/>
          <a:chExt cx="0" cy="0"/>
        </a:xfrm>
      </p:grpSpPr>
      <p:sp>
        <p:nvSpPr>
          <p:cNvPr id="31" name="Picture Placeholder 9">
            <a:extLst>
              <a:ext uri="{FF2B5EF4-FFF2-40B4-BE49-F238E27FC236}">
                <a16:creationId xmlns:a16="http://schemas.microsoft.com/office/drawing/2014/main" id="{414F3A46-6C79-B4B1-C65B-3636B6B3DB33}"/>
              </a:ext>
            </a:extLst>
          </p:cNvPr>
          <p:cNvSpPr>
            <a:spLocks noGrp="1"/>
          </p:cNvSpPr>
          <p:nvPr>
            <p:ph type="pic" sz="quarter" idx="37"/>
          </p:nvPr>
        </p:nvSpPr>
        <p:spPr>
          <a:xfrm>
            <a:off x="262766"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3" name="Picture Placeholder 9">
            <a:extLst>
              <a:ext uri="{FF2B5EF4-FFF2-40B4-BE49-F238E27FC236}">
                <a16:creationId xmlns:a16="http://schemas.microsoft.com/office/drawing/2014/main" id="{6DA91201-807B-7F7B-A15C-3933A50E4033}"/>
              </a:ext>
            </a:extLst>
          </p:cNvPr>
          <p:cNvSpPr>
            <a:spLocks noGrp="1"/>
          </p:cNvSpPr>
          <p:nvPr>
            <p:ph type="pic" sz="quarter" idx="43"/>
          </p:nvPr>
        </p:nvSpPr>
        <p:spPr>
          <a:xfrm>
            <a:off x="262766"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4" name="Picture Placeholder 9">
            <a:extLst>
              <a:ext uri="{FF2B5EF4-FFF2-40B4-BE49-F238E27FC236}">
                <a16:creationId xmlns:a16="http://schemas.microsoft.com/office/drawing/2014/main" id="{A36546E3-93E3-A778-B668-BAEE9A09CA76}"/>
              </a:ext>
            </a:extLst>
          </p:cNvPr>
          <p:cNvSpPr>
            <a:spLocks noGrp="1"/>
          </p:cNvSpPr>
          <p:nvPr>
            <p:ph type="pic" sz="quarter" idx="44"/>
          </p:nvPr>
        </p:nvSpPr>
        <p:spPr>
          <a:xfrm>
            <a:off x="2304955"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8D7F82AF-A25F-3281-B2A8-165DB08771DB}"/>
              </a:ext>
            </a:extLst>
          </p:cNvPr>
          <p:cNvSpPr>
            <a:spLocks noGrp="1"/>
          </p:cNvSpPr>
          <p:nvPr>
            <p:ph type="pic" sz="quarter" idx="45"/>
          </p:nvPr>
        </p:nvSpPr>
        <p:spPr>
          <a:xfrm>
            <a:off x="4348801"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6" name="Picture Placeholder 9">
            <a:extLst>
              <a:ext uri="{FF2B5EF4-FFF2-40B4-BE49-F238E27FC236}">
                <a16:creationId xmlns:a16="http://schemas.microsoft.com/office/drawing/2014/main" id="{77846D10-B19A-7A06-CE1C-B4259CEDB20F}"/>
              </a:ext>
            </a:extLst>
          </p:cNvPr>
          <p:cNvSpPr>
            <a:spLocks noGrp="1"/>
          </p:cNvSpPr>
          <p:nvPr>
            <p:ph type="pic" sz="quarter" idx="46"/>
          </p:nvPr>
        </p:nvSpPr>
        <p:spPr>
          <a:xfrm>
            <a:off x="6392646"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7" name="Picture Placeholder 9">
            <a:extLst>
              <a:ext uri="{FF2B5EF4-FFF2-40B4-BE49-F238E27FC236}">
                <a16:creationId xmlns:a16="http://schemas.microsoft.com/office/drawing/2014/main" id="{1F0CB571-2CC5-3A2F-2978-74174DAA45FF}"/>
              </a:ext>
            </a:extLst>
          </p:cNvPr>
          <p:cNvSpPr>
            <a:spLocks noGrp="1"/>
          </p:cNvSpPr>
          <p:nvPr>
            <p:ph type="pic" sz="quarter" idx="47"/>
          </p:nvPr>
        </p:nvSpPr>
        <p:spPr>
          <a:xfrm>
            <a:off x="8436492"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8" name="Picture Placeholder 9">
            <a:extLst>
              <a:ext uri="{FF2B5EF4-FFF2-40B4-BE49-F238E27FC236}">
                <a16:creationId xmlns:a16="http://schemas.microsoft.com/office/drawing/2014/main" id="{E3EB4462-D286-A817-693C-92AEE36F0EED}"/>
              </a:ext>
            </a:extLst>
          </p:cNvPr>
          <p:cNvSpPr>
            <a:spLocks noGrp="1"/>
          </p:cNvSpPr>
          <p:nvPr>
            <p:ph type="pic" sz="quarter" idx="48"/>
          </p:nvPr>
        </p:nvSpPr>
        <p:spPr>
          <a:xfrm>
            <a:off x="10480337"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C5EE55A4-37A2-B4D8-C3AC-37CB40FA2765}"/>
              </a:ext>
            </a:extLst>
          </p:cNvPr>
          <p:cNvSpPr>
            <a:spLocks noGrp="1"/>
          </p:cNvSpPr>
          <p:nvPr>
            <p:ph type="pic" sz="quarter" idx="31"/>
          </p:nvPr>
        </p:nvSpPr>
        <p:spPr>
          <a:xfrm>
            <a:off x="262766"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26" name="Picture Placeholder 9">
            <a:extLst>
              <a:ext uri="{FF2B5EF4-FFF2-40B4-BE49-F238E27FC236}">
                <a16:creationId xmlns:a16="http://schemas.microsoft.com/office/drawing/2014/main" id="{1D15C063-808E-85A7-50C7-6E5B2FCD5AD6}"/>
              </a:ext>
            </a:extLst>
          </p:cNvPr>
          <p:cNvSpPr>
            <a:spLocks noGrp="1"/>
          </p:cNvSpPr>
          <p:nvPr>
            <p:ph type="pic" sz="quarter" idx="32"/>
          </p:nvPr>
        </p:nvSpPr>
        <p:spPr>
          <a:xfrm>
            <a:off x="2304955"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4B90FC3E-7F7E-90C9-3727-7F837C6F3BB5}"/>
              </a:ext>
            </a:extLst>
          </p:cNvPr>
          <p:cNvSpPr>
            <a:spLocks noGrp="1"/>
          </p:cNvSpPr>
          <p:nvPr>
            <p:ph type="pic" sz="quarter" idx="33"/>
          </p:nvPr>
        </p:nvSpPr>
        <p:spPr>
          <a:xfrm>
            <a:off x="4348801"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D7347812-B755-7A67-CEF3-9A783EC2714D}"/>
              </a:ext>
            </a:extLst>
          </p:cNvPr>
          <p:cNvSpPr>
            <a:spLocks noGrp="1"/>
          </p:cNvSpPr>
          <p:nvPr>
            <p:ph type="pic" sz="quarter" idx="34"/>
          </p:nvPr>
        </p:nvSpPr>
        <p:spPr>
          <a:xfrm>
            <a:off x="6392646"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DA31DF15-3CFD-8ECB-E60B-6F0BEE5C00DD}"/>
              </a:ext>
            </a:extLst>
          </p:cNvPr>
          <p:cNvSpPr>
            <a:spLocks noGrp="1"/>
          </p:cNvSpPr>
          <p:nvPr>
            <p:ph type="pic" sz="quarter" idx="35"/>
          </p:nvPr>
        </p:nvSpPr>
        <p:spPr>
          <a:xfrm>
            <a:off x="8436492"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0" name="Picture Placeholder 9">
            <a:extLst>
              <a:ext uri="{FF2B5EF4-FFF2-40B4-BE49-F238E27FC236}">
                <a16:creationId xmlns:a16="http://schemas.microsoft.com/office/drawing/2014/main" id="{8FB89C77-18AB-8B9C-D40D-9F9E06EDDEE5}"/>
              </a:ext>
            </a:extLst>
          </p:cNvPr>
          <p:cNvSpPr>
            <a:spLocks noGrp="1"/>
          </p:cNvSpPr>
          <p:nvPr>
            <p:ph type="pic" sz="quarter" idx="36"/>
          </p:nvPr>
        </p:nvSpPr>
        <p:spPr>
          <a:xfrm>
            <a:off x="10480337"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2" name="Picture Placeholder 9">
            <a:extLst>
              <a:ext uri="{FF2B5EF4-FFF2-40B4-BE49-F238E27FC236}">
                <a16:creationId xmlns:a16="http://schemas.microsoft.com/office/drawing/2014/main" id="{EFDC720D-9A69-3CE1-C1B4-9067527A25FD}"/>
              </a:ext>
            </a:extLst>
          </p:cNvPr>
          <p:cNvSpPr>
            <a:spLocks noGrp="1"/>
          </p:cNvSpPr>
          <p:nvPr>
            <p:ph type="pic" sz="quarter" idx="38"/>
          </p:nvPr>
        </p:nvSpPr>
        <p:spPr>
          <a:xfrm>
            <a:off x="2304955"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3" name="Picture Placeholder 9">
            <a:extLst>
              <a:ext uri="{FF2B5EF4-FFF2-40B4-BE49-F238E27FC236}">
                <a16:creationId xmlns:a16="http://schemas.microsoft.com/office/drawing/2014/main" id="{1A9AE1E9-1CFA-55D3-3DF0-7261488E0699}"/>
              </a:ext>
            </a:extLst>
          </p:cNvPr>
          <p:cNvSpPr>
            <a:spLocks noGrp="1"/>
          </p:cNvSpPr>
          <p:nvPr>
            <p:ph type="pic" sz="quarter" idx="39"/>
          </p:nvPr>
        </p:nvSpPr>
        <p:spPr>
          <a:xfrm>
            <a:off x="4348801"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4" name="Picture Placeholder 9">
            <a:extLst>
              <a:ext uri="{FF2B5EF4-FFF2-40B4-BE49-F238E27FC236}">
                <a16:creationId xmlns:a16="http://schemas.microsoft.com/office/drawing/2014/main" id="{A19B2CC4-547F-49CA-6526-7197F55615CF}"/>
              </a:ext>
            </a:extLst>
          </p:cNvPr>
          <p:cNvSpPr>
            <a:spLocks noGrp="1"/>
          </p:cNvSpPr>
          <p:nvPr>
            <p:ph type="pic" sz="quarter" idx="40"/>
          </p:nvPr>
        </p:nvSpPr>
        <p:spPr>
          <a:xfrm>
            <a:off x="6392646"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5" name="Picture Placeholder 9">
            <a:extLst>
              <a:ext uri="{FF2B5EF4-FFF2-40B4-BE49-F238E27FC236}">
                <a16:creationId xmlns:a16="http://schemas.microsoft.com/office/drawing/2014/main" id="{946D8120-6638-43CD-E142-F46BAB6BB855}"/>
              </a:ext>
            </a:extLst>
          </p:cNvPr>
          <p:cNvSpPr>
            <a:spLocks noGrp="1"/>
          </p:cNvSpPr>
          <p:nvPr>
            <p:ph type="pic" sz="quarter" idx="41"/>
          </p:nvPr>
        </p:nvSpPr>
        <p:spPr>
          <a:xfrm>
            <a:off x="8436492"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6" name="Picture Placeholder 9">
            <a:extLst>
              <a:ext uri="{FF2B5EF4-FFF2-40B4-BE49-F238E27FC236}">
                <a16:creationId xmlns:a16="http://schemas.microsoft.com/office/drawing/2014/main" id="{890A2031-10BD-625A-86DD-1D0CC2E40A54}"/>
              </a:ext>
            </a:extLst>
          </p:cNvPr>
          <p:cNvSpPr>
            <a:spLocks noGrp="1"/>
          </p:cNvSpPr>
          <p:nvPr>
            <p:ph type="pic" sz="quarter" idx="42"/>
          </p:nvPr>
        </p:nvSpPr>
        <p:spPr>
          <a:xfrm>
            <a:off x="10480337"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5" name="Slide Number Placeholder 5">
            <a:extLst>
              <a:ext uri="{FF2B5EF4-FFF2-40B4-BE49-F238E27FC236}">
                <a16:creationId xmlns:a16="http://schemas.microsoft.com/office/drawing/2014/main" id="{1AE628A5-ED58-A3B0-1085-968A9E997CF5}"/>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88198351"/>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Interior Collage 1.2 (Dark)">
    <p:bg>
      <p:bgPr>
        <a:solidFill>
          <a:schemeClr val="tx1"/>
        </a:solidFill>
        <a:effectLst/>
      </p:bgPr>
    </p:bg>
    <p:spTree>
      <p:nvGrpSpPr>
        <p:cNvPr id="1" name=""/>
        <p:cNvGrpSpPr/>
        <p:nvPr/>
      </p:nvGrpSpPr>
      <p:grpSpPr>
        <a:xfrm>
          <a:off x="0" y="0"/>
          <a:ext cx="0" cy="0"/>
          <a:chOff x="0" y="0"/>
          <a:chExt cx="0" cy="0"/>
        </a:xfrm>
      </p:grpSpPr>
      <p:sp>
        <p:nvSpPr>
          <p:cNvPr id="24" name="Picture Placeholder 9">
            <a:extLst>
              <a:ext uri="{FF2B5EF4-FFF2-40B4-BE49-F238E27FC236}">
                <a16:creationId xmlns:a16="http://schemas.microsoft.com/office/drawing/2014/main" id="{02BA032F-0C7E-6C39-16BE-83DF2C624861}"/>
              </a:ext>
            </a:extLst>
          </p:cNvPr>
          <p:cNvSpPr>
            <a:spLocks noGrp="1"/>
          </p:cNvSpPr>
          <p:nvPr>
            <p:ph type="pic" sz="quarter" idx="37"/>
          </p:nvPr>
        </p:nvSpPr>
        <p:spPr>
          <a:xfrm>
            <a:off x="262766"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E41772E7-5B40-90F2-E589-5CDE69BC1D6F}"/>
              </a:ext>
            </a:extLst>
          </p:cNvPr>
          <p:cNvSpPr>
            <a:spLocks noGrp="1"/>
          </p:cNvSpPr>
          <p:nvPr>
            <p:ph type="pic" sz="quarter" idx="43"/>
          </p:nvPr>
        </p:nvSpPr>
        <p:spPr>
          <a:xfrm>
            <a:off x="262766"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6" name="Picture Placeholder 9">
            <a:extLst>
              <a:ext uri="{FF2B5EF4-FFF2-40B4-BE49-F238E27FC236}">
                <a16:creationId xmlns:a16="http://schemas.microsoft.com/office/drawing/2014/main" id="{0C6F8664-9FED-BFA0-E912-512D1791091C}"/>
              </a:ext>
            </a:extLst>
          </p:cNvPr>
          <p:cNvSpPr>
            <a:spLocks noGrp="1"/>
          </p:cNvSpPr>
          <p:nvPr>
            <p:ph type="pic" sz="quarter" idx="44"/>
          </p:nvPr>
        </p:nvSpPr>
        <p:spPr>
          <a:xfrm>
            <a:off x="2304955"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9BAFF3A1-B2AB-57EF-7216-B3AC7AB62A95}"/>
              </a:ext>
            </a:extLst>
          </p:cNvPr>
          <p:cNvSpPr>
            <a:spLocks noGrp="1"/>
          </p:cNvSpPr>
          <p:nvPr>
            <p:ph type="pic" sz="quarter" idx="45"/>
          </p:nvPr>
        </p:nvSpPr>
        <p:spPr>
          <a:xfrm>
            <a:off x="4348801"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80A79D59-5844-353F-A355-16B6B3A22E86}"/>
              </a:ext>
            </a:extLst>
          </p:cNvPr>
          <p:cNvSpPr>
            <a:spLocks noGrp="1"/>
          </p:cNvSpPr>
          <p:nvPr>
            <p:ph type="pic" sz="quarter" idx="46"/>
          </p:nvPr>
        </p:nvSpPr>
        <p:spPr>
          <a:xfrm>
            <a:off x="6392646"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5273E02F-B306-FEE8-2E2A-998150880A39}"/>
              </a:ext>
            </a:extLst>
          </p:cNvPr>
          <p:cNvSpPr>
            <a:spLocks noGrp="1"/>
          </p:cNvSpPr>
          <p:nvPr>
            <p:ph type="pic" sz="quarter" idx="47"/>
          </p:nvPr>
        </p:nvSpPr>
        <p:spPr>
          <a:xfrm>
            <a:off x="8436492" y="515503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1" name="Picture Placeholder 9">
            <a:extLst>
              <a:ext uri="{FF2B5EF4-FFF2-40B4-BE49-F238E27FC236}">
                <a16:creationId xmlns:a16="http://schemas.microsoft.com/office/drawing/2014/main" id="{48BB3589-59E9-D1C6-A087-4B68C49F65DF}"/>
              </a:ext>
            </a:extLst>
          </p:cNvPr>
          <p:cNvSpPr>
            <a:spLocks noGrp="1"/>
          </p:cNvSpPr>
          <p:nvPr>
            <p:ph type="pic" sz="quarter" idx="31"/>
          </p:nvPr>
        </p:nvSpPr>
        <p:spPr>
          <a:xfrm>
            <a:off x="262766"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2" name="Picture Placeholder 9">
            <a:extLst>
              <a:ext uri="{FF2B5EF4-FFF2-40B4-BE49-F238E27FC236}">
                <a16:creationId xmlns:a16="http://schemas.microsoft.com/office/drawing/2014/main" id="{29BC56FF-C753-705C-7A95-BFCE3BBD276A}"/>
              </a:ext>
            </a:extLst>
          </p:cNvPr>
          <p:cNvSpPr>
            <a:spLocks noGrp="1"/>
          </p:cNvSpPr>
          <p:nvPr>
            <p:ph type="pic" sz="quarter" idx="32"/>
          </p:nvPr>
        </p:nvSpPr>
        <p:spPr>
          <a:xfrm>
            <a:off x="2304955"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3" name="Picture Placeholder 9">
            <a:extLst>
              <a:ext uri="{FF2B5EF4-FFF2-40B4-BE49-F238E27FC236}">
                <a16:creationId xmlns:a16="http://schemas.microsoft.com/office/drawing/2014/main" id="{C90FC4B6-5FA5-16D5-9044-41A00345BAB9}"/>
              </a:ext>
            </a:extLst>
          </p:cNvPr>
          <p:cNvSpPr>
            <a:spLocks noGrp="1"/>
          </p:cNvSpPr>
          <p:nvPr>
            <p:ph type="pic" sz="quarter" idx="33"/>
          </p:nvPr>
        </p:nvSpPr>
        <p:spPr>
          <a:xfrm>
            <a:off x="4348801"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4" name="Picture Placeholder 9">
            <a:extLst>
              <a:ext uri="{FF2B5EF4-FFF2-40B4-BE49-F238E27FC236}">
                <a16:creationId xmlns:a16="http://schemas.microsoft.com/office/drawing/2014/main" id="{59D69C04-CC4C-80F5-C3E4-A747486A9945}"/>
              </a:ext>
            </a:extLst>
          </p:cNvPr>
          <p:cNvSpPr>
            <a:spLocks noGrp="1"/>
          </p:cNvSpPr>
          <p:nvPr>
            <p:ph type="pic" sz="quarter" idx="34"/>
          </p:nvPr>
        </p:nvSpPr>
        <p:spPr>
          <a:xfrm>
            <a:off x="6392646"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6" name="Picture Placeholder 9">
            <a:extLst>
              <a:ext uri="{FF2B5EF4-FFF2-40B4-BE49-F238E27FC236}">
                <a16:creationId xmlns:a16="http://schemas.microsoft.com/office/drawing/2014/main" id="{A68D2872-91B7-8B78-9CB9-9B212EFBC45C}"/>
              </a:ext>
            </a:extLst>
          </p:cNvPr>
          <p:cNvSpPr>
            <a:spLocks noGrp="1"/>
          </p:cNvSpPr>
          <p:nvPr>
            <p:ph type="pic" sz="quarter" idx="36"/>
          </p:nvPr>
        </p:nvSpPr>
        <p:spPr>
          <a:xfrm>
            <a:off x="10480337" y="795516"/>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8" name="Picture Placeholder 9">
            <a:extLst>
              <a:ext uri="{FF2B5EF4-FFF2-40B4-BE49-F238E27FC236}">
                <a16:creationId xmlns:a16="http://schemas.microsoft.com/office/drawing/2014/main" id="{F4B3DD27-7ACF-A93D-09FF-B3E7E3382045}"/>
              </a:ext>
            </a:extLst>
          </p:cNvPr>
          <p:cNvSpPr>
            <a:spLocks noGrp="1"/>
          </p:cNvSpPr>
          <p:nvPr>
            <p:ph type="pic" sz="quarter" idx="39"/>
          </p:nvPr>
        </p:nvSpPr>
        <p:spPr>
          <a:xfrm>
            <a:off x="4348801"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9" name="Picture Placeholder 9">
            <a:extLst>
              <a:ext uri="{FF2B5EF4-FFF2-40B4-BE49-F238E27FC236}">
                <a16:creationId xmlns:a16="http://schemas.microsoft.com/office/drawing/2014/main" id="{170F12CB-0EC7-7879-C67C-7797326E64BB}"/>
              </a:ext>
            </a:extLst>
          </p:cNvPr>
          <p:cNvSpPr>
            <a:spLocks noGrp="1"/>
          </p:cNvSpPr>
          <p:nvPr>
            <p:ph type="pic" sz="quarter" idx="40"/>
          </p:nvPr>
        </p:nvSpPr>
        <p:spPr>
          <a:xfrm>
            <a:off x="6392646"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0" name="Picture Placeholder 9">
            <a:extLst>
              <a:ext uri="{FF2B5EF4-FFF2-40B4-BE49-F238E27FC236}">
                <a16:creationId xmlns:a16="http://schemas.microsoft.com/office/drawing/2014/main" id="{3083E0A1-76D1-5B10-730E-0356936047EC}"/>
              </a:ext>
            </a:extLst>
          </p:cNvPr>
          <p:cNvSpPr>
            <a:spLocks noGrp="1"/>
          </p:cNvSpPr>
          <p:nvPr>
            <p:ph type="pic" sz="quarter" idx="41"/>
          </p:nvPr>
        </p:nvSpPr>
        <p:spPr>
          <a:xfrm>
            <a:off x="8436492"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1" name="Picture Placeholder 9">
            <a:extLst>
              <a:ext uri="{FF2B5EF4-FFF2-40B4-BE49-F238E27FC236}">
                <a16:creationId xmlns:a16="http://schemas.microsoft.com/office/drawing/2014/main" id="{B1EC3D66-E041-A988-F44E-2CDAD6447322}"/>
              </a:ext>
            </a:extLst>
          </p:cNvPr>
          <p:cNvSpPr>
            <a:spLocks noGrp="1"/>
          </p:cNvSpPr>
          <p:nvPr>
            <p:ph type="pic" sz="quarter" idx="42"/>
          </p:nvPr>
        </p:nvSpPr>
        <p:spPr>
          <a:xfrm>
            <a:off x="10480337" y="2975277"/>
            <a:ext cx="1434448" cy="143444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2B4869F0-5EDD-CA2E-9E36-673D0B0B1D49}"/>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50031429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Interior Collage 2.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Picture Placeholder 9">
            <a:extLst>
              <a:ext uri="{FF2B5EF4-FFF2-40B4-BE49-F238E27FC236}">
                <a16:creationId xmlns:a16="http://schemas.microsoft.com/office/drawing/2014/main" id="{79573AD3-1512-A3C1-57D1-76791DA6D33D}"/>
              </a:ext>
            </a:extLst>
          </p:cNvPr>
          <p:cNvSpPr>
            <a:spLocks noGrp="1"/>
          </p:cNvSpPr>
          <p:nvPr>
            <p:ph type="pic" sz="quarter" idx="31"/>
          </p:nvPr>
        </p:nvSpPr>
        <p:spPr>
          <a:xfrm>
            <a:off x="262615" y="4176393"/>
            <a:ext cx="2414907" cy="241490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D1F00655-973F-FD6A-C63E-200233E15892}"/>
              </a:ext>
            </a:extLst>
          </p:cNvPr>
          <p:cNvSpPr>
            <a:spLocks noGrp="1"/>
          </p:cNvSpPr>
          <p:nvPr>
            <p:ph type="pic" sz="quarter" idx="32"/>
          </p:nvPr>
        </p:nvSpPr>
        <p:spPr>
          <a:xfrm>
            <a:off x="2573434" y="3319765"/>
            <a:ext cx="2414907" cy="2414908"/>
          </a:xfrm>
          <a:prstGeom prst="rect">
            <a:avLst/>
          </a:prstGeom>
          <a:solidFill>
            <a:schemeClr val="accent6"/>
          </a:solidFill>
        </p:spPr>
        <p:txBody>
          <a:bodyPr>
            <a:noAutofit/>
          </a:bodyPr>
          <a:lstStyle>
            <a:lvl1pPr>
              <a:defRPr>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26C50B38-7F7A-B489-F499-BA136B985D6D}"/>
              </a:ext>
            </a:extLst>
          </p:cNvPr>
          <p:cNvSpPr>
            <a:spLocks noGrp="1"/>
          </p:cNvSpPr>
          <p:nvPr>
            <p:ph type="pic" sz="quarter" idx="33"/>
          </p:nvPr>
        </p:nvSpPr>
        <p:spPr>
          <a:xfrm>
            <a:off x="4884254" y="2463137"/>
            <a:ext cx="2414907" cy="241490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EB6F76FB-559D-8CE5-A862-E084509CCBB3}"/>
              </a:ext>
            </a:extLst>
          </p:cNvPr>
          <p:cNvSpPr>
            <a:spLocks noGrp="1"/>
          </p:cNvSpPr>
          <p:nvPr>
            <p:ph type="pic" sz="quarter" idx="34"/>
          </p:nvPr>
        </p:nvSpPr>
        <p:spPr>
          <a:xfrm>
            <a:off x="7195073" y="1606509"/>
            <a:ext cx="2414907" cy="2414908"/>
          </a:xfrm>
          <a:prstGeom prst="rect">
            <a:avLst/>
          </a:prstGeom>
          <a:solidFill>
            <a:schemeClr val="accent6"/>
          </a:solidFill>
        </p:spPr>
        <p:txBody>
          <a:bodyPr>
            <a:noAutofit/>
          </a:bodyPr>
          <a:lstStyle>
            <a:lvl1pPr>
              <a:defRPr>
                <a:solidFill>
                  <a:schemeClr val="bg1"/>
                </a:solidFill>
              </a:defRPr>
            </a:lvl1pPr>
          </a:lstStyle>
          <a:p>
            <a:r>
              <a:rPr lang="en-US"/>
              <a:t>Click icon to add picture</a:t>
            </a:r>
          </a:p>
        </p:txBody>
      </p:sp>
      <p:sp>
        <p:nvSpPr>
          <p:cNvPr id="12" name="Picture Placeholder 9">
            <a:extLst>
              <a:ext uri="{FF2B5EF4-FFF2-40B4-BE49-F238E27FC236}">
                <a16:creationId xmlns:a16="http://schemas.microsoft.com/office/drawing/2014/main" id="{FFDA8DAD-9128-FB1B-76AC-5D625583650D}"/>
              </a:ext>
            </a:extLst>
          </p:cNvPr>
          <p:cNvSpPr>
            <a:spLocks noGrp="1"/>
          </p:cNvSpPr>
          <p:nvPr>
            <p:ph type="pic" sz="quarter" idx="35"/>
          </p:nvPr>
        </p:nvSpPr>
        <p:spPr>
          <a:xfrm>
            <a:off x="9505893" y="749881"/>
            <a:ext cx="2414907" cy="2414908"/>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5" name="Slide Number Placeholder 5">
            <a:extLst>
              <a:ext uri="{FF2B5EF4-FFF2-40B4-BE49-F238E27FC236}">
                <a16:creationId xmlns:a16="http://schemas.microsoft.com/office/drawing/2014/main" id="{E4E4CCCA-1E42-6208-BF17-9FAD01223F8F}"/>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87386385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Interior Collage 3.0 (Dark)">
    <p:bg>
      <p:bgPr>
        <a:solidFill>
          <a:schemeClr val="tx1"/>
        </a:solidFill>
        <a:effectLst/>
      </p:bgPr>
    </p:bg>
    <p:spTree>
      <p:nvGrpSpPr>
        <p:cNvPr id="1" name=""/>
        <p:cNvGrpSpPr/>
        <p:nvPr/>
      </p:nvGrpSpPr>
      <p:grpSpPr>
        <a:xfrm>
          <a:off x="0" y="0"/>
          <a:ext cx="0" cy="0"/>
          <a:chOff x="0" y="0"/>
          <a:chExt cx="0" cy="0"/>
        </a:xfrm>
      </p:grpSpPr>
      <p:sp>
        <p:nvSpPr>
          <p:cNvPr id="6" name="Picture Placeholder 9">
            <a:extLst>
              <a:ext uri="{FF2B5EF4-FFF2-40B4-BE49-F238E27FC236}">
                <a16:creationId xmlns:a16="http://schemas.microsoft.com/office/drawing/2014/main" id="{2777E975-2A02-8AC2-F0DC-5FFDF12CE0E3}"/>
              </a:ext>
            </a:extLst>
          </p:cNvPr>
          <p:cNvSpPr>
            <a:spLocks noGrp="1"/>
          </p:cNvSpPr>
          <p:nvPr>
            <p:ph type="pic" sz="quarter" idx="34"/>
          </p:nvPr>
        </p:nvSpPr>
        <p:spPr>
          <a:xfrm>
            <a:off x="0" y="4671753"/>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8" name="Picture Placeholder 9">
            <a:extLst>
              <a:ext uri="{FF2B5EF4-FFF2-40B4-BE49-F238E27FC236}">
                <a16:creationId xmlns:a16="http://schemas.microsoft.com/office/drawing/2014/main" id="{F27E8AB6-FB7D-2037-B1BB-B7D9A36EA221}"/>
              </a:ext>
            </a:extLst>
          </p:cNvPr>
          <p:cNvSpPr>
            <a:spLocks noGrp="1"/>
          </p:cNvSpPr>
          <p:nvPr>
            <p:ph type="pic" sz="quarter" idx="36"/>
          </p:nvPr>
        </p:nvSpPr>
        <p:spPr>
          <a:xfrm>
            <a:off x="4940641"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42D3EB6C-7917-FE14-D867-4E2C338DB7C0}"/>
              </a:ext>
            </a:extLst>
          </p:cNvPr>
          <p:cNvSpPr>
            <a:spLocks noGrp="1"/>
          </p:cNvSpPr>
          <p:nvPr>
            <p:ph type="pic" sz="quarter" idx="37"/>
          </p:nvPr>
        </p:nvSpPr>
        <p:spPr>
          <a:xfrm>
            <a:off x="7420953"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43F11835-9A8C-3DFF-18AF-06E3BB3DE64D}"/>
              </a:ext>
            </a:extLst>
          </p:cNvPr>
          <p:cNvSpPr>
            <a:spLocks noGrp="1"/>
          </p:cNvSpPr>
          <p:nvPr>
            <p:ph type="pic" sz="quarter" idx="38"/>
          </p:nvPr>
        </p:nvSpPr>
        <p:spPr>
          <a:xfrm>
            <a:off x="9890235"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119970CF-7950-BA94-7724-72294457DE44}"/>
              </a:ext>
            </a:extLst>
          </p:cNvPr>
          <p:cNvSpPr>
            <a:spLocks noGrp="1"/>
          </p:cNvSpPr>
          <p:nvPr>
            <p:ph type="pic" sz="quarter" idx="40"/>
          </p:nvPr>
        </p:nvSpPr>
        <p:spPr>
          <a:xfrm>
            <a:off x="4938565" y="2349070"/>
            <a:ext cx="4771047" cy="4511842"/>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7" name="Picture Placeholder 9">
            <a:extLst>
              <a:ext uri="{FF2B5EF4-FFF2-40B4-BE49-F238E27FC236}">
                <a16:creationId xmlns:a16="http://schemas.microsoft.com/office/drawing/2014/main" id="{7BBDBFC9-DDF4-7A08-E46D-8C65F3CEB884}"/>
              </a:ext>
            </a:extLst>
          </p:cNvPr>
          <p:cNvSpPr>
            <a:spLocks noGrp="1"/>
          </p:cNvSpPr>
          <p:nvPr>
            <p:ph type="pic" sz="quarter" idx="43"/>
          </p:nvPr>
        </p:nvSpPr>
        <p:spPr>
          <a:xfrm>
            <a:off x="2482388"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0" name="Picture Placeholder 9">
            <a:extLst>
              <a:ext uri="{FF2B5EF4-FFF2-40B4-BE49-F238E27FC236}">
                <a16:creationId xmlns:a16="http://schemas.microsoft.com/office/drawing/2014/main" id="{ACF8D43F-B4EA-6B28-5207-6C9266C9C7A9}"/>
              </a:ext>
            </a:extLst>
          </p:cNvPr>
          <p:cNvSpPr>
            <a:spLocks noGrp="1"/>
          </p:cNvSpPr>
          <p:nvPr>
            <p:ph type="pic" sz="quarter" idx="46"/>
          </p:nvPr>
        </p:nvSpPr>
        <p:spPr>
          <a:xfrm>
            <a:off x="9896788"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 name="Picture Placeholder 9">
            <a:extLst>
              <a:ext uri="{FF2B5EF4-FFF2-40B4-BE49-F238E27FC236}">
                <a16:creationId xmlns:a16="http://schemas.microsoft.com/office/drawing/2014/main" id="{F00BC903-791B-BC06-2F95-B93161AFF477}"/>
              </a:ext>
            </a:extLst>
          </p:cNvPr>
          <p:cNvSpPr>
            <a:spLocks noGrp="1"/>
          </p:cNvSpPr>
          <p:nvPr>
            <p:ph type="pic" sz="quarter" idx="33"/>
          </p:nvPr>
        </p:nvSpPr>
        <p:spPr>
          <a:xfrm>
            <a:off x="9890235" y="2345458"/>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 name="Picture Placeholder 9">
            <a:extLst>
              <a:ext uri="{FF2B5EF4-FFF2-40B4-BE49-F238E27FC236}">
                <a16:creationId xmlns:a16="http://schemas.microsoft.com/office/drawing/2014/main" id="{21DDF5EF-B066-1C41-3A5D-CB28E5FF0D6F}"/>
              </a:ext>
            </a:extLst>
          </p:cNvPr>
          <p:cNvSpPr>
            <a:spLocks noGrp="1"/>
          </p:cNvSpPr>
          <p:nvPr>
            <p:ph type="pic" sz="quarter" idx="32"/>
          </p:nvPr>
        </p:nvSpPr>
        <p:spPr>
          <a:xfrm>
            <a:off x="0" y="-1"/>
            <a:ext cx="4784153" cy="45324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33593492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Interior Collage 3.1 (Dark)">
    <p:bg>
      <p:bgPr>
        <a:solidFill>
          <a:schemeClr val="tx1"/>
        </a:solidFill>
        <a:effectLst/>
      </p:bgPr>
    </p:bg>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21DDF5EF-B066-1C41-3A5D-CB28E5FF0D6F}"/>
              </a:ext>
            </a:extLst>
          </p:cNvPr>
          <p:cNvSpPr>
            <a:spLocks noGrp="1"/>
          </p:cNvSpPr>
          <p:nvPr>
            <p:ph type="pic" sz="quarter" idx="32"/>
          </p:nvPr>
        </p:nvSpPr>
        <p:spPr>
          <a:xfrm>
            <a:off x="0" y="0"/>
            <a:ext cx="7229301" cy="6858000"/>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 name="Picture Placeholder 9">
            <a:extLst>
              <a:ext uri="{FF2B5EF4-FFF2-40B4-BE49-F238E27FC236}">
                <a16:creationId xmlns:a16="http://schemas.microsoft.com/office/drawing/2014/main" id="{CA5D229B-26B2-DA50-1F81-62BDF2D67E65}"/>
              </a:ext>
            </a:extLst>
          </p:cNvPr>
          <p:cNvSpPr>
            <a:spLocks noGrp="1"/>
          </p:cNvSpPr>
          <p:nvPr>
            <p:ph type="pic" sz="quarter" idx="40"/>
          </p:nvPr>
        </p:nvSpPr>
        <p:spPr>
          <a:xfrm>
            <a:off x="7420953" y="0"/>
            <a:ext cx="4784153" cy="4511842"/>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5" name="Picture Placeholder 9">
            <a:extLst>
              <a:ext uri="{FF2B5EF4-FFF2-40B4-BE49-F238E27FC236}">
                <a16:creationId xmlns:a16="http://schemas.microsoft.com/office/drawing/2014/main" id="{19A94769-DBAD-CB8E-3AD7-BF8E23734232}"/>
              </a:ext>
            </a:extLst>
          </p:cNvPr>
          <p:cNvSpPr>
            <a:spLocks noGrp="1"/>
          </p:cNvSpPr>
          <p:nvPr>
            <p:ph type="pic" sz="quarter" idx="45"/>
          </p:nvPr>
        </p:nvSpPr>
        <p:spPr>
          <a:xfrm>
            <a:off x="7420953"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7" name="Picture Placeholder 9">
            <a:extLst>
              <a:ext uri="{FF2B5EF4-FFF2-40B4-BE49-F238E27FC236}">
                <a16:creationId xmlns:a16="http://schemas.microsoft.com/office/drawing/2014/main" id="{AAEA71A6-6952-49C5-5A16-0772476E3993}"/>
              </a:ext>
            </a:extLst>
          </p:cNvPr>
          <p:cNvSpPr>
            <a:spLocks noGrp="1"/>
          </p:cNvSpPr>
          <p:nvPr>
            <p:ph type="pic" sz="quarter" idx="47"/>
          </p:nvPr>
        </p:nvSpPr>
        <p:spPr>
          <a:xfrm>
            <a:off x="9890235"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294001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Interior Collage 3.2 (Dark)">
    <p:bg>
      <p:bgPr>
        <a:solidFill>
          <a:schemeClr val="tx1"/>
        </a:solidFill>
        <a:effectLst/>
      </p:bgPr>
    </p:bg>
    <p:spTree>
      <p:nvGrpSpPr>
        <p:cNvPr id="1" name=""/>
        <p:cNvGrpSpPr/>
        <p:nvPr/>
      </p:nvGrpSpPr>
      <p:grpSpPr>
        <a:xfrm>
          <a:off x="0" y="0"/>
          <a:ext cx="0" cy="0"/>
          <a:chOff x="0" y="0"/>
          <a:chExt cx="0" cy="0"/>
        </a:xfrm>
      </p:grpSpPr>
      <p:sp>
        <p:nvSpPr>
          <p:cNvPr id="8" name="Picture Placeholder 9">
            <a:extLst>
              <a:ext uri="{FF2B5EF4-FFF2-40B4-BE49-F238E27FC236}">
                <a16:creationId xmlns:a16="http://schemas.microsoft.com/office/drawing/2014/main" id="{F27E8AB6-FB7D-2037-B1BB-B7D9A36EA221}"/>
              </a:ext>
            </a:extLst>
          </p:cNvPr>
          <p:cNvSpPr>
            <a:spLocks noGrp="1"/>
          </p:cNvSpPr>
          <p:nvPr>
            <p:ph type="pic" sz="quarter" idx="36"/>
          </p:nvPr>
        </p:nvSpPr>
        <p:spPr>
          <a:xfrm>
            <a:off x="4940641"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0" name="Picture Placeholder 9">
            <a:extLst>
              <a:ext uri="{FF2B5EF4-FFF2-40B4-BE49-F238E27FC236}">
                <a16:creationId xmlns:a16="http://schemas.microsoft.com/office/drawing/2014/main" id="{ACF8D43F-B4EA-6B28-5207-6C9266C9C7A9}"/>
              </a:ext>
            </a:extLst>
          </p:cNvPr>
          <p:cNvSpPr>
            <a:spLocks noGrp="1"/>
          </p:cNvSpPr>
          <p:nvPr>
            <p:ph type="pic" sz="quarter" idx="46"/>
          </p:nvPr>
        </p:nvSpPr>
        <p:spPr>
          <a:xfrm>
            <a:off x="4947194"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 name="Picture Placeholder 9">
            <a:extLst>
              <a:ext uri="{FF2B5EF4-FFF2-40B4-BE49-F238E27FC236}">
                <a16:creationId xmlns:a16="http://schemas.microsoft.com/office/drawing/2014/main" id="{F00BC903-791B-BC06-2F95-B93161AFF477}"/>
              </a:ext>
            </a:extLst>
          </p:cNvPr>
          <p:cNvSpPr>
            <a:spLocks noGrp="1"/>
          </p:cNvSpPr>
          <p:nvPr>
            <p:ph type="pic" sz="quarter" idx="33"/>
          </p:nvPr>
        </p:nvSpPr>
        <p:spPr>
          <a:xfrm>
            <a:off x="4940641" y="2345458"/>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 name="Picture Placeholder 9">
            <a:extLst>
              <a:ext uri="{FF2B5EF4-FFF2-40B4-BE49-F238E27FC236}">
                <a16:creationId xmlns:a16="http://schemas.microsoft.com/office/drawing/2014/main" id="{21DDF5EF-B066-1C41-3A5D-CB28E5FF0D6F}"/>
              </a:ext>
            </a:extLst>
          </p:cNvPr>
          <p:cNvSpPr>
            <a:spLocks noGrp="1"/>
          </p:cNvSpPr>
          <p:nvPr>
            <p:ph type="pic" sz="quarter" idx="32"/>
          </p:nvPr>
        </p:nvSpPr>
        <p:spPr>
          <a:xfrm>
            <a:off x="0" y="0"/>
            <a:ext cx="4762094" cy="6858000"/>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4" name="Picture Placeholder 9">
            <a:extLst>
              <a:ext uri="{FF2B5EF4-FFF2-40B4-BE49-F238E27FC236}">
                <a16:creationId xmlns:a16="http://schemas.microsoft.com/office/drawing/2014/main" id="{CA5D229B-26B2-DA50-1F81-62BDF2D67E65}"/>
              </a:ext>
            </a:extLst>
          </p:cNvPr>
          <p:cNvSpPr>
            <a:spLocks noGrp="1"/>
          </p:cNvSpPr>
          <p:nvPr>
            <p:ph type="pic" sz="quarter" idx="40"/>
          </p:nvPr>
        </p:nvSpPr>
        <p:spPr>
          <a:xfrm>
            <a:off x="7420953" y="0"/>
            <a:ext cx="4784153" cy="4511842"/>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5" name="Picture Placeholder 9">
            <a:extLst>
              <a:ext uri="{FF2B5EF4-FFF2-40B4-BE49-F238E27FC236}">
                <a16:creationId xmlns:a16="http://schemas.microsoft.com/office/drawing/2014/main" id="{19A94769-DBAD-CB8E-3AD7-BF8E23734232}"/>
              </a:ext>
            </a:extLst>
          </p:cNvPr>
          <p:cNvSpPr>
            <a:spLocks noGrp="1"/>
          </p:cNvSpPr>
          <p:nvPr>
            <p:ph type="pic" sz="quarter" idx="45"/>
          </p:nvPr>
        </p:nvSpPr>
        <p:spPr>
          <a:xfrm>
            <a:off x="7420953"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7" name="Picture Placeholder 9">
            <a:extLst>
              <a:ext uri="{FF2B5EF4-FFF2-40B4-BE49-F238E27FC236}">
                <a16:creationId xmlns:a16="http://schemas.microsoft.com/office/drawing/2014/main" id="{AAEA71A6-6952-49C5-5A16-0772476E3993}"/>
              </a:ext>
            </a:extLst>
          </p:cNvPr>
          <p:cNvSpPr>
            <a:spLocks noGrp="1"/>
          </p:cNvSpPr>
          <p:nvPr>
            <p:ph type="pic" sz="quarter" idx="47"/>
          </p:nvPr>
        </p:nvSpPr>
        <p:spPr>
          <a:xfrm>
            <a:off x="9890235"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303869427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Interior Collage 3.3 (Dark)">
    <p:bg>
      <p:bgPr>
        <a:solidFill>
          <a:schemeClr val="tx1"/>
        </a:solidFill>
        <a:effectLst/>
      </p:bgPr>
    </p:bg>
    <p:spTree>
      <p:nvGrpSpPr>
        <p:cNvPr id="1" name=""/>
        <p:cNvGrpSpPr/>
        <p:nvPr/>
      </p:nvGrpSpPr>
      <p:grpSpPr>
        <a:xfrm>
          <a:off x="0" y="0"/>
          <a:ext cx="0" cy="0"/>
          <a:chOff x="0" y="0"/>
          <a:chExt cx="0" cy="0"/>
        </a:xfrm>
      </p:grpSpPr>
      <p:sp>
        <p:nvSpPr>
          <p:cNvPr id="6" name="Picture Placeholder 9">
            <a:extLst>
              <a:ext uri="{FF2B5EF4-FFF2-40B4-BE49-F238E27FC236}">
                <a16:creationId xmlns:a16="http://schemas.microsoft.com/office/drawing/2014/main" id="{2777E975-2A02-8AC2-F0DC-5FFDF12CE0E3}"/>
              </a:ext>
            </a:extLst>
          </p:cNvPr>
          <p:cNvSpPr>
            <a:spLocks noGrp="1"/>
          </p:cNvSpPr>
          <p:nvPr>
            <p:ph type="pic" sz="quarter" idx="34"/>
          </p:nvPr>
        </p:nvSpPr>
        <p:spPr>
          <a:xfrm>
            <a:off x="0" y="4671753"/>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8" name="Picture Placeholder 9">
            <a:extLst>
              <a:ext uri="{FF2B5EF4-FFF2-40B4-BE49-F238E27FC236}">
                <a16:creationId xmlns:a16="http://schemas.microsoft.com/office/drawing/2014/main" id="{F27E8AB6-FB7D-2037-B1BB-B7D9A36EA221}"/>
              </a:ext>
            </a:extLst>
          </p:cNvPr>
          <p:cNvSpPr>
            <a:spLocks noGrp="1"/>
          </p:cNvSpPr>
          <p:nvPr>
            <p:ph type="pic" sz="quarter" idx="36"/>
          </p:nvPr>
        </p:nvSpPr>
        <p:spPr>
          <a:xfrm>
            <a:off x="4940641"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42D3EB6C-7917-FE14-D867-4E2C338DB7C0}"/>
              </a:ext>
            </a:extLst>
          </p:cNvPr>
          <p:cNvSpPr>
            <a:spLocks noGrp="1"/>
          </p:cNvSpPr>
          <p:nvPr>
            <p:ph type="pic" sz="quarter" idx="37"/>
          </p:nvPr>
        </p:nvSpPr>
        <p:spPr>
          <a:xfrm>
            <a:off x="7420953"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43F11835-9A8C-3DFF-18AF-06E3BB3DE64D}"/>
              </a:ext>
            </a:extLst>
          </p:cNvPr>
          <p:cNvSpPr>
            <a:spLocks noGrp="1"/>
          </p:cNvSpPr>
          <p:nvPr>
            <p:ph type="pic" sz="quarter" idx="38"/>
          </p:nvPr>
        </p:nvSpPr>
        <p:spPr>
          <a:xfrm>
            <a:off x="9890235"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119970CF-7950-BA94-7724-72294457DE44}"/>
              </a:ext>
            </a:extLst>
          </p:cNvPr>
          <p:cNvSpPr>
            <a:spLocks noGrp="1"/>
          </p:cNvSpPr>
          <p:nvPr>
            <p:ph type="pic" sz="quarter" idx="40"/>
          </p:nvPr>
        </p:nvSpPr>
        <p:spPr>
          <a:xfrm>
            <a:off x="7420953" y="2346158"/>
            <a:ext cx="4771047" cy="4511842"/>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7" name="Picture Placeholder 9">
            <a:extLst>
              <a:ext uri="{FF2B5EF4-FFF2-40B4-BE49-F238E27FC236}">
                <a16:creationId xmlns:a16="http://schemas.microsoft.com/office/drawing/2014/main" id="{7BBDBFC9-DDF4-7A08-E46D-8C65F3CEB884}"/>
              </a:ext>
            </a:extLst>
          </p:cNvPr>
          <p:cNvSpPr>
            <a:spLocks noGrp="1"/>
          </p:cNvSpPr>
          <p:nvPr>
            <p:ph type="pic" sz="quarter" idx="43"/>
          </p:nvPr>
        </p:nvSpPr>
        <p:spPr>
          <a:xfrm>
            <a:off x="2482388"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0" name="Picture Placeholder 9">
            <a:extLst>
              <a:ext uri="{FF2B5EF4-FFF2-40B4-BE49-F238E27FC236}">
                <a16:creationId xmlns:a16="http://schemas.microsoft.com/office/drawing/2014/main" id="{ACF8D43F-B4EA-6B28-5207-6C9266C9C7A9}"/>
              </a:ext>
            </a:extLst>
          </p:cNvPr>
          <p:cNvSpPr>
            <a:spLocks noGrp="1"/>
          </p:cNvSpPr>
          <p:nvPr>
            <p:ph type="pic" sz="quarter" idx="46"/>
          </p:nvPr>
        </p:nvSpPr>
        <p:spPr>
          <a:xfrm>
            <a:off x="4947194"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 name="Picture Placeholder 9">
            <a:extLst>
              <a:ext uri="{FF2B5EF4-FFF2-40B4-BE49-F238E27FC236}">
                <a16:creationId xmlns:a16="http://schemas.microsoft.com/office/drawing/2014/main" id="{F00BC903-791B-BC06-2F95-B93161AFF477}"/>
              </a:ext>
            </a:extLst>
          </p:cNvPr>
          <p:cNvSpPr>
            <a:spLocks noGrp="1"/>
          </p:cNvSpPr>
          <p:nvPr>
            <p:ph type="pic" sz="quarter" idx="33"/>
          </p:nvPr>
        </p:nvSpPr>
        <p:spPr>
          <a:xfrm>
            <a:off x="4940641" y="2345458"/>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2" name="Picture Placeholder 9">
            <a:extLst>
              <a:ext uri="{FF2B5EF4-FFF2-40B4-BE49-F238E27FC236}">
                <a16:creationId xmlns:a16="http://schemas.microsoft.com/office/drawing/2014/main" id="{21DDF5EF-B066-1C41-3A5D-CB28E5FF0D6F}"/>
              </a:ext>
            </a:extLst>
          </p:cNvPr>
          <p:cNvSpPr>
            <a:spLocks noGrp="1"/>
          </p:cNvSpPr>
          <p:nvPr>
            <p:ph type="pic" sz="quarter" idx="32"/>
          </p:nvPr>
        </p:nvSpPr>
        <p:spPr>
          <a:xfrm>
            <a:off x="0" y="-1"/>
            <a:ext cx="4784153" cy="4532405"/>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70155810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Interior Collage 3.4 (Dark)">
    <p:bg>
      <p:bgPr>
        <a:solidFill>
          <a:schemeClr val="tx1"/>
        </a:solidFill>
        <a:effectLst/>
      </p:bgPr>
    </p:bg>
    <p:spTree>
      <p:nvGrpSpPr>
        <p:cNvPr id="1" name=""/>
        <p:cNvGrpSpPr/>
        <p:nvPr/>
      </p:nvGrpSpPr>
      <p:grpSpPr>
        <a:xfrm>
          <a:off x="0" y="0"/>
          <a:ext cx="0" cy="0"/>
          <a:chOff x="0" y="0"/>
          <a:chExt cx="0" cy="0"/>
        </a:xfrm>
      </p:grpSpPr>
      <p:sp>
        <p:nvSpPr>
          <p:cNvPr id="4" name="Picture Placeholder 9">
            <a:extLst>
              <a:ext uri="{FF2B5EF4-FFF2-40B4-BE49-F238E27FC236}">
                <a16:creationId xmlns:a16="http://schemas.microsoft.com/office/drawing/2014/main" id="{012A4B2F-2114-2E2E-19AD-041E4AACF7DA}"/>
              </a:ext>
            </a:extLst>
          </p:cNvPr>
          <p:cNvSpPr>
            <a:spLocks noGrp="1"/>
          </p:cNvSpPr>
          <p:nvPr>
            <p:ph type="pic" sz="quarter" idx="32"/>
          </p:nvPr>
        </p:nvSpPr>
        <p:spPr>
          <a:xfrm>
            <a:off x="2486865" y="2345458"/>
            <a:ext cx="4762094" cy="4511842"/>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6" name="Picture Placeholder 9">
            <a:extLst>
              <a:ext uri="{FF2B5EF4-FFF2-40B4-BE49-F238E27FC236}">
                <a16:creationId xmlns:a16="http://schemas.microsoft.com/office/drawing/2014/main" id="{2777E975-2A02-8AC2-F0DC-5FFDF12CE0E3}"/>
              </a:ext>
            </a:extLst>
          </p:cNvPr>
          <p:cNvSpPr>
            <a:spLocks noGrp="1"/>
          </p:cNvSpPr>
          <p:nvPr>
            <p:ph type="pic" sz="quarter" idx="34"/>
          </p:nvPr>
        </p:nvSpPr>
        <p:spPr>
          <a:xfrm>
            <a:off x="0" y="4671753"/>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8" name="Picture Placeholder 9">
            <a:extLst>
              <a:ext uri="{FF2B5EF4-FFF2-40B4-BE49-F238E27FC236}">
                <a16:creationId xmlns:a16="http://schemas.microsoft.com/office/drawing/2014/main" id="{F27E8AB6-FB7D-2037-B1BB-B7D9A36EA221}"/>
              </a:ext>
            </a:extLst>
          </p:cNvPr>
          <p:cNvSpPr>
            <a:spLocks noGrp="1"/>
          </p:cNvSpPr>
          <p:nvPr>
            <p:ph type="pic" sz="quarter" idx="36"/>
          </p:nvPr>
        </p:nvSpPr>
        <p:spPr>
          <a:xfrm>
            <a:off x="0"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119970CF-7950-BA94-7724-72294457DE44}"/>
              </a:ext>
            </a:extLst>
          </p:cNvPr>
          <p:cNvSpPr>
            <a:spLocks noGrp="1"/>
          </p:cNvSpPr>
          <p:nvPr>
            <p:ph type="pic" sz="quarter" idx="40"/>
          </p:nvPr>
        </p:nvSpPr>
        <p:spPr>
          <a:xfrm>
            <a:off x="7420953" y="0"/>
            <a:ext cx="4784153" cy="4511842"/>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7" name="Picture Placeholder 9">
            <a:extLst>
              <a:ext uri="{FF2B5EF4-FFF2-40B4-BE49-F238E27FC236}">
                <a16:creationId xmlns:a16="http://schemas.microsoft.com/office/drawing/2014/main" id="{7BBDBFC9-DDF4-7A08-E46D-8C65F3CEB884}"/>
              </a:ext>
            </a:extLst>
          </p:cNvPr>
          <p:cNvSpPr>
            <a:spLocks noGrp="1"/>
          </p:cNvSpPr>
          <p:nvPr>
            <p:ph type="pic" sz="quarter" idx="43"/>
          </p:nvPr>
        </p:nvSpPr>
        <p:spPr>
          <a:xfrm>
            <a:off x="2482388"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3" name="Picture Placeholder 9">
            <a:extLst>
              <a:ext uri="{FF2B5EF4-FFF2-40B4-BE49-F238E27FC236}">
                <a16:creationId xmlns:a16="http://schemas.microsoft.com/office/drawing/2014/main" id="{F00BC903-791B-BC06-2F95-B93161AFF477}"/>
              </a:ext>
            </a:extLst>
          </p:cNvPr>
          <p:cNvSpPr>
            <a:spLocks noGrp="1"/>
          </p:cNvSpPr>
          <p:nvPr>
            <p:ph type="pic" sz="quarter" idx="33"/>
          </p:nvPr>
        </p:nvSpPr>
        <p:spPr>
          <a:xfrm>
            <a:off x="0" y="2345458"/>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5" name="Picture Placeholder 9">
            <a:extLst>
              <a:ext uri="{FF2B5EF4-FFF2-40B4-BE49-F238E27FC236}">
                <a16:creationId xmlns:a16="http://schemas.microsoft.com/office/drawing/2014/main" id="{3D1BA6A1-4247-7817-BC98-3A1B254A594F}"/>
              </a:ext>
            </a:extLst>
          </p:cNvPr>
          <p:cNvSpPr>
            <a:spLocks noGrp="1"/>
          </p:cNvSpPr>
          <p:nvPr>
            <p:ph type="pic" sz="quarter" idx="45"/>
          </p:nvPr>
        </p:nvSpPr>
        <p:spPr>
          <a:xfrm>
            <a:off x="7420953"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7" name="Picture Placeholder 9">
            <a:extLst>
              <a:ext uri="{FF2B5EF4-FFF2-40B4-BE49-F238E27FC236}">
                <a16:creationId xmlns:a16="http://schemas.microsoft.com/office/drawing/2014/main" id="{BE9E9866-CDC1-C0B3-B495-7AEE678D1569}"/>
              </a:ext>
            </a:extLst>
          </p:cNvPr>
          <p:cNvSpPr>
            <a:spLocks noGrp="1"/>
          </p:cNvSpPr>
          <p:nvPr>
            <p:ph type="pic" sz="quarter" idx="47"/>
          </p:nvPr>
        </p:nvSpPr>
        <p:spPr>
          <a:xfrm>
            <a:off x="9890235" y="4671754"/>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
        <p:nvSpPr>
          <p:cNvPr id="11" name="Picture Placeholder 9">
            <a:extLst>
              <a:ext uri="{FF2B5EF4-FFF2-40B4-BE49-F238E27FC236}">
                <a16:creationId xmlns:a16="http://schemas.microsoft.com/office/drawing/2014/main" id="{320D2C50-33E1-A17C-8446-F27EEDF30C98}"/>
              </a:ext>
            </a:extLst>
          </p:cNvPr>
          <p:cNvSpPr>
            <a:spLocks noGrp="1"/>
          </p:cNvSpPr>
          <p:nvPr>
            <p:ph type="pic" sz="quarter" idx="48"/>
          </p:nvPr>
        </p:nvSpPr>
        <p:spPr>
          <a:xfrm>
            <a:off x="4951671" y="0"/>
            <a:ext cx="2301765" cy="2186247"/>
          </a:xfrm>
          <a:prstGeom prst="rect">
            <a:avLst/>
          </a:prstGeom>
          <a:solidFill>
            <a:srgbClr val="53544A"/>
          </a:solidFill>
        </p:spPr>
        <p:txBody>
          <a:bodyPr>
            <a:noAutofit/>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331170975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Statement 1.0 (Dark)">
    <p:bg>
      <p:bgPr>
        <a:solidFill>
          <a:schemeClr val="tx1"/>
        </a:solidFill>
        <a:effectLst/>
      </p:bgPr>
    </p:bg>
    <p:spTree>
      <p:nvGrpSpPr>
        <p:cNvPr id="1" name=""/>
        <p:cNvGrpSpPr/>
        <p:nvPr/>
      </p:nvGrpSpPr>
      <p:grpSpPr>
        <a:xfrm>
          <a:off x="0" y="0"/>
          <a:ext cx="0" cy="0"/>
          <a:chOff x="0" y="0"/>
          <a:chExt cx="0" cy="0"/>
        </a:xfrm>
      </p:grpSpPr>
      <p:sp>
        <p:nvSpPr>
          <p:cNvPr id="31" name="Picture Placeholder 9">
            <a:extLst>
              <a:ext uri="{FF2B5EF4-FFF2-40B4-BE49-F238E27FC236}">
                <a16:creationId xmlns:a16="http://schemas.microsoft.com/office/drawing/2014/main" id="{414F3A46-6C79-B4B1-C65B-3636B6B3DB33}"/>
              </a:ext>
            </a:extLst>
          </p:cNvPr>
          <p:cNvSpPr>
            <a:spLocks noGrp="1"/>
          </p:cNvSpPr>
          <p:nvPr>
            <p:ph type="pic" sz="quarter" idx="37"/>
          </p:nvPr>
        </p:nvSpPr>
        <p:spPr>
          <a:xfrm>
            <a:off x="2002991" y="2933700"/>
            <a:ext cx="1641222" cy="1641223"/>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43" name="Picture Placeholder 9">
            <a:extLst>
              <a:ext uri="{FF2B5EF4-FFF2-40B4-BE49-F238E27FC236}">
                <a16:creationId xmlns:a16="http://schemas.microsoft.com/office/drawing/2014/main" id="{6DA91201-807B-7F7B-A15C-3933A50E4033}"/>
              </a:ext>
            </a:extLst>
          </p:cNvPr>
          <p:cNvSpPr>
            <a:spLocks noGrp="1"/>
          </p:cNvSpPr>
          <p:nvPr>
            <p:ph type="pic" sz="quarter" idx="43"/>
          </p:nvPr>
        </p:nvSpPr>
        <p:spPr>
          <a:xfrm>
            <a:off x="4250323" y="3532402"/>
            <a:ext cx="2241598" cy="2241599"/>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8D7F82AF-A25F-3281-B2A8-165DB08771DB}"/>
              </a:ext>
            </a:extLst>
          </p:cNvPr>
          <p:cNvSpPr>
            <a:spLocks noGrp="1"/>
          </p:cNvSpPr>
          <p:nvPr>
            <p:ph type="pic" sz="quarter" idx="45"/>
          </p:nvPr>
        </p:nvSpPr>
        <p:spPr>
          <a:xfrm>
            <a:off x="7246457" y="3224842"/>
            <a:ext cx="2364514" cy="2364515"/>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C5EE55A4-37A2-B4D8-C3AC-37CB40FA2765}"/>
              </a:ext>
            </a:extLst>
          </p:cNvPr>
          <p:cNvSpPr>
            <a:spLocks noGrp="1" noChangeAspect="1"/>
          </p:cNvSpPr>
          <p:nvPr>
            <p:ph type="pic" sz="quarter" idx="31"/>
          </p:nvPr>
        </p:nvSpPr>
        <p:spPr>
          <a:xfrm>
            <a:off x="2993296" y="1083192"/>
            <a:ext cx="2241598" cy="2241599"/>
          </a:xfrm>
          <a:prstGeom prst="rect">
            <a:avLst/>
          </a:prstGeom>
          <a:solidFill>
            <a:srgbClr val="53544A"/>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6" name="Picture Placeholder 9">
            <a:extLst>
              <a:ext uri="{FF2B5EF4-FFF2-40B4-BE49-F238E27FC236}">
                <a16:creationId xmlns:a16="http://schemas.microsoft.com/office/drawing/2014/main" id="{1D15C063-808E-85A7-50C7-6E5B2FCD5AD6}"/>
              </a:ext>
            </a:extLst>
          </p:cNvPr>
          <p:cNvSpPr>
            <a:spLocks noGrp="1"/>
          </p:cNvSpPr>
          <p:nvPr>
            <p:ph type="pic" sz="quarter" idx="32"/>
          </p:nvPr>
        </p:nvSpPr>
        <p:spPr>
          <a:xfrm>
            <a:off x="4988024" y="1274996"/>
            <a:ext cx="1508104" cy="1508105"/>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4B90FC3E-7F7E-90C9-3727-7F837C6F3BB5}"/>
              </a:ext>
            </a:extLst>
          </p:cNvPr>
          <p:cNvSpPr>
            <a:spLocks noGrp="1"/>
          </p:cNvSpPr>
          <p:nvPr>
            <p:ph type="pic" sz="quarter" idx="33"/>
          </p:nvPr>
        </p:nvSpPr>
        <p:spPr>
          <a:xfrm>
            <a:off x="5989429" y="2674948"/>
            <a:ext cx="1508104" cy="1508105"/>
          </a:xfrm>
          <a:prstGeom prst="rect">
            <a:avLst/>
          </a:prstGeom>
          <a:solidFill>
            <a:srgbClr val="53544A"/>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D7347812-B755-7A67-CEF3-9A783EC2714D}"/>
              </a:ext>
            </a:extLst>
          </p:cNvPr>
          <p:cNvSpPr>
            <a:spLocks noGrp="1"/>
          </p:cNvSpPr>
          <p:nvPr>
            <p:ph type="pic" sz="quarter" idx="34"/>
          </p:nvPr>
        </p:nvSpPr>
        <p:spPr>
          <a:xfrm>
            <a:off x="7229622" y="1088494"/>
            <a:ext cx="1793435" cy="1793437"/>
          </a:xfrm>
          <a:prstGeom prst="rect">
            <a:avLst/>
          </a:prstGeom>
          <a:solidFill>
            <a:schemeClr val="accent6"/>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DA31DF15-3CFD-8ECB-E60B-6F0BEE5C00DD}"/>
              </a:ext>
            </a:extLst>
          </p:cNvPr>
          <p:cNvSpPr>
            <a:spLocks noGrp="1"/>
          </p:cNvSpPr>
          <p:nvPr>
            <p:ph type="pic" sz="quarter" idx="35"/>
          </p:nvPr>
        </p:nvSpPr>
        <p:spPr>
          <a:xfrm>
            <a:off x="8973058" y="2133600"/>
            <a:ext cx="973267" cy="973268"/>
          </a:xfrm>
          <a:prstGeom prst="rect">
            <a:avLst/>
          </a:prstGeom>
          <a:solidFill>
            <a:srgbClr val="53544A"/>
          </a:solidFill>
        </p:spPr>
        <p:txBody>
          <a:bodyPr lIns="0" tIns="0" rIns="0">
            <a:noAutofit/>
          </a:bodyPr>
          <a:lstStyle>
            <a:lvl1pPr marL="228554" indent="-228554" algn="ctr">
              <a:spcAft>
                <a:spcPts val="600"/>
              </a:spcAft>
              <a:buNone/>
              <a:defRPr sz="1200">
                <a:solidFill>
                  <a:schemeClr val="bg1"/>
                </a:solidFill>
              </a:defRPr>
            </a:lvl1pPr>
          </a:lstStyle>
          <a:p>
            <a:r>
              <a:rPr lang="en-US"/>
              <a:t>Click icon to add picture</a:t>
            </a:r>
          </a:p>
        </p:txBody>
      </p:sp>
      <p:sp>
        <p:nvSpPr>
          <p:cNvPr id="6" name="Title 2">
            <a:extLst>
              <a:ext uri="{FF2B5EF4-FFF2-40B4-BE49-F238E27FC236}">
                <a16:creationId xmlns:a16="http://schemas.microsoft.com/office/drawing/2014/main" id="{E5F29476-6FAB-192A-D41D-7BEA14D5E3A3}"/>
              </a:ext>
            </a:extLst>
          </p:cNvPr>
          <p:cNvSpPr>
            <a:spLocks noGrp="1"/>
          </p:cNvSpPr>
          <p:nvPr>
            <p:ph type="title" hasCustomPrompt="1"/>
          </p:nvPr>
        </p:nvSpPr>
        <p:spPr>
          <a:xfrm>
            <a:off x="275154" y="5295900"/>
            <a:ext cx="3699429" cy="1015663"/>
          </a:xfrm>
        </p:spPr>
        <p:txBody>
          <a:bodyPr anchor="b"/>
          <a:lstStyle>
            <a:lvl1pPr algn="r">
              <a:defRPr sz="3999" spc="-75"/>
            </a:lvl1pPr>
          </a:lstStyle>
          <a:p>
            <a:pPr lvl="0"/>
            <a:r>
              <a:rPr lang="en-US"/>
              <a:t>Iconic</a:t>
            </a:r>
            <a:br>
              <a:rPr lang="en-US"/>
            </a:br>
            <a:r>
              <a:rPr lang="en-US"/>
              <a:t>statement.</a:t>
            </a:r>
          </a:p>
        </p:txBody>
      </p:sp>
      <p:sp>
        <p:nvSpPr>
          <p:cNvPr id="7" name="Shape">
            <a:extLst>
              <a:ext uri="{FF2B5EF4-FFF2-40B4-BE49-F238E27FC236}">
                <a16:creationId xmlns:a16="http://schemas.microsoft.com/office/drawing/2014/main" id="{42AEFDCD-7460-BC06-1BA3-6506AC3F3ED7}"/>
              </a:ext>
            </a:extLst>
          </p:cNvPr>
          <p:cNvSpPr/>
          <p:nvPr userDrawn="1"/>
        </p:nvSpPr>
        <p:spPr>
          <a:xfrm>
            <a:off x="2400781" y="2206186"/>
            <a:ext cx="270314" cy="270314"/>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Shape">
            <a:extLst>
              <a:ext uri="{FF2B5EF4-FFF2-40B4-BE49-F238E27FC236}">
                <a16:creationId xmlns:a16="http://schemas.microsoft.com/office/drawing/2014/main" id="{DCD7CBF4-445F-069C-BFC3-D839C37EA842}"/>
              </a:ext>
            </a:extLst>
          </p:cNvPr>
          <p:cNvSpPr/>
          <p:nvPr userDrawn="1"/>
        </p:nvSpPr>
        <p:spPr>
          <a:xfrm>
            <a:off x="10631268" y="2203992"/>
            <a:ext cx="875789" cy="268859"/>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397460994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Statement 2.0 (Dark)">
    <p:bg>
      <p:bgPr>
        <a:solidFill>
          <a:schemeClr val="tx1"/>
        </a:solidFill>
        <a:effectLst/>
      </p:bgPr>
    </p:bg>
    <p:spTree>
      <p:nvGrpSpPr>
        <p:cNvPr id="1" name=""/>
        <p:cNvGrpSpPr/>
        <p:nvPr/>
      </p:nvGrpSpPr>
      <p:grpSpPr>
        <a:xfrm>
          <a:off x="0" y="0"/>
          <a:ext cx="0" cy="0"/>
          <a:chOff x="0" y="0"/>
          <a:chExt cx="0" cy="0"/>
        </a:xfrm>
      </p:grpSpPr>
      <p:sp>
        <p:nvSpPr>
          <p:cNvPr id="3" name="Picture Placeholder 9">
            <a:extLst>
              <a:ext uri="{FF2B5EF4-FFF2-40B4-BE49-F238E27FC236}">
                <a16:creationId xmlns:a16="http://schemas.microsoft.com/office/drawing/2014/main" id="{CA21B709-75DD-75F4-0E06-A2EBD9F19426}"/>
              </a:ext>
            </a:extLst>
          </p:cNvPr>
          <p:cNvSpPr>
            <a:spLocks noGrp="1"/>
          </p:cNvSpPr>
          <p:nvPr>
            <p:ph type="pic" sz="quarter" idx="15"/>
          </p:nvPr>
        </p:nvSpPr>
        <p:spPr>
          <a:xfrm>
            <a:off x="6691827" y="794388"/>
            <a:ext cx="4067795" cy="4064630"/>
          </a:xfrm>
          <a:prstGeom prst="rect">
            <a:avLst/>
          </a:prstGeom>
          <a:solidFill>
            <a:srgbClr val="53544A"/>
          </a:solidFill>
        </p:spPr>
        <p:txBody>
          <a:bodyPr anchor="ctr">
            <a:noAutofit/>
          </a:bodyPr>
          <a:lstStyle>
            <a:lvl1pPr algn="ctr">
              <a:buNone/>
              <a:defRPr>
                <a:solidFill>
                  <a:schemeClr val="bg1"/>
                </a:solidFill>
              </a:defRPr>
            </a:lvl1pPr>
          </a:lstStyle>
          <a:p>
            <a:r>
              <a:rPr lang="en-US"/>
              <a:t>Click icon to add picture</a:t>
            </a:r>
          </a:p>
        </p:txBody>
      </p:sp>
      <p:sp>
        <p:nvSpPr>
          <p:cNvPr id="4" name="Shape">
            <a:extLst>
              <a:ext uri="{FF2B5EF4-FFF2-40B4-BE49-F238E27FC236}">
                <a16:creationId xmlns:a16="http://schemas.microsoft.com/office/drawing/2014/main" id="{FEC71DA8-D794-D47B-99E8-2596DC3A635D}"/>
              </a:ext>
            </a:extLst>
          </p:cNvPr>
          <p:cNvSpPr/>
          <p:nvPr userDrawn="1"/>
        </p:nvSpPr>
        <p:spPr>
          <a:xfrm>
            <a:off x="987537" y="5761382"/>
            <a:ext cx="269763" cy="269763"/>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D42A4330-ECC2-A12E-9A86-9DEAD472DA61}"/>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9" name="Title 3">
            <a:extLst>
              <a:ext uri="{FF2B5EF4-FFF2-40B4-BE49-F238E27FC236}">
                <a16:creationId xmlns:a16="http://schemas.microsoft.com/office/drawing/2014/main" id="{2ACCB1F5-E99F-BD08-9C6C-77F1026DC4C1}"/>
              </a:ext>
            </a:extLst>
          </p:cNvPr>
          <p:cNvSpPr>
            <a:spLocks noGrp="1"/>
          </p:cNvSpPr>
          <p:nvPr>
            <p:ph type="title" hasCustomPrompt="1"/>
          </p:nvPr>
        </p:nvSpPr>
        <p:spPr>
          <a:xfrm>
            <a:off x="1000822" y="1052569"/>
            <a:ext cx="5223761" cy="569387"/>
          </a:xfrm>
        </p:spPr>
        <p:txBody>
          <a:bodyPr wrap="square" anchor="b">
            <a:spAutoFit/>
          </a:bodyPr>
          <a:lstStyle>
            <a:lvl1pPr>
              <a:lnSpc>
                <a:spcPct val="90000"/>
              </a:lnSpc>
              <a:defRPr sz="4000"/>
            </a:lvl1pPr>
          </a:lstStyle>
          <a:p>
            <a:r>
              <a:rPr lang="en-US"/>
              <a:t>Lorem ipsum dolor</a:t>
            </a:r>
          </a:p>
        </p:txBody>
      </p:sp>
      <p:sp>
        <p:nvSpPr>
          <p:cNvPr id="10" name="Text Placeholder 14">
            <a:extLst>
              <a:ext uri="{FF2B5EF4-FFF2-40B4-BE49-F238E27FC236}">
                <a16:creationId xmlns:a16="http://schemas.microsoft.com/office/drawing/2014/main" id="{44972888-44DA-DF8D-0082-B6FFDBA53FF3}"/>
              </a:ext>
            </a:extLst>
          </p:cNvPr>
          <p:cNvSpPr>
            <a:spLocks noGrp="1"/>
          </p:cNvSpPr>
          <p:nvPr>
            <p:ph type="body" sz="quarter" idx="29" hasCustomPrompt="1"/>
          </p:nvPr>
        </p:nvSpPr>
        <p:spPr>
          <a:xfrm>
            <a:off x="999210" y="1603813"/>
            <a:ext cx="5225242" cy="330860"/>
          </a:xfrm>
        </p:spPr>
        <p:txBody>
          <a:bodyPr/>
          <a:lstStyle>
            <a:lvl1pPr marL="0" indent="0">
              <a:buFontTx/>
              <a:buNone/>
              <a:defRPr>
                <a:solidFill>
                  <a:schemeClr val="bg1"/>
                </a:solidFill>
              </a:defRPr>
            </a:lvl1pPr>
          </a:lstStyle>
          <a:p>
            <a:pPr lvl="0"/>
            <a:r>
              <a:rPr lang="en-US" err="1"/>
              <a:t>Consectetur</a:t>
            </a:r>
            <a:r>
              <a:rPr lang="en-US"/>
              <a:t> </a:t>
            </a:r>
            <a:r>
              <a:rPr lang="en-US" err="1"/>
              <a:t>adipiscing</a:t>
            </a:r>
            <a:r>
              <a:rPr lang="en-US"/>
              <a:t> </a:t>
            </a:r>
            <a:r>
              <a:rPr lang="en-US" err="1"/>
              <a:t>elit</a:t>
            </a:r>
            <a:r>
              <a:rPr lang="en-US"/>
              <a:t>, sed d eius</a:t>
            </a:r>
          </a:p>
        </p:txBody>
      </p:sp>
      <p:sp>
        <p:nvSpPr>
          <p:cNvPr id="11" name="Shape">
            <a:extLst>
              <a:ext uri="{FF2B5EF4-FFF2-40B4-BE49-F238E27FC236}">
                <a16:creationId xmlns:a16="http://schemas.microsoft.com/office/drawing/2014/main" id="{B276F6C0-F889-F4D3-C392-39B2D8BDB1D0}"/>
              </a:ext>
            </a:extLst>
          </p:cNvPr>
          <p:cNvSpPr/>
          <p:nvPr userDrawn="1"/>
        </p:nvSpPr>
        <p:spPr>
          <a:xfrm>
            <a:off x="7223125" y="5267922"/>
            <a:ext cx="875789" cy="268859"/>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2" name="Picture Placeholder 9">
            <a:extLst>
              <a:ext uri="{FF2B5EF4-FFF2-40B4-BE49-F238E27FC236}">
                <a16:creationId xmlns:a16="http://schemas.microsoft.com/office/drawing/2014/main" id="{4954FDFB-4AE8-CA36-357C-7D01469D3006}"/>
              </a:ext>
            </a:extLst>
          </p:cNvPr>
          <p:cNvSpPr>
            <a:spLocks noGrp="1"/>
          </p:cNvSpPr>
          <p:nvPr>
            <p:ph type="pic" sz="quarter" idx="14"/>
          </p:nvPr>
        </p:nvSpPr>
        <p:spPr>
          <a:xfrm>
            <a:off x="3584560" y="2280275"/>
            <a:ext cx="3256506" cy="3256506"/>
          </a:xfrm>
          <a:prstGeom prst="rect">
            <a:avLst/>
          </a:prstGeom>
          <a:solidFill>
            <a:schemeClr val="accent6"/>
          </a:solidFill>
        </p:spPr>
        <p:txBody>
          <a:bodyPr anchor="ctr">
            <a:noAutofit/>
          </a:bodyPr>
          <a:lstStyle>
            <a:lvl1pPr algn="ctr">
              <a:lnSpc>
                <a:spcPct val="100000"/>
              </a:lnSpc>
              <a:buNone/>
              <a:defRPr sz="1000">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16C75580-1391-1C47-6F44-89D0027010C1}"/>
              </a:ext>
            </a:extLst>
          </p:cNvPr>
          <p:cNvSpPr>
            <a:spLocks noGrp="1"/>
          </p:cNvSpPr>
          <p:nvPr>
            <p:ph type="pic" sz="quarter" idx="13"/>
          </p:nvPr>
        </p:nvSpPr>
        <p:spPr>
          <a:xfrm>
            <a:off x="1408671" y="3706018"/>
            <a:ext cx="2325129" cy="2325127"/>
          </a:xfrm>
          <a:prstGeom prst="rect">
            <a:avLst/>
          </a:prstGeom>
          <a:solidFill>
            <a:srgbClr val="53544A"/>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Tree>
    <p:extLst>
      <p:ext uri="{BB962C8B-B14F-4D97-AF65-F5344CB8AC3E}">
        <p14:creationId xmlns:p14="http://schemas.microsoft.com/office/powerpoint/2010/main" val="2380078715"/>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Statement 3.0 (Dark)">
    <p:bg>
      <p:bgPr>
        <a:solidFill>
          <a:srgbClr val="191919"/>
        </a:solidFill>
        <a:effectLst/>
      </p:bgPr>
    </p:bg>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0ACE03FE-A7E2-CB4D-E0BE-D1829C9E264C}"/>
              </a:ext>
            </a:extLst>
          </p:cNvPr>
          <p:cNvSpPr>
            <a:spLocks noGrp="1"/>
          </p:cNvSpPr>
          <p:nvPr>
            <p:ph type="pic" sz="quarter" idx="18" hasCustomPrompt="1"/>
          </p:nvPr>
        </p:nvSpPr>
        <p:spPr>
          <a:xfrm>
            <a:off x="10200175" y="1468834"/>
            <a:ext cx="1720625" cy="1720584"/>
          </a:xfrm>
          <a:prstGeom prst="rect">
            <a:avLst/>
          </a:prstGeom>
          <a:solidFill>
            <a:schemeClr val="accent6"/>
          </a:solidFill>
        </p:spPr>
        <p:txBody>
          <a:bodyPr anchor="ctr"/>
          <a:lstStyle>
            <a:lvl1pPr marL="7143" indent="-794" algn="ctr">
              <a:buNone/>
              <a:tabLst/>
              <a:defRPr sz="1000">
                <a:solidFill>
                  <a:schemeClr val="bg1"/>
                </a:solidFill>
              </a:defRPr>
            </a:lvl1pPr>
          </a:lstStyle>
          <a:p>
            <a:r>
              <a:rPr lang="en-US"/>
              <a:t>Click icon</a:t>
            </a:r>
            <a:br>
              <a:rPr lang="en-US"/>
            </a:br>
            <a:r>
              <a:rPr lang="en-US"/>
              <a:t>to add picture</a:t>
            </a:r>
          </a:p>
          <a:p>
            <a:endParaRPr lang="en-US"/>
          </a:p>
          <a:p>
            <a:endParaRPr lang="en-US"/>
          </a:p>
          <a:p>
            <a:endParaRPr lang="en-US"/>
          </a:p>
        </p:txBody>
      </p:sp>
      <p:sp>
        <p:nvSpPr>
          <p:cNvPr id="3" name="Picture Placeholder 12">
            <a:extLst>
              <a:ext uri="{FF2B5EF4-FFF2-40B4-BE49-F238E27FC236}">
                <a16:creationId xmlns:a16="http://schemas.microsoft.com/office/drawing/2014/main" id="{B57CFC60-74A3-63EC-6D83-CA7B8F4E3D32}"/>
              </a:ext>
            </a:extLst>
          </p:cNvPr>
          <p:cNvSpPr>
            <a:spLocks noGrp="1"/>
          </p:cNvSpPr>
          <p:nvPr>
            <p:ph type="pic" sz="quarter" idx="12"/>
          </p:nvPr>
        </p:nvSpPr>
        <p:spPr>
          <a:xfrm>
            <a:off x="262766" y="2337598"/>
            <a:ext cx="3703382" cy="3700688"/>
          </a:xfrm>
          <a:prstGeom prst="rect">
            <a:avLst/>
          </a:prstGeom>
          <a:solidFill>
            <a:schemeClr val="accent6"/>
          </a:solidFill>
        </p:spPr>
        <p:txBody>
          <a:bodyPr anchor="ctr"/>
          <a:lstStyle>
            <a:lvl1pPr marL="7143" indent="-794" algn="ctr">
              <a:buNone/>
              <a:tabLst/>
              <a:defRPr sz="1400">
                <a:solidFill>
                  <a:schemeClr val="bg1"/>
                </a:solidFill>
              </a:defRPr>
            </a:lvl1pPr>
          </a:lstStyle>
          <a:p>
            <a:r>
              <a:rPr lang="en-US"/>
              <a:t>Click icon to add picture</a:t>
            </a:r>
          </a:p>
        </p:txBody>
      </p:sp>
      <p:sp>
        <p:nvSpPr>
          <p:cNvPr id="6" name="Picture Placeholder 12">
            <a:extLst>
              <a:ext uri="{FF2B5EF4-FFF2-40B4-BE49-F238E27FC236}">
                <a16:creationId xmlns:a16="http://schemas.microsoft.com/office/drawing/2014/main" id="{7D25256E-4A2B-47DB-3C7D-C51032FB9898}"/>
              </a:ext>
            </a:extLst>
          </p:cNvPr>
          <p:cNvSpPr>
            <a:spLocks noGrp="1"/>
          </p:cNvSpPr>
          <p:nvPr>
            <p:ph type="pic" sz="quarter" idx="17" hasCustomPrompt="1"/>
          </p:nvPr>
        </p:nvSpPr>
        <p:spPr>
          <a:xfrm>
            <a:off x="3247603" y="5140763"/>
            <a:ext cx="1720625" cy="1717237"/>
          </a:xfrm>
          <a:prstGeom prst="rect">
            <a:avLst/>
          </a:prstGeom>
          <a:solidFill>
            <a:srgbClr val="53544A"/>
          </a:solidFill>
        </p:spPr>
        <p:txBody>
          <a:bodyPr anchor="ctr"/>
          <a:lstStyle>
            <a:lvl1pPr marL="7143" indent="-794" algn="ctr">
              <a:buNone/>
              <a:tabLst/>
              <a:defRPr sz="1000">
                <a:solidFill>
                  <a:schemeClr val="bg1"/>
                </a:solidFill>
              </a:defRPr>
            </a:lvl1pPr>
          </a:lstStyle>
          <a:p>
            <a:r>
              <a:rPr lang="en-US"/>
              <a:t>Click icon</a:t>
            </a:r>
            <a:br>
              <a:rPr lang="en-US"/>
            </a:br>
            <a:r>
              <a:rPr lang="en-US"/>
              <a:t>to add picture</a:t>
            </a:r>
          </a:p>
          <a:p>
            <a:endParaRPr lang="en-US"/>
          </a:p>
          <a:p>
            <a:endParaRPr lang="en-US"/>
          </a:p>
          <a:p>
            <a:endParaRPr lang="en-US"/>
          </a:p>
        </p:txBody>
      </p:sp>
      <p:sp>
        <p:nvSpPr>
          <p:cNvPr id="7" name="Picture Placeholder 12">
            <a:extLst>
              <a:ext uri="{FF2B5EF4-FFF2-40B4-BE49-F238E27FC236}">
                <a16:creationId xmlns:a16="http://schemas.microsoft.com/office/drawing/2014/main" id="{B1470643-1797-CB82-0F22-8D75A58545D7}"/>
              </a:ext>
            </a:extLst>
          </p:cNvPr>
          <p:cNvSpPr>
            <a:spLocks noGrp="1"/>
          </p:cNvSpPr>
          <p:nvPr>
            <p:ph type="pic" sz="quarter" idx="13" hasCustomPrompt="1"/>
          </p:nvPr>
        </p:nvSpPr>
        <p:spPr>
          <a:xfrm>
            <a:off x="6106642" y="2932"/>
            <a:ext cx="1467796" cy="1471712"/>
          </a:xfrm>
          <a:prstGeom prst="rect">
            <a:avLst/>
          </a:prstGeom>
          <a:solidFill>
            <a:schemeClr val="accent6"/>
          </a:solidFill>
        </p:spPr>
        <p:txBody>
          <a:bodyPr anchor="ctr"/>
          <a:lstStyle>
            <a:lvl1pPr marL="7143" indent="-794" algn="ctr">
              <a:buNone/>
              <a:tabLst/>
              <a:defRPr sz="1000">
                <a:solidFill>
                  <a:schemeClr val="bg1"/>
                </a:solidFill>
              </a:defRPr>
            </a:lvl1pPr>
          </a:lstStyle>
          <a:p>
            <a:r>
              <a:rPr lang="en-US"/>
              <a:t>Click icon</a:t>
            </a:r>
            <a:br>
              <a:rPr lang="en-US"/>
            </a:br>
            <a:r>
              <a:rPr lang="en-US"/>
              <a:t>to add picture</a:t>
            </a:r>
          </a:p>
          <a:p>
            <a:endParaRPr lang="en-US"/>
          </a:p>
          <a:p>
            <a:endParaRPr lang="en-US"/>
          </a:p>
        </p:txBody>
      </p:sp>
      <p:cxnSp>
        <p:nvCxnSpPr>
          <p:cNvPr id="8" name="Straight Connector 7">
            <a:extLst>
              <a:ext uri="{FF2B5EF4-FFF2-40B4-BE49-F238E27FC236}">
                <a16:creationId xmlns:a16="http://schemas.microsoft.com/office/drawing/2014/main" id="{68F3F980-7303-7433-7BA0-B2E600EEDB0F}"/>
              </a:ext>
            </a:extLst>
          </p:cNvPr>
          <p:cNvCxnSpPr>
            <a:cxnSpLocks/>
          </p:cNvCxnSpPr>
          <p:nvPr/>
        </p:nvCxnSpPr>
        <p:spPr>
          <a:xfrm>
            <a:off x="271200"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itle 3">
            <a:extLst>
              <a:ext uri="{FF2B5EF4-FFF2-40B4-BE49-F238E27FC236}">
                <a16:creationId xmlns:a16="http://schemas.microsoft.com/office/drawing/2014/main" id="{F9AAF923-B53F-523B-0D44-A393ECCBE8B4}"/>
              </a:ext>
            </a:extLst>
          </p:cNvPr>
          <p:cNvSpPr>
            <a:spLocks noGrp="1"/>
          </p:cNvSpPr>
          <p:nvPr>
            <p:ph type="title" hasCustomPrompt="1"/>
          </p:nvPr>
        </p:nvSpPr>
        <p:spPr>
          <a:xfrm>
            <a:off x="6229351" y="2971800"/>
            <a:ext cx="4702174" cy="786369"/>
          </a:xfrm>
        </p:spPr>
        <p:txBody>
          <a:bodyPr wrap="square">
            <a:spAutoFit/>
          </a:bodyPr>
          <a:lstStyle>
            <a:lvl1pPr>
              <a:lnSpc>
                <a:spcPct val="90000"/>
              </a:lnSpc>
              <a:defRPr sz="2800"/>
            </a:lvl1pPr>
          </a:lstStyle>
          <a:p>
            <a:r>
              <a:rPr lang="en-US"/>
              <a:t>Longer Headline to be</a:t>
            </a:r>
            <a:br>
              <a:rPr lang="en-US"/>
            </a:br>
            <a:r>
              <a:rPr lang="en-US"/>
              <a:t>Written here</a:t>
            </a:r>
          </a:p>
        </p:txBody>
      </p:sp>
      <p:sp>
        <p:nvSpPr>
          <p:cNvPr id="4" name="Shape">
            <a:extLst>
              <a:ext uri="{FF2B5EF4-FFF2-40B4-BE49-F238E27FC236}">
                <a16:creationId xmlns:a16="http://schemas.microsoft.com/office/drawing/2014/main" id="{1223C6F2-494B-BF1E-D5E4-D636EBF35B9A}"/>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13910655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Statement 4.0 (Dark)">
    <p:bg>
      <p:bgPr>
        <a:solidFill>
          <a:schemeClr val="tx1"/>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5ADD1F97-8284-C0FB-0660-9DAE99173A6B}"/>
              </a:ext>
            </a:extLst>
          </p:cNvPr>
          <p:cNvCxnSpPr>
            <a:cxnSpLocks/>
          </p:cNvCxnSpPr>
          <p:nvPr userDrawn="1"/>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Picture Placeholder 9">
            <a:extLst>
              <a:ext uri="{FF2B5EF4-FFF2-40B4-BE49-F238E27FC236}">
                <a16:creationId xmlns:a16="http://schemas.microsoft.com/office/drawing/2014/main" id="{5BB12CB4-F5F3-7AC1-AE2C-FEA23CAE57B4}"/>
              </a:ext>
            </a:extLst>
          </p:cNvPr>
          <p:cNvSpPr>
            <a:spLocks noGrp="1"/>
          </p:cNvSpPr>
          <p:nvPr>
            <p:ph type="pic" sz="quarter" idx="13"/>
          </p:nvPr>
        </p:nvSpPr>
        <p:spPr>
          <a:xfrm>
            <a:off x="1" y="1031760"/>
            <a:ext cx="2146041" cy="2146041"/>
          </a:xfrm>
          <a:prstGeom prst="rect">
            <a:avLst/>
          </a:prstGeom>
          <a:solidFill>
            <a:srgbClr val="53544A"/>
          </a:solidFill>
        </p:spPr>
        <p:txBody>
          <a:bodyPr anchor="ctr">
            <a:noAutofit/>
          </a:bodyPr>
          <a:lstStyle>
            <a:lvl1pPr algn="ctr">
              <a:buFont typeface="Arial" panose="020B0604020202020204" pitchFamily="34" charset="0"/>
              <a:buNone/>
              <a:defRPr sz="1600">
                <a:solidFill>
                  <a:schemeClr val="bg1"/>
                </a:solidFill>
              </a:defRPr>
            </a:lvl1pPr>
          </a:lstStyle>
          <a:p>
            <a:r>
              <a:rPr lang="en-US"/>
              <a:t>Click icon to add picture</a:t>
            </a:r>
          </a:p>
        </p:txBody>
      </p:sp>
      <p:sp>
        <p:nvSpPr>
          <p:cNvPr id="9" name="Picture Placeholder 9">
            <a:extLst>
              <a:ext uri="{FF2B5EF4-FFF2-40B4-BE49-F238E27FC236}">
                <a16:creationId xmlns:a16="http://schemas.microsoft.com/office/drawing/2014/main" id="{F4128765-AC6B-97A3-0F71-9EBDD5666A70}"/>
              </a:ext>
            </a:extLst>
          </p:cNvPr>
          <p:cNvSpPr>
            <a:spLocks noGrp="1"/>
          </p:cNvSpPr>
          <p:nvPr>
            <p:ph type="pic" sz="quarter" idx="14"/>
          </p:nvPr>
        </p:nvSpPr>
        <p:spPr>
          <a:xfrm>
            <a:off x="1884785" y="2963196"/>
            <a:ext cx="1101012" cy="1101012"/>
          </a:xfrm>
          <a:prstGeom prst="rect">
            <a:avLst/>
          </a:prstGeom>
          <a:solidFill>
            <a:schemeClr val="accent6"/>
          </a:solidFill>
        </p:spPr>
        <p:txBody>
          <a:bodyPr anchor="ctr">
            <a:noAutofit/>
          </a:bodyPr>
          <a:lstStyle>
            <a:lvl1pPr algn="ctr">
              <a:lnSpc>
                <a:spcPct val="100000"/>
              </a:lnSpc>
              <a:buNone/>
              <a:defRPr sz="1000">
                <a:solidFill>
                  <a:schemeClr val="bg1"/>
                </a:solidFill>
              </a:defRPr>
            </a:lvl1pPr>
          </a:lstStyle>
          <a:p>
            <a:r>
              <a:rPr lang="en-US"/>
              <a:t>Click icon to add picture</a:t>
            </a:r>
          </a:p>
        </p:txBody>
      </p:sp>
      <p:sp>
        <p:nvSpPr>
          <p:cNvPr id="10" name="Picture Placeholder 9">
            <a:extLst>
              <a:ext uri="{FF2B5EF4-FFF2-40B4-BE49-F238E27FC236}">
                <a16:creationId xmlns:a16="http://schemas.microsoft.com/office/drawing/2014/main" id="{8D498DD5-8334-9B3C-9CBE-37B55B5E310D}"/>
              </a:ext>
            </a:extLst>
          </p:cNvPr>
          <p:cNvSpPr>
            <a:spLocks noGrp="1"/>
          </p:cNvSpPr>
          <p:nvPr>
            <p:ph type="pic" sz="quarter" idx="15"/>
          </p:nvPr>
        </p:nvSpPr>
        <p:spPr>
          <a:xfrm>
            <a:off x="6630345" y="504031"/>
            <a:ext cx="5290455" cy="5286338"/>
          </a:xfrm>
          <a:prstGeom prst="rect">
            <a:avLst/>
          </a:prstGeom>
          <a:solidFill>
            <a:srgbClr val="53544A"/>
          </a:solidFill>
        </p:spPr>
        <p:txBody>
          <a:bodyPr anchor="ctr">
            <a:noAutofit/>
          </a:bodyPr>
          <a:lstStyle>
            <a:lvl1pPr algn="ctr">
              <a:buNone/>
              <a:defRPr>
                <a:solidFill>
                  <a:schemeClr val="bg1"/>
                </a:solidFill>
              </a:defRPr>
            </a:lvl1pPr>
          </a:lstStyle>
          <a:p>
            <a:r>
              <a:rPr lang="en-US"/>
              <a:t>Click icon to add picture</a:t>
            </a:r>
          </a:p>
        </p:txBody>
      </p:sp>
      <p:sp>
        <p:nvSpPr>
          <p:cNvPr id="6" name="Shape">
            <a:extLst>
              <a:ext uri="{FF2B5EF4-FFF2-40B4-BE49-F238E27FC236}">
                <a16:creationId xmlns:a16="http://schemas.microsoft.com/office/drawing/2014/main" id="{CD1FEE7C-553C-4A8B-BC77-F8DF21CFAE2F}"/>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lide Number Placeholder 5">
            <a:extLst>
              <a:ext uri="{FF2B5EF4-FFF2-40B4-BE49-F238E27FC236}">
                <a16:creationId xmlns:a16="http://schemas.microsoft.com/office/drawing/2014/main" id="{00AA6222-3515-ED1E-22C8-0B196FE22912}"/>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7" name="Title 3">
            <a:extLst>
              <a:ext uri="{FF2B5EF4-FFF2-40B4-BE49-F238E27FC236}">
                <a16:creationId xmlns:a16="http://schemas.microsoft.com/office/drawing/2014/main" id="{D180E599-A8FD-8FCF-D78E-DB2A8484EB04}"/>
              </a:ext>
            </a:extLst>
          </p:cNvPr>
          <p:cNvSpPr>
            <a:spLocks noGrp="1"/>
          </p:cNvSpPr>
          <p:nvPr>
            <p:ph type="title" hasCustomPrompt="1"/>
          </p:nvPr>
        </p:nvSpPr>
        <p:spPr>
          <a:xfrm>
            <a:off x="4241248" y="4845632"/>
            <a:ext cx="4969427" cy="1174168"/>
          </a:xfrm>
        </p:spPr>
        <p:txBody>
          <a:bodyPr wrap="square">
            <a:spAutoFit/>
          </a:bodyPr>
          <a:lstStyle>
            <a:lvl1pPr>
              <a:lnSpc>
                <a:spcPct val="90000"/>
              </a:lnSpc>
              <a:defRPr sz="2800"/>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a:t>
            </a:r>
          </a:p>
        </p:txBody>
      </p:sp>
    </p:spTree>
    <p:extLst>
      <p:ext uri="{BB962C8B-B14F-4D97-AF65-F5344CB8AC3E}">
        <p14:creationId xmlns:p14="http://schemas.microsoft.com/office/powerpoint/2010/main" val="351647852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Statement 5.0 (Dark)">
    <p:bg>
      <p:bgPr>
        <a:solidFill>
          <a:schemeClr val="tx1"/>
        </a:solidFill>
        <a:effectLst/>
      </p:bgPr>
    </p:bg>
    <p:spTree>
      <p:nvGrpSpPr>
        <p:cNvPr id="1" name=""/>
        <p:cNvGrpSpPr/>
        <p:nvPr/>
      </p:nvGrpSpPr>
      <p:grpSpPr>
        <a:xfrm>
          <a:off x="0" y="0"/>
          <a:ext cx="0" cy="0"/>
          <a:chOff x="0" y="0"/>
          <a:chExt cx="0" cy="0"/>
        </a:xfrm>
      </p:grpSpPr>
      <p:sp>
        <p:nvSpPr>
          <p:cNvPr id="28" name="Picture Placeholder 9">
            <a:extLst>
              <a:ext uri="{FF2B5EF4-FFF2-40B4-BE49-F238E27FC236}">
                <a16:creationId xmlns:a16="http://schemas.microsoft.com/office/drawing/2014/main" id="{B54E1074-5BBA-6736-8077-5BA6D135BE26}"/>
              </a:ext>
            </a:extLst>
          </p:cNvPr>
          <p:cNvSpPr>
            <a:spLocks noGrp="1"/>
          </p:cNvSpPr>
          <p:nvPr>
            <p:ph type="pic" sz="quarter" idx="19"/>
          </p:nvPr>
        </p:nvSpPr>
        <p:spPr>
          <a:xfrm>
            <a:off x="0" y="0"/>
            <a:ext cx="6096000" cy="6857998"/>
          </a:xfrm>
          <a:prstGeom prst="rect">
            <a:avLst/>
          </a:prstGeom>
          <a:solidFill>
            <a:schemeClr val="bg1"/>
          </a:solidFill>
        </p:spPr>
        <p:txBody>
          <a:bodyPr anchor="t">
            <a:noAutofit/>
          </a:bodyPr>
          <a:lstStyle>
            <a:lvl1pPr marL="319976" marR="0" indent="-319976" algn="ctr" defTabSz="323935" rtl="0" eaLnBrk="1" fontAlgn="base" latinLnBrk="0" hangingPunct="1">
              <a:lnSpc>
                <a:spcPct val="100000"/>
              </a:lnSpc>
              <a:spcBef>
                <a:spcPts val="0"/>
              </a:spcBef>
              <a:spcAft>
                <a:spcPts val="900"/>
              </a:spcAft>
              <a:buClrTx/>
              <a:buSzPct val="100000"/>
              <a:buFont typeface="Segoe UI" panose="020B0502040204020203" pitchFamily="34" charset="0"/>
              <a:buNone/>
              <a:tabLst/>
              <a:defRPr sz="1600">
                <a:solidFill>
                  <a:schemeClr val="tx1"/>
                </a:solidFill>
              </a:defRPr>
            </a:lvl1pPr>
          </a:lstStyle>
          <a:p>
            <a:endParaRPr lang="en-US"/>
          </a:p>
        </p:txBody>
      </p:sp>
      <p:cxnSp>
        <p:nvCxnSpPr>
          <p:cNvPr id="2" name="Straight Connector 1">
            <a:extLst>
              <a:ext uri="{FF2B5EF4-FFF2-40B4-BE49-F238E27FC236}">
                <a16:creationId xmlns:a16="http://schemas.microsoft.com/office/drawing/2014/main" id="{5ADD1F97-8284-C0FB-0660-9DAE99173A6B}"/>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4" name="Straight Connector 3">
            <a:extLst>
              <a:ext uri="{FF2B5EF4-FFF2-40B4-BE49-F238E27FC236}">
                <a16:creationId xmlns:a16="http://schemas.microsoft.com/office/drawing/2014/main" id="{A5F2190E-3350-9007-2590-0FAF27D1874D}"/>
              </a:ext>
            </a:extLst>
          </p:cNvPr>
          <p:cNvCxnSpPr>
            <a:cxnSpLocks/>
          </p:cNvCxnSpPr>
          <p:nvPr/>
        </p:nvCxnSpPr>
        <p:spPr>
          <a:xfrm>
            <a:off x="262616" y="505123"/>
            <a:ext cx="5829092"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2" name="Shape">
            <a:extLst>
              <a:ext uri="{FF2B5EF4-FFF2-40B4-BE49-F238E27FC236}">
                <a16:creationId xmlns:a16="http://schemas.microsoft.com/office/drawing/2014/main" id="{8DFC4937-3FD6-DBAC-A89D-CF49E8E0CF0D}"/>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Picture Placeholder 9">
            <a:extLst>
              <a:ext uri="{FF2B5EF4-FFF2-40B4-BE49-F238E27FC236}">
                <a16:creationId xmlns:a16="http://schemas.microsoft.com/office/drawing/2014/main" id="{94552704-CFDF-EF3C-D33A-73CB7A209B65}"/>
              </a:ext>
            </a:extLst>
          </p:cNvPr>
          <p:cNvSpPr>
            <a:spLocks noGrp="1"/>
          </p:cNvSpPr>
          <p:nvPr>
            <p:ph type="pic" sz="quarter" idx="13"/>
          </p:nvPr>
        </p:nvSpPr>
        <p:spPr>
          <a:xfrm>
            <a:off x="1260311" y="1647695"/>
            <a:ext cx="3562610" cy="3562610"/>
          </a:xfrm>
          <a:prstGeom prst="rect">
            <a:avLst/>
          </a:prstGeom>
          <a:solidFill>
            <a:srgbClr val="C2C4B8"/>
          </a:solidFill>
        </p:spPr>
        <p:txBody>
          <a:bodyPr anchor="ctr">
            <a:noAutofit/>
          </a:bodyPr>
          <a:lstStyle>
            <a:lvl1pPr algn="ctr">
              <a:buNone/>
              <a:defRPr>
                <a:solidFill>
                  <a:schemeClr val="bg1"/>
                </a:solidFill>
              </a:defRPr>
            </a:lvl1pPr>
          </a:lstStyle>
          <a:p>
            <a:r>
              <a:rPr lang="en-US"/>
              <a:t>Click icon to add picture</a:t>
            </a:r>
          </a:p>
        </p:txBody>
      </p:sp>
      <p:sp>
        <p:nvSpPr>
          <p:cNvPr id="15" name="Shape">
            <a:extLst>
              <a:ext uri="{FF2B5EF4-FFF2-40B4-BE49-F238E27FC236}">
                <a16:creationId xmlns:a16="http://schemas.microsoft.com/office/drawing/2014/main" id="{B19FFF9A-0B30-8282-7937-71D6BD98FA85}"/>
              </a:ext>
            </a:extLst>
          </p:cNvPr>
          <p:cNvSpPr/>
          <p:nvPr userDrawn="1"/>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tx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cxnSp>
        <p:nvCxnSpPr>
          <p:cNvPr id="17" name="Straight Connector 16">
            <a:extLst>
              <a:ext uri="{FF2B5EF4-FFF2-40B4-BE49-F238E27FC236}">
                <a16:creationId xmlns:a16="http://schemas.microsoft.com/office/drawing/2014/main" id="{39D70D7E-BF71-0132-08FD-F862218D7CB7}"/>
              </a:ext>
            </a:extLst>
          </p:cNvPr>
          <p:cNvCxnSpPr>
            <a:cxnSpLocks/>
          </p:cNvCxnSpPr>
          <p:nvPr userDrawn="1"/>
        </p:nvCxnSpPr>
        <p:spPr>
          <a:xfrm>
            <a:off x="262616" y="505123"/>
            <a:ext cx="582909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Text Placeholder 20">
            <a:extLst>
              <a:ext uri="{FF2B5EF4-FFF2-40B4-BE49-F238E27FC236}">
                <a16:creationId xmlns:a16="http://schemas.microsoft.com/office/drawing/2014/main" id="{28E44542-7C2D-86AE-9DFD-30BB40FAA822}"/>
              </a:ext>
            </a:extLst>
          </p:cNvPr>
          <p:cNvSpPr>
            <a:spLocks noGrp="1"/>
          </p:cNvSpPr>
          <p:nvPr>
            <p:ph type="body" sz="quarter" idx="35" hasCustomPrompt="1"/>
          </p:nvPr>
        </p:nvSpPr>
        <p:spPr>
          <a:xfrm>
            <a:off x="6956314" y="4891522"/>
            <a:ext cx="1261781" cy="165430"/>
          </a:xfrm>
          <a:prstGeom prst="rect">
            <a:avLst/>
          </a:prstGeom>
        </p:spPr>
        <p:txBody>
          <a:bodyPr lIns="0" tIns="0" rIns="0" bIns="0" anchor="t">
            <a:spAutoFit/>
          </a:bodyPr>
          <a:lstStyle>
            <a:lvl1pPr marL="0" indent="0">
              <a:spcBef>
                <a:spcPts val="0"/>
              </a:spcBef>
              <a:buNone/>
              <a:defRPr sz="1000" b="1" i="0">
                <a:solidFill>
                  <a:schemeClr val="bg1"/>
                </a:solidFill>
                <a:latin typeface="+mj-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Quote Attribution</a:t>
            </a:r>
          </a:p>
        </p:txBody>
      </p:sp>
      <p:sp>
        <p:nvSpPr>
          <p:cNvPr id="31" name="Text Placeholder 20">
            <a:extLst>
              <a:ext uri="{FF2B5EF4-FFF2-40B4-BE49-F238E27FC236}">
                <a16:creationId xmlns:a16="http://schemas.microsoft.com/office/drawing/2014/main" id="{8731B8CF-2578-CD77-558D-A8A7E025E96D}"/>
              </a:ext>
            </a:extLst>
          </p:cNvPr>
          <p:cNvSpPr>
            <a:spLocks noGrp="1"/>
          </p:cNvSpPr>
          <p:nvPr>
            <p:ph type="body" sz="quarter" idx="36" hasCustomPrompt="1"/>
          </p:nvPr>
        </p:nvSpPr>
        <p:spPr>
          <a:xfrm>
            <a:off x="6956314" y="5071052"/>
            <a:ext cx="1261781" cy="165430"/>
          </a:xfrm>
          <a:prstGeom prst="rect">
            <a:avLst/>
          </a:prstGeom>
        </p:spPr>
        <p:txBody>
          <a:bodyPr wrap="square" lIns="0" tIns="0" rIns="0" bIns="0" anchor="t">
            <a:spAutoFit/>
          </a:bodyPr>
          <a:lstStyle>
            <a:lvl1pPr marL="0" indent="0">
              <a:spcBef>
                <a:spcPts val="0"/>
              </a:spcBef>
              <a:buNone/>
              <a:defRPr sz="1000" b="0" i="0">
                <a:solidFill>
                  <a:schemeClr val="bg1"/>
                </a:solidFill>
                <a:latin typeface="+mn-lt"/>
              </a:defRPr>
            </a:lvl1pPr>
            <a:lvl2pPr marL="0" indent="0">
              <a:spcBef>
                <a:spcPts val="0"/>
              </a:spcBef>
              <a:buNone/>
              <a:defRPr b="1" i="0">
                <a:latin typeface="Snowflake Sans Medium" panose="020B0505040401040103" pitchFamily="34" charset="0"/>
              </a:defRPr>
            </a:lvl2pPr>
            <a:lvl3pPr marL="0" indent="0">
              <a:spcBef>
                <a:spcPts val="0"/>
              </a:spcBef>
              <a:buNone/>
              <a:defRPr b="1" i="0">
                <a:latin typeface="Snowflake Sans Medium" panose="020B0505040401040103" pitchFamily="34" charset="0"/>
              </a:defRPr>
            </a:lvl3pPr>
            <a:lvl4pPr marL="0" indent="0">
              <a:spcBef>
                <a:spcPts val="0"/>
              </a:spcBef>
              <a:buNone/>
              <a:defRPr b="1" i="0">
                <a:latin typeface="Snowflake Sans Medium" panose="020B0505040401040103" pitchFamily="34" charset="0"/>
              </a:defRPr>
            </a:lvl4pPr>
            <a:lvl5pPr marL="0" indent="0">
              <a:spcBef>
                <a:spcPts val="0"/>
              </a:spcBef>
              <a:buNone/>
              <a:defRPr b="1" i="0">
                <a:latin typeface="Snowflake Sans Medium" panose="020B0505040401040103" pitchFamily="34" charset="0"/>
              </a:defRPr>
            </a:lvl5pPr>
          </a:lstStyle>
          <a:p>
            <a:pPr lvl="0"/>
            <a:r>
              <a:rPr lang="en-US"/>
              <a:t>Lorem Ipsum</a:t>
            </a:r>
          </a:p>
        </p:txBody>
      </p:sp>
      <p:sp>
        <p:nvSpPr>
          <p:cNvPr id="6" name="Slide Number Placeholder 5">
            <a:extLst>
              <a:ext uri="{FF2B5EF4-FFF2-40B4-BE49-F238E27FC236}">
                <a16:creationId xmlns:a16="http://schemas.microsoft.com/office/drawing/2014/main" id="{3D43FFC9-38C2-B4F8-4162-A5C53BC952DC}"/>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
        <p:nvSpPr>
          <p:cNvPr id="7" name="Text Placeholder 14">
            <a:extLst>
              <a:ext uri="{FF2B5EF4-FFF2-40B4-BE49-F238E27FC236}">
                <a16:creationId xmlns:a16="http://schemas.microsoft.com/office/drawing/2014/main" id="{1C1F1B34-6637-E7E7-212E-343F22CDF946}"/>
              </a:ext>
            </a:extLst>
          </p:cNvPr>
          <p:cNvSpPr>
            <a:spLocks noGrp="1"/>
          </p:cNvSpPr>
          <p:nvPr>
            <p:ph type="body" sz="quarter" idx="37" hasCustomPrompt="1"/>
          </p:nvPr>
        </p:nvSpPr>
        <p:spPr>
          <a:xfrm>
            <a:off x="6956313" y="2648016"/>
            <a:ext cx="3974583" cy="1949765"/>
          </a:xfrm>
        </p:spPr>
        <p:txBody>
          <a:bodyPr wrap="square">
            <a:spAutoFit/>
          </a:bodyPr>
          <a:lstStyle>
            <a:lvl1pPr marL="457200" indent="-457200">
              <a:lnSpc>
                <a:spcPct val="90000"/>
              </a:lnSpc>
              <a:defRPr sz="2800">
                <a:latin typeface="+mj-lt"/>
              </a:defRPr>
            </a:lvl1pPr>
          </a:lstStyle>
          <a:p>
            <a:pPr lvl="0"/>
            <a:r>
              <a:rPr lang="en-US"/>
              <a:t>Lorem ipsum dolor sit </a:t>
            </a:r>
            <a:r>
              <a:rPr lang="en-US" err="1"/>
              <a:t>amet</a:t>
            </a:r>
            <a:r>
              <a:rPr lang="en-US"/>
              <a:t>, </a:t>
            </a:r>
            <a:r>
              <a:rPr lang="en-US" err="1"/>
              <a:t>consec</a:t>
            </a:r>
            <a:r>
              <a:rPr lang="en-US"/>
              <a:t> </a:t>
            </a:r>
            <a:r>
              <a:rPr lang="en-US" err="1"/>
              <a:t>tetur</a:t>
            </a:r>
            <a:r>
              <a:rPr lang="en-US"/>
              <a:t> </a:t>
            </a:r>
            <a:r>
              <a:rPr lang="en-US" err="1"/>
              <a:t>adipiscing</a:t>
            </a:r>
            <a:r>
              <a:rPr lang="en-US"/>
              <a:t> </a:t>
            </a:r>
            <a:r>
              <a:rPr lang="en-US" err="1"/>
              <a:t>elit</a:t>
            </a:r>
            <a:r>
              <a:rPr lang="en-US"/>
              <a:t>, sed do </a:t>
            </a:r>
            <a:r>
              <a:rPr lang="en-US" err="1"/>
              <a:t>eiusmod</a:t>
            </a:r>
            <a:r>
              <a:rPr lang="en-US"/>
              <a:t> </a:t>
            </a:r>
            <a:r>
              <a:rPr lang="en-US" err="1"/>
              <a:t>tempor</a:t>
            </a:r>
            <a:endParaRPr lang="en-US"/>
          </a:p>
        </p:txBody>
      </p:sp>
    </p:spTree>
    <p:extLst>
      <p:ext uri="{BB962C8B-B14F-4D97-AF65-F5344CB8AC3E}">
        <p14:creationId xmlns:p14="http://schemas.microsoft.com/office/powerpoint/2010/main" val="3387068669"/>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Statement 6.0 (Dark)">
    <p:bg>
      <p:bgPr>
        <a:solidFill>
          <a:schemeClr val="tx1"/>
        </a:solidFill>
        <a:effectLst/>
      </p:bgPr>
    </p:bg>
    <p:spTree>
      <p:nvGrpSpPr>
        <p:cNvPr id="1" name=""/>
        <p:cNvGrpSpPr/>
        <p:nvPr/>
      </p:nvGrpSpPr>
      <p:grpSpPr>
        <a:xfrm>
          <a:off x="0" y="0"/>
          <a:ext cx="0" cy="0"/>
          <a:chOff x="0" y="0"/>
          <a:chExt cx="0" cy="0"/>
        </a:xfrm>
      </p:grpSpPr>
      <p:sp>
        <p:nvSpPr>
          <p:cNvPr id="31" name="Picture Placeholder 9">
            <a:extLst>
              <a:ext uri="{FF2B5EF4-FFF2-40B4-BE49-F238E27FC236}">
                <a16:creationId xmlns:a16="http://schemas.microsoft.com/office/drawing/2014/main" id="{414F3A46-6C79-B4B1-C65B-3636B6B3DB33}"/>
              </a:ext>
            </a:extLst>
          </p:cNvPr>
          <p:cNvSpPr>
            <a:spLocks noGrp="1"/>
          </p:cNvSpPr>
          <p:nvPr>
            <p:ph type="pic" sz="quarter" idx="37"/>
          </p:nvPr>
        </p:nvSpPr>
        <p:spPr>
          <a:xfrm>
            <a:off x="381744" y="2957988"/>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3" name="Picture Placeholder 9">
            <a:extLst>
              <a:ext uri="{FF2B5EF4-FFF2-40B4-BE49-F238E27FC236}">
                <a16:creationId xmlns:a16="http://schemas.microsoft.com/office/drawing/2014/main" id="{6DA91201-807B-7F7B-A15C-3933A50E4033}"/>
              </a:ext>
            </a:extLst>
          </p:cNvPr>
          <p:cNvSpPr>
            <a:spLocks noGrp="1"/>
          </p:cNvSpPr>
          <p:nvPr>
            <p:ph type="pic" sz="quarter" idx="43"/>
          </p:nvPr>
        </p:nvSpPr>
        <p:spPr>
          <a:xfrm>
            <a:off x="381744" y="5389563"/>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4" name="Picture Placeholder 9">
            <a:extLst>
              <a:ext uri="{FF2B5EF4-FFF2-40B4-BE49-F238E27FC236}">
                <a16:creationId xmlns:a16="http://schemas.microsoft.com/office/drawing/2014/main" id="{A36546E3-93E3-A778-B668-BAEE9A09CA76}"/>
              </a:ext>
            </a:extLst>
          </p:cNvPr>
          <p:cNvSpPr>
            <a:spLocks noGrp="1"/>
          </p:cNvSpPr>
          <p:nvPr>
            <p:ph type="pic" sz="quarter" idx="44"/>
          </p:nvPr>
        </p:nvSpPr>
        <p:spPr>
          <a:xfrm>
            <a:off x="2464768" y="5389563"/>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5" name="Picture Placeholder 9">
            <a:extLst>
              <a:ext uri="{FF2B5EF4-FFF2-40B4-BE49-F238E27FC236}">
                <a16:creationId xmlns:a16="http://schemas.microsoft.com/office/drawing/2014/main" id="{8D7F82AF-A25F-3281-B2A8-165DB08771DB}"/>
              </a:ext>
            </a:extLst>
          </p:cNvPr>
          <p:cNvSpPr>
            <a:spLocks noGrp="1"/>
          </p:cNvSpPr>
          <p:nvPr>
            <p:ph type="pic" sz="quarter" idx="45"/>
          </p:nvPr>
        </p:nvSpPr>
        <p:spPr>
          <a:xfrm>
            <a:off x="4547791" y="5389563"/>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6" name="Picture Placeholder 9">
            <a:extLst>
              <a:ext uri="{FF2B5EF4-FFF2-40B4-BE49-F238E27FC236}">
                <a16:creationId xmlns:a16="http://schemas.microsoft.com/office/drawing/2014/main" id="{77846D10-B19A-7A06-CE1C-B4259CEDB20F}"/>
              </a:ext>
            </a:extLst>
          </p:cNvPr>
          <p:cNvSpPr>
            <a:spLocks noGrp="1"/>
          </p:cNvSpPr>
          <p:nvPr>
            <p:ph type="pic" sz="quarter" idx="46"/>
          </p:nvPr>
        </p:nvSpPr>
        <p:spPr>
          <a:xfrm>
            <a:off x="6630814" y="5389563"/>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48" name="Picture Placeholder 9">
            <a:extLst>
              <a:ext uri="{FF2B5EF4-FFF2-40B4-BE49-F238E27FC236}">
                <a16:creationId xmlns:a16="http://schemas.microsoft.com/office/drawing/2014/main" id="{E3EB4462-D286-A817-693C-92AEE36F0EED}"/>
              </a:ext>
            </a:extLst>
          </p:cNvPr>
          <p:cNvSpPr>
            <a:spLocks noGrp="1"/>
          </p:cNvSpPr>
          <p:nvPr>
            <p:ph type="pic" sz="quarter" idx="48"/>
          </p:nvPr>
        </p:nvSpPr>
        <p:spPr>
          <a:xfrm>
            <a:off x="10796860" y="5389563"/>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5" name="Picture Placeholder 9">
            <a:extLst>
              <a:ext uri="{FF2B5EF4-FFF2-40B4-BE49-F238E27FC236}">
                <a16:creationId xmlns:a16="http://schemas.microsoft.com/office/drawing/2014/main" id="{C5EE55A4-37A2-B4D8-C3AC-37CB40FA2765}"/>
              </a:ext>
            </a:extLst>
          </p:cNvPr>
          <p:cNvSpPr>
            <a:spLocks noGrp="1" noChangeAspect="1"/>
          </p:cNvSpPr>
          <p:nvPr>
            <p:ph type="pic" sz="quarter" idx="31"/>
          </p:nvPr>
        </p:nvSpPr>
        <p:spPr>
          <a:xfrm>
            <a:off x="381744" y="455041"/>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6" name="Picture Placeholder 9">
            <a:extLst>
              <a:ext uri="{FF2B5EF4-FFF2-40B4-BE49-F238E27FC236}">
                <a16:creationId xmlns:a16="http://schemas.microsoft.com/office/drawing/2014/main" id="{1D15C063-808E-85A7-50C7-6E5B2FCD5AD6}"/>
              </a:ext>
            </a:extLst>
          </p:cNvPr>
          <p:cNvSpPr>
            <a:spLocks noGrp="1"/>
          </p:cNvSpPr>
          <p:nvPr>
            <p:ph type="pic" sz="quarter" idx="32"/>
          </p:nvPr>
        </p:nvSpPr>
        <p:spPr>
          <a:xfrm>
            <a:off x="2464767" y="455041"/>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7" name="Picture Placeholder 9">
            <a:extLst>
              <a:ext uri="{FF2B5EF4-FFF2-40B4-BE49-F238E27FC236}">
                <a16:creationId xmlns:a16="http://schemas.microsoft.com/office/drawing/2014/main" id="{4B90FC3E-7F7E-90C9-3727-7F837C6F3BB5}"/>
              </a:ext>
            </a:extLst>
          </p:cNvPr>
          <p:cNvSpPr>
            <a:spLocks noGrp="1"/>
          </p:cNvSpPr>
          <p:nvPr>
            <p:ph type="pic" sz="quarter" idx="33"/>
          </p:nvPr>
        </p:nvSpPr>
        <p:spPr>
          <a:xfrm>
            <a:off x="4547790" y="455041"/>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8" name="Picture Placeholder 9">
            <a:extLst>
              <a:ext uri="{FF2B5EF4-FFF2-40B4-BE49-F238E27FC236}">
                <a16:creationId xmlns:a16="http://schemas.microsoft.com/office/drawing/2014/main" id="{D7347812-B755-7A67-CEF3-9A783EC2714D}"/>
              </a:ext>
            </a:extLst>
          </p:cNvPr>
          <p:cNvSpPr>
            <a:spLocks noGrp="1"/>
          </p:cNvSpPr>
          <p:nvPr>
            <p:ph type="pic" sz="quarter" idx="34"/>
          </p:nvPr>
        </p:nvSpPr>
        <p:spPr>
          <a:xfrm>
            <a:off x="6630814" y="455041"/>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29" name="Picture Placeholder 9">
            <a:extLst>
              <a:ext uri="{FF2B5EF4-FFF2-40B4-BE49-F238E27FC236}">
                <a16:creationId xmlns:a16="http://schemas.microsoft.com/office/drawing/2014/main" id="{DA31DF15-3CFD-8ECB-E60B-6F0BEE5C00DD}"/>
              </a:ext>
            </a:extLst>
          </p:cNvPr>
          <p:cNvSpPr>
            <a:spLocks noGrp="1"/>
          </p:cNvSpPr>
          <p:nvPr>
            <p:ph type="pic" sz="quarter" idx="35"/>
          </p:nvPr>
        </p:nvSpPr>
        <p:spPr>
          <a:xfrm>
            <a:off x="8713837" y="455041"/>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30" name="Picture Placeholder 9">
            <a:extLst>
              <a:ext uri="{FF2B5EF4-FFF2-40B4-BE49-F238E27FC236}">
                <a16:creationId xmlns:a16="http://schemas.microsoft.com/office/drawing/2014/main" id="{8FB89C77-18AB-8B9C-D40D-9F9E06EDDEE5}"/>
              </a:ext>
            </a:extLst>
          </p:cNvPr>
          <p:cNvSpPr>
            <a:spLocks noGrp="1"/>
          </p:cNvSpPr>
          <p:nvPr>
            <p:ph type="pic" sz="quarter" idx="36"/>
          </p:nvPr>
        </p:nvSpPr>
        <p:spPr>
          <a:xfrm>
            <a:off x="10796860" y="455041"/>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35" name="Picture Placeholder 9">
            <a:extLst>
              <a:ext uri="{FF2B5EF4-FFF2-40B4-BE49-F238E27FC236}">
                <a16:creationId xmlns:a16="http://schemas.microsoft.com/office/drawing/2014/main" id="{946D8120-6638-43CD-E142-F46BAB6BB855}"/>
              </a:ext>
            </a:extLst>
          </p:cNvPr>
          <p:cNvSpPr>
            <a:spLocks noGrp="1"/>
          </p:cNvSpPr>
          <p:nvPr>
            <p:ph type="pic" sz="quarter" idx="41"/>
          </p:nvPr>
        </p:nvSpPr>
        <p:spPr>
          <a:xfrm>
            <a:off x="8713837" y="2957988"/>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36" name="Picture Placeholder 9">
            <a:extLst>
              <a:ext uri="{FF2B5EF4-FFF2-40B4-BE49-F238E27FC236}">
                <a16:creationId xmlns:a16="http://schemas.microsoft.com/office/drawing/2014/main" id="{890A2031-10BD-625A-86DD-1D0CC2E40A54}"/>
              </a:ext>
            </a:extLst>
          </p:cNvPr>
          <p:cNvSpPr>
            <a:spLocks noGrp="1"/>
          </p:cNvSpPr>
          <p:nvPr>
            <p:ph type="pic" sz="quarter" idx="42"/>
          </p:nvPr>
        </p:nvSpPr>
        <p:spPr>
          <a:xfrm>
            <a:off x="10796860" y="2957988"/>
            <a:ext cx="1013396" cy="1013397"/>
          </a:xfrm>
          <a:prstGeom prst="rect">
            <a:avLst/>
          </a:prstGeom>
          <a:solidFill>
            <a:srgbClr val="53544A"/>
          </a:solidFill>
        </p:spPr>
        <p:txBody>
          <a:bodyPr lIns="0" tIns="0" rIns="0">
            <a:noAutofit/>
          </a:bodyPr>
          <a:lstStyle>
            <a:lvl1pPr marL="228554" indent="-228554">
              <a:spcAft>
                <a:spcPts val="600"/>
              </a:spcAft>
              <a:defRPr sz="1200">
                <a:solidFill>
                  <a:schemeClr val="bg1"/>
                </a:solidFill>
              </a:defRPr>
            </a:lvl1pPr>
          </a:lstStyle>
          <a:p>
            <a:r>
              <a:rPr lang="en-US"/>
              <a:t>Click icon to add picture</a:t>
            </a:r>
          </a:p>
        </p:txBody>
      </p:sp>
      <p:sp>
        <p:nvSpPr>
          <p:cNvPr id="6" name="Title 2">
            <a:extLst>
              <a:ext uri="{FF2B5EF4-FFF2-40B4-BE49-F238E27FC236}">
                <a16:creationId xmlns:a16="http://schemas.microsoft.com/office/drawing/2014/main" id="{E5F29476-6FAB-192A-D41D-7BEA14D5E3A3}"/>
              </a:ext>
            </a:extLst>
          </p:cNvPr>
          <p:cNvSpPr>
            <a:spLocks noGrp="1"/>
          </p:cNvSpPr>
          <p:nvPr>
            <p:ph type="title" hasCustomPrompt="1"/>
          </p:nvPr>
        </p:nvSpPr>
        <p:spPr>
          <a:xfrm>
            <a:off x="2464767" y="2267696"/>
            <a:ext cx="5568834" cy="2412584"/>
          </a:xfrm>
        </p:spPr>
        <p:txBody>
          <a:bodyPr anchor="ctr"/>
          <a:lstStyle>
            <a:lvl1pPr>
              <a:defRPr sz="6399" spc="-150">
                <a:solidFill>
                  <a:schemeClr val="bg1"/>
                </a:solidFill>
              </a:defRPr>
            </a:lvl1pPr>
          </a:lstStyle>
          <a:p>
            <a:pPr lvl="0"/>
            <a:r>
              <a:rPr lang="en-US"/>
              <a:t>Lorem ipsum dolor sit </a:t>
            </a:r>
            <a:r>
              <a:rPr lang="en-US" err="1"/>
              <a:t>amet</a:t>
            </a:r>
            <a:r>
              <a:rPr lang="en-US"/>
              <a:t> </a:t>
            </a:r>
            <a:r>
              <a:rPr lang="en-US" err="1"/>
              <a:t>consec</a:t>
            </a:r>
            <a:r>
              <a:rPr lang="en-US"/>
              <a:t>.</a:t>
            </a:r>
          </a:p>
        </p:txBody>
      </p:sp>
      <p:sp>
        <p:nvSpPr>
          <p:cNvPr id="7" name="Shape">
            <a:extLst>
              <a:ext uri="{FF2B5EF4-FFF2-40B4-BE49-F238E27FC236}">
                <a16:creationId xmlns:a16="http://schemas.microsoft.com/office/drawing/2014/main" id="{42AEFDCD-7460-BC06-1BA3-6506AC3F3ED7}"/>
              </a:ext>
            </a:extLst>
          </p:cNvPr>
          <p:cNvSpPr/>
          <p:nvPr userDrawn="1"/>
        </p:nvSpPr>
        <p:spPr>
          <a:xfrm>
            <a:off x="381744" y="2092121"/>
            <a:ext cx="270314" cy="270314"/>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Shape">
            <a:extLst>
              <a:ext uri="{FF2B5EF4-FFF2-40B4-BE49-F238E27FC236}">
                <a16:creationId xmlns:a16="http://schemas.microsoft.com/office/drawing/2014/main" id="{DCD7CBF4-445F-069C-BFC3-D839C37EA842}"/>
              </a:ext>
            </a:extLst>
          </p:cNvPr>
          <p:cNvSpPr/>
          <p:nvPr userDrawn="1"/>
        </p:nvSpPr>
        <p:spPr>
          <a:xfrm>
            <a:off x="8782640" y="6134100"/>
            <a:ext cx="875789" cy="268859"/>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141931672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End 1.0 (Dark)">
    <p:bg>
      <p:bgPr>
        <a:solidFill>
          <a:schemeClr val="tx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13B2BF84-5BE7-18D5-1B3F-A40FC8841C0F}"/>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8" name="Title 1">
            <a:extLst>
              <a:ext uri="{FF2B5EF4-FFF2-40B4-BE49-F238E27FC236}">
                <a16:creationId xmlns:a16="http://schemas.microsoft.com/office/drawing/2014/main" id="{A2FD8A03-EF14-3F7D-B4FB-8F8317AEE0D8}"/>
              </a:ext>
            </a:extLst>
          </p:cNvPr>
          <p:cNvSpPr>
            <a:spLocks noGrp="1"/>
          </p:cNvSpPr>
          <p:nvPr>
            <p:ph type="title" hasCustomPrompt="1"/>
          </p:nvPr>
        </p:nvSpPr>
        <p:spPr>
          <a:xfrm>
            <a:off x="262616" y="3114694"/>
            <a:ext cx="8672403" cy="837152"/>
          </a:xfrm>
        </p:spPr>
        <p:txBody>
          <a:bodyPr anchor="ctr">
            <a:spAutoFit/>
          </a:bodyPr>
          <a:lstStyle>
            <a:lvl1pPr>
              <a:defRPr sz="6400" spc="-150">
                <a:solidFill>
                  <a:schemeClr val="bg1"/>
                </a:solidFill>
              </a:defRPr>
            </a:lvl1pPr>
          </a:lstStyle>
          <a:p>
            <a:pPr lvl="0"/>
            <a:r>
              <a:rPr lang="en-US"/>
              <a:t>Thank you</a:t>
            </a:r>
          </a:p>
        </p:txBody>
      </p:sp>
      <p:sp>
        <p:nvSpPr>
          <p:cNvPr id="9" name="Shape">
            <a:extLst>
              <a:ext uri="{FF2B5EF4-FFF2-40B4-BE49-F238E27FC236}">
                <a16:creationId xmlns:a16="http://schemas.microsoft.com/office/drawing/2014/main" id="{BC3F7105-85EA-EEDA-AF17-89B0812A93E0}"/>
              </a:ext>
            </a:extLst>
          </p:cNvPr>
          <p:cNvSpPr/>
          <p:nvPr userDrawn="1"/>
        </p:nvSpPr>
        <p:spPr>
          <a:xfrm>
            <a:off x="262616" y="6401801"/>
            <a:ext cx="620712" cy="190552"/>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1054876450"/>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End 2.0 (Dark)">
    <p:bg>
      <p:bgPr>
        <a:solidFill>
          <a:srgbClr val="191919"/>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1F59B46C-0A87-EC8E-63E7-C8B3030398D5}"/>
              </a:ext>
            </a:extLst>
          </p:cNvPr>
          <p:cNvCxnSpPr>
            <a:cxnSpLocks/>
          </p:cNvCxnSpPr>
          <p:nvPr/>
        </p:nvCxnSpPr>
        <p:spPr>
          <a:xfrm>
            <a:off x="262616" y="505123"/>
            <a:ext cx="11658184" cy="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3" name="Shape">
            <a:extLst>
              <a:ext uri="{FF2B5EF4-FFF2-40B4-BE49-F238E27FC236}">
                <a16:creationId xmlns:a16="http://schemas.microsoft.com/office/drawing/2014/main" id="{F7BA329F-5BAF-3936-46A2-3557EEBB5C23}"/>
              </a:ext>
            </a:extLst>
          </p:cNvPr>
          <p:cNvSpPr/>
          <p:nvPr/>
        </p:nvSpPr>
        <p:spPr>
          <a:xfrm>
            <a:off x="262616" y="195113"/>
            <a:ext cx="190505" cy="190505"/>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hape">
            <a:extLst>
              <a:ext uri="{FF2B5EF4-FFF2-40B4-BE49-F238E27FC236}">
                <a16:creationId xmlns:a16="http://schemas.microsoft.com/office/drawing/2014/main" id="{C25BA493-08F9-2C51-CCB1-1B17E34F8BA0}"/>
              </a:ext>
            </a:extLst>
          </p:cNvPr>
          <p:cNvSpPr/>
          <p:nvPr/>
        </p:nvSpPr>
        <p:spPr>
          <a:xfrm>
            <a:off x="262616" y="3251652"/>
            <a:ext cx="1188228" cy="364774"/>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18" name="Text Placeholder 14">
            <a:extLst>
              <a:ext uri="{FF2B5EF4-FFF2-40B4-BE49-F238E27FC236}">
                <a16:creationId xmlns:a16="http://schemas.microsoft.com/office/drawing/2014/main" id="{E7ECB864-F136-54CE-0DE6-54B1AE1A6764}"/>
              </a:ext>
            </a:extLst>
          </p:cNvPr>
          <p:cNvSpPr>
            <a:spLocks noGrp="1"/>
          </p:cNvSpPr>
          <p:nvPr>
            <p:ph type="body" sz="quarter" idx="31" hasCustomPrompt="1"/>
          </p:nvPr>
        </p:nvSpPr>
        <p:spPr>
          <a:xfrm>
            <a:off x="262615" y="5889563"/>
            <a:ext cx="2984987" cy="684418"/>
          </a:xfrm>
        </p:spPr>
        <p:txBody>
          <a:bodyPr wrap="square" anchor="t">
            <a:spAutoFit/>
          </a:bodyPr>
          <a:lstStyle>
            <a:lvl1pPr marL="182843" marR="0" indent="-182843" algn="l" defTabSz="323935" rtl="0" eaLnBrk="1" fontAlgn="base" latinLnBrk="0" hangingPunct="1">
              <a:lnSpc>
                <a:spcPct val="110000"/>
              </a:lnSpc>
              <a:spcBef>
                <a:spcPts val="0"/>
              </a:spcBef>
              <a:spcAft>
                <a:spcPts val="900"/>
              </a:spcAft>
              <a:buClrTx/>
              <a:buSzPct val="100000"/>
              <a:buFont typeface="Segoe UI" panose="020B0502040204020203" pitchFamily="34" charset="0"/>
              <a:buChar char="■"/>
              <a:tabLst/>
              <a:defRPr sz="900">
                <a:solidFill>
                  <a:schemeClr val="bg1"/>
                </a:solidFill>
              </a:defRPr>
            </a:lvl1pPr>
          </a:lstStyle>
          <a:p>
            <a:pPr lvl="0"/>
            <a:r>
              <a:rPr lang="en-US" err="1"/>
              <a:t>Firstname</a:t>
            </a:r>
            <a:r>
              <a:rPr lang="en-US"/>
              <a:t> Lastname |  first.last@vml.com</a:t>
            </a:r>
          </a:p>
          <a:p>
            <a:pPr marL="182843" marR="0" lvl="0" indent="-182843" algn="l" defTabSz="323935" rtl="0" eaLnBrk="1" fontAlgn="base" latinLnBrk="0" hangingPunct="1">
              <a:lnSpc>
                <a:spcPct val="110000"/>
              </a:lnSpc>
              <a:spcBef>
                <a:spcPts val="0"/>
              </a:spcBef>
              <a:spcAft>
                <a:spcPts val="900"/>
              </a:spcAft>
              <a:buClrTx/>
              <a:buSzPct val="100000"/>
              <a:buFont typeface="Segoe UI" panose="020B0502040204020203" pitchFamily="34" charset="0"/>
              <a:buChar char="■"/>
              <a:tabLst/>
              <a:defRPr/>
            </a:pPr>
            <a:r>
              <a:rPr lang="en-US" err="1"/>
              <a:t>Firstname</a:t>
            </a:r>
            <a:r>
              <a:rPr lang="en-US"/>
              <a:t> Lastname |  first.last@vml.com</a:t>
            </a:r>
          </a:p>
          <a:p>
            <a:pPr marL="182843" marR="0" lvl="0" indent="-182843" algn="l" defTabSz="323935" rtl="0" eaLnBrk="1" fontAlgn="base" latinLnBrk="0" hangingPunct="1">
              <a:lnSpc>
                <a:spcPct val="110000"/>
              </a:lnSpc>
              <a:spcBef>
                <a:spcPts val="0"/>
              </a:spcBef>
              <a:spcAft>
                <a:spcPts val="900"/>
              </a:spcAft>
              <a:buClrTx/>
              <a:buSzPct val="100000"/>
              <a:buFont typeface="Segoe UI" panose="020B0502040204020203" pitchFamily="34" charset="0"/>
              <a:buChar char="■"/>
              <a:tabLst/>
              <a:defRPr/>
            </a:pPr>
            <a:r>
              <a:rPr lang="en-US" err="1"/>
              <a:t>Firstname</a:t>
            </a:r>
            <a:r>
              <a:rPr lang="en-US"/>
              <a:t> Lastname |  first.last@vml.com</a:t>
            </a:r>
          </a:p>
        </p:txBody>
      </p:sp>
      <p:sp>
        <p:nvSpPr>
          <p:cNvPr id="19" name="Text Placeholder 14">
            <a:extLst>
              <a:ext uri="{FF2B5EF4-FFF2-40B4-BE49-F238E27FC236}">
                <a16:creationId xmlns:a16="http://schemas.microsoft.com/office/drawing/2014/main" id="{A8D3F238-8B89-4E03-B76E-8DE817532C69}"/>
              </a:ext>
            </a:extLst>
          </p:cNvPr>
          <p:cNvSpPr>
            <a:spLocks noGrp="1"/>
          </p:cNvSpPr>
          <p:nvPr>
            <p:ph type="body" sz="quarter" idx="32" hasCustomPrompt="1"/>
          </p:nvPr>
        </p:nvSpPr>
        <p:spPr>
          <a:xfrm>
            <a:off x="262615" y="5504450"/>
            <a:ext cx="2984987" cy="198516"/>
          </a:xfrm>
        </p:spPr>
        <p:txBody>
          <a:bodyPr wrap="square">
            <a:spAutoFit/>
          </a:bodyPr>
          <a:lstStyle>
            <a:lvl1pPr marL="319976" indent="-319976">
              <a:buNone/>
              <a:defRPr sz="1200">
                <a:solidFill>
                  <a:schemeClr val="bg1"/>
                </a:solidFill>
                <a:latin typeface="+mj-lt"/>
              </a:defRPr>
            </a:lvl1pPr>
          </a:lstStyle>
          <a:p>
            <a:pPr lvl="0"/>
            <a:r>
              <a:rPr lang="en-US"/>
              <a:t>For Questions, Contact:</a:t>
            </a:r>
          </a:p>
        </p:txBody>
      </p:sp>
      <p:cxnSp>
        <p:nvCxnSpPr>
          <p:cNvPr id="20" name="Straight Connector 19">
            <a:extLst>
              <a:ext uri="{FF2B5EF4-FFF2-40B4-BE49-F238E27FC236}">
                <a16:creationId xmlns:a16="http://schemas.microsoft.com/office/drawing/2014/main" id="{8C463524-75F6-094B-C30C-7FEE12C85B35}"/>
              </a:ext>
            </a:extLst>
          </p:cNvPr>
          <p:cNvCxnSpPr>
            <a:cxnSpLocks/>
          </p:cNvCxnSpPr>
          <p:nvPr userDrawn="1"/>
        </p:nvCxnSpPr>
        <p:spPr>
          <a:xfrm>
            <a:off x="262616" y="5796057"/>
            <a:ext cx="2984986" cy="0"/>
          </a:xfrm>
          <a:prstGeom prst="line">
            <a:avLst/>
          </a:prstGeom>
          <a:ln w="6350">
            <a:solidFill>
              <a:schemeClr val="bg1"/>
            </a:solidFill>
          </a:ln>
        </p:spPr>
        <p:style>
          <a:lnRef idx="2">
            <a:schemeClr val="accent1"/>
          </a:lnRef>
          <a:fillRef idx="0">
            <a:schemeClr val="accent1"/>
          </a:fillRef>
          <a:effectRef idx="1">
            <a:schemeClr val="accent1"/>
          </a:effectRef>
          <a:fontRef idx="minor">
            <a:schemeClr val="tx1"/>
          </a:fontRef>
        </p:style>
      </p:cxnSp>
      <p:sp>
        <p:nvSpPr>
          <p:cNvPr id="4" name="Slide Number Placeholder 5">
            <a:extLst>
              <a:ext uri="{FF2B5EF4-FFF2-40B4-BE49-F238E27FC236}">
                <a16:creationId xmlns:a16="http://schemas.microsoft.com/office/drawing/2014/main" id="{809A01D7-DFBB-35A6-810F-F143D3977A0B}"/>
              </a:ext>
            </a:extLst>
          </p:cNvPr>
          <p:cNvSpPr>
            <a:spLocks noGrp="1"/>
          </p:cNvSpPr>
          <p:nvPr>
            <p:ph type="sldNum" sz="quarter" idx="10"/>
          </p:nvPr>
        </p:nvSpPr>
        <p:spPr>
          <a:xfrm>
            <a:off x="11471675" y="281148"/>
            <a:ext cx="457708" cy="138500"/>
          </a:xfrm>
          <a:prstGeom prst="rect">
            <a:avLst/>
          </a:prstGeom>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8270751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End 3.0 (Dark)">
    <p:bg>
      <p:bgPr>
        <a:solidFill>
          <a:schemeClr val="tx1"/>
        </a:solidFill>
        <a:effectLst/>
      </p:bgPr>
    </p:bg>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F7BA329F-5BAF-3936-46A2-3557EEBB5C23}"/>
              </a:ext>
            </a:extLst>
          </p:cNvPr>
          <p:cNvSpPr/>
          <p:nvPr/>
        </p:nvSpPr>
        <p:spPr>
          <a:xfrm>
            <a:off x="5898865" y="5974273"/>
            <a:ext cx="394268" cy="394268"/>
          </a:xfrm>
          <a:custGeom>
            <a:avLst/>
            <a:gdLst/>
            <a:ahLst/>
            <a:cxnLst>
              <a:cxn ang="0">
                <a:pos x="wd2" y="hd2"/>
              </a:cxn>
              <a:cxn ang="5400000">
                <a:pos x="wd2" y="hd2"/>
              </a:cxn>
              <a:cxn ang="10800000">
                <a:pos x="wd2" y="hd2"/>
              </a:cxn>
              <a:cxn ang="16200000">
                <a:pos x="wd2" y="hd2"/>
              </a:cxn>
            </a:cxnLst>
            <a:rect l="0" t="0" r="r" b="b"/>
            <a:pathLst>
              <a:path w="21600" h="21600" extrusionOk="0">
                <a:moveTo>
                  <a:pt x="2042" y="0"/>
                </a:moveTo>
                <a:lnTo>
                  <a:pt x="0" y="1"/>
                </a:lnTo>
                <a:lnTo>
                  <a:pt x="0" y="2039"/>
                </a:lnTo>
                <a:lnTo>
                  <a:pt x="8764" y="10802"/>
                </a:lnTo>
                <a:lnTo>
                  <a:pt x="1" y="19560"/>
                </a:lnTo>
                <a:lnTo>
                  <a:pt x="2" y="21600"/>
                </a:lnTo>
                <a:lnTo>
                  <a:pt x="2041" y="21600"/>
                </a:lnTo>
                <a:lnTo>
                  <a:pt x="10798" y="12839"/>
                </a:lnTo>
                <a:lnTo>
                  <a:pt x="19561" y="21600"/>
                </a:lnTo>
                <a:lnTo>
                  <a:pt x="21600" y="21600"/>
                </a:lnTo>
                <a:lnTo>
                  <a:pt x="21599" y="19561"/>
                </a:lnTo>
                <a:lnTo>
                  <a:pt x="12837" y="10802"/>
                </a:lnTo>
                <a:lnTo>
                  <a:pt x="21600" y="2039"/>
                </a:lnTo>
                <a:lnTo>
                  <a:pt x="21600" y="2"/>
                </a:lnTo>
                <a:lnTo>
                  <a:pt x="19558" y="2"/>
                </a:lnTo>
                <a:lnTo>
                  <a:pt x="10799" y="8761"/>
                </a:lnTo>
                <a:lnTo>
                  <a:pt x="2042" y="0"/>
                </a:lnTo>
                <a:close/>
                <a:moveTo>
                  <a:pt x="4973" y="1"/>
                </a:moveTo>
                <a:lnTo>
                  <a:pt x="10801" y="5833"/>
                </a:lnTo>
                <a:lnTo>
                  <a:pt x="16629" y="1"/>
                </a:lnTo>
                <a:lnTo>
                  <a:pt x="12946" y="1"/>
                </a:lnTo>
                <a:lnTo>
                  <a:pt x="10801" y="2147"/>
                </a:lnTo>
                <a:lnTo>
                  <a:pt x="8656" y="1"/>
                </a:lnTo>
                <a:lnTo>
                  <a:pt x="4973" y="1"/>
                </a:lnTo>
                <a:close/>
                <a:moveTo>
                  <a:pt x="2" y="4973"/>
                </a:moveTo>
                <a:lnTo>
                  <a:pt x="2" y="8656"/>
                </a:lnTo>
                <a:lnTo>
                  <a:pt x="2147" y="10802"/>
                </a:lnTo>
                <a:lnTo>
                  <a:pt x="2" y="12946"/>
                </a:lnTo>
                <a:lnTo>
                  <a:pt x="2" y="16630"/>
                </a:lnTo>
                <a:lnTo>
                  <a:pt x="5834" y="10802"/>
                </a:lnTo>
                <a:lnTo>
                  <a:pt x="2" y="4973"/>
                </a:lnTo>
                <a:close/>
                <a:moveTo>
                  <a:pt x="21600" y="4973"/>
                </a:moveTo>
                <a:lnTo>
                  <a:pt x="15768" y="10802"/>
                </a:lnTo>
                <a:lnTo>
                  <a:pt x="21600" y="16630"/>
                </a:lnTo>
                <a:lnTo>
                  <a:pt x="21600" y="12946"/>
                </a:lnTo>
                <a:lnTo>
                  <a:pt x="19454" y="10802"/>
                </a:lnTo>
                <a:lnTo>
                  <a:pt x="21600" y="8656"/>
                </a:lnTo>
                <a:lnTo>
                  <a:pt x="21600" y="4973"/>
                </a:lnTo>
                <a:close/>
                <a:moveTo>
                  <a:pt x="10801" y="15767"/>
                </a:moveTo>
                <a:lnTo>
                  <a:pt x="4973" y="21599"/>
                </a:lnTo>
                <a:lnTo>
                  <a:pt x="8656" y="21599"/>
                </a:lnTo>
                <a:lnTo>
                  <a:pt x="10801" y="19453"/>
                </a:lnTo>
                <a:lnTo>
                  <a:pt x="12946" y="21599"/>
                </a:lnTo>
                <a:lnTo>
                  <a:pt x="16629" y="21599"/>
                </a:lnTo>
                <a:lnTo>
                  <a:pt x="10801" y="15767"/>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
        <p:nvSpPr>
          <p:cNvPr id="5" name="Shape">
            <a:extLst>
              <a:ext uri="{FF2B5EF4-FFF2-40B4-BE49-F238E27FC236}">
                <a16:creationId xmlns:a16="http://schemas.microsoft.com/office/drawing/2014/main" id="{C25BA493-08F9-2C51-CCB1-1B17E34F8BA0}"/>
              </a:ext>
            </a:extLst>
          </p:cNvPr>
          <p:cNvSpPr/>
          <p:nvPr/>
        </p:nvSpPr>
        <p:spPr>
          <a:xfrm>
            <a:off x="5472514" y="3240712"/>
            <a:ext cx="1246973" cy="382808"/>
          </a:xfrm>
          <a:custGeom>
            <a:avLst/>
            <a:gdLst/>
            <a:ahLst/>
            <a:cxnLst>
              <a:cxn ang="0">
                <a:pos x="wd2" y="hd2"/>
              </a:cxn>
              <a:cxn ang="5400000">
                <a:pos x="wd2" y="hd2"/>
              </a:cxn>
              <a:cxn ang="10800000">
                <a:pos x="wd2" y="hd2"/>
              </a:cxn>
              <a:cxn ang="16200000">
                <a:pos x="wd2" y="hd2"/>
              </a:cxn>
            </a:cxnLst>
            <a:rect l="0" t="0" r="r" b="b"/>
            <a:pathLst>
              <a:path w="21600" h="21600" extrusionOk="0">
                <a:moveTo>
                  <a:pt x="7098" y="0"/>
                </a:moveTo>
                <a:lnTo>
                  <a:pt x="5110" y="11"/>
                </a:lnTo>
                <a:lnTo>
                  <a:pt x="3550" y="14551"/>
                </a:lnTo>
                <a:lnTo>
                  <a:pt x="1986" y="8"/>
                </a:lnTo>
                <a:lnTo>
                  <a:pt x="0" y="1"/>
                </a:lnTo>
                <a:lnTo>
                  <a:pt x="2503" y="21591"/>
                </a:lnTo>
                <a:lnTo>
                  <a:pt x="4596" y="21591"/>
                </a:lnTo>
                <a:lnTo>
                  <a:pt x="7098" y="0"/>
                </a:lnTo>
                <a:close/>
                <a:moveTo>
                  <a:pt x="8048" y="3"/>
                </a:moveTo>
                <a:lnTo>
                  <a:pt x="6837" y="21588"/>
                </a:lnTo>
                <a:lnTo>
                  <a:pt x="8756" y="21592"/>
                </a:lnTo>
                <a:lnTo>
                  <a:pt x="9236" y="9188"/>
                </a:lnTo>
                <a:lnTo>
                  <a:pt x="10288" y="21600"/>
                </a:lnTo>
                <a:lnTo>
                  <a:pt x="12008" y="21600"/>
                </a:lnTo>
                <a:lnTo>
                  <a:pt x="13061" y="9162"/>
                </a:lnTo>
                <a:lnTo>
                  <a:pt x="13540" y="21586"/>
                </a:lnTo>
                <a:lnTo>
                  <a:pt x="15457" y="21584"/>
                </a:lnTo>
                <a:lnTo>
                  <a:pt x="14251" y="9"/>
                </a:lnTo>
                <a:lnTo>
                  <a:pt x="12220" y="9"/>
                </a:lnTo>
                <a:lnTo>
                  <a:pt x="11148" y="12698"/>
                </a:lnTo>
                <a:lnTo>
                  <a:pt x="10076" y="5"/>
                </a:lnTo>
                <a:lnTo>
                  <a:pt x="8048" y="3"/>
                </a:lnTo>
                <a:close/>
                <a:moveTo>
                  <a:pt x="16405" y="12"/>
                </a:moveTo>
                <a:lnTo>
                  <a:pt x="16405" y="16067"/>
                </a:lnTo>
                <a:lnTo>
                  <a:pt x="16405" y="21580"/>
                </a:lnTo>
                <a:lnTo>
                  <a:pt x="18243" y="21580"/>
                </a:lnTo>
                <a:lnTo>
                  <a:pt x="20960" y="21580"/>
                </a:lnTo>
                <a:lnTo>
                  <a:pt x="21600" y="16067"/>
                </a:lnTo>
                <a:lnTo>
                  <a:pt x="18243" y="16067"/>
                </a:lnTo>
                <a:lnTo>
                  <a:pt x="18243" y="12"/>
                </a:lnTo>
                <a:lnTo>
                  <a:pt x="16405" y="12"/>
                </a:lnTo>
                <a:close/>
              </a:path>
            </a:pathLst>
          </a:custGeom>
          <a:solidFill>
            <a:schemeClr val="bg1"/>
          </a:solidFill>
          <a:ln w="12700">
            <a:miter lim="400000"/>
          </a:ln>
        </p:spPr>
        <p:txBody>
          <a:bodyPr lIns="50793" tIns="50793" rIns="50793" bIns="50793" anchor="ctr"/>
          <a:lstStyle/>
          <a:p>
            <a:pPr algn="ctr" defTabSz="825335">
              <a:lnSpc>
                <a:spcPct val="100000"/>
              </a:lnSpc>
              <a:spcBef>
                <a:spcPts val="0"/>
              </a:spcBef>
              <a:defRPr sz="3200">
                <a:solidFill>
                  <a:srgbClr val="FFFFFF"/>
                </a:solidFill>
                <a:latin typeface="Helvetica Neue Medium"/>
                <a:ea typeface="Helvetica Neue Medium"/>
                <a:cs typeface="Helvetica Neue Medium"/>
                <a:sym typeface="Helvetica Neue Medium"/>
              </a:defRPr>
            </a:pPr>
            <a:endParaRPr sz="3199"/>
          </a:p>
        </p:txBody>
      </p:sp>
    </p:spTree>
    <p:extLst>
      <p:ext uri="{BB962C8B-B14F-4D97-AF65-F5344CB8AC3E}">
        <p14:creationId xmlns:p14="http://schemas.microsoft.com/office/powerpoint/2010/main" val="390671759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Empty (Dark)">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92696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 Id="rId46" Type="http://schemas.openxmlformats.org/officeDocument/2006/relationships/tags" Target="../tags/tag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slideLayout" Target="../slideLayouts/slideLayout46.xml"/><Relationship Id="rId3" Type="http://schemas.openxmlformats.org/officeDocument/2006/relationships/slideLayout" Target="../slideLayouts/slideLayout47.xml"/><Relationship Id="rId4" Type="http://schemas.openxmlformats.org/officeDocument/2006/relationships/slideLayout" Target="../slideLayouts/slideLayout48.xml"/><Relationship Id="rId5" Type="http://schemas.openxmlformats.org/officeDocument/2006/relationships/slideLayout" Target="../slideLayouts/slideLayout49.xml"/><Relationship Id="rId6" Type="http://schemas.openxmlformats.org/officeDocument/2006/relationships/slideLayout" Target="../slideLayouts/slideLayout50.xml"/><Relationship Id="rId7" Type="http://schemas.openxmlformats.org/officeDocument/2006/relationships/slideLayout" Target="../slideLayouts/slideLayout51.xml"/><Relationship Id="rId8" Type="http://schemas.openxmlformats.org/officeDocument/2006/relationships/slideLayout" Target="../slideLayouts/slideLayout52.xml"/><Relationship Id="rId9" Type="http://schemas.openxmlformats.org/officeDocument/2006/relationships/slideLayout" Target="../slideLayouts/slideLayout53.xml"/><Relationship Id="rId10" Type="http://schemas.openxmlformats.org/officeDocument/2006/relationships/slideLayout" Target="../slideLayouts/slideLayout54.xml"/><Relationship Id="rId11" Type="http://schemas.openxmlformats.org/officeDocument/2006/relationships/slideLayout" Target="../slideLayouts/slideLayout55.xml"/><Relationship Id="rId12" Type="http://schemas.openxmlformats.org/officeDocument/2006/relationships/slideLayout" Target="../slideLayouts/slideLayout56.xml"/><Relationship Id="rId13" Type="http://schemas.openxmlformats.org/officeDocument/2006/relationships/slideLayout" Target="../slideLayouts/slideLayout57.xml"/><Relationship Id="rId14" Type="http://schemas.openxmlformats.org/officeDocument/2006/relationships/slideLayout" Target="../slideLayouts/slideLayout58.xml"/><Relationship Id="rId15" Type="http://schemas.openxmlformats.org/officeDocument/2006/relationships/slideLayout" Target="../slideLayouts/slideLayout59.xml"/><Relationship Id="rId16" Type="http://schemas.openxmlformats.org/officeDocument/2006/relationships/slideLayout" Target="../slideLayouts/slideLayout60.xml"/><Relationship Id="rId17" Type="http://schemas.openxmlformats.org/officeDocument/2006/relationships/slideLayout" Target="../slideLayouts/slideLayout61.xml"/><Relationship Id="rId18" Type="http://schemas.openxmlformats.org/officeDocument/2006/relationships/slideLayout" Target="../slideLayouts/slideLayout62.xml"/><Relationship Id="rId19" Type="http://schemas.openxmlformats.org/officeDocument/2006/relationships/slideLayout" Target="../slideLayouts/slideLayout63.xml"/><Relationship Id="rId20" Type="http://schemas.openxmlformats.org/officeDocument/2006/relationships/slideLayout" Target="../slideLayouts/slideLayout64.xml"/><Relationship Id="rId21" Type="http://schemas.openxmlformats.org/officeDocument/2006/relationships/slideLayout" Target="../slideLayouts/slideLayout65.xml"/><Relationship Id="rId22" Type="http://schemas.openxmlformats.org/officeDocument/2006/relationships/slideLayout" Target="../slideLayouts/slideLayout66.xml"/><Relationship Id="rId23" Type="http://schemas.openxmlformats.org/officeDocument/2006/relationships/slideLayout" Target="../slideLayouts/slideLayout67.xml"/><Relationship Id="rId24" Type="http://schemas.openxmlformats.org/officeDocument/2006/relationships/slideLayout" Target="../slideLayouts/slideLayout68.xml"/><Relationship Id="rId25" Type="http://schemas.openxmlformats.org/officeDocument/2006/relationships/slideLayout" Target="../slideLayouts/slideLayout69.xml"/><Relationship Id="rId26" Type="http://schemas.openxmlformats.org/officeDocument/2006/relationships/slideLayout" Target="../slideLayouts/slideLayout70.xml"/><Relationship Id="rId27" Type="http://schemas.openxmlformats.org/officeDocument/2006/relationships/slideLayout" Target="../slideLayouts/slideLayout71.xml"/><Relationship Id="rId28" Type="http://schemas.openxmlformats.org/officeDocument/2006/relationships/slideLayout" Target="../slideLayouts/slideLayout72.xml"/><Relationship Id="rId29" Type="http://schemas.openxmlformats.org/officeDocument/2006/relationships/slideLayout" Target="../slideLayouts/slideLayout73.xml"/><Relationship Id="rId30" Type="http://schemas.openxmlformats.org/officeDocument/2006/relationships/slideLayout" Target="../slideLayouts/slideLayout74.xml"/><Relationship Id="rId31" Type="http://schemas.openxmlformats.org/officeDocument/2006/relationships/slideLayout" Target="../slideLayouts/slideLayout75.xml"/><Relationship Id="rId32" Type="http://schemas.openxmlformats.org/officeDocument/2006/relationships/slideLayout" Target="../slideLayouts/slideLayout76.xml"/><Relationship Id="rId33" Type="http://schemas.openxmlformats.org/officeDocument/2006/relationships/slideLayout" Target="../slideLayouts/slideLayout77.xml"/><Relationship Id="rId34" Type="http://schemas.openxmlformats.org/officeDocument/2006/relationships/slideLayout" Target="../slideLayouts/slideLayout78.xml"/><Relationship Id="rId35" Type="http://schemas.openxmlformats.org/officeDocument/2006/relationships/slideLayout" Target="../slideLayouts/slideLayout79.xml"/><Relationship Id="rId36" Type="http://schemas.openxmlformats.org/officeDocument/2006/relationships/slideLayout" Target="../slideLayouts/slideLayout80.xml"/><Relationship Id="rId37" Type="http://schemas.openxmlformats.org/officeDocument/2006/relationships/slideLayout" Target="../slideLayouts/slideLayout81.xml"/><Relationship Id="rId38" Type="http://schemas.openxmlformats.org/officeDocument/2006/relationships/slideLayout" Target="../slideLayouts/slideLayout82.xml"/><Relationship Id="rId39" Type="http://schemas.openxmlformats.org/officeDocument/2006/relationships/slideLayout" Target="../slideLayouts/slideLayout83.xml"/><Relationship Id="rId40" Type="http://schemas.openxmlformats.org/officeDocument/2006/relationships/slideLayout" Target="../slideLayouts/slideLayout84.xml"/><Relationship Id="rId41" Type="http://schemas.openxmlformats.org/officeDocument/2006/relationships/slideLayout" Target="../slideLayouts/slideLayout85.xml"/><Relationship Id="rId42" Type="http://schemas.openxmlformats.org/officeDocument/2006/relationships/slideLayout" Target="../slideLayouts/slideLayout86.xml"/><Relationship Id="rId43" Type="http://schemas.openxmlformats.org/officeDocument/2006/relationships/theme" Target="../theme/theme2.xml"/><Relationship Id="rId4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471675" y="281148"/>
            <a:ext cx="457708" cy="138500"/>
          </a:xfrm>
          <a:prstGeom prst="rect">
            <a:avLst/>
          </a:prstGeom>
        </p:spPr>
        <p:txBody>
          <a:bodyPr vert="horz" wrap="square" lIns="0" tIns="0" rIns="0" bIns="0" rtlCol="0" anchor="ctr">
            <a:spAutoFit/>
          </a:bodyPr>
          <a:lstStyle>
            <a:lvl1pPr algn="r">
              <a:defRPr sz="900" b="1" i="0">
                <a:solidFill>
                  <a:schemeClr val="tx1"/>
                </a:solidFill>
                <a:latin typeface="+mj-lt"/>
              </a:defRPr>
            </a:lvl1pPr>
          </a:lstStyle>
          <a:p>
            <a:fld id="{48F63A3B-78C7-47BE-AE5E-E10140E04643}" type="slidenum">
              <a:rPr lang="en-US" smtClean="0"/>
              <a:pPr/>
              <a:t>‹#›</a:t>
            </a:fld>
            <a:endParaRPr lang="en-US">
              <a:latin typeface="+mj-lt"/>
            </a:endParaRPr>
          </a:p>
        </p:txBody>
      </p:sp>
      <p:sp>
        <p:nvSpPr>
          <p:cNvPr id="3" name="Title Placeholder 2">
            <a:extLst>
              <a:ext uri="{FF2B5EF4-FFF2-40B4-BE49-F238E27FC236}">
                <a16:creationId xmlns:a16="http://schemas.microsoft.com/office/drawing/2014/main" id="{CBC0C5D6-9A52-14A6-5A51-997AE63C36D5}"/>
              </a:ext>
            </a:extLst>
          </p:cNvPr>
          <p:cNvSpPr>
            <a:spLocks noGrp="1"/>
          </p:cNvSpPr>
          <p:nvPr>
            <p:ph type="title"/>
            <p:custDataLst>
              <p:tags r:id="rId46"/>
            </p:custDataLst>
          </p:nvPr>
        </p:nvSpPr>
        <p:spPr>
          <a:xfrm>
            <a:off x="262766" y="639661"/>
            <a:ext cx="11663396" cy="523220"/>
          </a:xfrm>
          <a:prstGeom prst="rect">
            <a:avLst/>
          </a:prstGeom>
        </p:spPr>
        <p:txBody>
          <a:bodyPr vert="horz" wrap="square" lIns="0" tIns="0" rIns="0" bIns="0" rtlCol="0" anchor="t">
            <a:spAutoFit/>
          </a:bodyPr>
          <a:lstStyle/>
          <a:p>
            <a:r>
              <a:rPr lang="en-US"/>
              <a:t>Click to edit Master title style</a:t>
            </a:r>
          </a:p>
        </p:txBody>
      </p:sp>
      <p:sp>
        <p:nvSpPr>
          <p:cNvPr id="4" name="Text Placeholder 3">
            <a:extLst>
              <a:ext uri="{FF2B5EF4-FFF2-40B4-BE49-F238E27FC236}">
                <a16:creationId xmlns:a16="http://schemas.microsoft.com/office/drawing/2014/main" id="{CEBA28CD-4AA2-40A3-A15A-D185F776DEF1}"/>
              </a:ext>
            </a:extLst>
          </p:cNvPr>
          <p:cNvSpPr>
            <a:spLocks noGrp="1"/>
          </p:cNvSpPr>
          <p:nvPr>
            <p:ph type="body" idx="1"/>
          </p:nvPr>
        </p:nvSpPr>
        <p:spPr>
          <a:xfrm>
            <a:off x="262766" y="1559407"/>
            <a:ext cx="11662717" cy="6141168"/>
          </a:xfrm>
          <a:prstGeom prst="rect">
            <a:avLst/>
          </a:prstGeom>
        </p:spPr>
        <p:txBody>
          <a:bodyPr vert="horz" wrap="square" lIns="0" tIns="0" rIns="0" bIns="0" rtlCol="0">
            <a:spAutoFit/>
          </a:bodyPr>
          <a:lstStyle/>
          <a:p>
            <a:pPr lvl="0"/>
            <a:r>
              <a:rPr lang="en-US"/>
              <a:t>Click to edit Master text styles + bullets</a:t>
            </a:r>
          </a:p>
          <a:p>
            <a:pPr lvl="1"/>
            <a:r>
              <a:rPr lang="en-US"/>
              <a:t>Second level</a:t>
            </a:r>
          </a:p>
          <a:p>
            <a:pPr lvl="2"/>
            <a:r>
              <a:rPr lang="en-US"/>
              <a:t>Third level</a:t>
            </a:r>
          </a:p>
          <a:p>
            <a:pPr lvl="3"/>
            <a:r>
              <a:rPr lang="en-US"/>
              <a:t>Fourth level</a:t>
            </a:r>
          </a:p>
          <a:p>
            <a:pPr lvl="4"/>
            <a:r>
              <a:rPr lang="en-US"/>
              <a:t>Fifth level (max) </a:t>
            </a:r>
          </a:p>
          <a:p>
            <a:pPr lvl="4"/>
            <a:r>
              <a:rPr lang="en-US"/>
              <a:t>Sixth level</a:t>
            </a:r>
          </a:p>
          <a:p>
            <a:pPr lvl="4"/>
            <a:r>
              <a:rPr lang="en-US"/>
              <a:t>Seventh level</a:t>
            </a:r>
          </a:p>
          <a:p>
            <a:pPr lvl="4"/>
            <a:r>
              <a:rPr lang="en-US"/>
              <a:t>Eight level</a:t>
            </a:r>
          </a:p>
          <a:p>
            <a:pPr lvl="4"/>
            <a:r>
              <a:rPr lang="en-US"/>
              <a:t>Ninth level</a:t>
            </a:r>
          </a:p>
          <a:p>
            <a:pPr marL="0" indent="0">
              <a:buNone/>
            </a:pPr>
            <a:r>
              <a:rPr lang="en-US"/>
              <a:t>Click to edit Master text style</a:t>
            </a:r>
          </a:p>
          <a:p>
            <a:pPr marL="341932" lvl="1" indent="0">
              <a:buNone/>
            </a:pPr>
            <a:r>
              <a:rPr lang="en-US"/>
              <a:t>Second level</a:t>
            </a:r>
          </a:p>
          <a:p>
            <a:pPr marL="611878" lvl="2" indent="0">
              <a:buNone/>
            </a:pPr>
            <a:r>
              <a:rPr lang="en-US"/>
              <a:t>Third level</a:t>
            </a:r>
          </a:p>
          <a:p>
            <a:pPr marL="845831" lvl="3" indent="0">
              <a:buNone/>
            </a:pPr>
            <a:r>
              <a:rPr lang="en-US"/>
              <a:t>Fourth level</a:t>
            </a:r>
          </a:p>
          <a:p>
            <a:pPr marL="1061788" lvl="4" indent="0">
              <a:buNone/>
            </a:pPr>
            <a:r>
              <a:rPr lang="en-US"/>
              <a:t>Fifth level (max)</a:t>
            </a:r>
          </a:p>
          <a:p>
            <a:pPr marL="1061788" lvl="4" indent="0">
              <a:buNone/>
            </a:pPr>
            <a:r>
              <a:rPr lang="en-US"/>
              <a:t>Sixth level</a:t>
            </a:r>
          </a:p>
          <a:p>
            <a:pPr marL="1061788" lvl="4" indent="0">
              <a:buNone/>
            </a:pPr>
            <a:r>
              <a:rPr lang="en-US"/>
              <a:t>Seventh level</a:t>
            </a:r>
          </a:p>
          <a:p>
            <a:pPr marL="1061788" lvl="4" indent="0">
              <a:buNone/>
            </a:pPr>
            <a:r>
              <a:rPr lang="en-US"/>
              <a:t>Eight level</a:t>
            </a:r>
          </a:p>
          <a:p>
            <a:pPr marL="1061788" lvl="4" indent="0">
              <a:buNone/>
            </a:pPr>
            <a:r>
              <a:rPr lang="en-US"/>
              <a:t>Ninth level </a:t>
            </a:r>
          </a:p>
        </p:txBody>
      </p:sp>
      <p:grpSp>
        <p:nvGrpSpPr>
          <p:cNvPr id="49" name="Group 48">
            <a:extLst>
              <a:ext uri="{FF2B5EF4-FFF2-40B4-BE49-F238E27FC236}">
                <a16:creationId xmlns:a16="http://schemas.microsoft.com/office/drawing/2014/main" id="{1ED6F108-BC7E-BD81-5225-8C7AB87182C5}"/>
              </a:ext>
            </a:extLst>
          </p:cNvPr>
          <p:cNvGrpSpPr>
            <a:grpSpLocks noChangeAspect="1"/>
          </p:cNvGrpSpPr>
          <p:nvPr userDrawn="1"/>
        </p:nvGrpSpPr>
        <p:grpSpPr>
          <a:xfrm>
            <a:off x="12344400" y="0"/>
            <a:ext cx="549097" cy="1389433"/>
            <a:chOff x="24867471" y="1229882"/>
            <a:chExt cx="1807065" cy="4570222"/>
          </a:xfrm>
        </p:grpSpPr>
        <p:sp>
          <p:nvSpPr>
            <p:cNvPr id="10" name="Rectangle 9">
              <a:extLst>
                <a:ext uri="{FF2B5EF4-FFF2-40B4-BE49-F238E27FC236}">
                  <a16:creationId xmlns:a16="http://schemas.microsoft.com/office/drawing/2014/main" id="{411EE233-FA67-B107-A67A-46A663C7D471}"/>
                </a:ext>
              </a:extLst>
            </p:cNvPr>
            <p:cNvSpPr/>
            <p:nvPr userDrawn="1"/>
          </p:nvSpPr>
          <p:spPr>
            <a:xfrm>
              <a:off x="24867471" y="1229882"/>
              <a:ext cx="455422" cy="455422"/>
            </a:xfrm>
            <a:prstGeom prst="rect">
              <a:avLst/>
            </a:prstGeom>
            <a:solidFill>
              <a:srgbClr val="8B8C81"/>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6" name="Rectangle 15">
              <a:extLst>
                <a:ext uri="{FF2B5EF4-FFF2-40B4-BE49-F238E27FC236}">
                  <a16:creationId xmlns:a16="http://schemas.microsoft.com/office/drawing/2014/main" id="{99A54963-E401-D782-2008-B781BCC16ED1}"/>
                </a:ext>
              </a:extLst>
            </p:cNvPr>
            <p:cNvSpPr/>
            <p:nvPr userDrawn="1"/>
          </p:nvSpPr>
          <p:spPr>
            <a:xfrm>
              <a:off x="24867471" y="1915682"/>
              <a:ext cx="455422" cy="455422"/>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9" name="Rectangle 18">
              <a:extLst>
                <a:ext uri="{FF2B5EF4-FFF2-40B4-BE49-F238E27FC236}">
                  <a16:creationId xmlns:a16="http://schemas.microsoft.com/office/drawing/2014/main" id="{626B0F8E-D330-9B3B-B782-0050BB7F4E0B}"/>
                </a:ext>
              </a:extLst>
            </p:cNvPr>
            <p:cNvSpPr/>
            <p:nvPr userDrawn="1"/>
          </p:nvSpPr>
          <p:spPr>
            <a:xfrm>
              <a:off x="24867471" y="2601482"/>
              <a:ext cx="455422" cy="455422"/>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2" name="Rectangle 21">
              <a:extLst>
                <a:ext uri="{FF2B5EF4-FFF2-40B4-BE49-F238E27FC236}">
                  <a16:creationId xmlns:a16="http://schemas.microsoft.com/office/drawing/2014/main" id="{3878BC34-52F7-43B9-5B65-6720BF61627C}"/>
                </a:ext>
              </a:extLst>
            </p:cNvPr>
            <p:cNvSpPr/>
            <p:nvPr userDrawn="1"/>
          </p:nvSpPr>
          <p:spPr>
            <a:xfrm>
              <a:off x="24867471" y="3287282"/>
              <a:ext cx="455422" cy="455422"/>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5" name="Rectangle 24">
              <a:extLst>
                <a:ext uri="{FF2B5EF4-FFF2-40B4-BE49-F238E27FC236}">
                  <a16:creationId xmlns:a16="http://schemas.microsoft.com/office/drawing/2014/main" id="{BCF591CA-34D0-CDAF-012A-921E94C72282}"/>
                </a:ext>
              </a:extLst>
            </p:cNvPr>
            <p:cNvSpPr/>
            <p:nvPr userDrawn="1"/>
          </p:nvSpPr>
          <p:spPr>
            <a:xfrm>
              <a:off x="24867471" y="3973082"/>
              <a:ext cx="455422" cy="45542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8" name="Rectangle 27">
              <a:extLst>
                <a:ext uri="{FF2B5EF4-FFF2-40B4-BE49-F238E27FC236}">
                  <a16:creationId xmlns:a16="http://schemas.microsoft.com/office/drawing/2014/main" id="{E3CD4902-DE5F-22F8-F6FA-1381A4D999CC}"/>
                </a:ext>
              </a:extLst>
            </p:cNvPr>
            <p:cNvSpPr/>
            <p:nvPr userDrawn="1"/>
          </p:nvSpPr>
          <p:spPr>
            <a:xfrm>
              <a:off x="24867471" y="4658882"/>
              <a:ext cx="455422" cy="45542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1" name="Rectangle 30">
              <a:extLst>
                <a:ext uri="{FF2B5EF4-FFF2-40B4-BE49-F238E27FC236}">
                  <a16:creationId xmlns:a16="http://schemas.microsoft.com/office/drawing/2014/main" id="{FF906070-BA5C-CBDA-9BCA-3EB05609D228}"/>
                </a:ext>
              </a:extLst>
            </p:cNvPr>
            <p:cNvSpPr/>
            <p:nvPr userDrawn="1"/>
          </p:nvSpPr>
          <p:spPr>
            <a:xfrm>
              <a:off x="24867471" y="5344682"/>
              <a:ext cx="455422" cy="455422"/>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3" name="Rectangle 32">
              <a:extLst>
                <a:ext uri="{FF2B5EF4-FFF2-40B4-BE49-F238E27FC236}">
                  <a16:creationId xmlns:a16="http://schemas.microsoft.com/office/drawing/2014/main" id="{FD4656C8-E6B6-BD64-A003-90A136150220}"/>
                </a:ext>
              </a:extLst>
            </p:cNvPr>
            <p:cNvSpPr/>
            <p:nvPr userDrawn="1"/>
          </p:nvSpPr>
          <p:spPr>
            <a:xfrm>
              <a:off x="25543292" y="1229882"/>
              <a:ext cx="455422" cy="455422"/>
            </a:xfrm>
            <a:prstGeom prst="rect">
              <a:avLst/>
            </a:prstGeom>
            <a:solidFill>
              <a:srgbClr val="C2C4B8"/>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4" name="Rectangle 33">
              <a:extLst>
                <a:ext uri="{FF2B5EF4-FFF2-40B4-BE49-F238E27FC236}">
                  <a16:creationId xmlns:a16="http://schemas.microsoft.com/office/drawing/2014/main" id="{C4B0D297-9464-52F5-361F-94208AA1F879}"/>
                </a:ext>
              </a:extLst>
            </p:cNvPr>
            <p:cNvSpPr/>
            <p:nvPr userDrawn="1"/>
          </p:nvSpPr>
          <p:spPr>
            <a:xfrm>
              <a:off x="25543292" y="1915682"/>
              <a:ext cx="455422" cy="455422"/>
            </a:xfrm>
            <a:prstGeom prst="rect">
              <a:avLst/>
            </a:prstGeom>
            <a:solidFill>
              <a:srgbClr val="36373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5" name="Rectangle 34">
              <a:extLst>
                <a:ext uri="{FF2B5EF4-FFF2-40B4-BE49-F238E27FC236}">
                  <a16:creationId xmlns:a16="http://schemas.microsoft.com/office/drawing/2014/main" id="{38F8AFDB-C124-8FAE-2024-084031832ED2}"/>
                </a:ext>
              </a:extLst>
            </p:cNvPr>
            <p:cNvSpPr/>
            <p:nvPr userDrawn="1"/>
          </p:nvSpPr>
          <p:spPr>
            <a:xfrm>
              <a:off x="25543292" y="2601482"/>
              <a:ext cx="455422" cy="455422"/>
            </a:xfrm>
            <a:prstGeom prst="rect">
              <a:avLst/>
            </a:prstGeom>
            <a:solidFill>
              <a:srgbClr val="CC7D57"/>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6" name="Rectangle 35">
              <a:extLst>
                <a:ext uri="{FF2B5EF4-FFF2-40B4-BE49-F238E27FC236}">
                  <a16:creationId xmlns:a16="http://schemas.microsoft.com/office/drawing/2014/main" id="{FF76DA30-AE48-18E9-2DBA-45C048E7C094}"/>
                </a:ext>
              </a:extLst>
            </p:cNvPr>
            <p:cNvSpPr/>
            <p:nvPr userDrawn="1"/>
          </p:nvSpPr>
          <p:spPr>
            <a:xfrm>
              <a:off x="25543292" y="3287282"/>
              <a:ext cx="455422" cy="455422"/>
            </a:xfrm>
            <a:prstGeom prst="rect">
              <a:avLst/>
            </a:prstGeom>
            <a:solidFill>
              <a:srgbClr val="D3A34A"/>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7" name="Rectangle 36">
              <a:extLst>
                <a:ext uri="{FF2B5EF4-FFF2-40B4-BE49-F238E27FC236}">
                  <a16:creationId xmlns:a16="http://schemas.microsoft.com/office/drawing/2014/main" id="{33927D3D-1C43-0F46-C663-C6D5BA9F94C0}"/>
                </a:ext>
              </a:extLst>
            </p:cNvPr>
            <p:cNvSpPr/>
            <p:nvPr userDrawn="1"/>
          </p:nvSpPr>
          <p:spPr>
            <a:xfrm>
              <a:off x="25543292" y="3973082"/>
              <a:ext cx="455422" cy="455422"/>
            </a:xfrm>
            <a:prstGeom prst="rect">
              <a:avLst/>
            </a:prstGeom>
            <a:solidFill>
              <a:srgbClr val="85916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8" name="Rectangle 37">
              <a:extLst>
                <a:ext uri="{FF2B5EF4-FFF2-40B4-BE49-F238E27FC236}">
                  <a16:creationId xmlns:a16="http://schemas.microsoft.com/office/drawing/2014/main" id="{E04E1D28-3948-0FDA-0883-3B5138288B68}"/>
                </a:ext>
              </a:extLst>
            </p:cNvPr>
            <p:cNvSpPr/>
            <p:nvPr userDrawn="1"/>
          </p:nvSpPr>
          <p:spPr>
            <a:xfrm>
              <a:off x="25543292" y="4658882"/>
              <a:ext cx="455422" cy="455422"/>
            </a:xfrm>
            <a:prstGeom prst="rect">
              <a:avLst/>
            </a:prstGeom>
            <a:solidFill>
              <a:srgbClr val="5E889C"/>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9" name="Rectangle 38">
              <a:extLst>
                <a:ext uri="{FF2B5EF4-FFF2-40B4-BE49-F238E27FC236}">
                  <a16:creationId xmlns:a16="http://schemas.microsoft.com/office/drawing/2014/main" id="{43B6AB27-E597-D2B5-3086-097F4D9F8FE1}"/>
                </a:ext>
              </a:extLst>
            </p:cNvPr>
            <p:cNvSpPr/>
            <p:nvPr userDrawn="1"/>
          </p:nvSpPr>
          <p:spPr>
            <a:xfrm>
              <a:off x="25543292" y="5344682"/>
              <a:ext cx="455422" cy="455422"/>
            </a:xfrm>
            <a:prstGeom prst="rect">
              <a:avLst/>
            </a:prstGeom>
            <a:solidFill>
              <a:srgbClr val="9E769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0" name="Rectangle 39">
              <a:extLst>
                <a:ext uri="{FF2B5EF4-FFF2-40B4-BE49-F238E27FC236}">
                  <a16:creationId xmlns:a16="http://schemas.microsoft.com/office/drawing/2014/main" id="{4A359034-0C77-9397-F097-5779317ED29B}"/>
                </a:ext>
              </a:extLst>
            </p:cNvPr>
            <p:cNvSpPr/>
            <p:nvPr userDrawn="1"/>
          </p:nvSpPr>
          <p:spPr>
            <a:xfrm>
              <a:off x="26219114" y="1229882"/>
              <a:ext cx="455422" cy="455422"/>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1" name="Rectangle 40">
              <a:extLst>
                <a:ext uri="{FF2B5EF4-FFF2-40B4-BE49-F238E27FC236}">
                  <a16:creationId xmlns:a16="http://schemas.microsoft.com/office/drawing/2014/main" id="{99705029-8E9A-918C-75EA-54BB2C647B6C}"/>
                </a:ext>
              </a:extLst>
            </p:cNvPr>
            <p:cNvSpPr/>
            <p:nvPr userDrawn="1"/>
          </p:nvSpPr>
          <p:spPr>
            <a:xfrm>
              <a:off x="26219114" y="1915682"/>
              <a:ext cx="455422" cy="455422"/>
            </a:xfrm>
            <a:prstGeom prst="rect">
              <a:avLst/>
            </a:prstGeom>
            <a:solidFill>
              <a:srgbClr val="53544A"/>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2" name="Rectangle 41">
              <a:extLst>
                <a:ext uri="{FF2B5EF4-FFF2-40B4-BE49-F238E27FC236}">
                  <a16:creationId xmlns:a16="http://schemas.microsoft.com/office/drawing/2014/main" id="{4652B2B8-0F1A-D117-4DF2-D582C01380D2}"/>
                </a:ext>
              </a:extLst>
            </p:cNvPr>
            <p:cNvSpPr/>
            <p:nvPr userDrawn="1"/>
          </p:nvSpPr>
          <p:spPr>
            <a:xfrm>
              <a:off x="26219114" y="2601482"/>
              <a:ext cx="455422" cy="455422"/>
            </a:xfrm>
            <a:prstGeom prst="rect">
              <a:avLst/>
            </a:prstGeom>
            <a:solidFill>
              <a:srgbClr val="FCC7B4"/>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3" name="Rectangle 42">
              <a:extLst>
                <a:ext uri="{FF2B5EF4-FFF2-40B4-BE49-F238E27FC236}">
                  <a16:creationId xmlns:a16="http://schemas.microsoft.com/office/drawing/2014/main" id="{4F448BA3-BEEC-5ADE-09D9-86601D90FB5E}"/>
                </a:ext>
              </a:extLst>
            </p:cNvPr>
            <p:cNvSpPr/>
            <p:nvPr userDrawn="1"/>
          </p:nvSpPr>
          <p:spPr>
            <a:xfrm>
              <a:off x="26219114" y="3287282"/>
              <a:ext cx="455422" cy="455422"/>
            </a:xfrm>
            <a:prstGeom prst="rect">
              <a:avLst/>
            </a:prstGeom>
            <a:solidFill>
              <a:srgbClr val="F9D28C"/>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4" name="Rectangle 43">
              <a:extLst>
                <a:ext uri="{FF2B5EF4-FFF2-40B4-BE49-F238E27FC236}">
                  <a16:creationId xmlns:a16="http://schemas.microsoft.com/office/drawing/2014/main" id="{B20511FE-F9D0-5E5F-0B11-87433F99A7E6}"/>
                </a:ext>
              </a:extLst>
            </p:cNvPr>
            <p:cNvSpPr/>
            <p:nvPr userDrawn="1"/>
          </p:nvSpPr>
          <p:spPr>
            <a:xfrm>
              <a:off x="26219114" y="3973082"/>
              <a:ext cx="455422" cy="455422"/>
            </a:xfrm>
            <a:prstGeom prst="rect">
              <a:avLst/>
            </a:prstGeom>
            <a:solidFill>
              <a:srgbClr val="B5BF9B"/>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5" name="Rectangle 44">
              <a:extLst>
                <a:ext uri="{FF2B5EF4-FFF2-40B4-BE49-F238E27FC236}">
                  <a16:creationId xmlns:a16="http://schemas.microsoft.com/office/drawing/2014/main" id="{56FB2A9F-9097-BC68-4F66-22ECEF61A8B9}"/>
                </a:ext>
              </a:extLst>
            </p:cNvPr>
            <p:cNvSpPr/>
            <p:nvPr userDrawn="1"/>
          </p:nvSpPr>
          <p:spPr>
            <a:xfrm>
              <a:off x="26219114" y="4658882"/>
              <a:ext cx="455422" cy="455422"/>
            </a:xfrm>
            <a:prstGeom prst="rect">
              <a:avLst/>
            </a:prstGeom>
            <a:solidFill>
              <a:srgbClr val="98AAAF"/>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6" name="Rectangle 45">
              <a:extLst>
                <a:ext uri="{FF2B5EF4-FFF2-40B4-BE49-F238E27FC236}">
                  <a16:creationId xmlns:a16="http://schemas.microsoft.com/office/drawing/2014/main" id="{F2412109-9832-209E-0B95-52B10A9DAF73}"/>
                </a:ext>
              </a:extLst>
            </p:cNvPr>
            <p:cNvSpPr/>
            <p:nvPr userDrawn="1"/>
          </p:nvSpPr>
          <p:spPr>
            <a:xfrm>
              <a:off x="26219114" y="5344682"/>
              <a:ext cx="455422" cy="455422"/>
            </a:xfrm>
            <a:prstGeom prst="rect">
              <a:avLst/>
            </a:prstGeom>
            <a:solidFill>
              <a:srgbClr val="B1A0B0"/>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grpSp>
      <p:sp>
        <p:nvSpPr>
          <p:cNvPr id="2" name="Date Placeholder 1">
            <a:extLst>
              <a:ext uri="{FF2B5EF4-FFF2-40B4-BE49-F238E27FC236}">
                <a16:creationId xmlns:a16="http://schemas.microsoft.com/office/drawing/2014/main" id="{502EE230-6299-7ABA-CB6A-1D57E65554EA}"/>
              </a:ext>
            </a:extLst>
          </p:cNvPr>
          <p:cNvSpPr>
            <a:spLocks noGrp="1"/>
          </p:cNvSpPr>
          <p:nvPr>
            <p:ph type="dt" sz="half" idx="2"/>
          </p:nvPr>
        </p:nvSpPr>
        <p:spPr>
          <a:xfrm>
            <a:off x="10645946" y="281191"/>
            <a:ext cx="792244" cy="138457"/>
          </a:xfrm>
          <a:prstGeom prst="rect">
            <a:avLst/>
          </a:prstGeom>
        </p:spPr>
        <p:txBody>
          <a:bodyPr vert="horz" lIns="91440" tIns="45720" rIns="91440" bIns="45720" rtlCol="0" anchor="ctr"/>
          <a:lstStyle>
            <a:lvl1pPr algn="l">
              <a:defRPr lang="en-US" sz="900" b="0" i="0" kern="1200" smtClean="0">
                <a:solidFill>
                  <a:schemeClr val="tx1"/>
                </a:solidFill>
                <a:latin typeface="Snowflake Sans Book" panose="020B0505040401040103" pitchFamily="34" charset="0"/>
                <a:ea typeface="+mn-ea"/>
                <a:cs typeface="+mn-cs"/>
              </a:defRPr>
            </a:lvl1pPr>
          </a:lstStyle>
          <a:p>
            <a:fld id="{79018C7D-48B1-7D4E-833E-C9960236B3EA}" type="datetimeFigureOut">
              <a:rPr lang="en-US" smtClean="0"/>
              <a:pPr/>
              <a:t>2/3/2026</a:t>
            </a:fld>
            <a:endParaRPr lang="en-US" sz="900" b="0" i="0" kern="1200">
              <a:solidFill>
                <a:schemeClr val="tx1"/>
              </a:solidFill>
              <a:latin typeface="Snowflake Sans Book" panose="020B0505040401040103" pitchFamily="34" charset="0"/>
              <a:ea typeface="+mn-ea"/>
              <a:cs typeface="+mn-cs"/>
            </a:endParaRPr>
          </a:p>
        </p:txBody>
      </p:sp>
      <p:sp>
        <p:nvSpPr>
          <p:cNvPr id="5" name="Footer Placeholder 4">
            <a:extLst>
              <a:ext uri="{FF2B5EF4-FFF2-40B4-BE49-F238E27FC236}">
                <a16:creationId xmlns:a16="http://schemas.microsoft.com/office/drawing/2014/main" id="{81F3C4F6-ED9C-122D-2718-7C00149D1347}"/>
              </a:ext>
            </a:extLst>
          </p:cNvPr>
          <p:cNvSpPr>
            <a:spLocks noGrp="1"/>
          </p:cNvSpPr>
          <p:nvPr>
            <p:ph type="ftr" sz="quarter" idx="3"/>
          </p:nvPr>
        </p:nvSpPr>
        <p:spPr>
          <a:xfrm>
            <a:off x="8864731" y="281148"/>
            <a:ext cx="1747730" cy="138500"/>
          </a:xfrm>
          <a:prstGeom prst="rect">
            <a:avLst/>
          </a:prstGeom>
        </p:spPr>
        <p:txBody>
          <a:bodyPr vert="horz" lIns="91440" tIns="45720" rIns="91440" bIns="45720" rtlCol="0" anchor="ctr"/>
          <a:lstStyle>
            <a:lvl1pPr algn="r">
              <a:defRPr lang="en-US" sz="900" b="0" i="0" kern="1200">
                <a:solidFill>
                  <a:schemeClr val="tx1"/>
                </a:solidFill>
                <a:latin typeface="Snowflake Sans Book" panose="020B0505040401040103" pitchFamily="34" charset="0"/>
                <a:ea typeface="+mn-ea"/>
                <a:cs typeface="+mn-cs"/>
              </a:defRPr>
            </a:lvl1pPr>
          </a:lstStyle>
          <a:p>
            <a:pPr algn="r"/>
            <a:endParaRPr lang="en-US"/>
          </a:p>
        </p:txBody>
      </p:sp>
    </p:spTree>
    <p:extLst>
      <p:ext uri="{BB962C8B-B14F-4D97-AF65-F5344CB8AC3E}">
        <p14:creationId xmlns:p14="http://schemas.microsoft.com/office/powerpoint/2010/main" val="2269328485"/>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77" r:id="rId3"/>
    <p:sldLayoutId id="2147483682" r:id="rId4"/>
    <p:sldLayoutId id="2147483685" r:id="rId5"/>
    <p:sldLayoutId id="2147483809" r:id="rId6"/>
    <p:sldLayoutId id="2147483688" r:id="rId7"/>
    <p:sldLayoutId id="2147483689" r:id="rId8"/>
    <p:sldLayoutId id="2147483690" r:id="rId9"/>
    <p:sldLayoutId id="2147483691" r:id="rId10"/>
    <p:sldLayoutId id="2147483692" r:id="rId11"/>
    <p:sldLayoutId id="2147483693" r:id="rId12"/>
    <p:sldLayoutId id="2147483801" r:id="rId13"/>
    <p:sldLayoutId id="2147483694" r:id="rId14"/>
    <p:sldLayoutId id="2147483802" r:id="rId15"/>
    <p:sldLayoutId id="2147483696" r:id="rId16"/>
    <p:sldLayoutId id="2147483697" r:id="rId17"/>
    <p:sldLayoutId id="2147483698" r:id="rId18"/>
    <p:sldLayoutId id="2147483699"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813" r:id="rId28"/>
    <p:sldLayoutId id="2147483711" r:id="rId29"/>
    <p:sldLayoutId id="2147483712" r:id="rId30"/>
    <p:sldLayoutId id="2147483713" r:id="rId31"/>
    <p:sldLayoutId id="2147483714" r:id="rId32"/>
    <p:sldLayoutId id="2147483795" r:id="rId33"/>
    <p:sldLayoutId id="2147483804" r:id="rId34"/>
    <p:sldLayoutId id="2147483676" r:id="rId35"/>
    <p:sldLayoutId id="2147483700" r:id="rId36"/>
    <p:sldLayoutId id="2147483702" r:id="rId37"/>
    <p:sldLayoutId id="2147483793" r:id="rId38"/>
    <p:sldLayoutId id="2147483715" r:id="rId39"/>
    <p:sldLayoutId id="2147483716" r:id="rId40"/>
    <p:sldLayoutId id="2147483717" r:id="rId41"/>
    <p:sldLayoutId id="2147483718" r:id="rId42"/>
    <p:sldLayoutId id="2147483808" r:id="rId43"/>
    <p:sldLayoutId id="2147483810" r:id="rId44"/>
  </p:sldLayoutIdLst>
  <p:hf hdr="0" ftr="0" dt="0"/>
  <p:txStyles>
    <p:titleStyle>
      <a:lvl1pPr marL="0" indent="0" algn="l" defTabSz="914217" rtl="0" eaLnBrk="1" latinLnBrk="0" hangingPunct="1">
        <a:lnSpc>
          <a:spcPct val="80000"/>
        </a:lnSpc>
        <a:spcBef>
          <a:spcPct val="0"/>
        </a:spcBef>
        <a:buFont typeface="System Font Regular" panose="020F0502020204030204" pitchFamily="34" charset="0"/>
        <a:buNone/>
        <a:tabLst/>
        <a:defRPr sz="3999" b="0" i="0" kern="1200" spc="-75">
          <a:solidFill>
            <a:schemeClr val="tx1"/>
          </a:solidFill>
          <a:latin typeface="+mj-lt"/>
          <a:ea typeface="+mj-ea"/>
          <a:cs typeface="+mj-cs"/>
        </a:defRPr>
      </a:lvl1pPr>
    </p:titleStyle>
    <p:bodyStyle>
      <a:lvl1pPr marL="342900" indent="-342900" algn="l" defTabSz="323935"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2000" b="0" i="0" kern="1200" dirty="0">
          <a:solidFill>
            <a:schemeClr val="tx1"/>
          </a:solidFill>
          <a:latin typeface="+mn-lt"/>
          <a:ea typeface="+mn-ea"/>
          <a:cs typeface="+mn-cs"/>
        </a:defRPr>
      </a:lvl1pPr>
      <a:lvl2pPr marL="594241" indent="-274265" algn="l" defTabSz="323935"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600" b="0" i="0" kern="1200" dirty="0">
          <a:solidFill>
            <a:schemeClr val="tx1"/>
          </a:solidFill>
          <a:latin typeface="+mn-lt"/>
          <a:ea typeface="+mn-ea"/>
          <a:cs typeface="+mn-cs"/>
        </a:defRPr>
      </a:lvl2pPr>
      <a:lvl3pPr marL="822795" indent="-228554" algn="l" defTabSz="914217"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400" b="0" i="0" kern="1200" dirty="0">
          <a:solidFill>
            <a:schemeClr val="tx1"/>
          </a:solidFill>
          <a:latin typeface="+mn-lt"/>
          <a:ea typeface="+mn-ea"/>
          <a:cs typeface="+mn-cs"/>
        </a:defRPr>
      </a:lvl3pPr>
      <a:lvl4pPr marL="1051350" indent="-228554" algn="l" defTabSz="323935"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200" b="0" i="0" kern="1200" dirty="0">
          <a:solidFill>
            <a:schemeClr val="tx1"/>
          </a:solidFill>
          <a:latin typeface="+mn-lt"/>
          <a:ea typeface="+mn-ea"/>
          <a:cs typeface="+mn-cs"/>
        </a:defRPr>
      </a:lvl4pPr>
      <a:lvl5pPr marL="1234193" indent="-182843" algn="l" defTabSz="323935"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000" b="0" i="0" kern="1200" dirty="0">
          <a:solidFill>
            <a:schemeClr val="tx1"/>
          </a:solidFill>
          <a:latin typeface="+mn-lt"/>
          <a:ea typeface="+mn-ea"/>
          <a:cs typeface="+mn-cs"/>
        </a:defRPr>
      </a:lvl5pPr>
      <a:lvl6pPr marL="1209433" marR="0" indent="0" algn="l" defTabSz="914217" rtl="0" eaLnBrk="1" fontAlgn="auto" latinLnBrk="0" hangingPunct="1">
        <a:lnSpc>
          <a:spcPct val="60000"/>
        </a:lnSpc>
        <a:spcBef>
          <a:spcPts val="0"/>
        </a:spcBef>
        <a:spcAft>
          <a:spcPts val="1000"/>
        </a:spcAft>
        <a:buClrTx/>
        <a:buSzPct val="100000"/>
        <a:buFont typeface="Segoe UI" panose="020B0502040204020203" pitchFamily="34" charset="0"/>
        <a:buNone/>
        <a:tabLst/>
        <a:defRPr lang="en-US" sz="1000" b="0" i="0" kern="1200" dirty="0">
          <a:solidFill>
            <a:schemeClr val="tx1"/>
          </a:solidFill>
          <a:latin typeface="+mn-lt"/>
          <a:ea typeface="+mn-ea"/>
          <a:cs typeface="+mn-cs"/>
        </a:defRPr>
      </a:lvl6pPr>
      <a:lvl7pPr marL="1390372" marR="0" indent="0" algn="l" defTabSz="914217" rtl="0" eaLnBrk="1" fontAlgn="auto" latinLnBrk="0" hangingPunct="1">
        <a:lnSpc>
          <a:spcPct val="60000"/>
        </a:lnSpc>
        <a:spcBef>
          <a:spcPts val="0"/>
        </a:spcBef>
        <a:spcAft>
          <a:spcPts val="1000"/>
        </a:spcAft>
        <a:buClrTx/>
        <a:buSzTx/>
        <a:buFont typeface="Segoe UI" panose="020B0502040204020203" pitchFamily="34" charset="0"/>
        <a:buNone/>
        <a:tabLst/>
        <a:defRPr lang="en-US" sz="1000" b="0" i="0" kern="1200" dirty="0">
          <a:solidFill>
            <a:schemeClr val="tx1"/>
          </a:solidFill>
          <a:latin typeface="+mn-lt"/>
          <a:ea typeface="+mn-ea"/>
          <a:cs typeface="+mn-cs"/>
        </a:defRPr>
      </a:lvl7pPr>
      <a:lvl8pPr marL="1571311" marR="0" indent="0" algn="l" defTabSz="914217" rtl="0" eaLnBrk="1" fontAlgn="auto" latinLnBrk="0" hangingPunct="1">
        <a:lnSpc>
          <a:spcPct val="60000"/>
        </a:lnSpc>
        <a:spcBef>
          <a:spcPts val="0"/>
        </a:spcBef>
        <a:spcAft>
          <a:spcPts val="1000"/>
        </a:spcAft>
        <a:buClrTx/>
        <a:buSzTx/>
        <a:buFont typeface="Segoe UI" panose="020B0502040204020203" pitchFamily="34" charset="0"/>
        <a:buNone/>
        <a:tabLst/>
        <a:defRPr lang="en-US" sz="1000" b="0" i="0" kern="1200" dirty="0">
          <a:solidFill>
            <a:schemeClr val="tx1"/>
          </a:solidFill>
          <a:latin typeface="+mn-lt"/>
          <a:ea typeface="+mn-ea"/>
          <a:cs typeface="+mn-cs"/>
        </a:defRPr>
      </a:lvl8pPr>
      <a:lvl9pPr marL="1747488" marR="0" indent="0" algn="l" defTabSz="914217" rtl="0" eaLnBrk="1" fontAlgn="auto" latinLnBrk="0" hangingPunct="1">
        <a:lnSpc>
          <a:spcPct val="60000"/>
        </a:lnSpc>
        <a:spcBef>
          <a:spcPts val="0"/>
        </a:spcBef>
        <a:spcAft>
          <a:spcPts val="1000"/>
        </a:spcAft>
        <a:buClrTx/>
        <a:buSzTx/>
        <a:buFont typeface="Segoe UI" panose="020B0502040204020203" pitchFamily="34" charset="0"/>
        <a:buNone/>
        <a:tabLst/>
        <a:defRPr lang="en-US" sz="1000" b="0" i="0" kern="1200" dirty="0">
          <a:solidFill>
            <a:schemeClr val="tx1"/>
          </a:solidFill>
          <a:latin typeface="+mn-lt"/>
          <a:ea typeface="+mn-ea"/>
          <a:cs typeface="+mn-cs"/>
        </a:defRPr>
      </a:lvl9pPr>
    </p:bodyStyle>
    <p:other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1"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8" algn="l" defTabSz="91421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6" userDrawn="1">
          <p15:clr>
            <a:srgbClr val="F26B43"/>
          </p15:clr>
        </p15:guide>
        <p15:guide id="37" pos="7680" userDrawn="1">
          <p15:clr>
            <a:srgbClr val="F26B43"/>
          </p15:clr>
        </p15:guide>
        <p15:guide id="38" pos="164" userDrawn="1">
          <p15:clr>
            <a:srgbClr val="F26B43"/>
          </p15:clr>
        </p15:guide>
        <p15:guide id="40" pos="792" userDrawn="1">
          <p15:clr>
            <a:srgbClr val="F26B43"/>
          </p15:clr>
        </p15:guide>
        <p15:guide id="41" pos="1252" userDrawn="1">
          <p15:clr>
            <a:srgbClr val="F26B43"/>
          </p15:clr>
        </p15:guide>
        <p15:guide id="42" pos="1420" userDrawn="1">
          <p15:clr>
            <a:srgbClr val="F26B43"/>
          </p15:clr>
        </p15:guide>
        <p15:guide id="43" pos="1878" userDrawn="1">
          <p15:clr>
            <a:srgbClr val="F26B43"/>
          </p15:clr>
        </p15:guide>
        <p15:guide id="44" pos="2046" userDrawn="1">
          <p15:clr>
            <a:srgbClr val="F26B43"/>
          </p15:clr>
        </p15:guide>
        <p15:guide id="45" pos="2504" userDrawn="1">
          <p15:clr>
            <a:srgbClr val="F26B43"/>
          </p15:clr>
        </p15:guide>
        <p15:guide id="46" pos="2672" userDrawn="1">
          <p15:clr>
            <a:srgbClr val="F26B43"/>
          </p15:clr>
        </p15:guide>
        <p15:guide id="47" pos="3130" userDrawn="1">
          <p15:clr>
            <a:srgbClr val="F26B43"/>
          </p15:clr>
        </p15:guide>
        <p15:guide id="48" pos="3298" userDrawn="1">
          <p15:clr>
            <a:srgbClr val="F26B43"/>
          </p15:clr>
        </p15:guide>
        <p15:guide id="49" pos="3756" userDrawn="1">
          <p15:clr>
            <a:srgbClr val="F26B43"/>
          </p15:clr>
        </p15:guide>
        <p15:guide id="50" pos="3924" userDrawn="1">
          <p15:clr>
            <a:srgbClr val="F26B43"/>
          </p15:clr>
        </p15:guide>
        <p15:guide id="51" pos="4382" userDrawn="1">
          <p15:clr>
            <a:srgbClr val="F26B43"/>
          </p15:clr>
        </p15:guide>
        <p15:guide id="52" pos="4550" userDrawn="1">
          <p15:clr>
            <a:srgbClr val="F26B43"/>
          </p15:clr>
        </p15:guide>
        <p15:guide id="53" pos="5008" userDrawn="1">
          <p15:clr>
            <a:srgbClr val="F26B43"/>
          </p15:clr>
        </p15:guide>
        <p15:guide id="54" pos="5176" userDrawn="1">
          <p15:clr>
            <a:srgbClr val="F26B43"/>
          </p15:clr>
        </p15:guide>
        <p15:guide id="55" pos="5634" userDrawn="1">
          <p15:clr>
            <a:srgbClr val="F26B43"/>
          </p15:clr>
        </p15:guide>
        <p15:guide id="56" pos="5802" userDrawn="1">
          <p15:clr>
            <a:srgbClr val="F26B43"/>
          </p15:clr>
        </p15:guide>
        <p15:guide id="57" pos="6260" userDrawn="1">
          <p15:clr>
            <a:srgbClr val="F26B43"/>
          </p15:clr>
        </p15:guide>
        <p15:guide id="58" pos="6428" userDrawn="1">
          <p15:clr>
            <a:srgbClr val="F26B43"/>
          </p15:clr>
        </p15:guide>
        <p15:guide id="59" pos="6886" userDrawn="1">
          <p15:clr>
            <a:srgbClr val="F26B43"/>
          </p15:clr>
        </p15:guide>
        <p15:guide id="60" pos="7054" userDrawn="1">
          <p15:clr>
            <a:srgbClr val="F26B43"/>
          </p15:clr>
        </p15:guide>
        <p15:guide id="61" pos="7512" userDrawn="1">
          <p15:clr>
            <a:srgbClr val="F26B43"/>
          </p15:clr>
        </p15:guide>
        <p15:guide id="62" orient="horz" userDrawn="1">
          <p15:clr>
            <a:srgbClr val="F26B43"/>
          </p15:clr>
        </p15:guide>
        <p15:guide id="63" orient="horz" pos="4320" userDrawn="1">
          <p15:clr>
            <a:srgbClr val="F26B43"/>
          </p15:clr>
        </p15:guide>
        <p15:guide id="64" orient="horz" pos="2160" userDrawn="1">
          <p15:clr>
            <a:srgbClr val="F26B43"/>
          </p15:clr>
        </p15:guide>
        <p15:guide id="65" orient="horz" pos="4152" userDrawn="1">
          <p15:clr>
            <a:srgbClr val="F26B43"/>
          </p15:clr>
        </p15:guide>
        <p15:guide id="66" pos="3840" userDrawn="1">
          <p15:clr>
            <a:srgbClr val="F26B43"/>
          </p15:clr>
        </p15:guide>
        <p15:guide id="67" orient="horz" pos="243" userDrawn="1">
          <p15:clr>
            <a:srgbClr val="F26B43"/>
          </p15:clr>
        </p15:guide>
        <p15:guide id="68" orient="horz" pos="122" userDrawn="1">
          <p15:clr>
            <a:srgbClr val="F26B43"/>
          </p15:clr>
        </p15:guide>
        <p15:guide id="69" orient="horz" pos="318" userDrawn="1">
          <p15:clr>
            <a:srgbClr val="F26B43"/>
          </p15:clr>
        </p15:guide>
        <p15:guide id="70" orient="horz" pos="925" userDrawn="1">
          <p15:clr>
            <a:srgbClr val="F26B43"/>
          </p15:clr>
        </p15:guide>
        <p15:guide id="71" pos="62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CBC0C5D6-9A52-14A6-5A51-997AE63C36D5}"/>
              </a:ext>
            </a:extLst>
          </p:cNvPr>
          <p:cNvSpPr>
            <a:spLocks noGrp="1"/>
          </p:cNvSpPr>
          <p:nvPr>
            <p:ph type="title"/>
            <p:custDataLst>
              <p:tags r:id="rId44"/>
            </p:custDataLst>
          </p:nvPr>
        </p:nvSpPr>
        <p:spPr>
          <a:xfrm>
            <a:off x="262766" y="639661"/>
            <a:ext cx="11663396" cy="523220"/>
          </a:xfrm>
          <a:prstGeom prst="rect">
            <a:avLst/>
          </a:prstGeom>
        </p:spPr>
        <p:txBody>
          <a:bodyPr vert="horz" wrap="square" lIns="0" tIns="0" rIns="0" bIns="0" rtlCol="0" anchor="t">
            <a:spAutoFit/>
          </a:bodyPr>
          <a:lstStyle/>
          <a:p>
            <a:r>
              <a:rPr lang="en-US"/>
              <a:t>Click to edit Master title style</a:t>
            </a:r>
          </a:p>
        </p:txBody>
      </p:sp>
      <p:sp>
        <p:nvSpPr>
          <p:cNvPr id="4" name="Text Placeholder 3">
            <a:extLst>
              <a:ext uri="{FF2B5EF4-FFF2-40B4-BE49-F238E27FC236}">
                <a16:creationId xmlns:a16="http://schemas.microsoft.com/office/drawing/2014/main" id="{CEBA28CD-4AA2-40A3-A15A-D185F776DEF1}"/>
              </a:ext>
            </a:extLst>
          </p:cNvPr>
          <p:cNvSpPr>
            <a:spLocks noGrp="1"/>
          </p:cNvSpPr>
          <p:nvPr>
            <p:ph type="body" idx="1"/>
          </p:nvPr>
        </p:nvSpPr>
        <p:spPr>
          <a:xfrm>
            <a:off x="262766" y="1559407"/>
            <a:ext cx="11662717" cy="5968044"/>
          </a:xfrm>
          <a:prstGeom prst="rect">
            <a:avLst/>
          </a:prstGeom>
        </p:spPr>
        <p:txBody>
          <a:bodyPr vert="horz" wrap="square" lIns="0" tIns="0" rIns="0" bIns="0" rtlCol="0">
            <a:spAutoFit/>
          </a:bodyPr>
          <a:lstStyle/>
          <a:p>
            <a:pPr lvl="0"/>
            <a:r>
              <a:rPr lang="en-US"/>
              <a:t>Click to edit Master text styles + bullets</a:t>
            </a:r>
          </a:p>
          <a:p>
            <a:pPr lvl="1"/>
            <a:r>
              <a:rPr lang="en-US"/>
              <a:t>Second level</a:t>
            </a:r>
          </a:p>
          <a:p>
            <a:pPr lvl="2"/>
            <a:r>
              <a:rPr lang="en-US"/>
              <a:t>Third level</a:t>
            </a:r>
          </a:p>
          <a:p>
            <a:pPr lvl="3"/>
            <a:r>
              <a:rPr lang="en-US"/>
              <a:t>Fourth level</a:t>
            </a:r>
          </a:p>
          <a:p>
            <a:pPr lvl="4"/>
            <a:r>
              <a:rPr lang="en-US"/>
              <a:t>Fifth level (max) </a:t>
            </a:r>
          </a:p>
          <a:p>
            <a:pPr lvl="4"/>
            <a:r>
              <a:rPr lang="en-US"/>
              <a:t>Sixth level</a:t>
            </a:r>
          </a:p>
          <a:p>
            <a:pPr lvl="4"/>
            <a:r>
              <a:rPr lang="en-US"/>
              <a:t>Seventh level</a:t>
            </a:r>
          </a:p>
          <a:p>
            <a:pPr lvl="4"/>
            <a:r>
              <a:rPr lang="en-US"/>
              <a:t>Eight level</a:t>
            </a:r>
          </a:p>
          <a:p>
            <a:pPr lvl="4"/>
            <a:r>
              <a:rPr lang="en-US"/>
              <a:t>Ninth level</a:t>
            </a:r>
          </a:p>
          <a:p>
            <a:pPr marL="0" indent="0">
              <a:buNone/>
            </a:pPr>
            <a:r>
              <a:rPr lang="en-US"/>
              <a:t>Click to edit Master text style</a:t>
            </a:r>
          </a:p>
          <a:p>
            <a:pPr marL="341932" lvl="1" indent="0">
              <a:buNone/>
            </a:pPr>
            <a:r>
              <a:rPr lang="en-US"/>
              <a:t>Second level</a:t>
            </a:r>
          </a:p>
          <a:p>
            <a:pPr marL="611878" lvl="2" indent="0">
              <a:buNone/>
            </a:pPr>
            <a:r>
              <a:rPr lang="en-US"/>
              <a:t>Third level</a:t>
            </a:r>
          </a:p>
          <a:p>
            <a:pPr marL="845831" lvl="3" indent="0">
              <a:buNone/>
            </a:pPr>
            <a:r>
              <a:rPr lang="en-US"/>
              <a:t>Fourth level</a:t>
            </a:r>
          </a:p>
          <a:p>
            <a:pPr marL="1061788" lvl="4" indent="0">
              <a:buNone/>
            </a:pPr>
            <a:r>
              <a:rPr lang="en-US"/>
              <a:t>Fifth level (max)</a:t>
            </a:r>
          </a:p>
          <a:p>
            <a:pPr marL="1061788" lvl="4" indent="0">
              <a:buNone/>
            </a:pPr>
            <a:r>
              <a:rPr lang="en-US"/>
              <a:t>Sixth level</a:t>
            </a:r>
          </a:p>
          <a:p>
            <a:pPr marL="1061788" lvl="4" indent="0">
              <a:buNone/>
            </a:pPr>
            <a:r>
              <a:rPr lang="en-US"/>
              <a:t>Seventh level</a:t>
            </a:r>
          </a:p>
          <a:p>
            <a:pPr marL="1061788" lvl="4" indent="0">
              <a:buNone/>
            </a:pPr>
            <a:r>
              <a:rPr lang="en-US"/>
              <a:t>Eight level</a:t>
            </a:r>
          </a:p>
          <a:p>
            <a:pPr marL="1061788" lvl="4" indent="0">
              <a:buNone/>
            </a:pPr>
            <a:r>
              <a:rPr lang="en-US"/>
              <a:t>Ninth level </a:t>
            </a:r>
          </a:p>
        </p:txBody>
      </p:sp>
      <p:grpSp>
        <p:nvGrpSpPr>
          <p:cNvPr id="2" name="Group 1">
            <a:extLst>
              <a:ext uri="{FF2B5EF4-FFF2-40B4-BE49-F238E27FC236}">
                <a16:creationId xmlns:a16="http://schemas.microsoft.com/office/drawing/2014/main" id="{B63E0F2C-3AB1-73C7-D521-45FA831C82CA}"/>
              </a:ext>
            </a:extLst>
          </p:cNvPr>
          <p:cNvGrpSpPr>
            <a:grpSpLocks noChangeAspect="1"/>
          </p:cNvGrpSpPr>
          <p:nvPr userDrawn="1"/>
        </p:nvGrpSpPr>
        <p:grpSpPr>
          <a:xfrm>
            <a:off x="12344400" y="0"/>
            <a:ext cx="549097" cy="1389433"/>
            <a:chOff x="24867471" y="1229882"/>
            <a:chExt cx="1807065" cy="4570222"/>
          </a:xfrm>
        </p:grpSpPr>
        <p:sp>
          <p:nvSpPr>
            <p:cNvPr id="5" name="Rectangle 4">
              <a:extLst>
                <a:ext uri="{FF2B5EF4-FFF2-40B4-BE49-F238E27FC236}">
                  <a16:creationId xmlns:a16="http://schemas.microsoft.com/office/drawing/2014/main" id="{C8A48A52-7162-7CE4-3CC3-5B416890CC77}"/>
                </a:ext>
              </a:extLst>
            </p:cNvPr>
            <p:cNvSpPr/>
            <p:nvPr userDrawn="1"/>
          </p:nvSpPr>
          <p:spPr>
            <a:xfrm>
              <a:off x="24867471" y="1229882"/>
              <a:ext cx="455422" cy="455422"/>
            </a:xfrm>
            <a:prstGeom prst="rect">
              <a:avLst/>
            </a:prstGeom>
            <a:solidFill>
              <a:srgbClr val="8B8C81"/>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7" name="Rectangle 6">
              <a:extLst>
                <a:ext uri="{FF2B5EF4-FFF2-40B4-BE49-F238E27FC236}">
                  <a16:creationId xmlns:a16="http://schemas.microsoft.com/office/drawing/2014/main" id="{FAC73DF8-B338-4009-6A19-C7A809823130}"/>
                </a:ext>
              </a:extLst>
            </p:cNvPr>
            <p:cNvSpPr/>
            <p:nvPr userDrawn="1"/>
          </p:nvSpPr>
          <p:spPr>
            <a:xfrm>
              <a:off x="24867471" y="1915682"/>
              <a:ext cx="455422" cy="455422"/>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8" name="Rectangle 7">
              <a:extLst>
                <a:ext uri="{FF2B5EF4-FFF2-40B4-BE49-F238E27FC236}">
                  <a16:creationId xmlns:a16="http://schemas.microsoft.com/office/drawing/2014/main" id="{D372DA35-BFEE-C357-1545-61E75BE812DD}"/>
                </a:ext>
              </a:extLst>
            </p:cNvPr>
            <p:cNvSpPr/>
            <p:nvPr userDrawn="1"/>
          </p:nvSpPr>
          <p:spPr>
            <a:xfrm>
              <a:off x="24867471" y="2601482"/>
              <a:ext cx="455422" cy="455422"/>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9" name="Rectangle 8">
              <a:extLst>
                <a:ext uri="{FF2B5EF4-FFF2-40B4-BE49-F238E27FC236}">
                  <a16:creationId xmlns:a16="http://schemas.microsoft.com/office/drawing/2014/main" id="{765DE771-96C9-8336-5FA6-5C6A1AE77D05}"/>
                </a:ext>
              </a:extLst>
            </p:cNvPr>
            <p:cNvSpPr/>
            <p:nvPr userDrawn="1"/>
          </p:nvSpPr>
          <p:spPr>
            <a:xfrm>
              <a:off x="24867471" y="3287282"/>
              <a:ext cx="455422" cy="455422"/>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1" name="Rectangle 10">
              <a:extLst>
                <a:ext uri="{FF2B5EF4-FFF2-40B4-BE49-F238E27FC236}">
                  <a16:creationId xmlns:a16="http://schemas.microsoft.com/office/drawing/2014/main" id="{E97F1187-095D-673A-4FC9-F3F99D5FFFCA}"/>
                </a:ext>
              </a:extLst>
            </p:cNvPr>
            <p:cNvSpPr/>
            <p:nvPr userDrawn="1"/>
          </p:nvSpPr>
          <p:spPr>
            <a:xfrm>
              <a:off x="24867471" y="3973082"/>
              <a:ext cx="455422" cy="45542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2" name="Rectangle 11">
              <a:extLst>
                <a:ext uri="{FF2B5EF4-FFF2-40B4-BE49-F238E27FC236}">
                  <a16:creationId xmlns:a16="http://schemas.microsoft.com/office/drawing/2014/main" id="{391748CA-FC2D-68CD-F6AB-57FD117615E3}"/>
                </a:ext>
              </a:extLst>
            </p:cNvPr>
            <p:cNvSpPr/>
            <p:nvPr userDrawn="1"/>
          </p:nvSpPr>
          <p:spPr>
            <a:xfrm>
              <a:off x="24867471" y="4658882"/>
              <a:ext cx="455422" cy="45542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3" name="Rectangle 12">
              <a:extLst>
                <a:ext uri="{FF2B5EF4-FFF2-40B4-BE49-F238E27FC236}">
                  <a16:creationId xmlns:a16="http://schemas.microsoft.com/office/drawing/2014/main" id="{8460E3E8-316B-B639-1F22-7D07E0CEEE81}"/>
                </a:ext>
              </a:extLst>
            </p:cNvPr>
            <p:cNvSpPr/>
            <p:nvPr userDrawn="1"/>
          </p:nvSpPr>
          <p:spPr>
            <a:xfrm>
              <a:off x="24867471" y="5344682"/>
              <a:ext cx="455422" cy="455422"/>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4" name="Rectangle 13">
              <a:extLst>
                <a:ext uri="{FF2B5EF4-FFF2-40B4-BE49-F238E27FC236}">
                  <a16:creationId xmlns:a16="http://schemas.microsoft.com/office/drawing/2014/main" id="{1D2AF4FB-71D9-EFA0-90B4-4476E6F2E157}"/>
                </a:ext>
              </a:extLst>
            </p:cNvPr>
            <p:cNvSpPr/>
            <p:nvPr userDrawn="1"/>
          </p:nvSpPr>
          <p:spPr>
            <a:xfrm>
              <a:off x="25543292" y="1229882"/>
              <a:ext cx="455422" cy="455422"/>
            </a:xfrm>
            <a:prstGeom prst="rect">
              <a:avLst/>
            </a:prstGeom>
            <a:solidFill>
              <a:srgbClr val="C2C4B8"/>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5" name="Rectangle 14">
              <a:extLst>
                <a:ext uri="{FF2B5EF4-FFF2-40B4-BE49-F238E27FC236}">
                  <a16:creationId xmlns:a16="http://schemas.microsoft.com/office/drawing/2014/main" id="{C5096824-FCDC-523A-02C6-CF5A08615C20}"/>
                </a:ext>
              </a:extLst>
            </p:cNvPr>
            <p:cNvSpPr/>
            <p:nvPr userDrawn="1"/>
          </p:nvSpPr>
          <p:spPr>
            <a:xfrm>
              <a:off x="25543292" y="1915682"/>
              <a:ext cx="455422" cy="455422"/>
            </a:xfrm>
            <a:prstGeom prst="rect">
              <a:avLst/>
            </a:prstGeom>
            <a:solidFill>
              <a:srgbClr val="36373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7" name="Rectangle 16">
              <a:extLst>
                <a:ext uri="{FF2B5EF4-FFF2-40B4-BE49-F238E27FC236}">
                  <a16:creationId xmlns:a16="http://schemas.microsoft.com/office/drawing/2014/main" id="{2D2C8862-DE44-86C5-4F2C-7AFA70C131A1}"/>
                </a:ext>
              </a:extLst>
            </p:cNvPr>
            <p:cNvSpPr/>
            <p:nvPr userDrawn="1"/>
          </p:nvSpPr>
          <p:spPr>
            <a:xfrm>
              <a:off x="25543292" y="2601482"/>
              <a:ext cx="455422" cy="455422"/>
            </a:xfrm>
            <a:prstGeom prst="rect">
              <a:avLst/>
            </a:prstGeom>
            <a:solidFill>
              <a:srgbClr val="CC7D57"/>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18" name="Rectangle 17">
              <a:extLst>
                <a:ext uri="{FF2B5EF4-FFF2-40B4-BE49-F238E27FC236}">
                  <a16:creationId xmlns:a16="http://schemas.microsoft.com/office/drawing/2014/main" id="{C5F627B9-E4ED-A75E-758A-BB4B6A6766D1}"/>
                </a:ext>
              </a:extLst>
            </p:cNvPr>
            <p:cNvSpPr/>
            <p:nvPr userDrawn="1"/>
          </p:nvSpPr>
          <p:spPr>
            <a:xfrm>
              <a:off x="25543292" y="3287282"/>
              <a:ext cx="455422" cy="455422"/>
            </a:xfrm>
            <a:prstGeom prst="rect">
              <a:avLst/>
            </a:prstGeom>
            <a:solidFill>
              <a:srgbClr val="D3A34A"/>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0" name="Rectangle 19">
              <a:extLst>
                <a:ext uri="{FF2B5EF4-FFF2-40B4-BE49-F238E27FC236}">
                  <a16:creationId xmlns:a16="http://schemas.microsoft.com/office/drawing/2014/main" id="{05BDF27A-AA34-458B-B311-6C41B77ADC15}"/>
                </a:ext>
              </a:extLst>
            </p:cNvPr>
            <p:cNvSpPr/>
            <p:nvPr userDrawn="1"/>
          </p:nvSpPr>
          <p:spPr>
            <a:xfrm>
              <a:off x="25543292" y="3973082"/>
              <a:ext cx="455422" cy="455422"/>
            </a:xfrm>
            <a:prstGeom prst="rect">
              <a:avLst/>
            </a:prstGeom>
            <a:solidFill>
              <a:srgbClr val="85916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1" name="Rectangle 20">
              <a:extLst>
                <a:ext uri="{FF2B5EF4-FFF2-40B4-BE49-F238E27FC236}">
                  <a16:creationId xmlns:a16="http://schemas.microsoft.com/office/drawing/2014/main" id="{BBF46883-77AC-1D1C-346C-1CC26047A930}"/>
                </a:ext>
              </a:extLst>
            </p:cNvPr>
            <p:cNvSpPr/>
            <p:nvPr userDrawn="1"/>
          </p:nvSpPr>
          <p:spPr>
            <a:xfrm>
              <a:off x="25543292" y="4658882"/>
              <a:ext cx="455422" cy="455422"/>
            </a:xfrm>
            <a:prstGeom prst="rect">
              <a:avLst/>
            </a:prstGeom>
            <a:solidFill>
              <a:srgbClr val="5E889C"/>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3" name="Rectangle 22">
              <a:extLst>
                <a:ext uri="{FF2B5EF4-FFF2-40B4-BE49-F238E27FC236}">
                  <a16:creationId xmlns:a16="http://schemas.microsoft.com/office/drawing/2014/main" id="{9F613128-46C5-8267-8E17-5AD43BD44FEA}"/>
                </a:ext>
              </a:extLst>
            </p:cNvPr>
            <p:cNvSpPr/>
            <p:nvPr userDrawn="1"/>
          </p:nvSpPr>
          <p:spPr>
            <a:xfrm>
              <a:off x="25543292" y="5344682"/>
              <a:ext cx="455422" cy="455422"/>
            </a:xfrm>
            <a:prstGeom prst="rect">
              <a:avLst/>
            </a:prstGeom>
            <a:solidFill>
              <a:srgbClr val="9E769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4" name="Rectangle 23">
              <a:extLst>
                <a:ext uri="{FF2B5EF4-FFF2-40B4-BE49-F238E27FC236}">
                  <a16:creationId xmlns:a16="http://schemas.microsoft.com/office/drawing/2014/main" id="{8B4DA4AA-CE22-738F-0DAF-4D11338F6CBB}"/>
                </a:ext>
              </a:extLst>
            </p:cNvPr>
            <p:cNvSpPr/>
            <p:nvPr userDrawn="1"/>
          </p:nvSpPr>
          <p:spPr>
            <a:xfrm>
              <a:off x="26219114" y="1229882"/>
              <a:ext cx="455422" cy="455422"/>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6" name="Rectangle 25">
              <a:extLst>
                <a:ext uri="{FF2B5EF4-FFF2-40B4-BE49-F238E27FC236}">
                  <a16:creationId xmlns:a16="http://schemas.microsoft.com/office/drawing/2014/main" id="{B3D94597-F81C-DFDF-95FF-87FA70BE823F}"/>
                </a:ext>
              </a:extLst>
            </p:cNvPr>
            <p:cNvSpPr/>
            <p:nvPr userDrawn="1"/>
          </p:nvSpPr>
          <p:spPr>
            <a:xfrm>
              <a:off x="26219114" y="1915682"/>
              <a:ext cx="455422" cy="455422"/>
            </a:xfrm>
            <a:prstGeom prst="rect">
              <a:avLst/>
            </a:prstGeom>
            <a:solidFill>
              <a:srgbClr val="53544A"/>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7" name="Rectangle 26">
              <a:extLst>
                <a:ext uri="{FF2B5EF4-FFF2-40B4-BE49-F238E27FC236}">
                  <a16:creationId xmlns:a16="http://schemas.microsoft.com/office/drawing/2014/main" id="{F80EC637-AC2C-28AB-5CE0-EDBE51E811B1}"/>
                </a:ext>
              </a:extLst>
            </p:cNvPr>
            <p:cNvSpPr/>
            <p:nvPr userDrawn="1"/>
          </p:nvSpPr>
          <p:spPr>
            <a:xfrm>
              <a:off x="26219114" y="2601482"/>
              <a:ext cx="455422" cy="455422"/>
            </a:xfrm>
            <a:prstGeom prst="rect">
              <a:avLst/>
            </a:prstGeom>
            <a:solidFill>
              <a:srgbClr val="FCC7B4"/>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29" name="Rectangle 28">
              <a:extLst>
                <a:ext uri="{FF2B5EF4-FFF2-40B4-BE49-F238E27FC236}">
                  <a16:creationId xmlns:a16="http://schemas.microsoft.com/office/drawing/2014/main" id="{5444D3E0-7910-46F4-CF82-3230D960D579}"/>
                </a:ext>
              </a:extLst>
            </p:cNvPr>
            <p:cNvSpPr/>
            <p:nvPr userDrawn="1"/>
          </p:nvSpPr>
          <p:spPr>
            <a:xfrm>
              <a:off x="26219114" y="3287282"/>
              <a:ext cx="455422" cy="455422"/>
            </a:xfrm>
            <a:prstGeom prst="rect">
              <a:avLst/>
            </a:prstGeom>
            <a:solidFill>
              <a:srgbClr val="F9D28C"/>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0" name="Rectangle 29">
              <a:extLst>
                <a:ext uri="{FF2B5EF4-FFF2-40B4-BE49-F238E27FC236}">
                  <a16:creationId xmlns:a16="http://schemas.microsoft.com/office/drawing/2014/main" id="{34A1B4E9-7DF0-122D-0786-B2ECC8250A32}"/>
                </a:ext>
              </a:extLst>
            </p:cNvPr>
            <p:cNvSpPr/>
            <p:nvPr userDrawn="1"/>
          </p:nvSpPr>
          <p:spPr>
            <a:xfrm>
              <a:off x="26219114" y="3973082"/>
              <a:ext cx="455422" cy="455422"/>
            </a:xfrm>
            <a:prstGeom prst="rect">
              <a:avLst/>
            </a:prstGeom>
            <a:solidFill>
              <a:srgbClr val="B5BF9B"/>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32" name="Rectangle 31">
              <a:extLst>
                <a:ext uri="{FF2B5EF4-FFF2-40B4-BE49-F238E27FC236}">
                  <a16:creationId xmlns:a16="http://schemas.microsoft.com/office/drawing/2014/main" id="{0D0B3BFD-0B41-CE8A-9915-CBFDB32BD9AA}"/>
                </a:ext>
              </a:extLst>
            </p:cNvPr>
            <p:cNvSpPr/>
            <p:nvPr userDrawn="1"/>
          </p:nvSpPr>
          <p:spPr>
            <a:xfrm>
              <a:off x="26219114" y="4658882"/>
              <a:ext cx="455422" cy="455422"/>
            </a:xfrm>
            <a:prstGeom prst="rect">
              <a:avLst/>
            </a:prstGeom>
            <a:solidFill>
              <a:srgbClr val="98AAAF"/>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sp>
          <p:nvSpPr>
            <p:cNvPr id="47" name="Rectangle 46">
              <a:extLst>
                <a:ext uri="{FF2B5EF4-FFF2-40B4-BE49-F238E27FC236}">
                  <a16:creationId xmlns:a16="http://schemas.microsoft.com/office/drawing/2014/main" id="{9DFDA00B-68E6-9FD9-890D-D434EB1AC561}"/>
                </a:ext>
              </a:extLst>
            </p:cNvPr>
            <p:cNvSpPr/>
            <p:nvPr userDrawn="1"/>
          </p:nvSpPr>
          <p:spPr>
            <a:xfrm>
              <a:off x="26219114" y="5344682"/>
              <a:ext cx="455422" cy="455422"/>
            </a:xfrm>
            <a:prstGeom prst="rect">
              <a:avLst/>
            </a:prstGeom>
            <a:solidFill>
              <a:srgbClr val="B1A0B0"/>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180000" rtlCol="0" anchor="t"/>
            <a:lstStyle/>
            <a:p>
              <a:pPr marL="179964" indent="-179964" algn="l">
                <a:lnSpc>
                  <a:spcPct val="110000"/>
                </a:lnSpc>
                <a:spcAft>
                  <a:spcPts val="900"/>
                </a:spcAft>
                <a:buFont typeface="Snowflake Sans Light" panose="020B0305040401040103" pitchFamily="34" charset="0"/>
                <a:buChar char="□"/>
              </a:pPr>
              <a:endParaRPr lang="en-US" sz="1000">
                <a:solidFill>
                  <a:schemeClr val="tx1"/>
                </a:solidFill>
              </a:endParaRPr>
            </a:p>
          </p:txBody>
        </p:sp>
      </p:grpSp>
      <p:sp>
        <p:nvSpPr>
          <p:cNvPr id="6" name="Slide Number Placeholder 5">
            <a:extLst>
              <a:ext uri="{FF2B5EF4-FFF2-40B4-BE49-F238E27FC236}">
                <a16:creationId xmlns:a16="http://schemas.microsoft.com/office/drawing/2014/main" id="{9113853A-5294-C845-9AA4-7EFC4EC04B59}"/>
              </a:ext>
            </a:extLst>
          </p:cNvPr>
          <p:cNvSpPr>
            <a:spLocks noGrp="1"/>
          </p:cNvSpPr>
          <p:nvPr>
            <p:ph type="sldNum" sz="quarter" idx="4"/>
          </p:nvPr>
        </p:nvSpPr>
        <p:spPr>
          <a:xfrm>
            <a:off x="11471675" y="281148"/>
            <a:ext cx="457708" cy="138500"/>
          </a:xfrm>
          <a:prstGeom prst="rect">
            <a:avLst/>
          </a:prstGeom>
        </p:spPr>
        <p:txBody>
          <a:bodyPr vert="horz" wrap="square" lIns="0" tIns="0" rIns="0" bIns="0" rtlCol="0" anchor="ctr">
            <a:spAutoFit/>
          </a:bodyPr>
          <a:lstStyle>
            <a:lvl1pPr algn="r">
              <a:defRPr sz="900" b="1" i="0">
                <a:solidFill>
                  <a:schemeClr val="bg1"/>
                </a:solidFill>
                <a:latin typeface="+mj-lt"/>
              </a:defRPr>
            </a:lvl1pPr>
          </a:lstStyle>
          <a:p>
            <a:fld id="{48F63A3B-78C7-47BE-AE5E-E10140E04643}" type="slidenum">
              <a:rPr lang="en-US" smtClean="0"/>
              <a:pPr/>
              <a:t>‹#›</a:t>
            </a:fld>
            <a:endParaRPr lang="en-US">
              <a:solidFill>
                <a:schemeClr val="bg1"/>
              </a:solidFill>
            </a:endParaRPr>
          </a:p>
        </p:txBody>
      </p:sp>
      <p:sp>
        <p:nvSpPr>
          <p:cNvPr id="25" name="Footer Placeholder 4">
            <a:extLst>
              <a:ext uri="{FF2B5EF4-FFF2-40B4-BE49-F238E27FC236}">
                <a16:creationId xmlns:a16="http://schemas.microsoft.com/office/drawing/2014/main" id="{D0EAE9A5-185D-BFE8-A5F5-9AC4E1B13AA0}"/>
              </a:ext>
            </a:extLst>
          </p:cNvPr>
          <p:cNvSpPr>
            <a:spLocks noGrp="1"/>
          </p:cNvSpPr>
          <p:nvPr>
            <p:ph type="ftr" sz="quarter" idx="3"/>
          </p:nvPr>
        </p:nvSpPr>
        <p:spPr>
          <a:xfrm>
            <a:off x="8864731" y="281148"/>
            <a:ext cx="1747730" cy="138500"/>
          </a:xfrm>
          <a:prstGeom prst="rect">
            <a:avLst/>
          </a:prstGeom>
        </p:spPr>
        <p:txBody>
          <a:bodyPr vert="horz" lIns="91440" tIns="45720" rIns="91440" bIns="45720" rtlCol="0" anchor="ctr"/>
          <a:lstStyle>
            <a:lvl1pPr algn="r">
              <a:defRPr lang="en-US" sz="900" b="0" i="0" kern="1200">
                <a:solidFill>
                  <a:schemeClr val="bg1"/>
                </a:solidFill>
                <a:latin typeface="Snowflake Sans Book" panose="020B0505040401040103" pitchFamily="34" charset="0"/>
                <a:ea typeface="+mn-ea"/>
                <a:cs typeface="+mn-cs"/>
              </a:defRPr>
            </a:lvl1pPr>
          </a:lstStyle>
          <a:p>
            <a:endParaRPr lang="en-GB">
              <a:solidFill>
                <a:schemeClr val="bg1"/>
              </a:solidFill>
            </a:endParaRPr>
          </a:p>
        </p:txBody>
      </p:sp>
      <p:sp>
        <p:nvSpPr>
          <p:cNvPr id="28" name="Date Placeholder 1">
            <a:extLst>
              <a:ext uri="{FF2B5EF4-FFF2-40B4-BE49-F238E27FC236}">
                <a16:creationId xmlns:a16="http://schemas.microsoft.com/office/drawing/2014/main" id="{6053B788-EEE0-4301-733B-FD5E7DAC1253}"/>
              </a:ext>
            </a:extLst>
          </p:cNvPr>
          <p:cNvSpPr>
            <a:spLocks noGrp="1"/>
          </p:cNvSpPr>
          <p:nvPr>
            <p:ph type="dt" sz="half" idx="2"/>
          </p:nvPr>
        </p:nvSpPr>
        <p:spPr>
          <a:xfrm>
            <a:off x="10645946" y="281191"/>
            <a:ext cx="792244" cy="138457"/>
          </a:xfrm>
          <a:prstGeom prst="rect">
            <a:avLst/>
          </a:prstGeom>
        </p:spPr>
        <p:txBody>
          <a:bodyPr vert="horz" lIns="91440" tIns="45720" rIns="91440" bIns="45720" rtlCol="0" anchor="ctr"/>
          <a:lstStyle>
            <a:lvl1pPr algn="l">
              <a:defRPr lang="en-US" sz="900" b="0" i="0" kern="1200" smtClean="0">
                <a:solidFill>
                  <a:schemeClr val="bg1"/>
                </a:solidFill>
                <a:latin typeface="Snowflake Sans Book" panose="020B0505040401040103" pitchFamily="34" charset="0"/>
                <a:ea typeface="+mn-ea"/>
                <a:cs typeface="+mn-cs"/>
              </a:defRPr>
            </a:lvl1pPr>
          </a:lstStyle>
          <a:p>
            <a:fld id="{79018C7D-48B1-7D4E-833E-C9960236B3EA}" type="datetimeFigureOut">
              <a:rPr lang="en-GB" smtClean="0"/>
              <a:pPr/>
              <a:t>03/02/2026</a:t>
            </a:fld>
            <a:endParaRPr lang="en-GB">
              <a:solidFill>
                <a:schemeClr val="bg1"/>
              </a:solidFill>
            </a:endParaRPr>
          </a:p>
        </p:txBody>
      </p:sp>
    </p:spTree>
    <p:extLst>
      <p:ext uri="{BB962C8B-B14F-4D97-AF65-F5344CB8AC3E}">
        <p14:creationId xmlns:p14="http://schemas.microsoft.com/office/powerpoint/2010/main" val="338423187"/>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34" r:id="rId3"/>
    <p:sldLayoutId id="2147483739" r:id="rId4"/>
    <p:sldLayoutId id="2147483742" r:id="rId5"/>
    <p:sldLayoutId id="2147483811" r:id="rId6"/>
    <p:sldLayoutId id="2147483745" r:id="rId7"/>
    <p:sldLayoutId id="2147483746" r:id="rId8"/>
    <p:sldLayoutId id="2147483747" r:id="rId9"/>
    <p:sldLayoutId id="2147483748" r:id="rId10"/>
    <p:sldLayoutId id="2147483749" r:id="rId11"/>
    <p:sldLayoutId id="2147483750" r:id="rId12"/>
    <p:sldLayoutId id="2147483797" r:id="rId13"/>
    <p:sldLayoutId id="2147483751" r:id="rId14"/>
    <p:sldLayoutId id="2147483798" r:id="rId15"/>
    <p:sldLayoutId id="2147483753" r:id="rId16"/>
    <p:sldLayoutId id="2147483754" r:id="rId17"/>
    <p:sldLayoutId id="2147483755" r:id="rId18"/>
    <p:sldLayoutId id="2147483756" r:id="rId19"/>
    <p:sldLayoutId id="2147483760" r:id="rId20"/>
    <p:sldLayoutId id="2147483761" r:id="rId21"/>
    <p:sldLayoutId id="2147483762" r:id="rId22"/>
    <p:sldLayoutId id="2147483763" r:id="rId23"/>
    <p:sldLayoutId id="2147483764" r:id="rId24"/>
    <p:sldLayoutId id="2147483765" r:id="rId25"/>
    <p:sldLayoutId id="2147483766" r:id="rId26"/>
    <p:sldLayoutId id="2147483767" r:id="rId27"/>
    <p:sldLayoutId id="2147483812" r:id="rId28"/>
    <p:sldLayoutId id="2147483768" r:id="rId29"/>
    <p:sldLayoutId id="2147483769" r:id="rId30"/>
    <p:sldLayoutId id="2147483770" r:id="rId31"/>
    <p:sldLayoutId id="2147483771" r:id="rId32"/>
    <p:sldLayoutId id="2147483796" r:id="rId33"/>
    <p:sldLayoutId id="2147483806" r:id="rId34"/>
    <p:sldLayoutId id="2147483733" r:id="rId35"/>
    <p:sldLayoutId id="2147483807" r:id="rId36"/>
    <p:sldLayoutId id="2147483759" r:id="rId37"/>
    <p:sldLayoutId id="2147483794" r:id="rId38"/>
    <p:sldLayoutId id="2147483772" r:id="rId39"/>
    <p:sldLayoutId id="2147483773" r:id="rId40"/>
    <p:sldLayoutId id="2147483774" r:id="rId41"/>
    <p:sldLayoutId id="2147483775" r:id="rId42"/>
  </p:sldLayoutIdLst>
  <p:hf hdr="0" ftr="0" dt="0"/>
  <p:txStyles>
    <p:titleStyle>
      <a:lvl1pPr marL="0" indent="0" algn="l" defTabSz="914217" rtl="0" eaLnBrk="1" latinLnBrk="0" hangingPunct="1">
        <a:lnSpc>
          <a:spcPct val="80000"/>
        </a:lnSpc>
        <a:spcBef>
          <a:spcPct val="0"/>
        </a:spcBef>
        <a:buNone/>
        <a:tabLst/>
        <a:defRPr sz="3999" b="0" i="0" kern="1200" spc="-75">
          <a:solidFill>
            <a:schemeClr val="bg1"/>
          </a:solidFill>
          <a:latin typeface="+mj-lt"/>
          <a:ea typeface="+mj-ea"/>
          <a:cs typeface="+mj-cs"/>
        </a:defRPr>
      </a:lvl1pPr>
    </p:titleStyle>
    <p:bodyStyle>
      <a:lvl1pPr marL="342900" indent="-342900" algn="l" defTabSz="323935" rtl="0" eaLnBrk="1" fontAlgn="auto" latinLnBrk="0" hangingPunct="1">
        <a:lnSpc>
          <a:spcPct val="110000"/>
        </a:lnSpc>
        <a:spcBef>
          <a:spcPts val="0"/>
        </a:spcBef>
        <a:spcAft>
          <a:spcPts val="1000"/>
        </a:spcAft>
        <a:buClr>
          <a:schemeClr val="bg1"/>
        </a:buClr>
        <a:buSzPct val="100000"/>
        <a:buFont typeface="Snowflake Sans Book" panose="020B0505040401040103" pitchFamily="34" charset="0"/>
        <a:buChar char="□"/>
        <a:tabLst/>
        <a:defRPr lang="en-US" sz="2000" b="0" i="0" kern="1200" dirty="0">
          <a:solidFill>
            <a:schemeClr val="bg1"/>
          </a:solidFill>
          <a:latin typeface="+mn-lt"/>
          <a:ea typeface="+mn-ea"/>
          <a:cs typeface="+mn-cs"/>
        </a:defRPr>
      </a:lvl1pPr>
      <a:lvl2pPr marL="594241" indent="-274265" algn="l" defTabSz="323935"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600" b="0" i="0" kern="1200" dirty="0">
          <a:solidFill>
            <a:schemeClr val="bg1"/>
          </a:solidFill>
          <a:latin typeface="+mn-lt"/>
          <a:ea typeface="+mn-ea"/>
          <a:cs typeface="+mn-cs"/>
        </a:defRPr>
      </a:lvl2pPr>
      <a:lvl3pPr marL="822795" indent="-228554" algn="l" defTabSz="914217"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400" b="0" i="0" kern="1200" dirty="0">
          <a:solidFill>
            <a:schemeClr val="bg1"/>
          </a:solidFill>
          <a:latin typeface="+mn-lt"/>
          <a:ea typeface="+mn-ea"/>
          <a:cs typeface="+mn-cs"/>
        </a:defRPr>
      </a:lvl3pPr>
      <a:lvl4pPr marL="1051350" indent="-228554" algn="l" defTabSz="323935"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200" b="0" i="0" kern="1200" dirty="0">
          <a:solidFill>
            <a:schemeClr val="bg1"/>
          </a:solidFill>
          <a:latin typeface="+mn-lt"/>
          <a:ea typeface="+mn-ea"/>
          <a:cs typeface="+mn-cs"/>
        </a:defRPr>
      </a:lvl4pPr>
      <a:lvl5pPr marL="1234193" indent="-182843" algn="l" defTabSz="323935" rtl="0" eaLnBrk="1" fontAlgn="auto" latinLnBrk="0" hangingPunct="1">
        <a:lnSpc>
          <a:spcPct val="110000"/>
        </a:lnSpc>
        <a:spcBef>
          <a:spcPts val="0"/>
        </a:spcBef>
        <a:spcAft>
          <a:spcPts val="1000"/>
        </a:spcAft>
        <a:buClrTx/>
        <a:buSzPct val="100000"/>
        <a:buFont typeface="Snowflake Sans Book" panose="020B0505040401040103" pitchFamily="34" charset="0"/>
        <a:buChar char="□"/>
        <a:tabLst/>
        <a:defRPr lang="en-US" sz="1000" b="0" i="0" kern="1200" dirty="0">
          <a:solidFill>
            <a:schemeClr val="bg1"/>
          </a:solidFill>
          <a:latin typeface="+mn-lt"/>
          <a:ea typeface="+mn-ea"/>
          <a:cs typeface="+mn-cs"/>
        </a:defRPr>
      </a:lvl5pPr>
      <a:lvl6pPr marL="1371326" marR="0" indent="-137133" algn="l" defTabSz="914217" rtl="0" eaLnBrk="1" fontAlgn="auto" latinLnBrk="0" hangingPunct="1">
        <a:lnSpc>
          <a:spcPct val="60000"/>
        </a:lnSpc>
        <a:spcBef>
          <a:spcPts val="0"/>
        </a:spcBef>
        <a:spcAft>
          <a:spcPts val="1000"/>
        </a:spcAft>
        <a:buClrTx/>
        <a:buSzPct val="100000"/>
        <a:buFont typeface="Segoe UI" panose="020B0502040204020203" pitchFamily="34" charset="0"/>
        <a:buNone/>
        <a:tabLst/>
        <a:defRPr lang="en-US" sz="1000" b="0" i="0" kern="1200" dirty="0">
          <a:solidFill>
            <a:schemeClr val="bg1"/>
          </a:solidFill>
          <a:latin typeface="+mn-lt"/>
          <a:ea typeface="+mn-ea"/>
          <a:cs typeface="+mn-cs"/>
        </a:defRPr>
      </a:lvl6pPr>
      <a:lvl7pPr marL="1390372" marR="0" indent="0" algn="l" defTabSz="914217" rtl="0" eaLnBrk="1" fontAlgn="auto" latinLnBrk="0" hangingPunct="1">
        <a:lnSpc>
          <a:spcPct val="60000"/>
        </a:lnSpc>
        <a:spcBef>
          <a:spcPts val="0"/>
        </a:spcBef>
        <a:spcAft>
          <a:spcPts val="1000"/>
        </a:spcAft>
        <a:buClrTx/>
        <a:buSzTx/>
        <a:buFont typeface="Segoe UI" panose="020B0502040204020203" pitchFamily="34" charset="0"/>
        <a:buNone/>
        <a:tabLst/>
        <a:defRPr lang="en-US" sz="1000" b="0" i="0" kern="1200" dirty="0">
          <a:solidFill>
            <a:schemeClr val="bg1"/>
          </a:solidFill>
          <a:latin typeface="+mn-lt"/>
          <a:ea typeface="+mn-ea"/>
          <a:cs typeface="+mn-cs"/>
        </a:defRPr>
      </a:lvl7pPr>
      <a:lvl8pPr marL="1571311" marR="0" indent="0" algn="l" defTabSz="914217" rtl="0" eaLnBrk="1" fontAlgn="auto" latinLnBrk="0" hangingPunct="1">
        <a:lnSpc>
          <a:spcPct val="60000"/>
        </a:lnSpc>
        <a:spcBef>
          <a:spcPts val="0"/>
        </a:spcBef>
        <a:spcAft>
          <a:spcPts val="1000"/>
        </a:spcAft>
        <a:buClrTx/>
        <a:buSzTx/>
        <a:buFont typeface="Segoe UI" panose="020B0502040204020203" pitchFamily="34" charset="0"/>
        <a:buNone/>
        <a:tabLst/>
        <a:defRPr lang="en-US" sz="1000" b="0" i="0" kern="1200" dirty="0">
          <a:solidFill>
            <a:schemeClr val="bg1"/>
          </a:solidFill>
          <a:latin typeface="+mn-lt"/>
          <a:ea typeface="+mn-ea"/>
          <a:cs typeface="+mn-cs"/>
        </a:defRPr>
      </a:lvl8pPr>
      <a:lvl9pPr marL="1747488" marR="0" indent="0" algn="l" defTabSz="914217" rtl="0" eaLnBrk="1" fontAlgn="auto" latinLnBrk="0" hangingPunct="1">
        <a:lnSpc>
          <a:spcPct val="60000"/>
        </a:lnSpc>
        <a:spcBef>
          <a:spcPts val="0"/>
        </a:spcBef>
        <a:spcAft>
          <a:spcPts val="1000"/>
        </a:spcAft>
        <a:buClrTx/>
        <a:buSzTx/>
        <a:buFont typeface="Segoe UI" panose="020B0502040204020203" pitchFamily="34" charset="0"/>
        <a:buNone/>
        <a:tabLst/>
        <a:defRPr lang="en-US" sz="1000" b="0" i="0" kern="1200" dirty="0">
          <a:solidFill>
            <a:schemeClr val="bg1"/>
          </a:solidFill>
          <a:latin typeface="+mn-lt"/>
          <a:ea typeface="+mn-ea"/>
          <a:cs typeface="+mn-cs"/>
        </a:defRPr>
      </a:lvl9pPr>
    </p:bodyStyle>
    <p:other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1"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8" algn="l" defTabSz="91421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6" userDrawn="1">
          <p15:clr>
            <a:srgbClr val="F26B43"/>
          </p15:clr>
        </p15:guide>
        <p15:guide id="37" pos="7680" userDrawn="1">
          <p15:clr>
            <a:srgbClr val="F26B43"/>
          </p15:clr>
        </p15:guide>
        <p15:guide id="38" pos="164" userDrawn="1">
          <p15:clr>
            <a:srgbClr val="F26B43"/>
          </p15:clr>
        </p15:guide>
        <p15:guide id="40" pos="792" userDrawn="1">
          <p15:clr>
            <a:srgbClr val="F26B43"/>
          </p15:clr>
        </p15:guide>
        <p15:guide id="41" pos="1252" userDrawn="1">
          <p15:clr>
            <a:srgbClr val="F26B43"/>
          </p15:clr>
        </p15:guide>
        <p15:guide id="42" pos="1420" userDrawn="1">
          <p15:clr>
            <a:srgbClr val="F26B43"/>
          </p15:clr>
        </p15:guide>
        <p15:guide id="43" pos="1878" userDrawn="1">
          <p15:clr>
            <a:srgbClr val="F26B43"/>
          </p15:clr>
        </p15:guide>
        <p15:guide id="44" pos="2046" userDrawn="1">
          <p15:clr>
            <a:srgbClr val="F26B43"/>
          </p15:clr>
        </p15:guide>
        <p15:guide id="45" pos="2504" userDrawn="1">
          <p15:clr>
            <a:srgbClr val="F26B43"/>
          </p15:clr>
        </p15:guide>
        <p15:guide id="46" pos="2672" userDrawn="1">
          <p15:clr>
            <a:srgbClr val="F26B43"/>
          </p15:clr>
        </p15:guide>
        <p15:guide id="47" pos="3130" userDrawn="1">
          <p15:clr>
            <a:srgbClr val="F26B43"/>
          </p15:clr>
        </p15:guide>
        <p15:guide id="48" pos="3298" userDrawn="1">
          <p15:clr>
            <a:srgbClr val="F26B43"/>
          </p15:clr>
        </p15:guide>
        <p15:guide id="49" pos="3756" userDrawn="1">
          <p15:clr>
            <a:srgbClr val="F26B43"/>
          </p15:clr>
        </p15:guide>
        <p15:guide id="50" pos="3924" userDrawn="1">
          <p15:clr>
            <a:srgbClr val="F26B43"/>
          </p15:clr>
        </p15:guide>
        <p15:guide id="51" pos="4382" userDrawn="1">
          <p15:clr>
            <a:srgbClr val="F26B43"/>
          </p15:clr>
        </p15:guide>
        <p15:guide id="52" pos="4550" userDrawn="1">
          <p15:clr>
            <a:srgbClr val="F26B43"/>
          </p15:clr>
        </p15:guide>
        <p15:guide id="53" pos="5008" userDrawn="1">
          <p15:clr>
            <a:srgbClr val="F26B43"/>
          </p15:clr>
        </p15:guide>
        <p15:guide id="54" pos="5176" userDrawn="1">
          <p15:clr>
            <a:srgbClr val="F26B43"/>
          </p15:clr>
        </p15:guide>
        <p15:guide id="55" pos="5634" userDrawn="1">
          <p15:clr>
            <a:srgbClr val="F26B43"/>
          </p15:clr>
        </p15:guide>
        <p15:guide id="56" pos="5802" userDrawn="1">
          <p15:clr>
            <a:srgbClr val="F26B43"/>
          </p15:clr>
        </p15:guide>
        <p15:guide id="57" pos="6260" userDrawn="1">
          <p15:clr>
            <a:srgbClr val="F26B43"/>
          </p15:clr>
        </p15:guide>
        <p15:guide id="58" pos="6428" userDrawn="1">
          <p15:clr>
            <a:srgbClr val="F26B43"/>
          </p15:clr>
        </p15:guide>
        <p15:guide id="59" pos="6886" userDrawn="1">
          <p15:clr>
            <a:srgbClr val="F26B43"/>
          </p15:clr>
        </p15:guide>
        <p15:guide id="60" pos="7054" userDrawn="1">
          <p15:clr>
            <a:srgbClr val="F26B43"/>
          </p15:clr>
        </p15:guide>
        <p15:guide id="61" pos="7512" userDrawn="1">
          <p15:clr>
            <a:srgbClr val="F26B43"/>
          </p15:clr>
        </p15:guide>
        <p15:guide id="62" orient="horz" userDrawn="1">
          <p15:clr>
            <a:srgbClr val="F26B43"/>
          </p15:clr>
        </p15:guide>
        <p15:guide id="63" orient="horz" pos="4320" userDrawn="1">
          <p15:clr>
            <a:srgbClr val="F26B43"/>
          </p15:clr>
        </p15:guide>
        <p15:guide id="64" orient="horz" pos="2160" userDrawn="1">
          <p15:clr>
            <a:srgbClr val="F26B43"/>
          </p15:clr>
        </p15:guide>
        <p15:guide id="65" orient="horz" pos="4152" userDrawn="1">
          <p15:clr>
            <a:srgbClr val="F26B43"/>
          </p15:clr>
        </p15:guide>
        <p15:guide id="66" pos="3840" userDrawn="1">
          <p15:clr>
            <a:srgbClr val="F26B43"/>
          </p15:clr>
        </p15:guide>
        <p15:guide id="67" orient="horz" pos="243" userDrawn="1">
          <p15:clr>
            <a:srgbClr val="F26B43"/>
          </p15:clr>
        </p15:guide>
        <p15:guide id="68" orient="horz" pos="122" userDrawn="1">
          <p15:clr>
            <a:srgbClr val="F26B43"/>
          </p15:clr>
        </p15:guide>
        <p15:guide id="69" orient="horz" pos="318" userDrawn="1">
          <p15:clr>
            <a:srgbClr val="F26B43"/>
          </p15:clr>
        </p15:guide>
        <p15:guide id="70" orient="horz" pos="925" userDrawn="1">
          <p15:clr>
            <a:srgbClr val="F26B43"/>
          </p15:clr>
        </p15:guide>
        <p15:guide id="71" pos="62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Year-End All Hands  |  Overview for feedback</a:t>
            </a:r>
          </a:p>
        </p:txBody>
      </p:sp>
      <p:sp>
        <p:nvSpPr>
          <p:cNvPr id="5" name="Slide Number Placeholder 5">
            <a:extLst>
              <a:ext uri="{FF2B5EF4-FFF2-40B4-BE49-F238E27FC236}">
                <a16:creationId xmlns:a16="http://schemas.microsoft.com/office/drawing/2014/main" id="{1BA8521B-2356-0663-BA12-355EA31562A3}"/>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sp>
        <p:nvSpPr>
          <p:cNvPr id="6" name="TextBox 5"/>
          <p:cNvSpPr txBox="1"/>
          <p:nvPr/>
        </p:nvSpPr>
        <p:spPr>
          <a:xfrm>
            <a:off x="265176" y="1783080"/>
            <a:ext cx="11667744" cy="731520"/>
          </a:xfrm>
          <a:prstGeom prst="rect">
            <a:avLst/>
          </a:prstGeom>
          <a:noFill/>
        </p:spPr>
        <p:txBody>
          <a:bodyPr wrap="square" lIns="0" rIns="0" tIns="0" bIns="0" anchor="t"/>
          <a:lstStyle/>
          <a:p>
            <a:pPr algn="l">
              <a:spcAft>
                <a:spcPts val="0"/>
              </a:spcAft>
            </a:pPr>
            <a:r>
              <a:rPr sz="4400" b="0" i="0">
                <a:solidFill>
                  <a:srgbClr val="F5F5F5"/>
                </a:solidFill>
                <a:latin typeface="+mj-lt"/>
              </a:rPr>
              <a:t>Confidence 2026: Our Impact, Our Future</a:t>
            </a:r>
          </a:p>
        </p:txBody>
      </p:sp>
      <p:sp>
        <p:nvSpPr>
          <p:cNvPr id="7" name="TextBox 6"/>
          <p:cNvSpPr txBox="1"/>
          <p:nvPr/>
        </p:nvSpPr>
        <p:spPr>
          <a:xfrm>
            <a:off x="265176" y="2651760"/>
            <a:ext cx="10058400" cy="822960"/>
          </a:xfrm>
          <a:prstGeom prst="rect">
            <a:avLst/>
          </a:prstGeom>
          <a:noFill/>
        </p:spPr>
        <p:txBody>
          <a:bodyPr wrap="square" lIns="0" rIns="0" tIns="0" bIns="0" anchor="t"/>
          <a:lstStyle/>
          <a:p>
            <a:pPr algn="l">
              <a:lnSpc>
                <a:spcPct val="110000"/>
              </a:lnSpc>
              <a:spcAft>
                <a:spcPts val="0"/>
              </a:spcAft>
            </a:pPr>
            <a:r>
              <a:rPr sz="2000" b="0" i="0">
                <a:solidFill>
                  <a:srgbClr val="C2C4B8"/>
                </a:solidFill>
                <a:latin typeface="+mn-lt"/>
              </a:rPr>
              <a:t>Our year-end All Hands, shaped as a 2026 Impact Report and a 2027 Future Outlook rather than a traditional celebration.</a:t>
            </a:r>
          </a:p>
        </p:txBody>
      </p:sp>
      <p:cxnSp>
        <p:nvCxnSpPr>
          <p:cNvPr id="8" name="Connector 7"/>
          <p:cNvCxnSpPr/>
          <p:nvPr/>
        </p:nvCxnSpPr>
        <p:spPr>
          <a:xfrm>
            <a:off x="265176" y="3657600"/>
            <a:ext cx="3645407" cy="0"/>
          </a:xfrm>
          <a:prstGeom prst="line">
            <a:avLst/>
          </a:prstGeom>
          <a:ln w="9525">
            <a:solidFill>
              <a:srgbClr val="53544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65176" y="3840480"/>
            <a:ext cx="731520" cy="457200"/>
          </a:xfrm>
          <a:prstGeom prst="rect">
            <a:avLst/>
          </a:prstGeom>
          <a:noFill/>
        </p:spPr>
        <p:txBody>
          <a:bodyPr wrap="square" lIns="0" rIns="0" tIns="0" bIns="0" anchor="t"/>
          <a:lstStyle/>
          <a:p>
            <a:pPr algn="l">
              <a:spcAft>
                <a:spcPts val="0"/>
              </a:spcAft>
            </a:pPr>
            <a:r>
              <a:rPr sz="1600" b="0" i="0">
                <a:solidFill>
                  <a:srgbClr val="D3A34A"/>
                </a:solidFill>
                <a:latin typeface="+mj-lt"/>
              </a:rPr>
              <a:t>01</a:t>
            </a:r>
          </a:p>
        </p:txBody>
      </p:sp>
      <p:sp>
        <p:nvSpPr>
          <p:cNvPr id="10" name="TextBox 9"/>
          <p:cNvSpPr txBox="1"/>
          <p:nvPr/>
        </p:nvSpPr>
        <p:spPr>
          <a:xfrm>
            <a:off x="265176" y="4251960"/>
            <a:ext cx="3553968" cy="457200"/>
          </a:xfrm>
          <a:prstGeom prst="rect">
            <a:avLst/>
          </a:prstGeom>
          <a:noFill/>
        </p:spPr>
        <p:txBody>
          <a:bodyPr wrap="square" lIns="0" rIns="0" tIns="0" bIns="0" anchor="t"/>
          <a:lstStyle/>
          <a:p>
            <a:pPr algn="l">
              <a:spcAft>
                <a:spcPts val="0"/>
              </a:spcAft>
            </a:pPr>
            <a:r>
              <a:rPr sz="2400" b="0" i="0">
                <a:solidFill>
                  <a:srgbClr val="F5F5F5"/>
                </a:solidFill>
                <a:latin typeface="+mj-lt"/>
              </a:rPr>
              <a:t>Our Impact</a:t>
            </a:r>
          </a:p>
        </p:txBody>
      </p:sp>
      <p:sp>
        <p:nvSpPr>
          <p:cNvPr id="11" name="TextBox 10"/>
          <p:cNvSpPr txBox="1"/>
          <p:nvPr/>
        </p:nvSpPr>
        <p:spPr>
          <a:xfrm>
            <a:off x="265176" y="4800600"/>
            <a:ext cx="3553968" cy="822960"/>
          </a:xfrm>
          <a:prstGeom prst="rect">
            <a:avLst/>
          </a:prstGeom>
          <a:noFill/>
        </p:spPr>
        <p:txBody>
          <a:bodyPr wrap="square" lIns="0" rIns="0" tIns="0" bIns="0" anchor="t"/>
          <a:lstStyle/>
          <a:p>
            <a:pPr algn="l">
              <a:lnSpc>
                <a:spcPct val="115000"/>
              </a:lnSpc>
              <a:spcAft>
                <a:spcPts val="0"/>
              </a:spcAft>
            </a:pPr>
            <a:r>
              <a:rPr sz="1500" b="0" i="0">
                <a:solidFill>
                  <a:srgbClr val="C2C4B8"/>
                </a:solidFill>
                <a:latin typeface="+mn-lt"/>
              </a:rPr>
              <a:t>What Confidence delivered for our clients and our practice this year</a:t>
            </a:r>
          </a:p>
        </p:txBody>
      </p:sp>
      <p:cxnSp>
        <p:nvCxnSpPr>
          <p:cNvPr id="12" name="Connector 11"/>
          <p:cNvCxnSpPr/>
          <p:nvPr/>
        </p:nvCxnSpPr>
        <p:spPr>
          <a:xfrm>
            <a:off x="4276344" y="3657600"/>
            <a:ext cx="3645408" cy="0"/>
          </a:xfrm>
          <a:prstGeom prst="line">
            <a:avLst/>
          </a:prstGeom>
          <a:ln w="9525">
            <a:solidFill>
              <a:srgbClr val="53544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276344" y="3840480"/>
            <a:ext cx="731520" cy="457200"/>
          </a:xfrm>
          <a:prstGeom prst="rect">
            <a:avLst/>
          </a:prstGeom>
          <a:noFill/>
        </p:spPr>
        <p:txBody>
          <a:bodyPr wrap="square" lIns="0" rIns="0" tIns="0" bIns="0" anchor="t"/>
          <a:lstStyle/>
          <a:p>
            <a:pPr algn="l">
              <a:spcAft>
                <a:spcPts val="0"/>
              </a:spcAft>
            </a:pPr>
            <a:r>
              <a:rPr sz="1600" b="0" i="0">
                <a:solidFill>
                  <a:srgbClr val="D3A34A"/>
                </a:solidFill>
                <a:latin typeface="+mj-lt"/>
              </a:rPr>
              <a:t>02</a:t>
            </a:r>
          </a:p>
        </p:txBody>
      </p:sp>
      <p:sp>
        <p:nvSpPr>
          <p:cNvPr id="14" name="TextBox 13"/>
          <p:cNvSpPr txBox="1"/>
          <p:nvPr/>
        </p:nvSpPr>
        <p:spPr>
          <a:xfrm>
            <a:off x="4276344" y="4251960"/>
            <a:ext cx="3553968" cy="457200"/>
          </a:xfrm>
          <a:prstGeom prst="rect">
            <a:avLst/>
          </a:prstGeom>
          <a:noFill/>
        </p:spPr>
        <p:txBody>
          <a:bodyPr wrap="square" lIns="0" rIns="0" tIns="0" bIns="0" anchor="t"/>
          <a:lstStyle/>
          <a:p>
            <a:pPr algn="l">
              <a:spcAft>
                <a:spcPts val="0"/>
              </a:spcAft>
            </a:pPr>
            <a:r>
              <a:rPr sz="2400" b="0" i="0">
                <a:solidFill>
                  <a:srgbClr val="F5F5F5"/>
                </a:solidFill>
                <a:latin typeface="+mj-lt"/>
              </a:rPr>
              <a:t>Our People</a:t>
            </a:r>
          </a:p>
        </p:txBody>
      </p:sp>
      <p:sp>
        <p:nvSpPr>
          <p:cNvPr id="15" name="TextBox 14"/>
          <p:cNvSpPr txBox="1"/>
          <p:nvPr/>
        </p:nvSpPr>
        <p:spPr>
          <a:xfrm>
            <a:off x="4276344" y="4800600"/>
            <a:ext cx="3553968" cy="822960"/>
          </a:xfrm>
          <a:prstGeom prst="rect">
            <a:avLst/>
          </a:prstGeom>
          <a:noFill/>
        </p:spPr>
        <p:txBody>
          <a:bodyPr wrap="square" lIns="0" rIns="0" tIns="0" bIns="0" anchor="t"/>
          <a:lstStyle/>
          <a:p>
            <a:pPr algn="l">
              <a:lnSpc>
                <a:spcPct val="115000"/>
              </a:lnSpc>
              <a:spcAft>
                <a:spcPts val="0"/>
              </a:spcAft>
            </a:pPr>
            <a:r>
              <a:rPr sz="1500" b="0" i="0">
                <a:solidFill>
                  <a:srgbClr val="C2C4B8"/>
                </a:solidFill>
                <a:latin typeface="+mn-lt"/>
              </a:rPr>
              <a:t>The individuals and teams behind that work</a:t>
            </a:r>
          </a:p>
        </p:txBody>
      </p:sp>
      <p:cxnSp>
        <p:nvCxnSpPr>
          <p:cNvPr id="16" name="Connector 15"/>
          <p:cNvCxnSpPr/>
          <p:nvPr/>
        </p:nvCxnSpPr>
        <p:spPr>
          <a:xfrm>
            <a:off x="8287511" y="3657600"/>
            <a:ext cx="3645408" cy="0"/>
          </a:xfrm>
          <a:prstGeom prst="line">
            <a:avLst/>
          </a:prstGeom>
          <a:ln w="9525">
            <a:solidFill>
              <a:srgbClr val="53544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87511" y="3840480"/>
            <a:ext cx="731520" cy="457200"/>
          </a:xfrm>
          <a:prstGeom prst="rect">
            <a:avLst/>
          </a:prstGeom>
          <a:noFill/>
        </p:spPr>
        <p:txBody>
          <a:bodyPr wrap="square" lIns="0" rIns="0" tIns="0" bIns="0" anchor="t"/>
          <a:lstStyle/>
          <a:p>
            <a:pPr algn="l">
              <a:spcAft>
                <a:spcPts val="0"/>
              </a:spcAft>
            </a:pPr>
            <a:r>
              <a:rPr sz="1600" b="0" i="0">
                <a:solidFill>
                  <a:srgbClr val="D3A34A"/>
                </a:solidFill>
                <a:latin typeface="+mj-lt"/>
              </a:rPr>
              <a:t>03</a:t>
            </a:r>
          </a:p>
        </p:txBody>
      </p:sp>
      <p:sp>
        <p:nvSpPr>
          <p:cNvPr id="18" name="TextBox 17"/>
          <p:cNvSpPr txBox="1"/>
          <p:nvPr/>
        </p:nvSpPr>
        <p:spPr>
          <a:xfrm>
            <a:off x="8287511" y="4251960"/>
            <a:ext cx="3553968" cy="457200"/>
          </a:xfrm>
          <a:prstGeom prst="rect">
            <a:avLst/>
          </a:prstGeom>
          <a:noFill/>
        </p:spPr>
        <p:txBody>
          <a:bodyPr wrap="square" lIns="0" rIns="0" tIns="0" bIns="0" anchor="t"/>
          <a:lstStyle/>
          <a:p>
            <a:pPr algn="l">
              <a:spcAft>
                <a:spcPts val="0"/>
              </a:spcAft>
            </a:pPr>
            <a:r>
              <a:rPr sz="2400" b="0" i="0">
                <a:solidFill>
                  <a:srgbClr val="F5F5F5"/>
                </a:solidFill>
                <a:latin typeface="+mj-lt"/>
              </a:rPr>
              <a:t>Our Future</a:t>
            </a:r>
          </a:p>
        </p:txBody>
      </p:sp>
      <p:sp>
        <p:nvSpPr>
          <p:cNvPr id="19" name="TextBox 18"/>
          <p:cNvSpPr txBox="1"/>
          <p:nvPr/>
        </p:nvSpPr>
        <p:spPr>
          <a:xfrm>
            <a:off x="8287511" y="4800600"/>
            <a:ext cx="3553968" cy="822960"/>
          </a:xfrm>
          <a:prstGeom prst="rect">
            <a:avLst/>
          </a:prstGeom>
          <a:noFill/>
        </p:spPr>
        <p:txBody>
          <a:bodyPr wrap="square" lIns="0" rIns="0" tIns="0" bIns="0" anchor="t"/>
          <a:lstStyle/>
          <a:p>
            <a:pPr algn="l">
              <a:lnSpc>
                <a:spcPct val="115000"/>
              </a:lnSpc>
              <a:spcAft>
                <a:spcPts val="0"/>
              </a:spcAft>
            </a:pPr>
            <a:r>
              <a:rPr sz="1500" b="0" i="0">
                <a:solidFill>
                  <a:srgbClr val="C2C4B8"/>
                </a:solidFill>
                <a:latin typeface="+mn-lt"/>
              </a:rPr>
              <a:t>Imagine how we might reinvent our practice, not just improve it</a:t>
            </a:r>
          </a:p>
        </p:txBody>
      </p:sp>
      <p:sp>
        <p:nvSpPr>
          <p:cNvPr id="20" name="TextBox 19"/>
          <p:cNvSpPr txBox="1"/>
          <p:nvPr/>
        </p:nvSpPr>
        <p:spPr>
          <a:xfrm>
            <a:off x="265176" y="5989320"/>
            <a:ext cx="11667744" cy="365760"/>
          </a:xfrm>
          <a:prstGeom prst="rect">
            <a:avLst/>
          </a:prstGeom>
          <a:noFill/>
        </p:spPr>
        <p:txBody>
          <a:bodyPr wrap="square" lIns="0" rIns="0" tIns="0" bIns="0" anchor="t"/>
          <a:lstStyle/>
          <a:p>
            <a:pPr algn="l">
              <a:spcAft>
                <a:spcPts val="0"/>
              </a:spcAft>
            </a:pPr>
            <a:r>
              <a:rPr sz="1400" b="0" i="0">
                <a:solidFill>
                  <a:srgbClr val="C2C4B8"/>
                </a:solidFill>
                <a:latin typeface="+mn-lt"/>
              </a:rPr>
              <a:t>60 minutes  ·  late November, after November reporting  ·  </a:t>
            </a:r>
            <a:r>
              <a:rPr sz="1400" b="0" i="0">
                <a:solidFill>
                  <a:srgbClr val="C2C4B8"/>
                </a:solidFill>
                <a:latin typeface="+mn-lt"/>
              </a:rPr>
              <a:t>includes Confidence leadership updates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Format: a proposed 60-minute flow</a:t>
            </a:r>
          </a:p>
        </p:txBody>
      </p:sp>
      <p:sp>
        <p:nvSpPr>
          <p:cNvPr id="5" name="Slide Number Placeholder 5">
            <a:extLst>
              <a:ext uri="{FF2B5EF4-FFF2-40B4-BE49-F238E27FC236}">
                <a16:creationId xmlns:a16="http://schemas.microsoft.com/office/drawing/2014/main" id="{0405B797-42E0-70D0-E6A0-C87087A8936D}"/>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6" name="Rectangle 5"/>
          <p:cNvSpPr/>
          <p:nvPr/>
        </p:nvSpPr>
        <p:spPr>
          <a:xfrm>
            <a:off x="265176" y="1828800"/>
            <a:ext cx="935736" cy="502920"/>
          </a:xfrm>
          <a:prstGeom prst="rect">
            <a:avLst/>
          </a:prstGeom>
          <a:solidFill>
            <a:srgbClr val="C2C4B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0" i="0">
                <a:solidFill>
                  <a:srgbClr val="191919"/>
                </a:solidFill>
                <a:latin typeface="+mj-lt"/>
              </a:rPr>
              <a:t>5 min</a:t>
            </a:r>
          </a:p>
        </p:txBody>
      </p:sp>
      <p:sp>
        <p:nvSpPr>
          <p:cNvPr id="7" name="Rectangle 6"/>
          <p:cNvSpPr/>
          <p:nvPr/>
        </p:nvSpPr>
        <p:spPr>
          <a:xfrm>
            <a:off x="1237488" y="1828800"/>
            <a:ext cx="1908048" cy="502920"/>
          </a:xfrm>
          <a:prstGeom prst="rect">
            <a:avLst/>
          </a:prstGeom>
          <a:solidFill>
            <a:srgbClr val="C2C4B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0" i="0">
                <a:solidFill>
                  <a:srgbClr val="191919"/>
                </a:solidFill>
                <a:latin typeface="+mj-lt"/>
              </a:rPr>
              <a:t>10 min</a:t>
            </a:r>
          </a:p>
        </p:txBody>
      </p:sp>
      <p:sp>
        <p:nvSpPr>
          <p:cNvPr id="8" name="Rectangle 7"/>
          <p:cNvSpPr/>
          <p:nvPr/>
        </p:nvSpPr>
        <p:spPr>
          <a:xfrm>
            <a:off x="3182112" y="1828800"/>
            <a:ext cx="2880360" cy="502920"/>
          </a:xfrm>
          <a:prstGeom prst="rect">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0" i="0">
                <a:solidFill>
                  <a:srgbClr val="F5F5F5"/>
                </a:solidFill>
                <a:latin typeface="+mj-lt"/>
              </a:rPr>
              <a:t>15 min</a:t>
            </a:r>
          </a:p>
        </p:txBody>
      </p:sp>
      <p:sp>
        <p:nvSpPr>
          <p:cNvPr id="9" name="Rectangle 8"/>
          <p:cNvSpPr/>
          <p:nvPr/>
        </p:nvSpPr>
        <p:spPr>
          <a:xfrm>
            <a:off x="6099048" y="1828800"/>
            <a:ext cx="1519123" cy="502920"/>
          </a:xfrm>
          <a:prstGeom prst="rect">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0" i="0">
                <a:solidFill>
                  <a:srgbClr val="F5F5F5"/>
                </a:solidFill>
                <a:latin typeface="+mj-lt"/>
              </a:rPr>
              <a:t>8 min</a:t>
            </a:r>
          </a:p>
        </p:txBody>
      </p:sp>
      <p:sp>
        <p:nvSpPr>
          <p:cNvPr id="10" name="Rectangle 9"/>
          <p:cNvSpPr/>
          <p:nvPr/>
        </p:nvSpPr>
        <p:spPr>
          <a:xfrm>
            <a:off x="7654747" y="1828800"/>
            <a:ext cx="935736" cy="502920"/>
          </a:xfrm>
          <a:prstGeom prst="rect">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0" i="0">
                <a:solidFill>
                  <a:srgbClr val="F5F5F5"/>
                </a:solidFill>
                <a:latin typeface="+mj-lt"/>
              </a:rPr>
              <a:t>5 min</a:t>
            </a:r>
          </a:p>
        </p:txBody>
      </p:sp>
      <p:sp>
        <p:nvSpPr>
          <p:cNvPr id="11" name="Rectangle 10"/>
          <p:cNvSpPr/>
          <p:nvPr/>
        </p:nvSpPr>
        <p:spPr>
          <a:xfrm>
            <a:off x="8627059" y="1828800"/>
            <a:ext cx="2296972" cy="502920"/>
          </a:xfrm>
          <a:prstGeom prst="rect">
            <a:avLst/>
          </a:prstGeom>
          <a:solidFill>
            <a:srgbClr val="D3A34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0" i="0">
                <a:solidFill>
                  <a:srgbClr val="191919"/>
                </a:solidFill>
                <a:latin typeface="+mj-lt"/>
              </a:rPr>
              <a:t>12 min</a:t>
            </a:r>
          </a:p>
        </p:txBody>
      </p:sp>
      <p:sp>
        <p:nvSpPr>
          <p:cNvPr id="12" name="Rectangle 11"/>
          <p:cNvSpPr/>
          <p:nvPr/>
        </p:nvSpPr>
        <p:spPr>
          <a:xfrm>
            <a:off x="10960608" y="1828800"/>
            <a:ext cx="935736" cy="502920"/>
          </a:xfrm>
          <a:prstGeom prst="rect">
            <a:avLst/>
          </a:prstGeom>
          <a:solidFill>
            <a:srgbClr val="C2C4B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0" i="0">
                <a:solidFill>
                  <a:srgbClr val="191919"/>
                </a:solidFill>
                <a:latin typeface="+mj-lt"/>
              </a:rPr>
              <a:t>5 min</a:t>
            </a:r>
          </a:p>
        </p:txBody>
      </p:sp>
      <p:sp>
        <p:nvSpPr>
          <p:cNvPr id="13" name="Rectangle 12"/>
          <p:cNvSpPr/>
          <p:nvPr/>
        </p:nvSpPr>
        <p:spPr>
          <a:xfrm>
            <a:off x="265176" y="2907792"/>
            <a:ext cx="182880" cy="182880"/>
          </a:xfrm>
          <a:prstGeom prst="rect">
            <a:avLst/>
          </a:prstGeom>
          <a:solidFill>
            <a:srgbClr val="C2C4B8"/>
          </a:solidFill>
          <a:ln w="9525">
            <a:solidFill>
              <a:srgbClr val="19191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6656" y="2862072"/>
            <a:ext cx="1188720" cy="320040"/>
          </a:xfrm>
          <a:prstGeom prst="rect">
            <a:avLst/>
          </a:prstGeom>
          <a:noFill/>
        </p:spPr>
        <p:txBody>
          <a:bodyPr wrap="square" lIns="0" rIns="0" tIns="0" bIns="0" anchor="t"/>
          <a:lstStyle/>
          <a:p>
            <a:pPr algn="l">
              <a:spcAft>
                <a:spcPts val="0"/>
              </a:spcAft>
            </a:pPr>
            <a:r>
              <a:rPr sz="1400" b="0" i="0">
                <a:solidFill>
                  <a:srgbClr val="53544A"/>
                </a:solidFill>
                <a:latin typeface="+mn-lt"/>
              </a:rPr>
              <a:t>00–05</a:t>
            </a:r>
          </a:p>
        </p:txBody>
      </p:sp>
      <p:sp>
        <p:nvSpPr>
          <p:cNvPr id="15" name="TextBox 14"/>
          <p:cNvSpPr txBox="1"/>
          <p:nvPr/>
        </p:nvSpPr>
        <p:spPr>
          <a:xfrm>
            <a:off x="1911095" y="2862072"/>
            <a:ext cx="3291840" cy="320040"/>
          </a:xfrm>
          <a:prstGeom prst="rect">
            <a:avLst/>
          </a:prstGeom>
          <a:noFill/>
        </p:spPr>
        <p:txBody>
          <a:bodyPr wrap="square" lIns="0" rIns="0" tIns="0" bIns="0" anchor="t"/>
          <a:lstStyle/>
          <a:p>
            <a:pPr algn="l">
              <a:spcAft>
                <a:spcPts val="0"/>
              </a:spcAft>
            </a:pPr>
            <a:r>
              <a:rPr sz="1500" b="0" i="0">
                <a:solidFill>
                  <a:srgbClr val="191919"/>
                </a:solidFill>
                <a:latin typeface="+mj-lt"/>
              </a:rPr>
              <a:t>Welcome</a:t>
            </a:r>
          </a:p>
        </p:txBody>
      </p:sp>
      <p:sp>
        <p:nvSpPr>
          <p:cNvPr id="16" name="TextBox 15"/>
          <p:cNvSpPr txBox="1"/>
          <p:nvPr/>
        </p:nvSpPr>
        <p:spPr>
          <a:xfrm>
            <a:off x="5294376" y="2862072"/>
            <a:ext cx="6638544" cy="320040"/>
          </a:xfrm>
          <a:prstGeom prst="rect">
            <a:avLst/>
          </a:prstGeom>
          <a:noFill/>
        </p:spPr>
        <p:txBody>
          <a:bodyPr wrap="square" lIns="0" rIns="0" tIns="0" bIns="0" anchor="t"/>
          <a:lstStyle/>
          <a:p>
            <a:pPr algn="l">
              <a:spcAft>
                <a:spcPts val="0"/>
              </a:spcAft>
            </a:pPr>
            <a:r>
              <a:rPr sz="1500" b="0" i="0">
                <a:solidFill>
                  <a:srgbClr val="191919"/>
                </a:solidFill>
                <a:latin typeface="+mn-lt"/>
              </a:rPr>
              <a:t>Acknowledge the year honestly, including its challenges</a:t>
            </a:r>
          </a:p>
        </p:txBody>
      </p:sp>
      <p:cxnSp>
        <p:nvCxnSpPr>
          <p:cNvPr id="17" name="Connector 16"/>
          <p:cNvCxnSpPr/>
          <p:nvPr/>
        </p:nvCxnSpPr>
        <p:spPr>
          <a:xfrm>
            <a:off x="265176" y="3264408"/>
            <a:ext cx="11667744"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265176" y="3429000"/>
            <a:ext cx="182880" cy="182880"/>
          </a:xfrm>
          <a:prstGeom prst="rect">
            <a:avLst/>
          </a:prstGeom>
          <a:solidFill>
            <a:srgbClr val="C2C4B8"/>
          </a:solidFill>
          <a:ln w="9525">
            <a:solidFill>
              <a:srgbClr val="19191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6656" y="3383279"/>
            <a:ext cx="1188720" cy="320040"/>
          </a:xfrm>
          <a:prstGeom prst="rect">
            <a:avLst/>
          </a:prstGeom>
          <a:noFill/>
        </p:spPr>
        <p:txBody>
          <a:bodyPr wrap="square" lIns="0" rIns="0" tIns="0" bIns="0" anchor="t"/>
          <a:lstStyle/>
          <a:p>
            <a:pPr algn="l">
              <a:spcAft>
                <a:spcPts val="0"/>
              </a:spcAft>
            </a:pPr>
            <a:r>
              <a:rPr sz="1400" b="0" i="0">
                <a:solidFill>
                  <a:srgbClr val="53544A"/>
                </a:solidFill>
                <a:latin typeface="+mn-lt"/>
              </a:rPr>
              <a:t>05–15</a:t>
            </a:r>
          </a:p>
        </p:txBody>
      </p:sp>
      <p:sp>
        <p:nvSpPr>
          <p:cNvPr id="20" name="TextBox 19"/>
          <p:cNvSpPr txBox="1"/>
          <p:nvPr/>
        </p:nvSpPr>
        <p:spPr>
          <a:xfrm>
            <a:off x="1911095" y="3383279"/>
            <a:ext cx="3291840" cy="320040"/>
          </a:xfrm>
          <a:prstGeom prst="rect">
            <a:avLst/>
          </a:prstGeom>
          <a:noFill/>
        </p:spPr>
        <p:txBody>
          <a:bodyPr wrap="square" lIns="0" rIns="0" tIns="0" bIns="0" anchor="t"/>
          <a:lstStyle/>
          <a:p>
            <a:pPr algn="l">
              <a:spcAft>
                <a:spcPts val="0"/>
              </a:spcAft>
            </a:pPr>
            <a:r>
              <a:rPr sz="1500" b="0" i="0">
                <a:solidFill>
                  <a:srgbClr val="191919"/>
                </a:solidFill>
                <a:latin typeface="+mj-lt"/>
              </a:rPr>
              <a:t>Leadership updates</a:t>
            </a:r>
          </a:p>
        </p:txBody>
      </p:sp>
      <p:sp>
        <p:nvSpPr>
          <p:cNvPr id="21" name="TextBox 20"/>
          <p:cNvSpPr txBox="1"/>
          <p:nvPr/>
        </p:nvSpPr>
        <p:spPr>
          <a:xfrm>
            <a:off x="5294376" y="3383279"/>
            <a:ext cx="6638544" cy="320040"/>
          </a:xfrm>
          <a:prstGeom prst="rect">
            <a:avLst/>
          </a:prstGeom>
          <a:noFill/>
        </p:spPr>
        <p:txBody>
          <a:bodyPr wrap="square" lIns="0" rIns="0" tIns="0" bIns="0" anchor="t"/>
          <a:lstStyle/>
          <a:p>
            <a:pPr algn="l">
              <a:spcAft>
                <a:spcPts val="0"/>
              </a:spcAft>
            </a:pPr>
            <a:r>
              <a:rPr sz="1500" b="0" i="0">
                <a:solidFill>
                  <a:srgbClr val="191919"/>
                </a:solidFill>
                <a:latin typeface="+mn-lt"/>
              </a:rPr>
              <a:t>Two or three concise updates on the business, clients and practice</a:t>
            </a:r>
          </a:p>
        </p:txBody>
      </p:sp>
      <p:cxnSp>
        <p:nvCxnSpPr>
          <p:cNvPr id="22" name="Connector 21"/>
          <p:cNvCxnSpPr/>
          <p:nvPr/>
        </p:nvCxnSpPr>
        <p:spPr>
          <a:xfrm>
            <a:off x="265176" y="3785615"/>
            <a:ext cx="11667744"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265176" y="3950207"/>
            <a:ext cx="182880" cy="182880"/>
          </a:xfrm>
          <a:prstGeom prst="rect">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76656" y="3904487"/>
            <a:ext cx="1188720" cy="320040"/>
          </a:xfrm>
          <a:prstGeom prst="rect">
            <a:avLst/>
          </a:prstGeom>
          <a:noFill/>
        </p:spPr>
        <p:txBody>
          <a:bodyPr wrap="square" lIns="0" rIns="0" tIns="0" bIns="0" anchor="t"/>
          <a:lstStyle/>
          <a:p>
            <a:pPr algn="l">
              <a:spcAft>
                <a:spcPts val="0"/>
              </a:spcAft>
            </a:pPr>
            <a:r>
              <a:rPr sz="1400" b="0" i="0">
                <a:solidFill>
                  <a:srgbClr val="53544A"/>
                </a:solidFill>
                <a:latin typeface="+mn-lt"/>
              </a:rPr>
              <a:t>15–30</a:t>
            </a:r>
          </a:p>
        </p:txBody>
      </p:sp>
      <p:sp>
        <p:nvSpPr>
          <p:cNvPr id="25" name="TextBox 24"/>
          <p:cNvSpPr txBox="1"/>
          <p:nvPr/>
        </p:nvSpPr>
        <p:spPr>
          <a:xfrm>
            <a:off x="1911095" y="3904487"/>
            <a:ext cx="3291840" cy="320040"/>
          </a:xfrm>
          <a:prstGeom prst="rect">
            <a:avLst/>
          </a:prstGeom>
          <a:noFill/>
        </p:spPr>
        <p:txBody>
          <a:bodyPr wrap="square" lIns="0" rIns="0" tIns="0" bIns="0" anchor="t"/>
          <a:lstStyle/>
          <a:p>
            <a:pPr algn="l">
              <a:spcAft>
                <a:spcPts val="0"/>
              </a:spcAft>
            </a:pPr>
            <a:r>
              <a:rPr sz="1500" b="0" i="0">
                <a:solidFill>
                  <a:srgbClr val="191919"/>
                </a:solidFill>
                <a:latin typeface="+mj-lt"/>
              </a:rPr>
              <a:t>Our Impact</a:t>
            </a:r>
          </a:p>
        </p:txBody>
      </p:sp>
      <p:sp>
        <p:nvSpPr>
          <p:cNvPr id="26" name="TextBox 25"/>
          <p:cNvSpPr txBox="1"/>
          <p:nvPr/>
        </p:nvSpPr>
        <p:spPr>
          <a:xfrm>
            <a:off x="5294376" y="3904487"/>
            <a:ext cx="6638544" cy="320040"/>
          </a:xfrm>
          <a:prstGeom prst="rect">
            <a:avLst/>
          </a:prstGeom>
          <a:noFill/>
        </p:spPr>
        <p:txBody>
          <a:bodyPr wrap="square" lIns="0" rIns="0" tIns="0" bIns="0" anchor="t"/>
          <a:lstStyle/>
          <a:p>
            <a:pPr algn="l">
              <a:spcAft>
                <a:spcPts val="0"/>
              </a:spcAft>
            </a:pPr>
            <a:r>
              <a:rPr sz="1500" b="0" i="0">
                <a:solidFill>
                  <a:srgbClr val="191919"/>
                </a:solidFill>
                <a:latin typeface="+mn-lt"/>
              </a:rPr>
              <a:t>Highlights of what Confidence delivered in 2026</a:t>
            </a:r>
          </a:p>
        </p:txBody>
      </p:sp>
      <p:cxnSp>
        <p:nvCxnSpPr>
          <p:cNvPr id="27" name="Connector 26"/>
          <p:cNvCxnSpPr/>
          <p:nvPr/>
        </p:nvCxnSpPr>
        <p:spPr>
          <a:xfrm>
            <a:off x="265176" y="4306824"/>
            <a:ext cx="11667744"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265176" y="4471416"/>
            <a:ext cx="182880" cy="182880"/>
          </a:xfrm>
          <a:prstGeom prst="rect">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656" y="4425696"/>
            <a:ext cx="1188720" cy="320040"/>
          </a:xfrm>
          <a:prstGeom prst="rect">
            <a:avLst/>
          </a:prstGeom>
          <a:noFill/>
        </p:spPr>
        <p:txBody>
          <a:bodyPr wrap="square" lIns="0" rIns="0" tIns="0" bIns="0" anchor="t"/>
          <a:lstStyle/>
          <a:p>
            <a:pPr algn="l">
              <a:spcAft>
                <a:spcPts val="0"/>
              </a:spcAft>
            </a:pPr>
            <a:r>
              <a:rPr sz="1400" b="0" i="0">
                <a:solidFill>
                  <a:srgbClr val="53544A"/>
                </a:solidFill>
                <a:latin typeface="+mn-lt"/>
              </a:rPr>
              <a:t>30–38</a:t>
            </a:r>
          </a:p>
        </p:txBody>
      </p:sp>
      <p:sp>
        <p:nvSpPr>
          <p:cNvPr id="30" name="TextBox 29"/>
          <p:cNvSpPr txBox="1"/>
          <p:nvPr/>
        </p:nvSpPr>
        <p:spPr>
          <a:xfrm>
            <a:off x="1911095" y="4425696"/>
            <a:ext cx="3291840" cy="320040"/>
          </a:xfrm>
          <a:prstGeom prst="rect">
            <a:avLst/>
          </a:prstGeom>
          <a:noFill/>
        </p:spPr>
        <p:txBody>
          <a:bodyPr wrap="square" lIns="0" rIns="0" tIns="0" bIns="0" anchor="t"/>
          <a:lstStyle/>
          <a:p>
            <a:pPr algn="l">
              <a:spcAft>
                <a:spcPts val="0"/>
              </a:spcAft>
            </a:pPr>
            <a:r>
              <a:rPr sz="1500" b="0" i="0">
                <a:solidFill>
                  <a:srgbClr val="191919"/>
                </a:solidFill>
                <a:latin typeface="+mj-lt"/>
              </a:rPr>
              <a:t>Our People</a:t>
            </a:r>
          </a:p>
        </p:txBody>
      </p:sp>
      <p:sp>
        <p:nvSpPr>
          <p:cNvPr id="31" name="TextBox 30"/>
          <p:cNvSpPr txBox="1"/>
          <p:nvPr/>
        </p:nvSpPr>
        <p:spPr>
          <a:xfrm>
            <a:off x="5294376" y="4425696"/>
            <a:ext cx="6638544" cy="320040"/>
          </a:xfrm>
          <a:prstGeom prst="rect">
            <a:avLst/>
          </a:prstGeom>
          <a:noFill/>
        </p:spPr>
        <p:txBody>
          <a:bodyPr wrap="square" lIns="0" rIns="0" tIns="0" bIns="0" anchor="t"/>
          <a:lstStyle/>
          <a:p>
            <a:pPr algn="l">
              <a:spcAft>
                <a:spcPts val="0"/>
              </a:spcAft>
            </a:pPr>
            <a:r>
              <a:rPr sz="1500" b="0" i="0">
                <a:solidFill>
                  <a:srgbClr val="191919"/>
                </a:solidFill>
                <a:latin typeface="+mn-lt"/>
              </a:rPr>
              <a:t>Short spotlights on individuals and teams</a:t>
            </a:r>
          </a:p>
        </p:txBody>
      </p:sp>
      <p:cxnSp>
        <p:nvCxnSpPr>
          <p:cNvPr id="32" name="Connector 31"/>
          <p:cNvCxnSpPr/>
          <p:nvPr/>
        </p:nvCxnSpPr>
        <p:spPr>
          <a:xfrm>
            <a:off x="265176" y="4828032"/>
            <a:ext cx="11667744"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65176" y="4992623"/>
            <a:ext cx="182880" cy="182880"/>
          </a:xfrm>
          <a:prstGeom prst="rect">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6656" y="4946903"/>
            <a:ext cx="1188720" cy="320040"/>
          </a:xfrm>
          <a:prstGeom prst="rect">
            <a:avLst/>
          </a:prstGeom>
          <a:noFill/>
        </p:spPr>
        <p:txBody>
          <a:bodyPr wrap="square" lIns="0" rIns="0" tIns="0" bIns="0" anchor="t"/>
          <a:lstStyle/>
          <a:p>
            <a:pPr algn="l">
              <a:spcAft>
                <a:spcPts val="0"/>
              </a:spcAft>
            </a:pPr>
            <a:r>
              <a:rPr sz="1400" b="0" i="0">
                <a:solidFill>
                  <a:srgbClr val="53544A"/>
                </a:solidFill>
                <a:latin typeface="+mn-lt"/>
              </a:rPr>
              <a:t>38–43</a:t>
            </a:r>
          </a:p>
        </p:txBody>
      </p:sp>
      <p:sp>
        <p:nvSpPr>
          <p:cNvPr id="35" name="TextBox 34"/>
          <p:cNvSpPr txBox="1"/>
          <p:nvPr/>
        </p:nvSpPr>
        <p:spPr>
          <a:xfrm>
            <a:off x="1911095" y="4946903"/>
            <a:ext cx="3291840" cy="320040"/>
          </a:xfrm>
          <a:prstGeom prst="rect">
            <a:avLst/>
          </a:prstGeom>
          <a:noFill/>
        </p:spPr>
        <p:txBody>
          <a:bodyPr wrap="square" lIns="0" rIns="0" tIns="0" bIns="0" anchor="t"/>
          <a:lstStyle/>
          <a:p>
            <a:pPr algn="l">
              <a:spcAft>
                <a:spcPts val="0"/>
              </a:spcAft>
            </a:pPr>
            <a:r>
              <a:rPr sz="1500" b="0" i="0">
                <a:solidFill>
                  <a:srgbClr val="191919"/>
                </a:solidFill>
                <a:latin typeface="+mj-lt"/>
              </a:rPr>
              <a:t>Our Future</a:t>
            </a:r>
          </a:p>
        </p:txBody>
      </p:sp>
      <p:sp>
        <p:nvSpPr>
          <p:cNvPr id="36" name="TextBox 35"/>
          <p:cNvSpPr txBox="1"/>
          <p:nvPr/>
        </p:nvSpPr>
        <p:spPr>
          <a:xfrm>
            <a:off x="5294376" y="4946903"/>
            <a:ext cx="6638544" cy="320040"/>
          </a:xfrm>
          <a:prstGeom prst="rect">
            <a:avLst/>
          </a:prstGeom>
          <a:noFill/>
        </p:spPr>
        <p:txBody>
          <a:bodyPr wrap="square" lIns="0" rIns="0" tIns="0" bIns="0" anchor="t"/>
          <a:lstStyle/>
          <a:p>
            <a:pPr algn="l">
              <a:spcAft>
                <a:spcPts val="0"/>
              </a:spcAft>
            </a:pPr>
            <a:r>
              <a:rPr sz="1500" b="0" i="0">
                <a:solidFill>
                  <a:srgbClr val="191919"/>
                </a:solidFill>
                <a:latin typeface="+mn-lt"/>
              </a:rPr>
              <a:t>Three provocations about where our work is heading</a:t>
            </a:r>
          </a:p>
        </p:txBody>
      </p:sp>
      <p:cxnSp>
        <p:nvCxnSpPr>
          <p:cNvPr id="37" name="Connector 36"/>
          <p:cNvCxnSpPr/>
          <p:nvPr/>
        </p:nvCxnSpPr>
        <p:spPr>
          <a:xfrm>
            <a:off x="265176" y="5349240"/>
            <a:ext cx="11667744"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265176" y="5513831"/>
            <a:ext cx="182880" cy="182880"/>
          </a:xfrm>
          <a:prstGeom prst="rect">
            <a:avLst/>
          </a:prstGeom>
          <a:solidFill>
            <a:srgbClr val="D3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76656" y="5468112"/>
            <a:ext cx="1188720" cy="320040"/>
          </a:xfrm>
          <a:prstGeom prst="rect">
            <a:avLst/>
          </a:prstGeom>
          <a:noFill/>
        </p:spPr>
        <p:txBody>
          <a:bodyPr wrap="square" lIns="0" rIns="0" tIns="0" bIns="0" anchor="t"/>
          <a:lstStyle/>
          <a:p>
            <a:pPr algn="l">
              <a:spcAft>
                <a:spcPts val="0"/>
              </a:spcAft>
            </a:pPr>
            <a:r>
              <a:rPr sz="1400" b="0" i="0">
                <a:solidFill>
                  <a:srgbClr val="53544A"/>
                </a:solidFill>
                <a:latin typeface="+mn-lt"/>
              </a:rPr>
              <a:t>43–55</a:t>
            </a:r>
          </a:p>
        </p:txBody>
      </p:sp>
      <p:sp>
        <p:nvSpPr>
          <p:cNvPr id="40" name="TextBox 39"/>
          <p:cNvSpPr txBox="1"/>
          <p:nvPr/>
        </p:nvSpPr>
        <p:spPr>
          <a:xfrm>
            <a:off x="1911095" y="5468112"/>
            <a:ext cx="3291840" cy="320040"/>
          </a:xfrm>
          <a:prstGeom prst="rect">
            <a:avLst/>
          </a:prstGeom>
          <a:noFill/>
        </p:spPr>
        <p:txBody>
          <a:bodyPr wrap="square" lIns="0" rIns="0" tIns="0" bIns="0" anchor="t"/>
          <a:lstStyle/>
          <a:p>
            <a:pPr algn="l">
              <a:spcAft>
                <a:spcPts val="0"/>
              </a:spcAft>
            </a:pPr>
            <a:r>
              <a:rPr sz="1500" b="0" i="0">
                <a:solidFill>
                  <a:srgbClr val="191919"/>
                </a:solidFill>
                <a:latin typeface="+mj-lt"/>
              </a:rPr>
              <a:t>Popcorn conversation</a:t>
            </a:r>
          </a:p>
        </p:txBody>
      </p:sp>
      <p:sp>
        <p:nvSpPr>
          <p:cNvPr id="41" name="TextBox 40"/>
          <p:cNvSpPr txBox="1"/>
          <p:nvPr/>
        </p:nvSpPr>
        <p:spPr>
          <a:xfrm>
            <a:off x="5294376" y="5468112"/>
            <a:ext cx="6638544" cy="320040"/>
          </a:xfrm>
          <a:prstGeom prst="rect">
            <a:avLst/>
          </a:prstGeom>
          <a:noFill/>
        </p:spPr>
        <p:txBody>
          <a:bodyPr wrap="square" lIns="0" rIns="0" tIns="0" bIns="0" anchor="t"/>
          <a:lstStyle/>
          <a:p>
            <a:pPr algn="l">
              <a:spcAft>
                <a:spcPts val="0"/>
              </a:spcAft>
            </a:pPr>
            <a:r>
              <a:rPr sz="1500" b="0" i="0">
                <a:solidFill>
                  <a:srgbClr val="191919"/>
                </a:solidFill>
                <a:latin typeface="+mn-lt"/>
              </a:rPr>
              <a:t>A live, “yes, and” discussion that builds on those ideas</a:t>
            </a:r>
          </a:p>
        </p:txBody>
      </p:sp>
      <p:cxnSp>
        <p:nvCxnSpPr>
          <p:cNvPr id="42" name="Connector 41"/>
          <p:cNvCxnSpPr/>
          <p:nvPr/>
        </p:nvCxnSpPr>
        <p:spPr>
          <a:xfrm>
            <a:off x="265176" y="5870448"/>
            <a:ext cx="11667744"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265176" y="6035040"/>
            <a:ext cx="182880" cy="182880"/>
          </a:xfrm>
          <a:prstGeom prst="rect">
            <a:avLst/>
          </a:prstGeom>
          <a:solidFill>
            <a:srgbClr val="C2C4B8"/>
          </a:solidFill>
          <a:ln w="9525">
            <a:solidFill>
              <a:srgbClr val="19191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76656" y="5989320"/>
            <a:ext cx="1188720" cy="320040"/>
          </a:xfrm>
          <a:prstGeom prst="rect">
            <a:avLst/>
          </a:prstGeom>
          <a:noFill/>
        </p:spPr>
        <p:txBody>
          <a:bodyPr wrap="square" lIns="0" rIns="0" tIns="0" bIns="0" anchor="t"/>
          <a:lstStyle/>
          <a:p>
            <a:pPr algn="l">
              <a:spcAft>
                <a:spcPts val="0"/>
              </a:spcAft>
            </a:pPr>
            <a:r>
              <a:rPr sz="1400" b="0" i="0">
                <a:solidFill>
                  <a:srgbClr val="53544A"/>
                </a:solidFill>
                <a:latin typeface="+mn-lt"/>
              </a:rPr>
              <a:t>55–60</a:t>
            </a:r>
          </a:p>
        </p:txBody>
      </p:sp>
      <p:sp>
        <p:nvSpPr>
          <p:cNvPr id="45" name="TextBox 44"/>
          <p:cNvSpPr txBox="1"/>
          <p:nvPr/>
        </p:nvSpPr>
        <p:spPr>
          <a:xfrm>
            <a:off x="1911095" y="5989320"/>
            <a:ext cx="3291840" cy="320040"/>
          </a:xfrm>
          <a:prstGeom prst="rect">
            <a:avLst/>
          </a:prstGeom>
          <a:noFill/>
        </p:spPr>
        <p:txBody>
          <a:bodyPr wrap="square" lIns="0" rIns="0" tIns="0" bIns="0" anchor="t"/>
          <a:lstStyle/>
          <a:p>
            <a:pPr algn="l">
              <a:spcAft>
                <a:spcPts val="0"/>
              </a:spcAft>
            </a:pPr>
            <a:r>
              <a:rPr sz="1500" b="0" i="0">
                <a:solidFill>
                  <a:srgbClr val="191919"/>
                </a:solidFill>
                <a:latin typeface="+mj-lt"/>
              </a:rPr>
              <a:t>Close</a:t>
            </a:r>
          </a:p>
        </p:txBody>
      </p:sp>
      <p:sp>
        <p:nvSpPr>
          <p:cNvPr id="46" name="TextBox 45"/>
          <p:cNvSpPr txBox="1"/>
          <p:nvPr/>
        </p:nvSpPr>
        <p:spPr>
          <a:xfrm>
            <a:off x="5294376" y="5989320"/>
            <a:ext cx="6638544" cy="320040"/>
          </a:xfrm>
          <a:prstGeom prst="rect">
            <a:avLst/>
          </a:prstGeom>
          <a:noFill/>
        </p:spPr>
        <p:txBody>
          <a:bodyPr wrap="square" lIns="0" rIns="0" tIns="0" bIns="0" anchor="t"/>
          <a:lstStyle/>
          <a:p>
            <a:pPr algn="l">
              <a:spcAft>
                <a:spcPts val="0"/>
              </a:spcAft>
            </a:pPr>
            <a:r>
              <a:rPr sz="1500" b="0" i="0">
                <a:solidFill>
                  <a:srgbClr val="191919"/>
                </a:solidFill>
                <a:latin typeface="+mn-lt"/>
              </a:rPr>
              <a:t>Appreciation and a few takeaways</a:t>
            </a:r>
          </a:p>
        </p:txBody>
      </p:sp>
      <p:cxnSp>
        <p:nvCxnSpPr>
          <p:cNvPr id="47" name="Connector 46"/>
          <p:cNvCxnSpPr/>
          <p:nvPr/>
        </p:nvCxnSpPr>
        <p:spPr>
          <a:xfrm>
            <a:off x="265176" y="6391656"/>
            <a:ext cx="11667744"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Content: what each part could include</a:t>
            </a:r>
          </a:p>
        </p:txBody>
      </p:sp>
      <p:sp>
        <p:nvSpPr>
          <p:cNvPr id="5" name="Slide Number Placeholder 5">
            <a:extLst>
              <a:ext uri="{FF2B5EF4-FFF2-40B4-BE49-F238E27FC236}">
                <a16:creationId xmlns:a16="http://schemas.microsoft.com/office/drawing/2014/main" id="{0405B797-42E0-70D0-E6A0-C87087A8936D}"/>
              </a:ext>
            </a:extLst>
          </p:cNvPr>
          <p:cNvSpPr>
            <a:spLocks noGrp="1"/>
          </p:cNvSpPr>
          <p:nvPr>
            <p:ph type="sldNum" sz="quarter" idx="10"/>
          </p:nvPr>
        </p:nvSpPr>
        <p:spPr>
          <a:xfrm>
            <a:off x="11471675" y="281148"/>
            <a:ext cx="457708" cy="138500"/>
          </a:xfrm>
        </p:spPr>
        <p:txBody>
          <a:bodyPr/>
          <a:lstStyle/>
          <a:p>
            <a:fld id="{48F63A3B-78C7-47BE-AE5E-E10140E04643}" type="slidenum">
              <a:rPr lang="en-US" smtClean="0"/>
              <a:pPr/>
              <a:t>‹#›</a:t>
            </a:fld>
            <a:endParaRPr lang="en-US"/>
          </a:p>
        </p:txBody>
      </p:sp>
      <p:sp>
        <p:nvSpPr>
          <p:cNvPr id="6" name="Rectangle 5"/>
          <p:cNvSpPr/>
          <p:nvPr/>
        </p:nvSpPr>
        <p:spPr>
          <a:xfrm>
            <a:off x="265176" y="1783080"/>
            <a:ext cx="3706368" cy="4617720"/>
          </a:xfrm>
          <a:prstGeom prst="rect">
            <a:avLst/>
          </a:prstGeom>
          <a:noFill/>
          <a:ln w="9525">
            <a:solidFill>
              <a:srgbClr val="19191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3776" y="1965960"/>
            <a:ext cx="914400" cy="365760"/>
          </a:xfrm>
          <a:prstGeom prst="rect">
            <a:avLst/>
          </a:prstGeom>
          <a:noFill/>
        </p:spPr>
        <p:txBody>
          <a:bodyPr wrap="square" lIns="0" rIns="0" tIns="0" bIns="0" anchor="t"/>
          <a:lstStyle/>
          <a:p>
            <a:pPr algn="l">
              <a:spcAft>
                <a:spcPts val="0"/>
              </a:spcAft>
            </a:pPr>
            <a:r>
              <a:rPr sz="1600" b="0" i="0">
                <a:solidFill>
                  <a:srgbClr val="191919"/>
                </a:solidFill>
                <a:latin typeface="+mj-lt"/>
              </a:rPr>
              <a:t>01</a:t>
            </a:r>
          </a:p>
        </p:txBody>
      </p:sp>
      <p:sp>
        <p:nvSpPr>
          <p:cNvPr id="8" name="TextBox 7"/>
          <p:cNvSpPr txBox="1"/>
          <p:nvPr/>
        </p:nvSpPr>
        <p:spPr>
          <a:xfrm>
            <a:off x="2645664" y="1984248"/>
            <a:ext cx="1097280" cy="365760"/>
          </a:xfrm>
          <a:prstGeom prst="rect">
            <a:avLst/>
          </a:prstGeom>
          <a:noFill/>
        </p:spPr>
        <p:txBody>
          <a:bodyPr wrap="square" lIns="0" rIns="0" tIns="0" bIns="0" anchor="t"/>
          <a:lstStyle/>
          <a:p>
            <a:pPr algn="r">
              <a:spcAft>
                <a:spcPts val="0"/>
              </a:spcAft>
            </a:pPr>
            <a:r>
              <a:rPr sz="1400" b="0" i="0">
                <a:solidFill>
                  <a:srgbClr val="53544A"/>
                </a:solidFill>
                <a:latin typeface="+mn-lt"/>
              </a:rPr>
              <a:t>15 min</a:t>
            </a:r>
          </a:p>
        </p:txBody>
      </p:sp>
      <p:sp>
        <p:nvSpPr>
          <p:cNvPr id="9" name="TextBox 8"/>
          <p:cNvSpPr txBox="1"/>
          <p:nvPr/>
        </p:nvSpPr>
        <p:spPr>
          <a:xfrm>
            <a:off x="493776" y="2423160"/>
            <a:ext cx="3249168" cy="411480"/>
          </a:xfrm>
          <a:prstGeom prst="rect">
            <a:avLst/>
          </a:prstGeom>
          <a:noFill/>
        </p:spPr>
        <p:txBody>
          <a:bodyPr wrap="square" lIns="0" rIns="0" tIns="0" bIns="0" anchor="t"/>
          <a:lstStyle/>
          <a:p>
            <a:pPr algn="l">
              <a:spcAft>
                <a:spcPts val="0"/>
              </a:spcAft>
            </a:pPr>
            <a:r>
              <a:rPr sz="2400" b="0" i="0">
                <a:solidFill>
                  <a:srgbClr val="191919"/>
                </a:solidFill>
                <a:latin typeface="+mj-lt"/>
              </a:rPr>
              <a:t>Our Impact</a:t>
            </a:r>
          </a:p>
        </p:txBody>
      </p:sp>
      <p:sp>
        <p:nvSpPr>
          <p:cNvPr id="10" name="TextBox 9"/>
          <p:cNvSpPr txBox="1"/>
          <p:nvPr/>
        </p:nvSpPr>
        <p:spPr>
          <a:xfrm>
            <a:off x="493776" y="2971800"/>
            <a:ext cx="3249168" cy="822960"/>
          </a:xfrm>
          <a:prstGeom prst="rect">
            <a:avLst/>
          </a:prstGeom>
          <a:noFill/>
        </p:spPr>
        <p:txBody>
          <a:bodyPr wrap="square" lIns="0" rIns="0" tIns="0" bIns="0" anchor="t"/>
          <a:lstStyle/>
          <a:p>
            <a:pPr algn="l">
              <a:lnSpc>
                <a:spcPct val="110000"/>
              </a:lnSpc>
              <a:spcAft>
                <a:spcPts val="0"/>
              </a:spcAft>
            </a:pPr>
            <a:r>
              <a:rPr sz="1500" b="0" i="0">
                <a:solidFill>
                  <a:srgbClr val="191919"/>
                </a:solidFill>
                <a:latin typeface="+mn-lt"/>
              </a:rPr>
              <a:t>The breadth of our work: clients, releases, capabilities and outcomes.</a:t>
            </a:r>
          </a:p>
        </p:txBody>
      </p:sp>
      <p:cxnSp>
        <p:nvCxnSpPr>
          <p:cNvPr id="11" name="Connector 10"/>
          <p:cNvCxnSpPr/>
          <p:nvPr/>
        </p:nvCxnSpPr>
        <p:spPr>
          <a:xfrm>
            <a:off x="493776" y="3977639"/>
            <a:ext cx="3249168"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93776" y="4114800"/>
            <a:ext cx="3249168" cy="274320"/>
          </a:xfrm>
          <a:prstGeom prst="rect">
            <a:avLst/>
          </a:prstGeom>
          <a:noFill/>
        </p:spPr>
        <p:txBody>
          <a:bodyPr wrap="square" lIns="0" rIns="0" tIns="0" bIns="0" anchor="t"/>
          <a:lstStyle/>
          <a:p>
            <a:pPr algn="l">
              <a:spcAft>
                <a:spcPts val="0"/>
              </a:spcAft>
            </a:pPr>
            <a:r>
              <a:rPr sz="1000" b="0" i="0">
                <a:solidFill>
                  <a:srgbClr val="53544A"/>
                </a:solidFill>
                <a:latin typeface="+mj-lt"/>
              </a:rPr>
              <a:t>EXAMPLES</a:t>
            </a:r>
          </a:p>
        </p:txBody>
      </p:sp>
      <p:sp>
        <p:nvSpPr>
          <p:cNvPr id="13" name="TextBox 12"/>
          <p:cNvSpPr txBox="1"/>
          <p:nvPr/>
        </p:nvSpPr>
        <p:spPr>
          <a:xfrm>
            <a:off x="493776" y="4434840"/>
            <a:ext cx="3249168" cy="1920240"/>
          </a:xfrm>
          <a:prstGeom prst="rect">
            <a:avLst/>
          </a:prstGeom>
          <a:noFill/>
        </p:spPr>
        <p:txBody>
          <a:bodyPr wrap="square" lIns="0" rIns="0" tIns="0" bIns="0" anchor="t"/>
          <a:lstStyle/>
          <a:p>
            <a:pPr algn="l" marL="274320" indent="-274320">
              <a:lnSpc>
                <a:spcPct val="105000"/>
              </a:lnSpc>
              <a:spcAft>
                <a:spcPts val="800"/>
              </a:spcAft>
              <a:buFont typeface="+mn-lt"/>
              <a:buChar char="□"/>
            </a:pPr>
            <a:r>
              <a:rPr sz="1400" b="0" i="0">
                <a:solidFill>
                  <a:srgbClr val="191919"/>
                </a:solidFill>
                <a:latin typeface="+mn-lt"/>
              </a:rPr>
              <a:t>A visual summary of highlights across the practice</a:t>
            </a:r>
          </a:p>
          <a:p>
            <a:pPr algn="l" marL="274320" indent="-274320">
              <a:lnSpc>
                <a:spcPct val="105000"/>
              </a:lnSpc>
              <a:spcAft>
                <a:spcPts val="800"/>
              </a:spcAft>
              <a:buFont typeface="+mn-lt"/>
              <a:buChar char="□"/>
            </a:pPr>
            <a:r>
              <a:rPr sz="1400" b="0" i="0">
                <a:solidFill>
                  <a:srgbClr val="191919"/>
                </a:solidFill>
                <a:latin typeface="+mn-lt"/>
              </a:rPr>
              <a:t>A few featured stories, e.g. United Rentals, Sherwin-Williams, Mazda</a:t>
            </a:r>
          </a:p>
          <a:p>
            <a:pPr algn="l" marL="274320" indent="-274320">
              <a:lnSpc>
                <a:spcPct val="105000"/>
              </a:lnSpc>
              <a:spcAft>
                <a:spcPts val="800"/>
              </a:spcAft>
              <a:buFont typeface="+mn-lt"/>
              <a:buChar char="□"/>
            </a:pPr>
            <a:r>
              <a:rPr sz="1400" b="0" i="0">
                <a:solidFill>
                  <a:srgbClr val="191919"/>
                </a:solidFill>
                <a:latin typeface="+mn-lt"/>
              </a:rPr>
              <a:t>Organized by theme: AI in delivery, quality at scale, shared practices</a:t>
            </a:r>
          </a:p>
        </p:txBody>
      </p:sp>
      <p:sp>
        <p:nvSpPr>
          <p:cNvPr id="14" name="Rectangle 13"/>
          <p:cNvSpPr/>
          <p:nvPr/>
        </p:nvSpPr>
        <p:spPr>
          <a:xfrm>
            <a:off x="4245864" y="1783080"/>
            <a:ext cx="3706368" cy="4617720"/>
          </a:xfrm>
          <a:prstGeom prst="rect">
            <a:avLst/>
          </a:prstGeom>
          <a:noFill/>
          <a:ln w="9525">
            <a:solidFill>
              <a:srgbClr val="19191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74464" y="1965960"/>
            <a:ext cx="914400" cy="365760"/>
          </a:xfrm>
          <a:prstGeom prst="rect">
            <a:avLst/>
          </a:prstGeom>
          <a:noFill/>
        </p:spPr>
        <p:txBody>
          <a:bodyPr wrap="square" lIns="0" rIns="0" tIns="0" bIns="0" anchor="t"/>
          <a:lstStyle/>
          <a:p>
            <a:pPr algn="l">
              <a:spcAft>
                <a:spcPts val="0"/>
              </a:spcAft>
            </a:pPr>
            <a:r>
              <a:rPr sz="1600" b="0" i="0">
                <a:solidFill>
                  <a:srgbClr val="191919"/>
                </a:solidFill>
                <a:latin typeface="+mj-lt"/>
              </a:rPr>
              <a:t>02</a:t>
            </a:r>
          </a:p>
        </p:txBody>
      </p:sp>
      <p:sp>
        <p:nvSpPr>
          <p:cNvPr id="16" name="TextBox 15"/>
          <p:cNvSpPr txBox="1"/>
          <p:nvPr/>
        </p:nvSpPr>
        <p:spPr>
          <a:xfrm>
            <a:off x="6626352" y="1984248"/>
            <a:ext cx="1097280" cy="365760"/>
          </a:xfrm>
          <a:prstGeom prst="rect">
            <a:avLst/>
          </a:prstGeom>
          <a:noFill/>
        </p:spPr>
        <p:txBody>
          <a:bodyPr wrap="square" lIns="0" rIns="0" tIns="0" bIns="0" anchor="t"/>
          <a:lstStyle/>
          <a:p>
            <a:pPr algn="r">
              <a:spcAft>
                <a:spcPts val="0"/>
              </a:spcAft>
            </a:pPr>
            <a:r>
              <a:rPr sz="1400" b="0" i="0">
                <a:solidFill>
                  <a:srgbClr val="53544A"/>
                </a:solidFill>
                <a:latin typeface="+mn-lt"/>
              </a:rPr>
              <a:t>8 min</a:t>
            </a:r>
          </a:p>
        </p:txBody>
      </p:sp>
      <p:sp>
        <p:nvSpPr>
          <p:cNvPr id="17" name="TextBox 16"/>
          <p:cNvSpPr txBox="1"/>
          <p:nvPr/>
        </p:nvSpPr>
        <p:spPr>
          <a:xfrm>
            <a:off x="4474464" y="2423160"/>
            <a:ext cx="3249168" cy="411480"/>
          </a:xfrm>
          <a:prstGeom prst="rect">
            <a:avLst/>
          </a:prstGeom>
          <a:noFill/>
        </p:spPr>
        <p:txBody>
          <a:bodyPr wrap="square" lIns="0" rIns="0" tIns="0" bIns="0" anchor="t"/>
          <a:lstStyle/>
          <a:p>
            <a:pPr algn="l">
              <a:spcAft>
                <a:spcPts val="0"/>
              </a:spcAft>
            </a:pPr>
            <a:r>
              <a:rPr sz="2400" b="0" i="0">
                <a:solidFill>
                  <a:srgbClr val="191919"/>
                </a:solidFill>
                <a:latin typeface="+mj-lt"/>
              </a:rPr>
              <a:t>Our People</a:t>
            </a:r>
          </a:p>
        </p:txBody>
      </p:sp>
      <p:sp>
        <p:nvSpPr>
          <p:cNvPr id="18" name="TextBox 17"/>
          <p:cNvSpPr txBox="1"/>
          <p:nvPr/>
        </p:nvSpPr>
        <p:spPr>
          <a:xfrm>
            <a:off x="4474464" y="2971800"/>
            <a:ext cx="3249168" cy="822960"/>
          </a:xfrm>
          <a:prstGeom prst="rect">
            <a:avLst/>
          </a:prstGeom>
          <a:noFill/>
        </p:spPr>
        <p:txBody>
          <a:bodyPr wrap="square" lIns="0" rIns="0" tIns="0" bIns="0" anchor="t"/>
          <a:lstStyle/>
          <a:p>
            <a:pPr algn="l">
              <a:lnSpc>
                <a:spcPct val="110000"/>
              </a:lnSpc>
              <a:spcAft>
                <a:spcPts val="0"/>
              </a:spcAft>
            </a:pPr>
            <a:r>
              <a:rPr sz="1500" b="0" i="0">
                <a:solidFill>
                  <a:srgbClr val="191919"/>
                </a:solidFill>
                <a:latin typeface="+mn-lt"/>
              </a:rPr>
              <a:t>Recognition connected to real contributions, not an awards show.</a:t>
            </a:r>
          </a:p>
        </p:txBody>
      </p:sp>
      <p:cxnSp>
        <p:nvCxnSpPr>
          <p:cNvPr id="19" name="Connector 18"/>
          <p:cNvCxnSpPr/>
          <p:nvPr/>
        </p:nvCxnSpPr>
        <p:spPr>
          <a:xfrm>
            <a:off x="4474464" y="3977639"/>
            <a:ext cx="3249168"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474464" y="4114800"/>
            <a:ext cx="3249168" cy="274320"/>
          </a:xfrm>
          <a:prstGeom prst="rect">
            <a:avLst/>
          </a:prstGeom>
          <a:noFill/>
        </p:spPr>
        <p:txBody>
          <a:bodyPr wrap="square" lIns="0" rIns="0" tIns="0" bIns="0" anchor="t"/>
          <a:lstStyle/>
          <a:p>
            <a:pPr algn="l">
              <a:spcAft>
                <a:spcPts val="0"/>
              </a:spcAft>
            </a:pPr>
            <a:r>
              <a:rPr sz="1000" b="0" i="0">
                <a:solidFill>
                  <a:srgbClr val="53544A"/>
                </a:solidFill>
                <a:latin typeface="+mj-lt"/>
              </a:rPr>
              <a:t>EXAMPLES</a:t>
            </a:r>
          </a:p>
        </p:txBody>
      </p:sp>
      <p:sp>
        <p:nvSpPr>
          <p:cNvPr id="21" name="TextBox 20"/>
          <p:cNvSpPr txBox="1"/>
          <p:nvPr/>
        </p:nvSpPr>
        <p:spPr>
          <a:xfrm>
            <a:off x="4474464" y="4434840"/>
            <a:ext cx="3249168" cy="1920240"/>
          </a:xfrm>
          <a:prstGeom prst="rect">
            <a:avLst/>
          </a:prstGeom>
          <a:noFill/>
        </p:spPr>
        <p:txBody>
          <a:bodyPr wrap="square" lIns="0" rIns="0" tIns="0" bIns="0" anchor="t"/>
          <a:lstStyle/>
          <a:p>
            <a:pPr algn="l" marL="274320" indent="-274320">
              <a:lnSpc>
                <a:spcPct val="105000"/>
              </a:lnSpc>
              <a:spcAft>
                <a:spcPts val="800"/>
              </a:spcAft>
              <a:buFont typeface="+mn-lt"/>
              <a:buChar char="□"/>
            </a:pPr>
            <a:r>
              <a:rPr sz="1400" b="0" i="0">
                <a:solidFill>
                  <a:srgbClr val="191919"/>
                </a:solidFill>
                <a:latin typeface="+mn-lt"/>
              </a:rPr>
              <a:t>Short spotlights on individuals and teams</a:t>
            </a:r>
          </a:p>
          <a:p>
            <a:pPr algn="l" marL="274320" indent="-274320">
              <a:lnSpc>
                <a:spcPct val="105000"/>
              </a:lnSpc>
              <a:spcAft>
                <a:spcPts val="800"/>
              </a:spcAft>
              <a:buFont typeface="+mn-lt"/>
              <a:buChar char="□"/>
            </a:pPr>
            <a:r>
              <a:rPr sz="1400" b="0" i="0">
                <a:solidFill>
                  <a:srgbClr val="191919"/>
                </a:solidFill>
                <a:latin typeface="+mn-lt"/>
              </a:rPr>
              <a:t>Innovation, leadership, collaboration, mentorship</a:t>
            </a:r>
          </a:p>
          <a:p>
            <a:pPr algn="l" marL="274320" indent="-274320">
              <a:lnSpc>
                <a:spcPct val="105000"/>
              </a:lnSpc>
              <a:spcAft>
                <a:spcPts val="800"/>
              </a:spcAft>
              <a:buFont typeface="+mn-lt"/>
              <a:buChar char="□"/>
            </a:pPr>
            <a:r>
              <a:rPr sz="1400" b="0" i="0">
                <a:solidFill>
                  <a:srgbClr val="191919"/>
                </a:solidFill>
                <a:latin typeface="+mn-lt"/>
              </a:rPr>
              <a:t>Nominations from group and pod leads</a:t>
            </a:r>
          </a:p>
        </p:txBody>
      </p:sp>
      <p:sp>
        <p:nvSpPr>
          <p:cNvPr id="22" name="Rectangle 21"/>
          <p:cNvSpPr/>
          <p:nvPr/>
        </p:nvSpPr>
        <p:spPr>
          <a:xfrm>
            <a:off x="8226551" y="1783080"/>
            <a:ext cx="3706368" cy="4617720"/>
          </a:xfrm>
          <a:prstGeom prst="rect">
            <a:avLst/>
          </a:prstGeom>
          <a:noFill/>
          <a:ln w="9525">
            <a:solidFill>
              <a:srgbClr val="19191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55152" y="1965960"/>
            <a:ext cx="914400" cy="365760"/>
          </a:xfrm>
          <a:prstGeom prst="rect">
            <a:avLst/>
          </a:prstGeom>
          <a:noFill/>
        </p:spPr>
        <p:txBody>
          <a:bodyPr wrap="square" lIns="0" rIns="0" tIns="0" bIns="0" anchor="t"/>
          <a:lstStyle/>
          <a:p>
            <a:pPr algn="l">
              <a:spcAft>
                <a:spcPts val="0"/>
              </a:spcAft>
            </a:pPr>
            <a:r>
              <a:rPr sz="1600" b="0" i="0">
                <a:solidFill>
                  <a:srgbClr val="B37A00"/>
                </a:solidFill>
                <a:latin typeface="+mj-lt"/>
              </a:rPr>
              <a:t>03</a:t>
            </a:r>
          </a:p>
        </p:txBody>
      </p:sp>
      <p:sp>
        <p:nvSpPr>
          <p:cNvPr id="24" name="TextBox 23"/>
          <p:cNvSpPr txBox="1"/>
          <p:nvPr/>
        </p:nvSpPr>
        <p:spPr>
          <a:xfrm>
            <a:off x="10607040" y="1984248"/>
            <a:ext cx="1097280" cy="365760"/>
          </a:xfrm>
          <a:prstGeom prst="rect">
            <a:avLst/>
          </a:prstGeom>
          <a:noFill/>
        </p:spPr>
        <p:txBody>
          <a:bodyPr wrap="square" lIns="0" rIns="0" tIns="0" bIns="0" anchor="t"/>
          <a:lstStyle/>
          <a:p>
            <a:pPr algn="r">
              <a:spcAft>
                <a:spcPts val="0"/>
              </a:spcAft>
            </a:pPr>
            <a:r>
              <a:rPr sz="1400" b="0" i="0">
                <a:solidFill>
                  <a:srgbClr val="53544A"/>
                </a:solidFill>
                <a:latin typeface="+mn-lt"/>
              </a:rPr>
              <a:t>17 min</a:t>
            </a:r>
          </a:p>
        </p:txBody>
      </p:sp>
      <p:sp>
        <p:nvSpPr>
          <p:cNvPr id="25" name="TextBox 24"/>
          <p:cNvSpPr txBox="1"/>
          <p:nvPr/>
        </p:nvSpPr>
        <p:spPr>
          <a:xfrm>
            <a:off x="8455152" y="2423160"/>
            <a:ext cx="3249168" cy="411480"/>
          </a:xfrm>
          <a:prstGeom prst="rect">
            <a:avLst/>
          </a:prstGeom>
          <a:noFill/>
        </p:spPr>
        <p:txBody>
          <a:bodyPr wrap="square" lIns="0" rIns="0" tIns="0" bIns="0" anchor="t"/>
          <a:lstStyle/>
          <a:p>
            <a:pPr algn="l">
              <a:spcAft>
                <a:spcPts val="0"/>
              </a:spcAft>
            </a:pPr>
            <a:r>
              <a:rPr sz="2400" b="0" i="0">
                <a:solidFill>
                  <a:srgbClr val="191919"/>
                </a:solidFill>
                <a:latin typeface="+mj-lt"/>
              </a:rPr>
              <a:t>Our Future</a:t>
            </a:r>
          </a:p>
        </p:txBody>
      </p:sp>
      <p:sp>
        <p:nvSpPr>
          <p:cNvPr id="26" name="TextBox 25"/>
          <p:cNvSpPr txBox="1"/>
          <p:nvPr/>
        </p:nvSpPr>
        <p:spPr>
          <a:xfrm>
            <a:off x="8455152" y="2971800"/>
            <a:ext cx="3249168" cy="822960"/>
          </a:xfrm>
          <a:prstGeom prst="rect">
            <a:avLst/>
          </a:prstGeom>
          <a:noFill/>
        </p:spPr>
        <p:txBody>
          <a:bodyPr wrap="square" lIns="0" rIns="0" tIns="0" bIns="0" anchor="t"/>
          <a:lstStyle/>
          <a:p>
            <a:pPr algn="l">
              <a:lnSpc>
                <a:spcPct val="110000"/>
              </a:lnSpc>
              <a:spcAft>
                <a:spcPts val="0"/>
              </a:spcAft>
            </a:pPr>
            <a:r>
              <a:rPr sz="1500" b="0" i="0">
                <a:solidFill>
                  <a:srgbClr val="191919"/>
                </a:solidFill>
                <a:latin typeface="+mn-lt"/>
              </a:rPr>
              <a:t>Provocations inspired by VML's Future 100, then a live conversation.</a:t>
            </a:r>
          </a:p>
        </p:txBody>
      </p:sp>
      <p:cxnSp>
        <p:nvCxnSpPr>
          <p:cNvPr id="27" name="Connector 26"/>
          <p:cNvCxnSpPr/>
          <p:nvPr/>
        </p:nvCxnSpPr>
        <p:spPr>
          <a:xfrm>
            <a:off x="8455152" y="3977639"/>
            <a:ext cx="3249168" cy="0"/>
          </a:xfrm>
          <a:prstGeom prst="line">
            <a:avLst/>
          </a:prstGeom>
          <a:ln w="9525">
            <a:solidFill>
              <a:srgbClr val="C2C4B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55152" y="4114800"/>
            <a:ext cx="3249168" cy="274320"/>
          </a:xfrm>
          <a:prstGeom prst="rect">
            <a:avLst/>
          </a:prstGeom>
          <a:noFill/>
        </p:spPr>
        <p:txBody>
          <a:bodyPr wrap="square" lIns="0" rIns="0" tIns="0" bIns="0" anchor="t"/>
          <a:lstStyle/>
          <a:p>
            <a:pPr algn="l">
              <a:spcAft>
                <a:spcPts val="0"/>
              </a:spcAft>
            </a:pPr>
            <a:r>
              <a:rPr sz="1000" b="0" i="0">
                <a:solidFill>
                  <a:srgbClr val="53544A"/>
                </a:solidFill>
                <a:latin typeface="+mj-lt"/>
              </a:rPr>
              <a:t>EXAMPLES</a:t>
            </a:r>
          </a:p>
        </p:txBody>
      </p:sp>
      <p:sp>
        <p:nvSpPr>
          <p:cNvPr id="29" name="TextBox 28"/>
          <p:cNvSpPr txBox="1"/>
          <p:nvPr/>
        </p:nvSpPr>
        <p:spPr>
          <a:xfrm>
            <a:off x="8455152" y="4434840"/>
            <a:ext cx="3249168" cy="1920240"/>
          </a:xfrm>
          <a:prstGeom prst="rect">
            <a:avLst/>
          </a:prstGeom>
          <a:noFill/>
        </p:spPr>
        <p:txBody>
          <a:bodyPr wrap="square" lIns="0" rIns="0" tIns="0" bIns="0" anchor="t"/>
          <a:lstStyle/>
          <a:p>
            <a:pPr algn="l" marL="274320" indent="-274320">
              <a:lnSpc>
                <a:spcPct val="105000"/>
              </a:lnSpc>
              <a:spcAft>
                <a:spcPts val="800"/>
              </a:spcAft>
              <a:buFont typeface="+mn-lt"/>
              <a:buChar char="□"/>
            </a:pPr>
            <a:r>
              <a:rPr sz="1400" b="0" i="0">
                <a:solidFill>
                  <a:srgbClr val="191919"/>
                </a:solidFill>
                <a:latin typeface="+mn-lt"/>
              </a:rPr>
              <a:t>What if AI becomes a member of every delivery team?</a:t>
            </a:r>
          </a:p>
          <a:p>
            <a:pPr algn="l" marL="274320" indent="-274320">
              <a:lnSpc>
                <a:spcPct val="105000"/>
              </a:lnSpc>
              <a:spcAft>
                <a:spcPts val="800"/>
              </a:spcAft>
              <a:buFont typeface="+mn-lt"/>
              <a:buChar char="□"/>
            </a:pPr>
            <a:r>
              <a:rPr sz="1400" b="0" i="0">
                <a:solidFill>
                  <a:srgbClr val="191919"/>
                </a:solidFill>
                <a:latin typeface="+mn-lt"/>
              </a:rPr>
              <a:t>What if trust becomes our most valuable deliverable?</a:t>
            </a:r>
          </a:p>
          <a:p>
            <a:pPr algn="l" marL="274320" indent="-274320">
              <a:lnSpc>
                <a:spcPct val="105000"/>
              </a:lnSpc>
              <a:spcAft>
                <a:spcPts val="800"/>
              </a:spcAft>
              <a:buFont typeface="+mn-lt"/>
              <a:buChar char="□"/>
            </a:pPr>
            <a:r>
              <a:rPr sz="1400" b="0" i="0">
                <a:solidFill>
                  <a:srgbClr val="191919"/>
                </a:solidFill>
                <a:latin typeface="+mn-lt"/>
              </a:rPr>
              <a:t>Popcorn conversation: a few voices, or two or three pods or small groups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We'd like your reactions</a:t>
            </a:r>
          </a:p>
        </p:txBody>
      </p:sp>
      <p:sp>
        <p:nvSpPr>
          <p:cNvPr id="5" name="Slide Number Placeholder 5">
            <a:extLst>
              <a:ext uri="{FF2B5EF4-FFF2-40B4-BE49-F238E27FC236}">
                <a16:creationId xmlns:a16="http://schemas.microsoft.com/office/drawing/2014/main" id="{1BA8521B-2356-0663-BA12-355EA31562A3}"/>
              </a:ext>
            </a:extLst>
          </p:cNvPr>
          <p:cNvSpPr>
            <a:spLocks noGrp="1"/>
          </p:cNvSpPr>
          <p:nvPr>
            <p:ph type="sldNum" sz="quarter" idx="4"/>
          </p:nvPr>
        </p:nvSpPr>
        <p:spPr>
          <a:xfrm>
            <a:off x="11386954" y="281148"/>
            <a:ext cx="528766" cy="138500"/>
          </a:xfrm>
          <a:prstGeom prst="rect">
            <a:avLst/>
          </a:prstGeom>
        </p:spPr>
        <p:txBody>
          <a:bodyPr vert="horz" lIns="0" tIns="0" rIns="0" bIns="0" rtlCol="0" anchor="ctr"/>
          <a:lstStyle>
            <a:lvl1pPr algn="r">
              <a:defRPr sz="900">
                <a:solidFill>
                  <a:schemeClr val="bg1"/>
                </a:solidFill>
                <a:latin typeface="Snowflake Sans Book" panose="020B0505040401040103" pitchFamily="34" charset="0"/>
              </a:defRPr>
            </a:lvl1pPr>
          </a:lstStyle>
          <a:p>
            <a:fld id="{48F63A3B-78C7-47BE-AE5E-E10140E04643}" type="slidenum">
              <a:rPr lang="en-US" smtClean="0"/>
              <a:pPr/>
              <a:t>‹#›</a:t>
            </a:fld>
            <a:endParaRPr lang="en-US"/>
          </a:p>
        </p:txBody>
      </p:sp>
      <p:sp>
        <p:nvSpPr>
          <p:cNvPr id="6" name="TextBox 5"/>
          <p:cNvSpPr txBox="1"/>
          <p:nvPr/>
        </p:nvSpPr>
        <p:spPr>
          <a:xfrm>
            <a:off x="265176" y="1874519"/>
            <a:ext cx="822960" cy="548640"/>
          </a:xfrm>
          <a:prstGeom prst="rect">
            <a:avLst/>
          </a:prstGeom>
          <a:noFill/>
        </p:spPr>
        <p:txBody>
          <a:bodyPr wrap="square" lIns="0" rIns="0" tIns="0" bIns="0" anchor="t"/>
          <a:lstStyle/>
          <a:p>
            <a:pPr algn="l">
              <a:spcAft>
                <a:spcPts val="0"/>
              </a:spcAft>
            </a:pPr>
            <a:r>
              <a:rPr sz="2800" b="0" i="0">
                <a:solidFill>
                  <a:srgbClr val="D3A34A"/>
                </a:solidFill>
                <a:latin typeface="+mj-lt"/>
              </a:rPr>
              <a:t>01</a:t>
            </a:r>
          </a:p>
        </p:txBody>
      </p:sp>
      <p:sp>
        <p:nvSpPr>
          <p:cNvPr id="7" name="TextBox 6"/>
          <p:cNvSpPr txBox="1"/>
          <p:nvPr/>
        </p:nvSpPr>
        <p:spPr>
          <a:xfrm>
            <a:off x="1179576" y="1920239"/>
            <a:ext cx="4690872" cy="411480"/>
          </a:xfrm>
          <a:prstGeom prst="rect">
            <a:avLst/>
          </a:prstGeom>
          <a:noFill/>
        </p:spPr>
        <p:txBody>
          <a:bodyPr wrap="square" lIns="0" rIns="0" tIns="0" bIns="0" anchor="t"/>
          <a:lstStyle/>
          <a:p>
            <a:pPr algn="l">
              <a:spcAft>
                <a:spcPts val="0"/>
              </a:spcAft>
            </a:pPr>
            <a:r>
              <a:rPr sz="2200" b="0" i="0">
                <a:solidFill>
                  <a:srgbClr val="F5F5F5"/>
                </a:solidFill>
                <a:latin typeface="+mj-lt"/>
              </a:rPr>
              <a:t>The format</a:t>
            </a:r>
          </a:p>
        </p:txBody>
      </p:sp>
      <p:sp>
        <p:nvSpPr>
          <p:cNvPr id="8" name="TextBox 7"/>
          <p:cNvSpPr txBox="1"/>
          <p:nvPr/>
        </p:nvSpPr>
        <p:spPr>
          <a:xfrm>
            <a:off x="1179576" y="2423160"/>
            <a:ext cx="4690872" cy="822960"/>
          </a:xfrm>
          <a:prstGeom prst="rect">
            <a:avLst/>
          </a:prstGeom>
          <a:noFill/>
        </p:spPr>
        <p:txBody>
          <a:bodyPr wrap="square" lIns="0" rIns="0" tIns="0" bIns="0" anchor="t"/>
          <a:lstStyle/>
          <a:p>
            <a:pPr algn="l">
              <a:lnSpc>
                <a:spcPct val="115000"/>
              </a:lnSpc>
              <a:spcAft>
                <a:spcPts val="0"/>
              </a:spcAft>
            </a:pPr>
            <a:r>
              <a:rPr sz="1600" b="0" i="0">
                <a:solidFill>
                  <a:srgbClr val="C2C4B8"/>
                </a:solidFill>
                <a:latin typeface="+mn-lt"/>
              </a:rPr>
              <a:t>Does an impact-and-future All Hands feel right for the year we've had?</a:t>
            </a:r>
          </a:p>
        </p:txBody>
      </p:sp>
      <p:cxnSp>
        <p:nvCxnSpPr>
          <p:cNvPr id="9" name="Connector 8"/>
          <p:cNvCxnSpPr/>
          <p:nvPr/>
        </p:nvCxnSpPr>
        <p:spPr>
          <a:xfrm>
            <a:off x="265176" y="3611880"/>
            <a:ext cx="5605272" cy="0"/>
          </a:xfrm>
          <a:prstGeom prst="line">
            <a:avLst/>
          </a:prstGeom>
          <a:ln w="9525">
            <a:solidFill>
              <a:srgbClr val="53544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327648" y="1874519"/>
            <a:ext cx="822960" cy="548640"/>
          </a:xfrm>
          <a:prstGeom prst="rect">
            <a:avLst/>
          </a:prstGeom>
          <a:noFill/>
        </p:spPr>
        <p:txBody>
          <a:bodyPr wrap="square" lIns="0" rIns="0" tIns="0" bIns="0" anchor="t"/>
          <a:lstStyle/>
          <a:p>
            <a:pPr algn="l">
              <a:spcAft>
                <a:spcPts val="0"/>
              </a:spcAft>
            </a:pPr>
            <a:r>
              <a:rPr sz="2800" b="0" i="0">
                <a:solidFill>
                  <a:srgbClr val="D3A34A"/>
                </a:solidFill>
                <a:latin typeface="+mj-lt"/>
              </a:rPr>
              <a:t>02</a:t>
            </a:r>
          </a:p>
        </p:txBody>
      </p:sp>
      <p:sp>
        <p:nvSpPr>
          <p:cNvPr id="11" name="TextBox 10"/>
          <p:cNvSpPr txBox="1"/>
          <p:nvPr/>
        </p:nvSpPr>
        <p:spPr>
          <a:xfrm>
            <a:off x="7242048" y="1920239"/>
            <a:ext cx="4690872" cy="411480"/>
          </a:xfrm>
          <a:prstGeom prst="rect">
            <a:avLst/>
          </a:prstGeom>
          <a:noFill/>
        </p:spPr>
        <p:txBody>
          <a:bodyPr wrap="square" lIns="0" rIns="0" tIns="0" bIns="0" anchor="t"/>
          <a:lstStyle/>
          <a:p>
            <a:pPr algn="l">
              <a:spcAft>
                <a:spcPts val="0"/>
              </a:spcAft>
            </a:pPr>
            <a:r>
              <a:rPr sz="2200" b="0" i="0">
                <a:solidFill>
                  <a:srgbClr val="F5F5F5"/>
                </a:solidFill>
                <a:latin typeface="+mj-lt"/>
              </a:rPr>
              <a:t>The balance</a:t>
            </a:r>
          </a:p>
        </p:txBody>
      </p:sp>
      <p:sp>
        <p:nvSpPr>
          <p:cNvPr id="12" name="TextBox 11"/>
          <p:cNvSpPr txBox="1"/>
          <p:nvPr/>
        </p:nvSpPr>
        <p:spPr>
          <a:xfrm>
            <a:off x="7242048" y="2423160"/>
            <a:ext cx="4690872" cy="822960"/>
          </a:xfrm>
          <a:prstGeom prst="rect">
            <a:avLst/>
          </a:prstGeom>
          <a:noFill/>
        </p:spPr>
        <p:txBody>
          <a:bodyPr wrap="square" lIns="0" rIns="0" tIns="0" bIns="0" anchor="t"/>
          <a:lstStyle/>
          <a:p>
            <a:pPr algn="l">
              <a:lnSpc>
                <a:spcPct val="115000"/>
              </a:lnSpc>
              <a:spcAft>
                <a:spcPts val="0"/>
              </a:spcAft>
            </a:pPr>
            <a:r>
              <a:rPr sz="1600" b="0" i="0">
                <a:solidFill>
                  <a:srgbClr val="C2C4B8"/>
                </a:solidFill>
                <a:latin typeface="+mn-lt"/>
              </a:rPr>
              <a:t>Is time spread well across updates, impact, recognition and discussion?</a:t>
            </a:r>
          </a:p>
        </p:txBody>
      </p:sp>
      <p:cxnSp>
        <p:nvCxnSpPr>
          <p:cNvPr id="13" name="Connector 12"/>
          <p:cNvCxnSpPr/>
          <p:nvPr/>
        </p:nvCxnSpPr>
        <p:spPr>
          <a:xfrm>
            <a:off x="6327648" y="3611880"/>
            <a:ext cx="5605272" cy="0"/>
          </a:xfrm>
          <a:prstGeom prst="line">
            <a:avLst/>
          </a:prstGeom>
          <a:ln w="9525">
            <a:solidFill>
              <a:srgbClr val="53544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65176" y="3886200"/>
            <a:ext cx="822960" cy="548640"/>
          </a:xfrm>
          <a:prstGeom prst="rect">
            <a:avLst/>
          </a:prstGeom>
          <a:noFill/>
        </p:spPr>
        <p:txBody>
          <a:bodyPr wrap="square" lIns="0" rIns="0" tIns="0" bIns="0" anchor="t"/>
          <a:lstStyle/>
          <a:p>
            <a:pPr algn="l">
              <a:spcAft>
                <a:spcPts val="0"/>
              </a:spcAft>
            </a:pPr>
            <a:r>
              <a:rPr sz="2800" b="0" i="0">
                <a:solidFill>
                  <a:srgbClr val="D3A34A"/>
                </a:solidFill>
                <a:latin typeface="+mj-lt"/>
              </a:rPr>
              <a:t>03</a:t>
            </a:r>
          </a:p>
        </p:txBody>
      </p:sp>
      <p:sp>
        <p:nvSpPr>
          <p:cNvPr id="15" name="TextBox 14"/>
          <p:cNvSpPr txBox="1"/>
          <p:nvPr/>
        </p:nvSpPr>
        <p:spPr>
          <a:xfrm>
            <a:off x="1179576" y="3931920"/>
            <a:ext cx="4690872" cy="411480"/>
          </a:xfrm>
          <a:prstGeom prst="rect">
            <a:avLst/>
          </a:prstGeom>
          <a:noFill/>
        </p:spPr>
        <p:txBody>
          <a:bodyPr wrap="square" lIns="0" rIns="0" tIns="0" bIns="0" anchor="t"/>
          <a:lstStyle/>
          <a:p>
            <a:pPr algn="l">
              <a:spcAft>
                <a:spcPts val="0"/>
              </a:spcAft>
            </a:pPr>
            <a:r>
              <a:rPr sz="2200" b="0" i="0">
                <a:solidFill>
                  <a:srgbClr val="F5F5F5"/>
                </a:solidFill>
                <a:latin typeface="+mj-lt"/>
              </a:rPr>
              <a:t>The content</a:t>
            </a:r>
          </a:p>
        </p:txBody>
      </p:sp>
      <p:sp>
        <p:nvSpPr>
          <p:cNvPr id="16" name="TextBox 15"/>
          <p:cNvSpPr txBox="1"/>
          <p:nvPr/>
        </p:nvSpPr>
        <p:spPr>
          <a:xfrm>
            <a:off x="1179576" y="4434840"/>
            <a:ext cx="4690872" cy="822960"/>
          </a:xfrm>
          <a:prstGeom prst="rect">
            <a:avLst/>
          </a:prstGeom>
          <a:noFill/>
        </p:spPr>
        <p:txBody>
          <a:bodyPr wrap="square" lIns="0" rIns="0" tIns="0" bIns="0" anchor="t"/>
          <a:lstStyle/>
          <a:p>
            <a:pPr algn="l">
              <a:lnSpc>
                <a:spcPct val="115000"/>
              </a:lnSpc>
              <a:spcAft>
                <a:spcPts val="0"/>
              </a:spcAft>
            </a:pPr>
            <a:r>
              <a:rPr sz="1600" b="0" i="0">
                <a:solidFill>
                  <a:srgbClr val="C2C4B8"/>
                </a:solidFill>
                <a:latin typeface="+mn-lt"/>
              </a:rPr>
              <a:t>Which stories, accomplishments or people should we be sure to include?</a:t>
            </a:r>
          </a:p>
        </p:txBody>
      </p:sp>
      <p:cxnSp>
        <p:nvCxnSpPr>
          <p:cNvPr id="17" name="Connector 16"/>
          <p:cNvCxnSpPr/>
          <p:nvPr/>
        </p:nvCxnSpPr>
        <p:spPr>
          <a:xfrm>
            <a:off x="265176" y="5623560"/>
            <a:ext cx="5605272" cy="0"/>
          </a:xfrm>
          <a:prstGeom prst="line">
            <a:avLst/>
          </a:prstGeom>
          <a:ln w="9525">
            <a:solidFill>
              <a:srgbClr val="53544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27648" y="3886200"/>
            <a:ext cx="822960" cy="548640"/>
          </a:xfrm>
          <a:prstGeom prst="rect">
            <a:avLst/>
          </a:prstGeom>
          <a:noFill/>
        </p:spPr>
        <p:txBody>
          <a:bodyPr wrap="square" lIns="0" rIns="0" tIns="0" bIns="0" anchor="t"/>
          <a:lstStyle/>
          <a:p>
            <a:pPr algn="l">
              <a:spcAft>
                <a:spcPts val="0"/>
              </a:spcAft>
            </a:pPr>
            <a:r>
              <a:rPr sz="2800" b="0" i="0">
                <a:solidFill>
                  <a:srgbClr val="D3A34A"/>
                </a:solidFill>
                <a:latin typeface="+mj-lt"/>
              </a:rPr>
              <a:t>04</a:t>
            </a:r>
          </a:p>
        </p:txBody>
      </p:sp>
      <p:sp>
        <p:nvSpPr>
          <p:cNvPr id="19" name="TextBox 18"/>
          <p:cNvSpPr txBox="1"/>
          <p:nvPr/>
        </p:nvSpPr>
        <p:spPr>
          <a:xfrm>
            <a:off x="7242048" y="3931920"/>
            <a:ext cx="4690872" cy="411480"/>
          </a:xfrm>
          <a:prstGeom prst="rect">
            <a:avLst/>
          </a:prstGeom>
          <a:noFill/>
        </p:spPr>
        <p:txBody>
          <a:bodyPr wrap="square" lIns="0" rIns="0" tIns="0" bIns="0" anchor="t"/>
          <a:lstStyle/>
          <a:p>
            <a:pPr algn="l">
              <a:spcAft>
                <a:spcPts val="0"/>
              </a:spcAft>
            </a:pPr>
            <a:r>
              <a:rPr sz="2200" b="0" i="0">
                <a:solidFill>
                  <a:srgbClr val="F5F5F5"/>
                </a:solidFill>
                <a:latin typeface="+mj-lt"/>
              </a:rPr>
              <a:t>The conversation</a:t>
            </a:r>
          </a:p>
        </p:txBody>
      </p:sp>
      <p:sp>
        <p:nvSpPr>
          <p:cNvPr id="20" name="TextBox 19"/>
          <p:cNvSpPr txBox="1"/>
          <p:nvPr/>
        </p:nvSpPr>
        <p:spPr>
          <a:xfrm>
            <a:off x="7242048" y="4434840"/>
            <a:ext cx="4690872" cy="822960"/>
          </a:xfrm>
          <a:prstGeom prst="rect">
            <a:avLst/>
          </a:prstGeom>
          <a:noFill/>
        </p:spPr>
        <p:txBody>
          <a:bodyPr wrap="square" lIns="0" rIns="0" tIns="0" bIns="0" anchor="t"/>
          <a:lstStyle/>
          <a:p>
            <a:pPr algn="l">
              <a:lnSpc>
                <a:spcPct val="115000"/>
              </a:lnSpc>
              <a:spcAft>
                <a:spcPts val="0"/>
              </a:spcAft>
            </a:pPr>
            <a:r>
              <a:rPr sz="1600" b="0" i="0">
                <a:solidFill>
                  <a:srgbClr val="C2C4B8"/>
                </a:solidFill>
                <a:latin typeface="+mn-lt"/>
              </a:rPr>
              <a:t>A few voices, or two or three pods or small groups? Who would be great in it?</a:t>
            </a:r>
          </a:p>
        </p:txBody>
      </p:sp>
      <p:cxnSp>
        <p:nvCxnSpPr>
          <p:cNvPr id="21" name="Connector 20"/>
          <p:cNvCxnSpPr/>
          <p:nvPr/>
        </p:nvCxnSpPr>
        <p:spPr>
          <a:xfrm>
            <a:off x="6327648" y="5623560"/>
            <a:ext cx="5605272" cy="0"/>
          </a:xfrm>
          <a:prstGeom prst="line">
            <a:avLst/>
          </a:prstGeom>
          <a:ln w="9525">
            <a:solidFill>
              <a:srgbClr val="53544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BS_SHAPE_LOCK" val="TRUE"/>
</p:tagLst>
</file>

<file path=ppt/tags/tag2.xml><?xml version="1.0" encoding="utf-8"?>
<p:tagLst xmlns:a="http://schemas.openxmlformats.org/drawingml/2006/main" xmlns:r="http://schemas.openxmlformats.org/officeDocument/2006/relationships" xmlns:p="http://schemas.openxmlformats.org/presentationml/2006/main">
  <p:tag name="BS_SHAPE_LOCK" val="TRUE"/>
</p:tagLst>
</file>

<file path=ppt/theme/theme1.xml><?xml version="1.0" encoding="utf-8"?>
<a:theme xmlns:a="http://schemas.openxmlformats.org/drawingml/2006/main" name="VML - LIGHT MODE">
  <a:themeElements>
    <a:clrScheme name="VML">
      <a:dk1>
        <a:srgbClr val="191919"/>
      </a:dk1>
      <a:lt1>
        <a:srgbClr val="F5F5F5"/>
      </a:lt1>
      <a:dk2>
        <a:srgbClr val="191919"/>
      </a:dk2>
      <a:lt2>
        <a:srgbClr val="F5F5F5"/>
      </a:lt2>
      <a:accent1>
        <a:srgbClr val="723065"/>
      </a:accent1>
      <a:accent2>
        <a:srgbClr val="104B68"/>
      </a:accent2>
      <a:accent3>
        <a:srgbClr val="546232"/>
      </a:accent3>
      <a:accent4>
        <a:srgbClr val="AE7408"/>
      </a:accent4>
      <a:accent5>
        <a:srgbClr val="983F03"/>
      </a:accent5>
      <a:accent6>
        <a:srgbClr val="8B8C81"/>
      </a:accent6>
      <a:hlink>
        <a:srgbClr val="5E889C"/>
      </a:hlink>
      <a:folHlink>
        <a:srgbClr val="9E7696"/>
      </a:folHlink>
    </a:clrScheme>
    <a:fontScheme name="VML">
      <a:majorFont>
        <a:latin typeface="Snowflake Sans Medium"/>
        <a:ea typeface=""/>
        <a:cs typeface=""/>
      </a:majorFont>
      <a:minorFont>
        <a:latin typeface="Snowflake Sans Boo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2C4B8"/>
        </a:solidFill>
        <a:ln>
          <a:noFill/>
        </a:ln>
      </a:spPr>
      <a:bodyPr lIns="180000" tIns="180000" rIns="180000" bIns="180000" rtlCol="0" anchor="t"/>
      <a:lstStyle>
        <a:defPPr marL="360000" indent="-360000" algn="l">
          <a:lnSpc>
            <a:spcPct val="110000"/>
          </a:lnSpc>
          <a:spcAft>
            <a:spcPts val="1800"/>
          </a:spcAft>
          <a:buFont typeface="Snowflake Sans Light" panose="020B0305040401040103" pitchFamily="34" charset="0"/>
          <a:buChar char="□"/>
          <a:defRPr sz="200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bodyPr lIns="0" tIns="0" rIns="0" bIns="0">
        <a:spAutoFit/>
      </a:bodyPr>
      <a:lstStyle>
        <a:defPPr algn="l">
          <a:defRPr sz="1600" dirty="0" smtClean="0"/>
        </a:defPPr>
      </a:lstStyle>
    </a:txDef>
  </a:objectDefaults>
  <a:extraClrSchemeLst/>
  <a:extLst>
    <a:ext uri="{05A4C25C-085E-4340-85A3-A5531E510DB2}">
      <thm15:themeFamily xmlns:thm15="http://schemas.microsoft.com/office/thememl/2012/main" name="VML Template 2026 - V01" id="{8984A699-0ABA-5F45-8AF1-8FF52BFB1400}" vid="{AF4473D3-EF3A-994F-9A1B-7AE3D0C6319B}"/>
    </a:ext>
  </a:extLst>
</a:theme>
</file>

<file path=ppt/theme/theme2.xml><?xml version="1.0" encoding="utf-8"?>
<a:theme xmlns:a="http://schemas.openxmlformats.org/drawingml/2006/main" name="VML - DARK MODE">
  <a:themeElements>
    <a:clrScheme name="VML">
      <a:dk1>
        <a:srgbClr val="191919"/>
      </a:dk1>
      <a:lt1>
        <a:srgbClr val="F5F5F5"/>
      </a:lt1>
      <a:dk2>
        <a:srgbClr val="191919"/>
      </a:dk2>
      <a:lt2>
        <a:srgbClr val="F5F5F5"/>
      </a:lt2>
      <a:accent1>
        <a:srgbClr val="723065"/>
      </a:accent1>
      <a:accent2>
        <a:srgbClr val="104B68"/>
      </a:accent2>
      <a:accent3>
        <a:srgbClr val="546232"/>
      </a:accent3>
      <a:accent4>
        <a:srgbClr val="AE7408"/>
      </a:accent4>
      <a:accent5>
        <a:srgbClr val="983F03"/>
      </a:accent5>
      <a:accent6>
        <a:srgbClr val="8B8C81"/>
      </a:accent6>
      <a:hlink>
        <a:srgbClr val="5E889C"/>
      </a:hlink>
      <a:folHlink>
        <a:srgbClr val="9E7696"/>
      </a:folHlink>
    </a:clrScheme>
    <a:fontScheme name="VML">
      <a:majorFont>
        <a:latin typeface="Snowflake Sans Medium"/>
        <a:ea typeface=""/>
        <a:cs typeface=""/>
      </a:majorFont>
      <a:minorFont>
        <a:latin typeface="Snowflake Sans Boo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2C4B8"/>
        </a:solidFill>
        <a:ln>
          <a:noFill/>
        </a:ln>
      </a:spPr>
      <a:bodyPr lIns="180000" tIns="180000" rIns="180000" bIns="180000" rtlCol="0" anchor="t"/>
      <a:lstStyle>
        <a:defPPr marL="360000" indent="-360000" algn="l">
          <a:lnSpc>
            <a:spcPct val="110000"/>
          </a:lnSpc>
          <a:spcAft>
            <a:spcPts val="1800"/>
          </a:spcAft>
          <a:buFont typeface="Snowflake Sans Light" panose="020B0305040401040103" pitchFamily="34" charset="0"/>
          <a:buChar char="□"/>
          <a:defRPr sz="200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VML Template 2026 - V01" id="{8984A699-0ABA-5F45-8AF1-8FF52BFB1400}" vid="{AEC1E00B-414D-884A-A0C5-294D1BB715D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omments xmlns="17ed6611-c2c4-4fc1-9ed0-5f7169cdb8e1" xsi:nil="true"/>
    <TaxCatchAll xmlns="7b9f76c3-f0f8-4c4f-8cbd-7f5b65fc3395" xsi:nil="true"/>
    <lcf76f155ced4ddcb4097134ff3c332f xmlns="17ed6611-c2c4-4fc1-9ed0-5f7169cdb8e1">
      <Terms xmlns="http://schemas.microsoft.com/office/infopath/2007/PartnerControls"/>
    </lcf76f155ced4ddcb4097134ff3c332f>
    <Info xmlns="17ed6611-c2c4-4fc1-9ed0-5f7169cdb8e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B92C397412B954A89F4766A0B9B41F5" ma:contentTypeVersion="638" ma:contentTypeDescription="Een nieuw document maken." ma:contentTypeScope="" ma:versionID="083c4caaa5e16938de2676943caed187">
  <xsd:schema xmlns:xsd="http://www.w3.org/2001/XMLSchema" xmlns:xs="http://www.w3.org/2001/XMLSchema" xmlns:p="http://schemas.microsoft.com/office/2006/metadata/properties" xmlns:ns2="7b9f76c3-f0f8-4c4f-8cbd-7f5b65fc3395" xmlns:ns3="17ed6611-c2c4-4fc1-9ed0-5f7169cdb8e1" targetNamespace="http://schemas.microsoft.com/office/2006/metadata/properties" ma:root="true" ma:fieldsID="d56e616161ae95f0f78e62e9dc7179b8" ns2:_="" ns3:_="">
    <xsd:import namespace="7b9f76c3-f0f8-4c4f-8cbd-7f5b65fc3395"/>
    <xsd:import namespace="17ed6611-c2c4-4fc1-9ed0-5f7169cdb8e1"/>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lcf76f155ced4ddcb4097134ff3c332f" minOccurs="0"/>
                <xsd:element ref="ns2:TaxCatchAll" minOccurs="0"/>
                <xsd:element ref="ns3:MediaServiceLocation" minOccurs="0"/>
                <xsd:element ref="ns3:Info" minOccurs="0"/>
                <xsd:element ref="ns3:Comments" minOccurs="0"/>
                <xsd:element ref="ns3:MediaServiceObjectDetectorVersions" minOccurs="0"/>
                <xsd:element ref="ns3:MediaServiceSearchProperties" minOccurs="0"/>
                <xsd:element ref="ns2:MigrationSource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b9f76c3-f0f8-4c4f-8cbd-7f5b65fc3395" elementFormDefault="qualified">
    <xsd:import namespace="http://schemas.microsoft.com/office/2006/documentManagement/types"/>
    <xsd:import namespace="http://schemas.microsoft.com/office/infopath/2007/PartnerControls"/>
    <xsd:element name="SharedWithUsers" ma:index="8"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e88b1fd8-3302-43ff-81ef-b72c34e5dd52}" ma:internalName="TaxCatchAll" ma:showField="CatchAllData" ma:web="7b9f76c3-f0f8-4c4f-8cbd-7f5b65fc3395">
      <xsd:complexType>
        <xsd:complexContent>
          <xsd:extension base="dms:MultiChoiceLookup">
            <xsd:sequence>
              <xsd:element name="Value" type="dms:Lookup" maxOccurs="unbounded" minOccurs="0" nillable="true"/>
            </xsd:sequence>
          </xsd:extension>
        </xsd:complexContent>
      </xsd:complexType>
    </xsd:element>
    <xsd:element name="MigrationSourceID" ma:index="28" nillable="true" ma:displayName="MigrationSourceID" ma:internalName="MigrationSourceID"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ed6611-c2c4-4fc1-9ed0-5f7169cdb8e1"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1effff48-cca9-4807-8ad1-02586ec8c425"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ternalName="MediaServiceLocation" ma:readOnly="true">
      <xsd:simpleType>
        <xsd:restriction base="dms:Text"/>
      </xsd:simpleType>
    </xsd:element>
    <xsd:element name="Info" ma:index="24" nillable="true" ma:displayName="Info" ma:format="Dropdown" ma:internalName="Info">
      <xsd:simpleType>
        <xsd:restriction base="dms:Text">
          <xsd:maxLength value="255"/>
        </xsd:restriction>
      </xsd:simpleType>
    </xsd:element>
    <xsd:element name="Comments" ma:index="25" nillable="true" ma:displayName="Comments" ma:format="Dropdown" ma:internalName="Comments">
      <xsd:simpleType>
        <xsd:restriction base="dms:Text">
          <xsd:maxLength value="255"/>
        </xsd:restriction>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732EA3-4C26-4330-B177-E57F6754B408}">
  <ds:schemaRefs>
    <ds:schemaRef ds:uri="http://schemas.microsoft.com/office/2006/documentManagement/types"/>
    <ds:schemaRef ds:uri="http://schemas.openxmlformats.org/package/2006/metadata/core-properties"/>
    <ds:schemaRef ds:uri="http://schemas.microsoft.com/office/infopath/2007/PartnerControls"/>
    <ds:schemaRef ds:uri="http://schemas.microsoft.com/office/2006/metadata/properties"/>
    <ds:schemaRef ds:uri="http://purl.org/dc/elements/1.1/"/>
    <ds:schemaRef ds:uri="http://purl.org/dc/terms/"/>
    <ds:schemaRef ds:uri="http://purl.org/dc/dcmitype/"/>
    <ds:schemaRef ds:uri="17ed6611-c2c4-4fc1-9ed0-5f7169cdb8e1"/>
    <ds:schemaRef ds:uri="7b9f76c3-f0f8-4c4f-8cbd-7f5b65fc3395"/>
    <ds:schemaRef ds:uri="http://www.w3.org/XML/1998/namespace"/>
  </ds:schemaRefs>
</ds:datastoreItem>
</file>

<file path=customXml/itemProps2.xml><?xml version="1.0" encoding="utf-8"?>
<ds:datastoreItem xmlns:ds="http://schemas.openxmlformats.org/officeDocument/2006/customXml" ds:itemID="{5FC67EFD-9AE7-491B-94D6-57C9078C330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b9f76c3-f0f8-4c4f-8cbd-7f5b65fc3395"/>
    <ds:schemaRef ds:uri="17ed6611-c2c4-4fc1-9ed0-5f7169cdb8e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303356-6B2B-4BEA-9653-1DD3D6CBF82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VML NL - LIGHT</Template>
  <TotalTime>2</TotalTime>
  <Words>3749</Words>
  <Application>Microsoft Office PowerPoint</Application>
  <PresentationFormat>Widescreen</PresentationFormat>
  <Paragraphs>590</Paragraphs>
  <Slides>63</Slides>
  <Notes>63</Notes>
  <HiddenSlides>0</HiddenSlides>
  <MMClips>0</MMClips>
  <ScaleCrop>false</ScaleCrop>
  <HeadingPairs>
    <vt:vector size="4" baseType="variant">
      <vt:variant>
        <vt:lpstr>Theme</vt:lpstr>
      </vt:variant>
      <vt:variant>
        <vt:i4>2</vt:i4>
      </vt:variant>
      <vt:variant>
        <vt:lpstr>Slide Titles</vt:lpstr>
      </vt:variant>
      <vt:variant>
        <vt:i4>63</vt:i4>
      </vt:variant>
    </vt:vector>
  </HeadingPairs>
  <TitlesOfParts>
    <vt:vector size="65" baseType="lpstr">
      <vt:lpstr>VML - LIGHT MODE</vt:lpstr>
      <vt:lpstr>VML - DARK MODE</vt:lpstr>
      <vt:lpstr>Presentation Template 2026 </vt:lpstr>
      <vt:lpstr>Template Guidance &amp; Requirements</vt:lpstr>
      <vt:lpstr>PDF export for sharing</vt:lpstr>
      <vt:lpstr>Color basics</vt:lpstr>
      <vt:lpstr>Core colors</vt:lpstr>
      <vt:lpstr>Grayscale</vt:lpstr>
      <vt:lpstr>Full palette with secondary colors</vt:lpstr>
      <vt:lpstr>Using color in your presentation</vt:lpstr>
      <vt:lpstr>Logo</vt:lpstr>
      <vt:lpstr>Special characters on a light and dark BG</vt:lpstr>
      <vt:lpstr>Doodles &amp; numbers on a light and dark BG</vt:lpstr>
      <vt:lpstr>Hand drawn icons</vt:lpstr>
      <vt:lpstr>Image Cover  Slide Options</vt:lpstr>
      <vt:lpstr>Title Of Your Presentation Goes Here</vt:lpstr>
      <vt:lpstr>Title Of Your Presentation Goes Here</vt:lpstr>
      <vt:lpstr>Section Divider Slide Options</vt:lpstr>
      <vt:lpstr>Divider Section Heading Goes Here</vt:lpstr>
      <vt:lpstr>Divider Section Heading Goes Here</vt:lpstr>
      <vt:lpstr>Divider Section Heading Goes Here</vt:lpstr>
      <vt:lpstr>Intro and Agenda</vt:lpstr>
      <vt:lpstr>Agenda</vt:lpstr>
      <vt:lpstr>Our Team</vt:lpstr>
      <vt:lpstr>Interior Slides</vt:lpstr>
      <vt:lpstr>Large Headline  Goes Here</vt:lpstr>
      <vt:lpstr>PowerPoint Presentation</vt:lpstr>
      <vt:lpstr>Header no content</vt:lpstr>
      <vt:lpstr>Header no content </vt:lpstr>
      <vt:lpstr>Header</vt:lpstr>
      <vt:lpstr>Header, content can contain bullets and wrap over two lines</vt:lpstr>
      <vt:lpstr>Header, content &amp; image</vt:lpstr>
      <vt:lpstr>Header, 2 column content</vt:lpstr>
      <vt:lpstr>Header, 2 column smaller content</vt:lpstr>
      <vt:lpstr>Header, 3 column content</vt:lpstr>
      <vt:lpstr>Header, 4 column content</vt:lpstr>
      <vt:lpstr>Image Heavy Interior Slides</vt:lpstr>
      <vt:lpstr>Header, example content for 3 images or 3 process steps</vt:lpstr>
      <vt:lpstr>Header, 3 process steps</vt:lpstr>
      <vt:lpstr>Header, 4 process steps</vt:lpstr>
      <vt:lpstr>Header, 5 process steps</vt:lpstr>
      <vt:lpstr>Header &amp; 2 images</vt:lpstr>
      <vt:lpstr>Header, content &amp; 3 images</vt:lpstr>
      <vt:lpstr>Header, content &amp; 4 images</vt:lpstr>
      <vt:lpstr>An epic statement.</vt:lpstr>
      <vt:lpstr>Brand Strategy</vt:lpstr>
      <vt:lpstr>Longer Headline to be Writen Here</vt:lpstr>
      <vt:lpstr>Lorem ipsum dolor sit amet, consectetur adipiscing elit, sed do eiusmod tempor.</vt:lpstr>
      <vt:lpstr>PowerPoint Presentation</vt:lpstr>
      <vt:lpstr>A statement over multiple lines.</vt:lpstr>
      <vt:lpstr>Header</vt:lpstr>
      <vt:lpstr>Header</vt:lpstr>
      <vt:lpstr>PowerPoint Presentation</vt:lpstr>
      <vt:lpstr>PowerPoint Presentation</vt:lpstr>
      <vt:lpstr>PowerPoint Presentation</vt:lpstr>
      <vt:lpstr>PowerPoint Presentation</vt:lpstr>
      <vt:lpstr>PowerPoint Presentation</vt:lpstr>
      <vt:lpstr>End Slides</vt:lpstr>
      <vt:lpstr>Thank you!</vt:lpstr>
      <vt:lpstr>PowerPoint Presentation</vt:lpstr>
      <vt:lpstr>PowerPoint Presentation</vt:lpstr>
      <vt:lpstr>Thank you!</vt:lpstr>
      <vt:lpstr>PowerPoint Presentation</vt:lpstr>
      <vt:lpstr>PowerPoint Presentation</vt:lpstr>
      <vt:lpstr>Contact </vt:lpstr>
    </vt:vector>
  </TitlesOfParts>
  <Manager/>
  <Company>VML</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Confidence 2026: Our Impact, Our Future</dc:title>
  <dc:subject>Year-End All Hands overview for feedback</dc:subject>
  <dc:creator>Zack Jemas</dc:creator>
  <cp:keywords/>
  <dc:description/>
  <cp:lastModifiedBy>Roel Faulhaber</cp:lastModifiedBy>
  <cp:revision>3</cp:revision>
  <dcterms:created xsi:type="dcterms:W3CDTF">2026-01-06T10:03:06Z</dcterms:created>
  <dcterms:modified xsi:type="dcterms:W3CDTF">2026-02-03T11:00:52Z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lpwstr>26300.0000000000</vt:lpwstr>
  </property>
  <property fmtid="{D5CDD505-2E9C-101B-9397-08002B2CF9AE}" pid="3" name="ContentTypeId">
    <vt:lpwstr>0x0101003B92C397412B954A89F4766A0B9B41F5</vt:lpwstr>
  </property>
  <property fmtid="{D5CDD505-2E9C-101B-9397-08002B2CF9AE}" pid="4" name="ComplianceAssetId">
    <vt:lpwstr/>
  </property>
  <property fmtid="{D5CDD505-2E9C-101B-9397-08002B2CF9AE}" pid="5" name="_ExtendedDescription">
    <vt:lpwstr/>
  </property>
  <property fmtid="{D5CDD505-2E9C-101B-9397-08002B2CF9AE}" pid="6" name="TriggerFlowInfo">
    <vt:lpwstr/>
  </property>
  <property fmtid="{D5CDD505-2E9C-101B-9397-08002B2CF9AE}" pid="7" name="MediaServiceImageTags">
    <vt:lpwstr/>
  </property>
</Properties>
</file>
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  <p:sldMasterId id="2147483719" r:id="rId5"/>
  </p:sldMasterIdLst>
  <p:notesMasterIdLst>
    <p:notesMasterId r:id="rId69"/>
  </p:notesMasterIdLst>
  <p:handoutMasterIdLst>
    <p:handoutMasterId r:id="rId70"/>
  </p:handoutMasterIdLst>
  <p:sldIdLst>
    <p:sldId id="256" r:id="rId14"/>
    <p:sldId id="257" r:id="rId15"/>
    <p:sldId id="25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554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109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663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217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2771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326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9880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434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Guidance &amp; Requirements" id="{90CA21CB-1215-234B-8055-6F53BC25DC40}">
          <p14:sldIdLst>
            <p14:sldId id="283"/>
            <p14:sldId id="374"/>
            <p14:sldId id="438"/>
            <p14:sldId id="375"/>
            <p14:sldId id="261"/>
            <p14:sldId id="465"/>
            <p14:sldId id="466"/>
            <p14:sldId id="461"/>
            <p14:sldId id="264"/>
            <p14:sldId id="440"/>
            <p14:sldId id="442"/>
            <p14:sldId id="441"/>
          </p14:sldIdLst>
        </p14:section>
        <p14:section name="Example Layouts (Slide Master)" id="{8C5B445F-BDD1-6643-8D83-5FFFE7153A0E}">
          <p14:sldIdLst>
            <p14:sldId id="471"/>
            <p14:sldId id="386"/>
            <p14:sldId id="487"/>
            <p14:sldId id="474"/>
            <p14:sldId id="482"/>
            <p14:sldId id="484"/>
            <p14:sldId id="403"/>
            <p14:sldId id="473"/>
            <p14:sldId id="483"/>
            <p14:sldId id="292"/>
            <p14:sldId id="475"/>
            <p14:sldId id="470"/>
            <p14:sldId id="327"/>
            <p14:sldId id="409"/>
            <p14:sldId id="308"/>
            <p14:sldId id="410"/>
            <p14:sldId id="411"/>
            <p14:sldId id="412"/>
            <p14:sldId id="413"/>
            <p14:sldId id="415"/>
            <p14:sldId id="416"/>
            <p14:sldId id="478"/>
            <p14:sldId id="476"/>
            <p14:sldId id="419"/>
            <p14:sldId id="456"/>
            <p14:sldId id="459"/>
            <p14:sldId id="460"/>
            <p14:sldId id="316"/>
            <p14:sldId id="417"/>
            <p14:sldId id="418"/>
            <p14:sldId id="464"/>
            <p14:sldId id="479"/>
            <p14:sldId id="488"/>
            <p14:sldId id="322"/>
            <p14:sldId id="324"/>
            <p14:sldId id="463"/>
            <p14:sldId id="325"/>
            <p14:sldId id="428"/>
            <p14:sldId id="430"/>
            <p14:sldId id="431"/>
            <p14:sldId id="432"/>
            <p14:sldId id="434"/>
            <p14:sldId id="433"/>
            <p14:sldId id="477"/>
            <p14:sldId id="333"/>
            <p14:sldId id="334"/>
            <p14:sldId id="337"/>
            <p14:sldId id="435"/>
            <p14:sldId id="436"/>
            <p14:sldId id="338"/>
            <p14:sldId id="4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D1555E-4F2D-5767-514C-7122D2F56F27}" name="Marianne van Rhijn" initials="MR" userId="S::marianne.vanrhijn@vml.com::7ac4edf9-67e6-4fcc-b5d4-d46bec6377ba" providerId="AD"/>
  <p188:author id="{5C6D0670-ACA2-9CCE-3B79-6D2C7E494726}" name="Emma Tilanus" initials="ET" userId="S::emma.tilanus@vml.com::b83526f4-1e6a-4267-a436-3089cf73dfd0" providerId="AD"/>
  <p188:author id="{687D0982-57E2-8AA6-DBB0-251E0943B9BE}" name="Rachel Negahban" initials="RN" userId="S::rachel.negahban@vml.com::c80982d3-d92a-45fa-b529-b2c703b67b14" providerId="AD"/>
  <p188:author id="{CE924EB1-E577-EC57-86F1-C184C9B3D1A9}" name="Roel Faulhaber" initials="RF" userId="S::roel.faulhaber@vml.com::8df17fb2-45ec-4652-b24e-c662ccbe92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9A742-59A2-EC4A-8259-3FE5A1660B95}" v="11" dt="2026-02-03T09:11:10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9"/>
    <p:restoredTop sz="94700"/>
  </p:normalViewPr>
  <p:slideViewPr>
    <p:cSldViewPr>
      <p:cViewPr>
        <p:scale>
          <a:sx n="142" d="100"/>
          <a:sy n="142" d="100"/>
        </p:scale>
        <p:origin x="824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69" Type="http://schemas.openxmlformats.org/officeDocument/2006/relationships/notesMaster" Target="notesMasters/notesMaster1.xml"/><Relationship Id="rId70" Type="http://schemas.openxmlformats.org/officeDocument/2006/relationships/handoutMaster" Target="handoutMasters/handout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Relationship Id="rId75" Type="http://schemas.microsoft.com/office/2015/10/relationships/revisionInfo" Target="revisionInfo.xml"/><Relationship Id="rId7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C3B140-F902-7D62-8EEE-92AF182E8B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Snowflake Sans Book" panose="020B05050404010401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B88F0-52EF-2123-E297-B8F4529B3B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CCEEF-1B1D-4141-87EB-8BC1B898DBE5}" type="datetimeFigureOut">
              <a:rPr lang="en-GB" smtClean="0">
                <a:latin typeface="Snowflake Sans Book" panose="020B0505040401040103" pitchFamily="34" charset="0"/>
              </a:rPr>
              <a:t>03/02/2026</a:t>
            </a:fld>
            <a:endParaRPr lang="en-GB">
              <a:latin typeface="Snowflake Sans Book" panose="020B05050404010401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F2B69-8A9B-9B8B-F5AC-E252588558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Snowflake Sans Book" panose="020B05050404010401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306DC-6851-01F9-005D-E7BD1B4D4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9B86F-E562-4A4A-AAD5-8986F46B4F41}" type="slidenum">
              <a:rPr lang="en-GB" smtClean="0">
                <a:latin typeface="Snowflake Sans Book" panose="020B0505040401040103" pitchFamily="34" charset="0"/>
              </a:rPr>
              <a:t>‹#›</a:t>
            </a:fld>
            <a:endParaRPr lang="en-GB">
              <a:latin typeface="Snowflake Sans Book" panose="020B05050404010401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99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Snowflake Sans Book" panose="020B05050404010401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Snowflake Sans Book" panose="020B0505040401040103" pitchFamily="34" charset="0"/>
              </a:defRPr>
            </a:lvl1pPr>
          </a:lstStyle>
          <a:p>
            <a:fld id="{D27763CC-25C3-BC40-9E94-076F38B10C4B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Snowflake Sans Book" panose="020B05050404010401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Snowflake Sans Book" panose="020B0505040401040103" pitchFamily="34" charset="0"/>
              </a:defRPr>
            </a:lvl1pPr>
          </a:lstStyle>
          <a:p>
            <a:fld id="{D1606047-7365-B54E-B40A-EE4FD430BF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48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109" rtl="0" eaLnBrk="1" latinLnBrk="0" hangingPunct="1">
      <a:defRPr sz="600" b="0" i="0" kern="1200">
        <a:solidFill>
          <a:schemeClr val="tx1"/>
        </a:solidFill>
        <a:latin typeface="Snowflake Sans Book" panose="020B0505040401040103" pitchFamily="34" charset="0"/>
        <a:ea typeface="+mn-ea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final Confidence All Hands of 2026 takes a slightly different shape this year: a 2026 Impact Report and a 2027 Future Outlook, rather than a traditional year-end celebration.</a:t>
            </a:r>
          </a:p>
          <a:p/>
          <a:p>
            <a:r>
              <a:t>Why: there's a lot worth recognizing, but this has been a demanding year. The meeting should show what we accomplished, appreciate the people behind it, and look ahead with some curiosity, without feeling overly celebratory.</a:t>
            </a:r>
          </a:p>
          <a:p/>
          <a:p>
            <a:r>
              <a:t>It's built around three parts: Our Impact, Our People and Our Future. Confidence leadership updates keep a dedicated slot.</a:t>
            </a:r>
          </a:p>
          <a:p/>
          <a:p>
            <a:r>
              <a:t>We're sharing this to get your reactions before planning goes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proposed run of show. Timing is a starting point.</a:t>
            </a:r>
          </a:p>
          <a:p/>
          <a:p>
            <a:r>
              <a:t>The flow moves from what we did, to who made it happen, to what could come next. Leadership updates keep a dedicated 10 minutes.</a:t>
            </a:r>
          </a:p>
          <a:p/>
          <a:p>
            <a:r>
              <a:t>The popcorn conversation is the most different part of the format: a short, live discussion where a few people from across Confidence build on each other's ideas about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look at what each part could include. These are examples and thought starters, not final selections.</a:t>
            </a:r>
          </a:p>
          <a:p/>
          <a:p>
            <a:r>
              <a:t>Our Impact: a few strong metrics and short client stories, organized by theme rather than by client, so it reads as one practice story rather than a status update. Possible featured stories from this year's Technology Reports include United Rentals (AI-enabled delivery and automation), Sherwin-Williams (shared delivery standards across the T4 product teams) and Mazda (program-level quality governance). A visual summary can show the breadth of work across other accounts.</a:t>
            </a:r>
          </a:p>
          <a:p/>
          <a:p>
            <a:r>
              <a:t>Our People: short spotlights connected to real contributions, such as innovation, leadership through tough delivery, collaboration, mentorship and knowledge sharing. Nominations would come from group and pod leads. Not a competitive awards format.</a:t>
            </a:r>
          </a:p>
          <a:p/>
          <a:p>
            <a:r>
              <a:t>Our Future: three "what if" provocations inspired by VML Intelligence's Future 100: 2026, each tied to something we did this year. Then a 12-minute popcorn conversation: four or five people from different disciplines and pods react to a scenario and build on each other's ideas, with the audience joining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it up. The goal is honest reactions, not sign-off.</a:t>
            </a:r>
          </a:p>
          <a:p/>
          <a:p>
            <a:r>
              <a:t>Prompts if the conversation needs a nudge:</a:t>
            </a:r>
          </a:p>
          <a:p>
            <a:r>
              <a:t>• Does an impact-and-future format feel right for the year we've had?</a:t>
            </a:r>
          </a:p>
          <a:p>
            <a:r>
              <a:t>• Is the time balanced well across updates, impact, recognition and discussion?</a:t>
            </a:r>
          </a:p>
          <a:p>
            <a:r>
              <a:t>• Are there stories, accomplishments or people we should make sure to include?</a:t>
            </a:r>
          </a:p>
          <a:p>
            <a:r>
              <a:t>• Does a live popcorn conversation sound engaging, or would something else work better? Who would be great in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>
            <a:extLst>
              <a:ext uri="{FF2B5EF4-FFF2-40B4-BE49-F238E27FC236}">
                <a16:creationId xmlns:a16="http://schemas.microsoft.com/office/drawing/2014/main" id="{B11FD746-8152-B7B9-617B-DC642523D2EB}"/>
              </a:ext>
            </a:extLst>
          </p:cNvPr>
          <p:cNvSpPr/>
          <p:nvPr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89B949-B3AE-E06F-5CC9-27B98B0A1951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hape">
            <a:extLst>
              <a:ext uri="{FF2B5EF4-FFF2-40B4-BE49-F238E27FC236}">
                <a16:creationId xmlns:a16="http://schemas.microsoft.com/office/drawing/2014/main" id="{60885F45-ECA4-8396-06F2-29B4E47629B9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Title 15">
            <a:extLst>
              <a:ext uri="{FF2B5EF4-FFF2-40B4-BE49-F238E27FC236}">
                <a16:creationId xmlns:a16="http://schemas.microsoft.com/office/drawing/2014/main" id="{FF714A49-274C-16ED-2B78-AE96703F48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/>
            </a:lvl1pPr>
          </a:lstStyle>
          <a:p>
            <a:pPr lvl="0"/>
            <a:r>
              <a:rPr lang="en-US"/>
              <a:t>Title Of Your Presentation Goes Here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98C47073-7431-F68B-C580-185E4B1D5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3C55B946-128F-C5CB-7ED2-A62949594E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D2E3CB7-D896-D1F9-06DD-0FB8BA6E4E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55A0A5-B9C6-279A-260A-0D6CFAA3D1B1}"/>
              </a:ext>
            </a:extLst>
          </p:cNvPr>
          <p:cNvCxnSpPr>
            <a:cxnSpLocks/>
          </p:cNvCxnSpPr>
          <p:nvPr userDrawn="1"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07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1 Imag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grid with a shadow&#10;&#10;AI-generated content may be incorrect.">
            <a:extLst>
              <a:ext uri="{FF2B5EF4-FFF2-40B4-BE49-F238E27FC236}">
                <a16:creationId xmlns:a16="http://schemas.microsoft.com/office/drawing/2014/main" id="{27E7B532-B873-5532-8BBA-A7B0B68B75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9"/>
            <a:ext cx="12192000" cy="6858000"/>
          </a:xfrm>
          <a:prstGeom prst="rect">
            <a:avLst/>
          </a:prstGeom>
        </p:spPr>
      </p:pic>
      <p:pic>
        <p:nvPicPr>
          <p:cNvPr id="4" name="Picture 3" descr="A grey grid with a shadow&#10;&#10;AI-generated content may be incorrect.">
            <a:extLst>
              <a:ext uri="{FF2B5EF4-FFF2-40B4-BE49-F238E27FC236}">
                <a16:creationId xmlns:a16="http://schemas.microsoft.com/office/drawing/2014/main" id="{9C201CD2-4224-6729-8178-703FB6CBD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9"/>
            <a:ext cx="12192000" cy="68580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C807C8-7AED-3B43-BE67-3E37543ED050}"/>
              </a:ext>
            </a:extLst>
          </p:cNvPr>
          <p:cNvCxnSpPr>
            <a:cxnSpLocks/>
          </p:cNvCxnSpPr>
          <p:nvPr/>
        </p:nvCxnSpPr>
        <p:spPr>
          <a:xfrm>
            <a:off x="262616" y="4379392"/>
            <a:ext cx="11658184" cy="0"/>
          </a:xfrm>
          <a:prstGeom prst="line">
            <a:avLst/>
          </a:prstGeom>
          <a:ln w="635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3715B9-DD03-31E2-C00B-6393211ABDD5}"/>
              </a:ext>
            </a:extLst>
          </p:cNvPr>
          <p:cNvCxnSpPr>
            <a:cxnSpLocks/>
          </p:cNvCxnSpPr>
          <p:nvPr/>
        </p:nvCxnSpPr>
        <p:spPr>
          <a:xfrm>
            <a:off x="262616" y="4379392"/>
            <a:ext cx="1165818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hape">
            <a:extLst>
              <a:ext uri="{FF2B5EF4-FFF2-40B4-BE49-F238E27FC236}">
                <a16:creationId xmlns:a16="http://schemas.microsoft.com/office/drawing/2014/main" id="{99CE9DAE-01FC-3EDB-1628-76B6D77DC158}"/>
              </a:ext>
            </a:extLst>
          </p:cNvPr>
          <p:cNvSpPr/>
          <p:nvPr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E9C216-96AE-17D9-6C60-B11F3A6629E6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hape">
            <a:extLst>
              <a:ext uri="{FF2B5EF4-FFF2-40B4-BE49-F238E27FC236}">
                <a16:creationId xmlns:a16="http://schemas.microsoft.com/office/drawing/2014/main" id="{5EE38D7B-304F-23B5-96A3-3A00BEB28B82}"/>
              </a:ext>
            </a:extLst>
          </p:cNvPr>
          <p:cNvSpPr/>
          <p:nvPr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16802667-2AF4-176B-217A-67D3A72F2C1E}"/>
              </a:ext>
            </a:extLst>
          </p:cNvPr>
          <p:cNvSpPr/>
          <p:nvPr userDrawn="1"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2006C3-A00F-C55B-50F5-95AB8204AED7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">
            <a:extLst>
              <a:ext uri="{FF2B5EF4-FFF2-40B4-BE49-F238E27FC236}">
                <a16:creationId xmlns:a16="http://schemas.microsoft.com/office/drawing/2014/main" id="{272A7CA0-7A6D-DE0E-A4A9-48195C0ABA33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4DD458F6-4298-6E7F-B769-55CDF5B88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/>
            </a:lvl1pPr>
          </a:lstStyle>
          <a:p>
            <a:pPr lvl="0"/>
            <a:r>
              <a:rPr lang="en-US"/>
              <a:t>Title Of Your Presentation Goes Here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2638952E-663F-1CBC-428B-C05760BF7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A17E6B5-CA24-ABB8-F31D-73A4AFF5B2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85C53F9-0C5D-DB4B-608D-73459277E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DA5E63-CD37-1B35-389D-915F885CD217}"/>
              </a:ext>
            </a:extLst>
          </p:cNvPr>
          <p:cNvCxnSpPr>
            <a:cxnSpLocks/>
          </p:cNvCxnSpPr>
          <p:nvPr userDrawn="1"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76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DEEEEC-CE4D-8588-0D73-6A2097D9E2A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D3B61E3D-FB8B-02C2-D9D4-12C1D4F30C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926D875-F78A-AFB1-E81F-DC7FE19180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8025" y="3437475"/>
            <a:ext cx="7950200" cy="2915391"/>
          </a:xfrm>
        </p:spPr>
        <p:txBody>
          <a:bodyPr numCol="2" spcCol="457200">
            <a:noAutofit/>
          </a:bodyPr>
          <a:lstStyle>
            <a:lvl1pPr marL="342900" marR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01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02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03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04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05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06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07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08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470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7928A76C-FE78-0D39-37DA-CC6F9E29CA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4583" y="2982504"/>
            <a:ext cx="1251093" cy="1251638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653B573-27D3-B79A-1B5B-CA8C98A3F9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71885" y="2982504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01DEA4E-B81C-8325-55F5-8BC030544D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59971" y="2982503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9104D87D-AB8C-7BD6-200F-F1D004230C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48565" y="2982503"/>
            <a:ext cx="1248996" cy="1249541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706B5A93-9ACD-9472-6C49-636EAFC29C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74583" y="4827930"/>
            <a:ext cx="1251093" cy="1251638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7BCBD368-5433-1BDA-C587-12E50A7F281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71885" y="4827930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8F9E5864-C63E-C9A5-A0D8-4078D0ECBA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959971" y="4827929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2A31084-D5F3-12E0-15BD-9A6C7C23F8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48565" y="4827930"/>
            <a:ext cx="1248996" cy="1249541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EC82204-ADBF-7D9C-3683-A8BF466C3E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74582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1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AB7BE618-E9C3-57FE-B009-63B09FDE46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74582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2AC722F2-A237-127A-303A-480AC4529C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61197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2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E902DEA9-1930-2B5B-1176-127E86AA11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61197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5CAAD71-7BBE-6150-E15E-AD65F69402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011" y="429465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3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049487D3-FDF6-95A8-7182-DD547C6D7D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56011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C6C1B317-328A-647A-459B-CB641361AB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42626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4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16C5DBEB-AB1E-ED96-FDB1-2E879840B1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42626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C4BE1477-BD73-D848-BAD5-B66D6367A2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74582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5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8233BC37-EEDA-CC3F-CF5E-2FA1C9AF94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4582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3E8B4B5F-2760-A276-4636-F349D2FB4FD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61197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6</a:t>
            </a: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66397E74-10C5-D2AA-1FD8-439713DE53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61197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86002FAC-B97E-D308-5EA5-5581D27D1E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56011" y="614270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7</a:t>
            </a:r>
          </a:p>
        </p:txBody>
      </p:sp>
      <p:sp>
        <p:nvSpPr>
          <p:cNvPr id="44" name="Text Placeholder 20">
            <a:extLst>
              <a:ext uri="{FF2B5EF4-FFF2-40B4-BE49-F238E27FC236}">
                <a16:creationId xmlns:a16="http://schemas.microsoft.com/office/drawing/2014/main" id="{D6834B0D-0111-4971-6C68-3E52683B1BE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56011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49F1D2A8-B119-1A6E-F92B-0F60174C577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42626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8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D4B45652-A158-E351-3F8A-C629D48E52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42626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8E6D941-5780-6A71-9061-1C0FEFB5D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Your Team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E9D214-BC4E-CB8A-7836-6951DF8C8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">
            <a:extLst>
              <a:ext uri="{FF2B5EF4-FFF2-40B4-BE49-F238E27FC236}">
                <a16:creationId xmlns:a16="http://schemas.microsoft.com/office/drawing/2014/main" id="{5EC9EF64-2C71-8501-3D74-6596C60405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8557" y="3015837"/>
            <a:ext cx="3742195" cy="52879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86286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C1EBA7-5506-6B68-C231-D00B3CDA6C33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92E4A7-5DAB-ABE8-5192-1989E7776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B165F199-7337-F614-1B12-94C96150A2C0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224083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o lin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92E4A7-5DAB-ABE8-5192-1989E7776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4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tatement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D88EB7-C84C-66B0-46AC-EF32EC315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679720"/>
            <a:ext cx="9674984" cy="1625060"/>
          </a:xfrm>
        </p:spPr>
        <p:txBody>
          <a:bodyPr/>
          <a:lstStyle>
            <a:lvl1pPr>
              <a:defRPr sz="6400" spc="-150">
                <a:solidFill>
                  <a:schemeClr val="tx1"/>
                </a:solidFill>
              </a:defRPr>
            </a:lvl1pPr>
          </a:lstStyle>
          <a:p>
            <a:r>
              <a:rPr lang="en-US"/>
              <a:t>Large Headline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08C5689-9D83-93AD-551B-C14348136D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7" y="2536677"/>
            <a:ext cx="7687434" cy="1800493"/>
          </a:xfrm>
        </p:spPr>
        <p:txBody>
          <a:bodyPr wrap="square">
            <a:sp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supports bold formatting.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F7CCA0-CDAB-40F1-EF33-C11EABCC3BB6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6E4929-199B-0760-E5AB-D97474241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01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0.1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F4884-4941-FFB4-A040-BE525DE20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96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2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6C9D5C-4C01-B9C9-235D-AB7D0D466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2B1D8070-74D5-11A7-1097-2308DA031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8669" cy="284694"/>
          </a:xfrm>
        </p:spPr>
        <p:txBody>
          <a:bodyPr anchor="t"/>
          <a:lstStyle>
            <a:lvl1pPr>
              <a:lnSpc>
                <a:spcPct val="90000"/>
              </a:lnSpc>
              <a:defRPr sz="20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25135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3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6ACA18F-DDFD-E1F9-A80B-9525EE2501D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3F7496-825B-13AC-0ACF-92C0AF0645E5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65B5AB-099D-93EC-8A8B-CAEA6A1D4C0D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07EBA3-147C-07BE-D68B-6879DB7E2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92B752CD-BC10-5180-4FC6-AE9671867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079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48319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7691873" cy="3141886"/>
          </a:xfrm>
        </p:spPr>
        <p:txBody>
          <a:bodyPr wrap="square">
            <a:sp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5B797-42E0-70D0-E6A0-C87087A89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40D5982D-02F2-6A45-CB8E-0BC5A69BF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660306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3BDA-E198-0198-BFCB-D434627ED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D3827E2A-1E9E-F174-E9D9-7E77D6F90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E84CEB8-6C95-7E2A-A406-F1063E3E2D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9955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1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619011-95DF-BC15-9877-C3E249BD1B79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3BDA-E198-0198-BFCB-D434627ED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7">
            <a:extLst>
              <a:ext uri="{FF2B5EF4-FFF2-40B4-BE49-F238E27FC236}">
                <a16:creationId xmlns:a16="http://schemas.microsoft.com/office/drawing/2014/main" id="{344097BF-C0DD-2680-0B7B-63668654E2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902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5A73C061-B0D2-BEEC-05D3-5D79042E3E0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583E2E4-6AC2-884E-898F-1DDBFF8870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0BF4823-D05E-A5DB-D2A8-F7CA0EBC68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9960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3712670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/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E84CEB8-6C95-7E2A-A406-F1063E3E2D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2042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0CB8DD6-A549-B5F6-C607-6B7C5471237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5998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540473-B034-9EB2-494B-4C26002F3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13A68956-E942-A573-1B71-B2FB74824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88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C315452E-8A64-EBA6-C22F-3150C3979F3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6130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4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540473-B034-9EB2-494B-4C26002F3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13A68956-E942-A573-1B71-B2FB74824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5710681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21D2B006-F749-8F43-65FE-4CF321D2989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9C39448-E79C-C658-7E18-C89357FF137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604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2F8997B-5962-DDDC-E4AB-2E46CC37E5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8442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8819A23-7264-7663-70E0-59DA8AB76B8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66279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B39116E-F76F-5677-5F0B-045161D75A2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21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5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6698228" cy="4311437"/>
          </a:xfrm>
        </p:spPr>
        <p:txBody>
          <a:bodyPr wrap="square">
            <a:spAutoFit/>
          </a:bodyPr>
          <a:lstStyle>
            <a:lvl1pPr marL="319976" marR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 sz="2000"/>
            </a:lvl1pPr>
          </a:lstStyle>
          <a:p>
            <a:pPr marL="319976" marR="0" lvl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/>
            </a:pPr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B3B65328-55C0-54EE-EFBC-E4320545CE1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83DFC-6AA7-11BC-1861-9456BAA7D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A403E14E-4407-9879-BC85-FB4C90A0BE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2838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6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70B266-5446-768A-82D4-69E5C5EF51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0770483-108A-B69C-6103-1E6EE04E2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25613"/>
            <a:ext cx="6695203" cy="4865687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EC02C0-8D54-6533-F1B0-12840906CFED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BA9835-50D3-5A66-6A02-239514B22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5BB8B46-AFFA-5E2C-16C5-6A66FEA391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7027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7D179E22-B500-E387-709F-E50EC737B4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6686075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016406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7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D0469808-88FD-ACEF-2F72-0BE6F0097F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5250" y="2873188"/>
            <a:ext cx="3715550" cy="371521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6F949642-FA3F-1419-ADF6-2AD5A69F52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4008" y="2873188"/>
            <a:ext cx="3715550" cy="371521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3B3202-D2D8-FA21-2C67-6C6FCA7E73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2766" y="2877670"/>
            <a:ext cx="3715550" cy="371521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522959-3D58-6A3C-F7EB-15C62682FE4C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23C309C-8C63-B444-3D0D-51A050F542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2"/>
            <a:ext cx="7691873" cy="1024465"/>
          </a:xfrm>
        </p:spPr>
        <p:txBody>
          <a:bodyPr wrap="square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1109E-AA7A-25CA-A789-70C04273A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15049F56-995E-94DF-D02C-5287BF5C2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075972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8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918FA23-A2B1-2DE4-628F-B700CCD9B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0A2F4B5-F97D-5BD8-3FEC-886BE93594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95855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6CF6E1-70C8-5571-26E2-DF4E936FF2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8944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082EC09-A908-1368-5540-7151D817A4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62033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5D9ACD-5E58-70FE-2D91-456F5D8594A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92B12EA-3292-844F-2545-A5DFDA3C18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3"/>
            <a:ext cx="7691873" cy="1789097"/>
          </a:xfrm>
        </p:spPr>
        <p:txBody>
          <a:bodyPr wrap="square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F685-1DEC-4941-CA43-AA890CBA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45284362-85EF-0F31-08A4-C83F56757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803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87718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3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082FFCD-E722-4410-0585-EC6838057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78DC13F1-691D-8907-98A7-F1409C69DC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F63CB761-1316-DE32-E9EB-47AFA52DF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C89E90DE-517E-569B-3DF5-C8C28C61B8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5" y="1735200"/>
            <a:ext cx="3715550" cy="3717218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EAC04FF3-128E-CB36-88DF-56B71BE9BF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3542" y="1735200"/>
            <a:ext cx="3716016" cy="3717218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CE15A452-5BCA-A372-4C53-91E56F5584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362" y="1735200"/>
            <a:ext cx="3717635" cy="3717218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8516C959-7B52-5E43-7A6D-62AE3E8CC0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420584" y="2039768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40F1745-64A6-043C-2083-2706C64525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5" y="5959121"/>
            <a:ext cx="3715550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D3431A4-475D-F1F5-AED8-5297E080135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5" y="5600700"/>
            <a:ext cx="3723244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76C5DBE-4476-EEC1-C7C4-D755312864E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36707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202A4D59-183B-08BF-2C80-DBD1BA4A8F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6707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F064CFB-1DAE-3224-399B-2E89BEAB113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4681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F699313E-8FED-E430-C061-22C9EDD6C7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04681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6EF467B-A616-D40F-6E03-85E793500FC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409070" y="3419164"/>
            <a:ext cx="615764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C4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8C96ED4-92B0-B68C-9F88-F62D7E0151A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409071" y="3060743"/>
            <a:ext cx="617040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8766843A-CB06-94BE-C89F-A13A7C04DD8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3924300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016FF4C-E0EE-4266-56CB-903B099DD48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5313429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C44309B-7E56-0F3E-73BB-67C395C27AE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4955008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D6C6894D-62AF-EB1C-D07F-98CDB469304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3716016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E878222-0CFD-9B0B-6744-27BB667D36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30740" y="1736684"/>
            <a:ext cx="3716016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A9172FDB-E920-9BD5-60C0-B34B5A95122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198714" y="1736684"/>
            <a:ext cx="3716016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043FF3A7-5565-E04F-FE81-8DEDEB930A1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420584" y="2041252"/>
            <a:ext cx="610995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3AE59C4-E1A6-009D-99B6-39194F9DFE6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3925784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49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4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08C63A-3F26-D834-37DB-753DEA39A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4BBC751-C879-FB3B-85EE-110E43E33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C31E4050-544A-E5CD-69EE-23EAE4604F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EF81045-8355-78E5-6F02-E938816055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742843" cy="2743200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24BBF19B-57E7-D926-75E3-10BC1082AE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31126" y="1735200"/>
            <a:ext cx="2742843" cy="2743200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B845E690-084D-F08C-299C-015E806F7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486" y="1735200"/>
            <a:ext cx="2742843" cy="2743200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95D7DC-8DD5-349E-8778-32BAF180E2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67846" y="1735200"/>
            <a:ext cx="2742843" cy="2743200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40A1335-D272-418E-6248-26244CADB8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4756E434-CB22-F4F7-92AE-F6FAC5C405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3F9C14-DAF9-A524-58A0-2DE305E854C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30604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3D9EAA8-D632-0E1B-5D05-2F1D995E93D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0604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0B32E9D6-9F88-F1C1-5A7C-1410C0DD2F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9129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C24E4DD2-68A8-503A-E1C0-2D6FB2B518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9129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3ADB7AA-1BF3-A54F-EEA4-93F28F2165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7845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0CDF8783-D99D-16DD-C360-27EEBB30975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6784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C03E44AF-8AB7-AD4E-8668-4B618F06676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1946206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C19A9DD-0E36-9E28-1353-2452D5EA11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3335335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3DCB14B-6B03-E5E0-DD83-F86FCA9FF1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2976914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843BF731-A1E0-9006-BC2B-158E09F3A1D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9399E324-4D95-4419-6B33-BCEFE6A38EA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30604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BF2A36-78BA-7C5B-EF22-47E141A7451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9948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9E4CDDD-95E3-3497-FF2E-8C9BA0BFF75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6784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E142624E-FE9A-0180-6819-2420DF1FE53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1947690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79848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5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3915-C837-795C-B054-5356874DD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AD4B38F-5BB6-F764-7E91-CDD69E7564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4107AAE8-0D68-EC66-4ED4-D2A289B0B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FECFA91-CA0B-56FB-D93A-FFF6ADB308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196720" cy="2194021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B2FCEE3-AA03-6F2C-0A02-4A15DEBFF0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31136" y="1735200"/>
            <a:ext cx="2196720" cy="2194021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4432123-C934-E8FB-3A26-99C2648297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9507" y="1735200"/>
            <a:ext cx="2196720" cy="2194021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33BF4B9-3649-F727-449A-A7F1E9CB9D6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7878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937A4BFD-E836-7BD7-AB91-8CB1ED21C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4552895"/>
            <a:ext cx="2196720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640231-5025-F908-2EEB-72212AC4DEE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194474"/>
            <a:ext cx="220126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3A73B5F-8F8C-7100-D783-82E0CD559F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9660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373E783F-A8EB-B286-F65B-430975E1E8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09660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6D8A8242-F828-2035-07A1-7BBEC815C7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97837" y="4552895"/>
            <a:ext cx="2200452" cy="1365518"/>
          </a:xfrm>
        </p:spPr>
        <p:txBody>
          <a:bodyPr wrap="square" rIns="0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80E14B2-3F49-80E8-9F32-D46DBD4AEB3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97838" y="4194474"/>
            <a:ext cx="220500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7F97F92-72C3-67E7-FBDA-21D3D34A2FE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493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88204EF-310C-F33B-B998-5F2F14B152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66494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238DF19C-4284-A04B-1B30-CD15079F4697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736247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D7358003-E4E4-4743-7C60-000DD7691D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36247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F58D74-2F58-9093-2286-EA8B4789533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36247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5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4841AE8-FD80-F41B-E8C5-54CB1952238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33B3BF3-7E12-858B-4371-5B067D09D15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31136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FA7967-0007-B300-34DB-6DEA1CC184C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99577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7E6D46BF-D0CF-4057-1F13-0AED5780060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64145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167E12C-CC23-0E03-25C0-C4F50DEA08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36248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109091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Storyboard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B6FF7A-C5BD-4092-06AE-B81828342D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2616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EC2CA4-01EC-30F5-3923-EAB2DE341694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hape">
            <a:extLst>
              <a:ext uri="{FF2B5EF4-FFF2-40B4-BE49-F238E27FC236}">
                <a16:creationId xmlns:a16="http://schemas.microsoft.com/office/drawing/2014/main" id="{9C152045-BBAE-5CDD-1937-02211B00730D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50789E27-8B74-B0BF-0B8B-2697C6E659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665" y="749552"/>
            <a:ext cx="3707917" cy="261610"/>
          </a:xfrm>
        </p:spPr>
        <p:txBody>
          <a:bodyPr/>
          <a:lstStyle>
            <a:lvl1pPr>
              <a:defRPr sz="2000" spc="0"/>
            </a:lvl1pPr>
          </a:lstStyle>
          <a:p>
            <a:r>
              <a:rPr lang="en-US"/>
              <a:t>Header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DDBC30C-62AB-2E94-268A-D3468CF328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41248" y="708152"/>
            <a:ext cx="470235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604B6A3-0E2F-173F-DD71-679F89C7A0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616" y="1312294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B6F6562-FC62-BB32-EA34-3EB70C2EE1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2042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195466F1-E508-D2D8-6D5C-41473F7480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42042" y="1312294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6EB93F3-D8B7-F233-C5AE-D4F58817B4D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1468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D682FAE-E648-3A87-2F8B-C3AE8DEEB0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221468" y="1312294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E4422A5-5488-C942-7EF7-4B55CD90FF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616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446C710-080C-E915-E770-DF5D2FE1822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62616" y="4086809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15846F0-DD8D-CD17-45AE-CCBD2D99F27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42042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F9A3119-0093-A91A-7D8A-F0C2603C40A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42042" y="4086809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A9CBAA9-08F8-E284-8A59-49E6E3FC57D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21468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21BECB3-372B-9B53-FA40-0ABB0A05C89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221468" y="4086809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CA06A-B993-C244-FF46-7A4928C51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396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icture Grid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85C9B886-F3E4-5E12-9A00-84CD82AC550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62766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F8F94976-A702-C1F9-A837-6776C974B64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253957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491733F7-529D-CC79-65CB-FFFF026BCCC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237993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6A1F7AA5-5BAB-2CF9-9D3F-E106BCE895EC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29333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CC8DDA27-CE84-DC52-6023-A2C4DE0F940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2575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6718BFA9-E1B3-D6BB-7487-C006F510A57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195030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3CADC0AD-CA08-AEA2-21C6-E3AC795358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62766" y="5999953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DBFB30C-D9E0-5B84-1D3C-59BFA31CBE8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5411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5467940A-A0E4-39FE-276D-52982FC5B1D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4545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1F97773C-D0B7-F881-B1A5-D8AEDF553E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679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2ECF84FA-0E79-D13F-83BD-198A87BF689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2813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F69D5152-F0FC-DBAB-A69E-3CF712D6BBC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1947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DBF4C0-48BD-0AA4-AC08-3488348A30AF}"/>
              </a:ext>
            </a:extLst>
          </p:cNvPr>
          <p:cNvCxnSpPr>
            <a:cxnSpLocks/>
          </p:cNvCxnSpPr>
          <p:nvPr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C498253-E19A-9981-7491-0B0200501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C4EF51A-A56C-324C-7B1A-B7579A5A37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53957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4F721F11-D41A-997F-55D6-70373D59D1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7993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4B87836F-5514-410A-006A-3F8EF5C8A2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29333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107E7A96-FD00-0FC7-A726-81E9C011D1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12575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62A229C-FE8E-6E1A-4CCD-6B54E572722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95030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4B7B71-D5EB-3F43-CF27-6D94A6701913}"/>
              </a:ext>
            </a:extLst>
          </p:cNvPr>
          <p:cNvCxnSpPr>
            <a:cxnSpLocks/>
          </p:cNvCxnSpPr>
          <p:nvPr userDrawn="1"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57086F-2E26-D088-74D3-090BC12E603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2766" y="3544851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C193CEC-8281-A77D-4837-045AC62532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5411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F6F26F2-0478-EACF-FD9A-457F531B24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545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8043EB6-CD12-E6E8-6CD5-59F8E958283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3679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FE48E665-7BAD-2DF6-E021-51FDE8C4483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813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89B74F3-7F23-BD89-88BB-A14E3E67AD5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1947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CD2EAC-2BCE-DE73-057C-0294CC80D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2243729C-6E16-9E60-E08C-C61016CE3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F6993D45-8C38-E943-4D5B-0213C84D9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555019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1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1F0CB571-2CC5-3A2F-2978-74174DAA45F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480337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436492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FDC720D-9A69-3CE1-C1B4-9067527A25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304955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1A9AE1E9-1CFA-55D3-3DF0-7261488E069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A19B2CC4-547F-49CA-6526-7197F55615C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E628A5-ED58-A3B0-1085-968A9E997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335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2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02BA032F-0C7E-6C39-16BE-83DF2C62486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41772E7-5B40-90F2-E589-5CDE69BC1D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C6F8664-9FED-BFA0-E912-512D1791091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9BAFF3A1-B2AB-57EF-7216-B3AC7AB62A95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80A79D59-5844-353F-A355-16B6B3A22E8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5273E02F-B306-FEE8-2E2A-998150880A3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8BB3589-59E9-D1C6-A087-4B68C49F65D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29BC56FF-C753-705C-7A95-BFCE3BBD276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C90FC4B6-5FA5-16D5-9044-41A00345BAB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59D69C04-CC4C-80F5-C3E4-A747486A994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A68D2872-91B7-8B78-9CB9-9B212EFBC45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F4B3DD27-7ACF-A93D-09FF-B3E7E338204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170F12CB-0EC7-7879-C67C-7797326E64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3083E0A1-76D1-5B10-730E-0356936047E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B1EC3D66-E041-A988-F44E-2CDAD644732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B4869F0-5EDD-CA2E-9E36-673D0B0B1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45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79573AD3-1512-A3C1-57D1-76791DA6D33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615" y="4176393"/>
            <a:ext cx="2414907" cy="241490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D1F00655-973F-FD6A-C63E-200233E1589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573434" y="3319765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6C50B38-7F7A-B489-F499-BA136B985D6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884254" y="2463137"/>
            <a:ext cx="2414907" cy="241490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EB6F76FB-559D-8CE5-A862-E084509CCBB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195073" y="1606509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FDA8DAD-9128-FB1B-76AC-5D625583650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505893" y="749881"/>
            <a:ext cx="2414907" cy="241490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E4CCCA-1E42-6208-BF17-9FAD0122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740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0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2D3EB6C-7917-FE14-D867-4E2C338DB7C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F11835-9A8C-3DFF-18AF-06E3BB3DE64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938565" y="2349070"/>
            <a:ext cx="4771047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896788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890235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97214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1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7229301" cy="6858000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9399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2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4762094" cy="6858000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794863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3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01AECDDC-3D76-B69D-F1D1-EFE61C06B23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BDCEF0DC-1D0A-A52A-7B02-AEDB11FF840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9976C5A-297B-964B-48B5-7A2B75129C8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B703B56-226B-2C4E-2EDA-FC75B8547DD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B3F0B3BD-1F90-6603-C5D8-B9C69F12697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2346158"/>
            <a:ext cx="4784153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26B37B14-61A6-E5D4-3294-C98DDECED1B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428D0CC-3532-3F0F-24F6-50B255A6202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4C300D6-D584-775F-C7EF-6521A28CAB3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A71E2631-A7E0-A350-25EE-1612875955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788902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4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12A4B2F-2114-2E2E-19AD-041E4AACF7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86865" y="2345458"/>
            <a:ext cx="4762094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16477" y="0"/>
            <a:ext cx="4788630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3D1BA6A1-4247-7817-BC98-3A1B254A594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BE9E9866-CDC1-C0B3-B495-7AEE678D156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20D2C50-33E1-A17C-8446-F27EEDF30C9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95167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95979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.0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002991" y="2933700"/>
            <a:ext cx="1641222" cy="1641223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50323" y="3532402"/>
            <a:ext cx="2241598" cy="2241599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246457" y="3224842"/>
            <a:ext cx="2364514" cy="236451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2993296" y="1083192"/>
            <a:ext cx="2241598" cy="2241599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988024" y="1274996"/>
            <a:ext cx="1508104" cy="150810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989429" y="2674948"/>
            <a:ext cx="1508104" cy="1508105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9622" y="1088494"/>
            <a:ext cx="1793435" cy="1793437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73058" y="2133600"/>
            <a:ext cx="973267" cy="973268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154" y="5295900"/>
            <a:ext cx="3699429" cy="1015663"/>
          </a:xfrm>
        </p:spPr>
        <p:txBody>
          <a:bodyPr anchor="b"/>
          <a:lstStyle>
            <a:lvl1pPr algn="r">
              <a:defRPr sz="3999" spc="-75"/>
            </a:lvl1pPr>
          </a:lstStyle>
          <a:p>
            <a:pPr lvl="0"/>
            <a:r>
              <a:rPr lang="en-US"/>
              <a:t>Iconic</a:t>
            </a:r>
            <a:br>
              <a:rPr lang="en-US"/>
            </a:br>
            <a:r>
              <a:rPr lang="en-US"/>
              <a:t>statement.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2400781" y="2206186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10631268" y="220399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20138769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498DD5-8334-9B3C-9CBE-37B55B5E31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91827" y="794388"/>
            <a:ext cx="4067795" cy="4064630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D1FEE7C-553C-4A8B-BC77-F8DF21CFAE2F}"/>
              </a:ext>
            </a:extLst>
          </p:cNvPr>
          <p:cNvSpPr/>
          <p:nvPr userDrawn="1"/>
        </p:nvSpPr>
        <p:spPr>
          <a:xfrm>
            <a:off x="987537" y="5761382"/>
            <a:ext cx="269763" cy="269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A6222-3515-ED1E-22C8-0B196FE22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A684C8D1-0533-24A7-9162-A14CF692F7BB}"/>
              </a:ext>
            </a:extLst>
          </p:cNvPr>
          <p:cNvSpPr/>
          <p:nvPr userDrawn="1"/>
        </p:nvSpPr>
        <p:spPr>
          <a:xfrm>
            <a:off x="7223125" y="526792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4128765-AC6B-97A3-0F71-9EBDD5666A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4560" y="2280275"/>
            <a:ext cx="3256506" cy="3256506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BB12CB4-F5F3-7AC1-AE2C-FEA23CAE57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08671" y="3706018"/>
            <a:ext cx="2325129" cy="2325127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C1DD5EFB-A24A-8010-EC1E-1A692A0A7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822" y="1052569"/>
            <a:ext cx="5223761" cy="569387"/>
          </a:xfrm>
        </p:spPr>
        <p:txBody>
          <a:bodyPr wrap="square" anchor="b">
            <a:spAutoFit/>
          </a:bodyPr>
          <a:lstStyle>
            <a:lvl1pPr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7FD5D1F-433D-30B2-4187-C985BEC9F10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9210" y="1603813"/>
            <a:ext cx="5225242" cy="33086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 eius</a:t>
            </a:r>
          </a:p>
        </p:txBody>
      </p:sp>
    </p:spTree>
    <p:extLst>
      <p:ext uri="{BB962C8B-B14F-4D97-AF65-F5344CB8AC3E}">
        <p14:creationId xmlns:p14="http://schemas.microsoft.com/office/powerpoint/2010/main" val="7908878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.0 (Light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BC536DB3-4F6D-00AF-9CA8-CF536E7980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00175" y="1468834"/>
            <a:ext cx="1720625" cy="1720584"/>
          </a:xfrm>
          <a:prstGeom prst="rect">
            <a:avLst/>
          </a:prstGeom>
          <a:solidFill>
            <a:srgbClr val="C2C4B8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608B3A1A-733C-5681-979D-7DBAAF1F16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2766" y="2337598"/>
            <a:ext cx="3703382" cy="3700688"/>
          </a:xfrm>
          <a:prstGeom prst="rect">
            <a:avLst/>
          </a:prstGeom>
          <a:solidFill>
            <a:srgbClr val="C2C4B8"/>
          </a:solidFill>
        </p:spPr>
        <p:txBody>
          <a:bodyPr anchor="ctr"/>
          <a:lstStyle>
            <a:lvl1pPr marL="7143" indent="-794" algn="ctr"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9FA71E-4975-6DC3-270B-1BF03D7C26A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47603" y="5140763"/>
            <a:ext cx="1720625" cy="1717237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F3F980-7303-7433-7BA0-B2E600EEDB0F}"/>
              </a:ext>
            </a:extLst>
          </p:cNvPr>
          <p:cNvCxnSpPr>
            <a:cxnSpLocks/>
          </p:cNvCxnSpPr>
          <p:nvPr/>
        </p:nvCxnSpPr>
        <p:spPr>
          <a:xfrm>
            <a:off x="271200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6BECE9EE-9083-6A68-D693-1B828A1065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6642" y="2932"/>
            <a:ext cx="1467796" cy="1471712"/>
          </a:xfrm>
          <a:prstGeom prst="rect">
            <a:avLst/>
          </a:prstGeom>
          <a:solidFill>
            <a:srgbClr val="C2C4B8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37BB711-C787-4572-B73D-BA88FB587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9351" y="2971800"/>
            <a:ext cx="4702174" cy="786369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Longer Headline to be</a:t>
            </a:r>
            <a:br>
              <a:rPr lang="en-US"/>
            </a:br>
            <a:r>
              <a:rPr lang="en-US"/>
              <a:t>Written here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A555A425-2CF2-491C-3C4C-07F79EB29170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26061544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BB12CB4-F5F3-7AC1-AE2C-FEA23CAE57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031760"/>
            <a:ext cx="2146041" cy="2146041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4128765-AC6B-97A3-0F71-9EBDD5666A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785" y="2963196"/>
            <a:ext cx="1101012" cy="1101012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498DD5-8334-9B3C-9CBE-37B55B5E31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30345" y="504031"/>
            <a:ext cx="5290455" cy="528633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D1FEE7C-553C-4A8B-BC77-F8DF21CFAE2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A6222-3515-ED1E-22C8-0B196FE22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1656EF-B935-C345-E4A1-76A837F7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1248" y="4845632"/>
            <a:ext cx="4969427" cy="117416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6343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5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B54E1074-5BBA-6736-8077-5BA6D135BE2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6096000" cy="6857998"/>
          </a:xfrm>
          <a:prstGeom prst="rect">
            <a:avLst/>
          </a:prstGeom>
          <a:solidFill>
            <a:schemeClr val="tx1"/>
          </a:solidFill>
        </p:spPr>
        <p:txBody>
          <a:bodyPr anchor="t">
            <a:noAutofit/>
          </a:bodyPr>
          <a:lstStyle>
            <a:lvl1pPr marL="319976" marR="0" indent="-319976" algn="ctr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F2190E-3350-9007-2590-0FAF27D1874D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hape">
            <a:extLst>
              <a:ext uri="{FF2B5EF4-FFF2-40B4-BE49-F238E27FC236}">
                <a16:creationId xmlns:a16="http://schemas.microsoft.com/office/drawing/2014/main" id="{8DFC4937-3FD6-DBAC-A89D-CF49E8E0CF0D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4552704-CFDF-EF3C-D33A-73CB7A209B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0311" y="1647695"/>
            <a:ext cx="3562610" cy="3562610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B19FFF9A-0B30-8282-7937-71D6BD98FA85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D70D7E-BF71-0132-08FD-F862218D7CB7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28E44542-7C2D-86AE-9DFD-30BB40FAA8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6314" y="4891522"/>
            <a:ext cx="1261781" cy="1654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Quote Attribution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731B8CF-2578-CD77-558D-A8A7E025E9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6314" y="5071052"/>
            <a:ext cx="1261781" cy="1654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3FFC9-38C2-B4F8-4162-A5C53BC95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0C7B38B-755F-10B7-2517-A1C709AE24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56313" y="2648016"/>
            <a:ext cx="3974583" cy="1949765"/>
          </a:xfrm>
        </p:spPr>
        <p:txBody>
          <a:bodyPr wrap="square">
            <a:spAutoFit/>
          </a:bodyPr>
          <a:lstStyle>
            <a:lvl1pPr marL="457200" indent="-457200">
              <a:lnSpc>
                <a:spcPct val="90000"/>
              </a:lnSpc>
              <a:defRPr sz="2800"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812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6.0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81744" y="2957988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744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464768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547791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630814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796860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381744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64767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47790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630814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713837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796860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13837" y="2957988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796860" y="2957988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4767" y="2267696"/>
            <a:ext cx="5568834" cy="2412584"/>
          </a:xfrm>
        </p:spPr>
        <p:txBody>
          <a:bodyPr anchor="ctr"/>
          <a:lstStyle>
            <a:lvl1pPr>
              <a:defRPr sz="6399" spc="-15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</a:t>
            </a:r>
            <a:r>
              <a:rPr lang="en-US"/>
              <a:t>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381744" y="2092121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8782640" y="6134100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2673344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586AAB6A-B751-99C7-0799-3B8E57B9650C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E6AE905-5AFB-7BCF-24C7-4838D7722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616" y="3114694"/>
            <a:ext cx="8672403" cy="837152"/>
          </a:xfrm>
        </p:spPr>
        <p:txBody>
          <a:bodyPr anchor="ctr">
            <a:spAutoFit/>
          </a:bodyPr>
          <a:lstStyle>
            <a:lvl1pPr>
              <a:defRPr sz="6400" spc="-150"/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62819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59B46C-0A87-EC8E-63E7-C8B3030398D5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262616" y="3251652"/>
            <a:ext cx="1188228" cy="364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D473EC-2DEA-4E33-4A99-F922FF85F0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615" y="5889563"/>
            <a:ext cx="2984987" cy="684418"/>
          </a:xfrm>
        </p:spPr>
        <p:txBody>
          <a:bodyPr wrap="square" anchor="t">
            <a:spAutoFit/>
          </a:bodyPr>
          <a:lstStyle>
            <a:lvl1pPr marL="182843" marR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 sz="9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Lastname |  </a:t>
            </a:r>
            <a:r>
              <a:rPr lang="en-US" err="1"/>
              <a:t>first.last@vml.com</a:t>
            </a:r>
            <a:endParaRPr lang="en-US"/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</a:t>
            </a:r>
            <a:r>
              <a:rPr lang="en-US" err="1"/>
              <a:t>first.last@vml.com</a:t>
            </a:r>
            <a:endParaRPr lang="en-US"/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</a:t>
            </a:r>
            <a:r>
              <a:rPr lang="en-US" err="1"/>
              <a:t>first.last@vml.com</a:t>
            </a:r>
            <a:endParaRPr lang="en-US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01BD114-1DEF-EB3A-C1DF-D78687E006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615" y="5504450"/>
            <a:ext cx="2984987" cy="198516"/>
          </a:xfrm>
        </p:spPr>
        <p:txBody>
          <a:bodyPr wrap="square">
            <a:spAutoFit/>
          </a:bodyPr>
          <a:lstStyle>
            <a:lvl1pPr marL="319976" indent="-319976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For Questions, Contact: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3AE893-EF05-B5D2-E106-091E28A6DBE3}"/>
              </a:ext>
            </a:extLst>
          </p:cNvPr>
          <p:cNvCxnSpPr>
            <a:cxnSpLocks/>
          </p:cNvCxnSpPr>
          <p:nvPr userDrawn="1"/>
        </p:nvCxnSpPr>
        <p:spPr>
          <a:xfrm>
            <a:off x="262616" y="5796057"/>
            <a:ext cx="298498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BAEA29-43C4-120D-A49B-C46F68D03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321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3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5898865" y="5974273"/>
            <a:ext cx="394268" cy="394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5472514" y="3240712"/>
            <a:ext cx="1246973" cy="382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9883000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(Light)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27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Grey (Light)">
    <p:bg>
      <p:bgPr>
        <a:solidFill>
          <a:srgbClr val="C2C4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6B5C40-0EFF-15C7-F0AB-7B4232234219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2DBF77-E738-3898-7035-4A0E6645C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11856DA-2D98-5FE2-CCF8-2F5B4DC0D487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960450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o Line -Grey (Light)">
    <p:bg>
      <p:bgPr>
        <a:solidFill>
          <a:srgbClr val="C2C4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2DBF77-E738-3898-7035-4A0E6645C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551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0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">
            <a:extLst>
              <a:ext uri="{FF2B5EF4-FFF2-40B4-BE49-F238E27FC236}">
                <a16:creationId xmlns:a16="http://schemas.microsoft.com/office/drawing/2014/main" id="{4F9EC713-CA25-121C-9D5F-BA033E54B740}"/>
              </a:ext>
            </a:extLst>
          </p:cNvPr>
          <p:cNvSpPr/>
          <p:nvPr userDrawn="1"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931354-D372-35C1-148B-2CD0A628C384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hape">
            <a:extLst>
              <a:ext uri="{FF2B5EF4-FFF2-40B4-BE49-F238E27FC236}">
                <a16:creationId xmlns:a16="http://schemas.microsoft.com/office/drawing/2014/main" id="{B6F67F5C-C087-F025-A932-E805F10C9A2B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1B785AE-77CB-6E26-03C2-A65A56C61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Your Presentation Goes Here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407C384B-9C7E-7B5E-DA3D-FCB3F20196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1F85C79-F5C3-D5BB-9DEA-C32C9131CD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F7075A9A-59FA-6299-A892-D383EC522C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EAE9DE-3871-2708-A42E-EF739BCBA40E}"/>
              </a:ext>
            </a:extLst>
          </p:cNvPr>
          <p:cNvCxnSpPr>
            <a:cxnSpLocks/>
          </p:cNvCxnSpPr>
          <p:nvPr userDrawn="1"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3559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1 Image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ey grid with a shadow&#10;&#10;AI-generated content may be incorrect.">
            <a:extLst>
              <a:ext uri="{FF2B5EF4-FFF2-40B4-BE49-F238E27FC236}">
                <a16:creationId xmlns:a16="http://schemas.microsoft.com/office/drawing/2014/main" id="{F8902FF8-B3FA-F86D-A218-7193B1AD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9"/>
            <a:ext cx="12192000" cy="6858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8F9A45-F04C-CE57-398E-B793C7E7F4F2}"/>
              </a:ext>
            </a:extLst>
          </p:cNvPr>
          <p:cNvCxnSpPr>
            <a:cxnSpLocks/>
          </p:cNvCxnSpPr>
          <p:nvPr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hape">
            <a:extLst>
              <a:ext uri="{FF2B5EF4-FFF2-40B4-BE49-F238E27FC236}">
                <a16:creationId xmlns:a16="http://schemas.microsoft.com/office/drawing/2014/main" id="{0ABA0CC5-2041-C098-E8BD-D9F4ED18364D}"/>
              </a:ext>
            </a:extLst>
          </p:cNvPr>
          <p:cNvSpPr/>
          <p:nvPr userDrawn="1"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25" name="Shape">
            <a:extLst>
              <a:ext uri="{FF2B5EF4-FFF2-40B4-BE49-F238E27FC236}">
                <a16:creationId xmlns:a16="http://schemas.microsoft.com/office/drawing/2014/main" id="{89D55CC6-8918-2699-8C84-0D6AD40825ED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2C0E13-6DBD-CFE3-66E8-88ED94B2930E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5">
            <a:extLst>
              <a:ext uri="{FF2B5EF4-FFF2-40B4-BE49-F238E27FC236}">
                <a16:creationId xmlns:a16="http://schemas.microsoft.com/office/drawing/2014/main" id="{75C55407-3151-9CDE-FC25-A627C8D2F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Of Your Presentation Goes Here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2FCAFAF-2DFA-36B1-0FF8-60889DA46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AACC8C3-7586-8358-0FA8-DC1C3CF5E6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A7B843D-CE08-BEEF-DB0E-60F6CDC311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42040527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DEEEEC-CE4D-8588-0D73-6A2097D9E2A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CAE2A24A-D64D-9E8D-FD5A-6EDC7AFBA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2E9F00C1-8AA9-2760-4A13-C29A65E11E4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8025" y="3437475"/>
            <a:ext cx="7950200" cy="2915391"/>
          </a:xfrm>
        </p:spPr>
        <p:txBody>
          <a:bodyPr numCol="2" spcCol="457200">
            <a:noAutofit/>
          </a:bodyPr>
          <a:lstStyle>
            <a:lvl1pPr marL="342900" marR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01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02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03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04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05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06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07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08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699353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7928A76C-FE78-0D39-37DA-CC6F9E29CA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4583" y="2982504"/>
            <a:ext cx="1251093" cy="1251638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653B573-27D3-B79A-1B5B-CA8C98A3F9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71885" y="2982504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01DEA4E-B81C-8325-55F5-8BC030544D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59971" y="2982503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9104D87D-AB8C-7BD6-200F-F1D004230C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48565" y="2982503"/>
            <a:ext cx="1248996" cy="1249541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706B5A93-9ACD-9472-6C49-636EAFC29C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74583" y="4827930"/>
            <a:ext cx="1251093" cy="1251638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7BCBD368-5433-1BDA-C587-12E50A7F281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71885" y="4827930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8F9E5864-C63E-C9A5-A0D8-4078D0ECBA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959971" y="4827929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2A31084-D5F3-12E0-15BD-9A6C7C23F8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48565" y="4827930"/>
            <a:ext cx="1248996" cy="1249541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EC82204-ADBF-7D9C-3683-A8BF466C3E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74582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1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AB7BE618-E9C3-57FE-B009-63B09FDE46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74582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2AC722F2-A237-127A-303A-480AC4529C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61197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2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E902DEA9-1930-2B5B-1176-127E86AA11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61197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5CAAD71-7BBE-6150-E15E-AD65F69402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011" y="429465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3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049487D3-FDF6-95A8-7182-DD547C6D7D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56011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C6C1B317-328A-647A-459B-CB641361AB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42626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4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16C5DBEB-AB1E-ED96-FDB1-2E879840B1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42626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C4BE1477-BD73-D848-BAD5-B66D6367A2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74582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5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8233BC37-EEDA-CC3F-CF5E-2FA1C9AF94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4582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3E8B4B5F-2760-A276-4636-F349D2FB4FD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61197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6</a:t>
            </a: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66397E74-10C5-D2AA-1FD8-439713DE53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61197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86002FAC-B97E-D308-5EA5-5581D27D1E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56011" y="614270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7</a:t>
            </a:r>
          </a:p>
        </p:txBody>
      </p:sp>
      <p:sp>
        <p:nvSpPr>
          <p:cNvPr id="44" name="Text Placeholder 20">
            <a:extLst>
              <a:ext uri="{FF2B5EF4-FFF2-40B4-BE49-F238E27FC236}">
                <a16:creationId xmlns:a16="http://schemas.microsoft.com/office/drawing/2014/main" id="{D6834B0D-0111-4971-6C68-3E52683B1BE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56011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49F1D2A8-B119-1A6E-F92B-0F60174C577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42626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8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D4B45652-A158-E351-3F8A-C629D48E52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42626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E9D214-BC4E-CB8A-7836-6951DF8C8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>
            <a:extLst>
              <a:ext uri="{FF2B5EF4-FFF2-40B4-BE49-F238E27FC236}">
                <a16:creationId xmlns:a16="http://schemas.microsoft.com/office/drawing/2014/main" id="{66774D39-8020-8726-68DD-7D6F6F710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8557" y="3015837"/>
            <a:ext cx="3742195" cy="528792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CF2D66E2-6760-E2A3-1EA9-4B3031276B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Your Team</a:t>
            </a:r>
          </a:p>
        </p:txBody>
      </p:sp>
    </p:spTree>
    <p:extLst>
      <p:ext uri="{BB962C8B-B14F-4D97-AF65-F5344CB8AC3E}">
        <p14:creationId xmlns:p14="http://schemas.microsoft.com/office/powerpoint/2010/main" val="33753359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 marL="0" indent="0">
              <a:tabLst/>
              <a:defRPr sz="6399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Section Heading Goes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78AF78-FC02-1D44-3069-D8E0B942BBAC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36BB3-1D9F-D456-2E74-C87B2E136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E6D06CC3-0E47-0DEE-14DE-73DCAEA9C033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1769876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o Lin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 marL="0" indent="0">
              <a:tabLst/>
              <a:defRPr sz="6399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Section Heading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36BB3-1D9F-D456-2E74-C87B2E136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632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tatem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B84FB79-5429-7B5C-6BBC-A166EB5DA0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7" y="2536677"/>
            <a:ext cx="7687434" cy="1813317"/>
          </a:xfrm>
        </p:spPr>
        <p:txBody>
          <a:bodyPr wrap="square">
            <a:sp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50542112-BB6E-6CF4-22AA-0C114E1DF6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679720"/>
            <a:ext cx="9674984" cy="1625060"/>
          </a:xfrm>
        </p:spPr>
        <p:txBody>
          <a:bodyPr/>
          <a:lstStyle>
            <a:lvl1pPr marL="0" indent="0">
              <a:tabLst/>
              <a:defRPr sz="64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Large Headline </a:t>
            </a:r>
            <a:br>
              <a:rPr lang="en-US"/>
            </a:br>
            <a:r>
              <a:rPr lang="en-US"/>
              <a:t>Goes Here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B48204-1A4E-A47E-F636-A41802EA46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C3D7316-8E25-68B6-0947-54F6FF11C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0.1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B3E98-AD93-9D37-B74A-A2EB537F6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5633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2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060C72-A22D-6E55-9712-F96057BC2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59A72CEB-5677-C348-99C4-30B1F094E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8669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1908107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3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42CC48-0AD7-7ED1-98AB-C2D66511701D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03F199-8B8B-8F19-AF38-983D84DE6551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FA089-49FD-A7FF-FDA7-43DC73F20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31BD207-F3D7-F0A1-C510-D77DB59654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D74E8C00-1119-1AD6-AD02-FC6AC78F9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079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3433785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4C54AD6-AD80-6FD7-56DD-ACF5D6C52B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7691873" cy="3141886"/>
          </a:xfrm>
        </p:spPr>
        <p:txBody>
          <a:bodyPr wrap="square">
            <a:sp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B19212-A0F9-69C0-85E9-9281D1250902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A8521B-2356-0663-BA12-355EA3156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108E8E67-87C2-76A7-58E8-1183878970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7331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4420616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38C222A-F794-CEE4-C3FB-8A2286952F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F8511F3-EBFA-7CE2-5C4E-87F014D13E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2E287AE7-39F4-3F36-D955-D83ABF53F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7331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556847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1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38C222A-F794-CEE4-C3FB-8A2286952F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F8511F3-EBFA-7CE2-5C4E-87F014D13E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2E287AE7-39F4-3F36-D955-D83ABF53F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902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2DA4D5DB-E5B5-E0D7-039A-592DBEB4FE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44165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97347E-BEE8-BD81-C875-FBAEED63DD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3712670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6A24F83-0D69-1BE7-B8EC-A92EB01D36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2042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B5739F0-F91B-0D51-2DFB-E63F4D6591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5998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3C737ACE-6961-472D-E03F-2C9EB03EE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6"/>
            <a:ext cx="5699884" cy="335129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973735F-6C3B-5AA1-A11B-B40B6E5BB7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09112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4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97347E-BEE8-BD81-C875-FBAEED63DD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6A24F83-0D69-1BE7-B8EC-A92EB01D36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604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B5739F0-F91B-0D51-2DFB-E63F4D6591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8442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3C737ACE-6961-472D-E03F-2C9EB03EE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88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DA1F9B9F-DF25-42CE-C19A-7A9031B875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66279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EE5437C3-18D9-6983-125B-D73A7C8C0E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94249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5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B19212-A0F9-69C0-85E9-9281D1250902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EC79ED1-7E39-EDB8-A06F-E62A1C03FC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6535733" cy="4311437"/>
          </a:xfrm>
        </p:spPr>
        <p:txBody>
          <a:bodyPr wrap="square">
            <a:spAutoFit/>
          </a:bodyPr>
          <a:lstStyle>
            <a:lvl1pPr marL="319976" marR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319976" marR="0" lvl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/>
            </a:pPr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3067BFF-AC8A-F15E-A356-F3B7EA07F88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C48D8C-737D-F637-034A-A828E863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E0A6903B-5581-D994-10B4-EF15952F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295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302948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6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70B266-5446-768A-82D4-69E5C5EF51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0770483-108A-B69C-6103-1E6EE04E2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25613"/>
            <a:ext cx="6695203" cy="4865687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EC02C0-8D54-6533-F1B0-12840906CFED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BA9835-50D3-5A66-6A02-239514B22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5BB8B46-AFFA-5E2C-16C5-6A66FEA391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7027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7D179E22-B500-E387-709F-E50EC737B4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6686075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186574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7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D0469808-88FD-ACEF-2F72-0BE6F0097F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5100" y="2877670"/>
            <a:ext cx="3715550" cy="371521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6F949642-FA3F-1419-ADF6-2AD5A69F52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5297" y="2876082"/>
            <a:ext cx="3715550" cy="371521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3B3202-D2D8-FA21-2C67-6C6FCA7E73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2766" y="2877670"/>
            <a:ext cx="3715550" cy="371521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522959-3D58-6A3C-F7EB-15C62682FE4C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23C309C-8C63-B444-3D0D-51A050F542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2"/>
            <a:ext cx="7691873" cy="1024465"/>
          </a:xfrm>
        </p:spPr>
        <p:txBody>
          <a:bodyPr wrap="square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1109E-AA7A-25CA-A789-70C04273A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15049F56-995E-94DF-D02C-5287BF5C2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788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5998927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8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918FA23-A2B1-2DE4-628F-B700CCD9B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0A2F4B5-F97D-5BD8-3FEC-886BE93594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95855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6CF6E1-70C8-5571-26E2-DF4E936FF2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8944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082EC09-A908-1368-5540-7151D817A4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62033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5D9ACD-5E58-70FE-2D91-456F5D8594A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92B12EA-3292-844F-2545-A5DFDA3C18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3"/>
            <a:ext cx="7691873" cy="1789097"/>
          </a:xfrm>
        </p:spPr>
        <p:txBody>
          <a:bodyPr wrap="square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F685-1DEC-4941-CA43-AA890CBA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45284362-85EF-0F31-08A4-C83F56757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2800880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3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24D7C3-EBA1-7838-4CEE-C393D92EED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5" y="1735200"/>
            <a:ext cx="3715550" cy="3717218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082FFCD-E722-4410-0585-EC6838057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78DC13F1-691D-8907-98A7-F1409C69DC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F63CB761-1316-DE32-E9EB-47AFA52DF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769024C-046D-8BE7-D3E2-C3D83C207C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44775" y="1728555"/>
            <a:ext cx="3715550" cy="3717218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A7EEC07-479C-F2A4-69A2-C9CF426FC4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244" y="1735200"/>
            <a:ext cx="3717754" cy="3717218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7BF7C146-A555-722C-E230-8D951454B1B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420584" y="2039768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30BE6F-39A9-359B-4941-3303830B1C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5" y="5959121"/>
            <a:ext cx="3715550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EB33755-37C9-72C6-0C27-1A922D9220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5" y="5600700"/>
            <a:ext cx="3723244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4764441-3898-F5EA-94B6-4B53BF8463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36707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A9B9FC6-42F4-743B-8C67-26210D7AF4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6707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E48FA483-C77E-DFE7-186C-207BB20AE3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4681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839DA32-802C-CE79-5AA8-37114AF94F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04681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5E0614F2-5E12-6CA8-974E-8DA210CC0C6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409070" y="3419164"/>
            <a:ext cx="615764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C4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9D3BAA3-1865-5C48-D902-5A15B97A02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409071" y="3060743"/>
            <a:ext cx="617040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231311E1-1A72-F034-4B41-4D8DF4CBDB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3924300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AB15097E-BE35-915C-5C42-D7DD7F9F60C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5313429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815C39E-4D27-A812-4BEB-C543FDD661B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4955008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BC226D9-9A43-E5BF-7F23-08A016DE47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3719284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7F72DC9F-9F81-BA63-42D5-91C095BBDA5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40259" y="1736684"/>
            <a:ext cx="3715731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C2487158-639C-ADCA-C5B3-F1B97772533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02448" y="1736684"/>
            <a:ext cx="3715550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4D327C1-1E82-AB86-80B0-30946FF6F4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420584" y="2041252"/>
            <a:ext cx="610995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E999BC7-8586-8431-243E-4C5BFE707E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3925784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74729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4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3FBC1816-130D-DDF9-E072-D200ACC44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742843" cy="2743200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08C63A-3F26-D834-37DB-753DEA39A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4BBC751-C879-FB3B-85EE-110E43E33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C31E4050-544A-E5CD-69EE-23EAE4604F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416BB3FD-6BE9-4996-7CE2-0B9725292E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31126" y="1735200"/>
            <a:ext cx="2742843" cy="2743200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F171DC8-6CD5-11D1-C52C-EB892148E6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486" y="1735200"/>
            <a:ext cx="2742843" cy="2743200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C757825-FDFB-15BA-1D08-66ED87F59F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67846" y="1735200"/>
            <a:ext cx="2742843" cy="2743200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F873471E-D63C-D56B-B7B7-B3408B437D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CEA2D9EB-0C19-C9EF-F272-D20735A1B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B72E9FA2-8881-D071-63C4-9E2FB68A82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30604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041614BD-A03E-90AA-19FF-BAE4A19638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0604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996E285-E95C-DAE2-37B5-ED6691CFB1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9129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FB6EE503-CBB2-0921-23C0-17F38B9C57E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9129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1F179B14-31F3-1E33-CE07-EF868668F6A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7845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3F134CEF-1391-7DA0-62C8-62983B83F0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6784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56" name="Picture Placeholder 9">
            <a:extLst>
              <a:ext uri="{FF2B5EF4-FFF2-40B4-BE49-F238E27FC236}">
                <a16:creationId xmlns:a16="http://schemas.microsoft.com/office/drawing/2014/main" id="{FFC69876-0A17-97C0-4F42-FB6E271CC4B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1946206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34284A6B-1E2D-C705-7F23-64DF3804EE3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3335335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45652B45-A378-BF69-FB90-FC15D5EF80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2976914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79C77C9-BAE4-9AB8-FC83-A9CEBD90347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8ECB028-C1BC-54DD-8CFA-095FE325D4F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30604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07D6E186-D820-7C26-1EC4-02E21E919C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9948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99E4669-E38D-9AA7-D973-9E44433A968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6784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036A619D-ACD1-D67D-9F52-65DF127E3B8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1947690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10100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5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8AC4EFB7-03B3-FAC4-64CD-3171909942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196720" cy="2194021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5908B71D-CEED-984E-236A-1678291695A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31136" y="1735200"/>
            <a:ext cx="2196720" cy="2194021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F4BFF13D-BB49-A169-89D7-94E08348C8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9507" y="1735200"/>
            <a:ext cx="2196720" cy="2194021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C22B235C-1E74-E809-DCD8-A052A76B38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7878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536BEE1-C007-E5CA-F68D-459C9FF79A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4552895"/>
            <a:ext cx="2196720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696C5D8-5851-2715-5F7C-E4803FEA262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194474"/>
            <a:ext cx="220126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5F17008E-AC24-0C86-7BE4-35C5F23C8D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9660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61BA47FA-2273-138F-47C1-FDCC8CE02D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09660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F172CEA7-4DF4-95ED-C94F-AC88B92537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97837" y="4552895"/>
            <a:ext cx="2200452" cy="1365518"/>
          </a:xfrm>
        </p:spPr>
        <p:txBody>
          <a:bodyPr wrap="square" rIns="0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42D9CFBA-6BB7-AF72-E220-91B1BE1AF5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97838" y="4194474"/>
            <a:ext cx="220500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42B214E9-3171-8803-6C89-63877FF270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493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3AF64F8-C51F-F7A8-B431-002E205E256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66494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8EFFD52D-51A0-41A3-6E57-D526C3E8BA8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736247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3CE067EF-AB5D-C548-DEED-63287138198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36247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BD7B2C6-63DC-308A-304D-477884DD8FB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36247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3915-C837-795C-B054-5356874DD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AD4B38F-5BB6-F764-7E91-CDD69E7564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4107AAE8-0D68-EC66-4ED4-D2A289B0B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FB60EE1-DA4F-64BD-1625-E2413EA39F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1A6B65-8BA6-4E41-0F5A-38677EDBFAF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31136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9038E00-2626-1760-C836-290F63AFCE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99577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00B4E03-7001-DDD0-7C7F-2123E3F6C41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64145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9D35F57-1216-1003-E33F-74D58E7A894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36248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26160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Storyboard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B6FF7A-C5BD-4092-06AE-B81828342D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2766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EC2CA4-01EC-30F5-3923-EAB2DE341694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hape">
            <a:extLst>
              <a:ext uri="{FF2B5EF4-FFF2-40B4-BE49-F238E27FC236}">
                <a16:creationId xmlns:a16="http://schemas.microsoft.com/office/drawing/2014/main" id="{9C152045-BBAE-5CDD-1937-02211B00730D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50789E27-8B74-B0BF-0B8B-2697C6E659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49552"/>
            <a:ext cx="3707917" cy="261610"/>
          </a:xfrm>
        </p:spPr>
        <p:txBody>
          <a:bodyPr/>
          <a:lstStyle>
            <a:lvl1pPr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DDBC30C-62AB-2E94-268A-D3468CF328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41248" y="708152"/>
            <a:ext cx="470235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604B6A3-0E2F-173F-DD71-679F89C7A0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312294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B6F6562-FC62-BB32-EA34-3EB70C2EE1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2042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195466F1-E508-D2D8-6D5C-41473F7480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42042" y="1312294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6EB93F3-D8B7-F233-C5AE-D4F58817B4D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1468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D682FAE-E648-3A87-2F8B-C3AE8DEEB0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221468" y="1312294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E4422A5-5488-C942-7EF7-4B55CD90FF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766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446C710-080C-E915-E770-DF5D2FE1822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62766" y="4086809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15846F0-DD8D-CD17-45AE-CCBD2D99F27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42042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F9A3119-0093-A91A-7D8A-F0C2603C40A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42042" y="4086809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A9CBAA9-08F8-E284-8A59-49E6E3FC57D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21468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21BECB3-372B-9B53-FA40-0ABB0A05C89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221468" y="4086809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CA06A-B993-C244-FF46-7A4928C51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68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icture Grid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85C9B886-F3E4-5E12-9A00-84CD82AC550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62617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F8F94976-A702-C1F9-A837-6776C974B64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253957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491733F7-529D-CC79-65CB-FFFF026BCCC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237993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6A1F7AA5-5BAB-2CF9-9D3F-E106BCE895EC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29333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CC8DDA27-CE84-DC52-6023-A2C4DE0F940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2575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6718BFA9-E1B3-D6BB-7487-C006F510A57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195030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3CADC0AD-CA08-AEA2-21C6-E3AC795358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62766" y="5999953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DBFB30C-D9E0-5B84-1D3C-59BFA31CBE8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5411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5467940A-A0E4-39FE-276D-52982FC5B1D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4545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1F97773C-D0B7-F881-B1A5-D8AEDF553E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679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2ECF84FA-0E79-D13F-83BD-198A87BF689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2813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F69D5152-F0FC-DBAB-A69E-3CF712D6BBC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1947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DBF4C0-48BD-0AA4-AC08-3488348A30AF}"/>
              </a:ext>
            </a:extLst>
          </p:cNvPr>
          <p:cNvCxnSpPr>
            <a:cxnSpLocks/>
          </p:cNvCxnSpPr>
          <p:nvPr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C498253-E19A-9981-7491-0B0200501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617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C4EF51A-A56C-324C-7B1A-B7579A5A37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53957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4F721F11-D41A-997F-55D6-70373D59D1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7993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4B87836F-5514-410A-006A-3F8EF5C8A2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29333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107E7A96-FD00-0FC7-A726-81E9C011D1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12575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62A229C-FE8E-6E1A-4CCD-6B54E572722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95030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4B7B71-D5EB-3F43-CF27-6D94A6701913}"/>
              </a:ext>
            </a:extLst>
          </p:cNvPr>
          <p:cNvCxnSpPr>
            <a:cxnSpLocks/>
          </p:cNvCxnSpPr>
          <p:nvPr userDrawn="1"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57086F-2E26-D088-74D3-090BC12E603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2766" y="3544851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C193CEC-8281-A77D-4837-045AC62532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5411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F6F26F2-0478-EACF-FD9A-457F531B24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545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8043EB6-CD12-E6E8-6CD5-59F8E958283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3679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FE48E665-7BAD-2DF6-E021-51FDE8C4483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813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89B74F3-7F23-BD89-88BB-A14E3E67AD5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1947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CD2EAC-2BCE-DE73-057C-0294CC80D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2243729C-6E16-9E60-E08C-C61016CE3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F6993D45-8C38-E943-4D5B-0213C84D9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616292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1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1F0CB571-2CC5-3A2F-2978-74174DAA45F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480337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436492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FDC720D-9A69-3CE1-C1B4-9067527A25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304955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1A9AE1E9-1CFA-55D3-3DF0-7261488E069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A19B2CC4-547F-49CA-6526-7197F55615C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E628A5-ED58-A3B0-1085-968A9E997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9835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2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02BA032F-0C7E-6C39-16BE-83DF2C62486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41772E7-5B40-90F2-E589-5CDE69BC1D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C6F8664-9FED-BFA0-E912-512D1791091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9BAFF3A1-B2AB-57EF-7216-B3AC7AB62A95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80A79D59-5844-353F-A355-16B6B3A22E8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5273E02F-B306-FEE8-2E2A-998150880A3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8BB3589-59E9-D1C6-A087-4B68C49F65D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29BC56FF-C753-705C-7A95-BFCE3BBD276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C90FC4B6-5FA5-16D5-9044-41A00345BAB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59D69C04-CC4C-80F5-C3E4-A747486A994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A68D2872-91B7-8B78-9CB9-9B212EFBC45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F4B3DD27-7ACF-A93D-09FF-B3E7E338204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170F12CB-0EC7-7879-C67C-7797326E64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3083E0A1-76D1-5B10-730E-0356936047E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B1EC3D66-E041-A988-F44E-2CDAD644732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B4869F0-5EDD-CA2E-9E36-673D0B0B1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142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2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79573AD3-1512-A3C1-57D1-76791DA6D33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615" y="4176393"/>
            <a:ext cx="2414907" cy="241490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D1F00655-973F-FD6A-C63E-200233E1589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573434" y="3319765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6C50B38-7F7A-B489-F499-BA136B985D6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884254" y="2463137"/>
            <a:ext cx="2414907" cy="241490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EB6F76FB-559D-8CE5-A862-E084509CCBB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195073" y="1606509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FDA8DAD-9128-FB1B-76AC-5D625583650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505893" y="749881"/>
            <a:ext cx="2414907" cy="241490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E4CCCA-1E42-6208-BF17-9FAD0122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638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2D3EB6C-7917-FE14-D867-4E2C338DB7C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F11835-9A8C-3DFF-18AF-06E3BB3DE64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938565" y="2349070"/>
            <a:ext cx="4771047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896788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890235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3593492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1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7229301" cy="6858000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4001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2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4762094" cy="6858000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386942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3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2D3EB6C-7917-FE14-D867-4E2C338DB7C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F11835-9A8C-3DFF-18AF-06E3BB3DE64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2346158"/>
            <a:ext cx="4771047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15581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4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12A4B2F-2114-2E2E-19AD-041E4AACF7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86865" y="2345458"/>
            <a:ext cx="4762094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3D1BA6A1-4247-7817-BC98-3A1B254A594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BE9E9866-CDC1-C0B3-B495-7AEE678D156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20D2C50-33E1-A17C-8446-F27EEDF30C9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95167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1170975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002991" y="2933700"/>
            <a:ext cx="1641222" cy="1641223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50323" y="3532402"/>
            <a:ext cx="2241598" cy="2241599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246457" y="3224842"/>
            <a:ext cx="2364514" cy="236451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2993296" y="1083192"/>
            <a:ext cx="2241598" cy="2241599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988024" y="1274996"/>
            <a:ext cx="1508104" cy="150810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989429" y="2674948"/>
            <a:ext cx="1508104" cy="1508105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9622" y="1088494"/>
            <a:ext cx="1793435" cy="1793437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73058" y="2133600"/>
            <a:ext cx="973267" cy="973268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154" y="5295900"/>
            <a:ext cx="3699429" cy="1015663"/>
          </a:xfrm>
        </p:spPr>
        <p:txBody>
          <a:bodyPr anchor="b"/>
          <a:lstStyle>
            <a:lvl1pPr algn="r">
              <a:defRPr sz="3999" spc="-75"/>
            </a:lvl1pPr>
          </a:lstStyle>
          <a:p>
            <a:pPr lvl="0"/>
            <a:r>
              <a:rPr lang="en-US"/>
              <a:t>Iconic</a:t>
            </a:r>
            <a:br>
              <a:rPr lang="en-US"/>
            </a:br>
            <a:r>
              <a:rPr lang="en-US"/>
              <a:t>statement.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2400781" y="2206186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10631268" y="220399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397460994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CA21B709-75DD-75F4-0E06-A2EBD9F194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91827" y="794388"/>
            <a:ext cx="4067795" cy="4064630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FEC71DA8-D794-D47B-99E8-2596DC3A635D}"/>
              </a:ext>
            </a:extLst>
          </p:cNvPr>
          <p:cNvSpPr/>
          <p:nvPr userDrawn="1"/>
        </p:nvSpPr>
        <p:spPr>
          <a:xfrm>
            <a:off x="987537" y="5761382"/>
            <a:ext cx="269763" cy="269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2A4330-ECC2-A12E-9A86-9DEAD472D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ACCB1F5-E99F-BD08-9C6C-77F1026DC4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822" y="1052569"/>
            <a:ext cx="5223761" cy="569387"/>
          </a:xfrm>
        </p:spPr>
        <p:txBody>
          <a:bodyPr wrap="square" anchor="b">
            <a:spAutoFit/>
          </a:bodyPr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44972888-44DA-DF8D-0082-B6FFDBA53F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9210" y="1603813"/>
            <a:ext cx="5225242" cy="33086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 eius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B276F6C0-F889-F4D3-C392-39B2D8BDB1D0}"/>
              </a:ext>
            </a:extLst>
          </p:cNvPr>
          <p:cNvSpPr/>
          <p:nvPr userDrawn="1"/>
        </p:nvSpPr>
        <p:spPr>
          <a:xfrm>
            <a:off x="7223125" y="526792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954FDFB-4AE8-CA36-357C-7D01469D300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4560" y="2280275"/>
            <a:ext cx="3256506" cy="3256506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6C75580-1391-1C47-6F44-89D0027010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08671" y="3706018"/>
            <a:ext cx="2325129" cy="2325127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00787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.0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0ACE03FE-A7E2-CB4D-E0BE-D1829C9E264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00175" y="1468834"/>
            <a:ext cx="1720625" cy="1720584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B57CFC60-74A3-63EC-6D83-CA7B8F4E3D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2766" y="2337598"/>
            <a:ext cx="3703382" cy="3700688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7D25256E-4A2B-47DB-3C7D-C51032FB989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47603" y="5140763"/>
            <a:ext cx="1720625" cy="1717237"/>
          </a:xfrm>
          <a:prstGeom prst="rect">
            <a:avLst/>
          </a:prstGeom>
          <a:solidFill>
            <a:srgbClr val="53544A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B1470643-1797-CB82-0F22-8D75A58545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6642" y="2932"/>
            <a:ext cx="1467796" cy="1471712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F3F980-7303-7433-7BA0-B2E600EEDB0F}"/>
              </a:ext>
            </a:extLst>
          </p:cNvPr>
          <p:cNvCxnSpPr>
            <a:cxnSpLocks/>
          </p:cNvCxnSpPr>
          <p:nvPr/>
        </p:nvCxnSpPr>
        <p:spPr>
          <a:xfrm>
            <a:off x="271200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>
            <a:extLst>
              <a:ext uri="{FF2B5EF4-FFF2-40B4-BE49-F238E27FC236}">
                <a16:creationId xmlns:a16="http://schemas.microsoft.com/office/drawing/2014/main" id="{F9AAF923-B53F-523B-0D44-A393ECCBE8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9351" y="2971800"/>
            <a:ext cx="4702174" cy="786369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Longer Headline to be</a:t>
            </a:r>
            <a:br>
              <a:rPr lang="en-US"/>
            </a:br>
            <a:r>
              <a:rPr lang="en-US"/>
              <a:t>Written here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1223C6F2-494B-BF1E-D5E4-D636EBF35B9A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39106554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BB12CB4-F5F3-7AC1-AE2C-FEA23CAE57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031760"/>
            <a:ext cx="2146041" cy="2146041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4128765-AC6B-97A3-0F71-9EBDD5666A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785" y="2963196"/>
            <a:ext cx="1101012" cy="1101012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498DD5-8334-9B3C-9CBE-37B55B5E31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30345" y="504031"/>
            <a:ext cx="5290455" cy="528633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D1FEE7C-553C-4A8B-BC77-F8DF21CFAE2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A6222-3515-ED1E-22C8-0B196FE22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180E599-A8FD-8FCF-D78E-DB2A8484E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1248" y="4845632"/>
            <a:ext cx="4969427" cy="117416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47852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5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B54E1074-5BBA-6736-8077-5BA6D135BE2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6096000" cy="6857998"/>
          </a:xfrm>
          <a:prstGeom prst="rect">
            <a:avLst/>
          </a:prstGeom>
          <a:solidFill>
            <a:schemeClr val="bg1"/>
          </a:solidFill>
        </p:spPr>
        <p:txBody>
          <a:bodyPr anchor="t">
            <a:noAutofit/>
          </a:bodyPr>
          <a:lstStyle>
            <a:lvl1pPr marL="319976" marR="0" indent="-319976" algn="ctr" defTabSz="3239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F2190E-3350-9007-2590-0FAF27D1874D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hape">
            <a:extLst>
              <a:ext uri="{FF2B5EF4-FFF2-40B4-BE49-F238E27FC236}">
                <a16:creationId xmlns:a16="http://schemas.microsoft.com/office/drawing/2014/main" id="{8DFC4937-3FD6-DBAC-A89D-CF49E8E0CF0D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4552704-CFDF-EF3C-D33A-73CB7A209B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0311" y="1647695"/>
            <a:ext cx="3562610" cy="3562610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B19FFF9A-0B30-8282-7937-71D6BD98FA85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D70D7E-BF71-0132-08FD-F862218D7CB7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28E44542-7C2D-86AE-9DFD-30BB40FAA8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6314" y="4891522"/>
            <a:ext cx="1261781" cy="1654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Quote Attribution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731B8CF-2578-CD77-558D-A8A7E025E9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6314" y="5071052"/>
            <a:ext cx="1261781" cy="1654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3FFC9-38C2-B4F8-4162-A5C53BC95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C1F1B34-6637-E7E7-212E-343F22CDF94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56313" y="2648016"/>
            <a:ext cx="3974583" cy="1949765"/>
          </a:xfrm>
        </p:spPr>
        <p:txBody>
          <a:bodyPr wrap="square">
            <a:spAutoFit/>
          </a:bodyPr>
          <a:lstStyle>
            <a:lvl1pPr marL="457200" indent="-457200">
              <a:lnSpc>
                <a:spcPct val="90000"/>
              </a:lnSpc>
              <a:defRPr sz="2800"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6866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6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81744" y="2957988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744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464768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547791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630814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796860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381744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64767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47790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630814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713837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796860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13837" y="2957988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796860" y="2957988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4767" y="2267696"/>
            <a:ext cx="5568834" cy="2412584"/>
          </a:xfrm>
        </p:spPr>
        <p:txBody>
          <a:bodyPr anchor="ctr"/>
          <a:lstStyle>
            <a:lvl1pPr>
              <a:defRPr sz="6399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</a:t>
            </a:r>
            <a:r>
              <a:rPr lang="en-US"/>
              <a:t>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381744" y="2092121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8782640" y="6134100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4193167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FD8A03-EF14-3F7D-B4FB-8F8317AEE0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616" y="3114694"/>
            <a:ext cx="8672403" cy="837152"/>
          </a:xfrm>
        </p:spPr>
        <p:txBody>
          <a:bodyPr anchor="ctr">
            <a:spAutoFit/>
          </a:bodyPr>
          <a:lstStyle>
            <a:lvl1pPr>
              <a:defRPr sz="6400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BC3F7105-85EA-EEDA-AF17-89B0812A93E0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0548764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.0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59B46C-0A87-EC8E-63E7-C8B3030398D5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262616" y="3251652"/>
            <a:ext cx="1188228" cy="364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7ECB864-F136-54CE-0DE6-54B1AE1A67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615" y="5889563"/>
            <a:ext cx="2984987" cy="684418"/>
          </a:xfrm>
        </p:spPr>
        <p:txBody>
          <a:bodyPr wrap="square" anchor="t">
            <a:spAutoFit/>
          </a:bodyPr>
          <a:lstStyle>
            <a:lvl1pPr marL="182843" marR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Lastname |  first.last@vml.com</a:t>
            </a:r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first.last@vml.com</a:t>
            </a:r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first.last@vml.com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8D3F238-8B89-4E03-B76E-8DE817532C6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615" y="5504450"/>
            <a:ext cx="2984987" cy="198516"/>
          </a:xfrm>
        </p:spPr>
        <p:txBody>
          <a:bodyPr wrap="square">
            <a:spAutoFit/>
          </a:bodyPr>
          <a:lstStyle>
            <a:lvl1pPr marL="319976" indent="-319976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For Questions, Contact: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463524-75F6-094B-C30C-7FEE12C85B35}"/>
              </a:ext>
            </a:extLst>
          </p:cNvPr>
          <p:cNvCxnSpPr>
            <a:cxnSpLocks/>
          </p:cNvCxnSpPr>
          <p:nvPr userDrawn="1"/>
        </p:nvCxnSpPr>
        <p:spPr>
          <a:xfrm>
            <a:off x="262616" y="5796057"/>
            <a:ext cx="298498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09A01D7-DFBB-35A6-810F-F143D3977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075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3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5898865" y="5974273"/>
            <a:ext cx="394268" cy="394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5472514" y="3240712"/>
            <a:ext cx="1246973" cy="382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390671759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26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Relationship Id="rId46" Type="http://schemas.openxmlformats.org/officeDocument/2006/relationships/tags" Target="../tags/tag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2.xml"/><Relationship Id="rId39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86.xml"/><Relationship Id="rId43" Type="http://schemas.openxmlformats.org/officeDocument/2006/relationships/theme" Target="../theme/theme2.xml"/><Relationship Id="rId4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 b="1" i="0">
                <a:solidFill>
                  <a:schemeClr val="tx1"/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C0C5D6-9A52-14A6-5A51-997AE63C36D5}"/>
              </a:ext>
            </a:extLst>
          </p:cNvPr>
          <p:cNvSpPr>
            <a:spLocks noGrp="1"/>
          </p:cNvSpPr>
          <p:nvPr>
            <p:ph type="title"/>
            <p:custDataLst>
              <p:tags r:id="rId46"/>
            </p:custDataLst>
          </p:nvPr>
        </p:nvSpPr>
        <p:spPr>
          <a:xfrm>
            <a:off x="262766" y="639661"/>
            <a:ext cx="11663396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A28CD-4AA2-40A3-A15A-D185F776D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766" y="1559407"/>
            <a:ext cx="11662717" cy="6141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 +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(max) </a:t>
            </a:r>
          </a:p>
          <a:p>
            <a:pPr lvl="4"/>
            <a:r>
              <a:rPr lang="en-US"/>
              <a:t>Sixth level</a:t>
            </a:r>
          </a:p>
          <a:p>
            <a:pPr lvl="4"/>
            <a:r>
              <a:rPr lang="en-US"/>
              <a:t>Seventh level</a:t>
            </a:r>
          </a:p>
          <a:p>
            <a:pPr lvl="4"/>
            <a:r>
              <a:rPr lang="en-US"/>
              <a:t>Eight level</a:t>
            </a:r>
          </a:p>
          <a:p>
            <a:pPr lvl="4"/>
            <a:r>
              <a:rPr lang="en-US"/>
              <a:t>Ninth level</a:t>
            </a:r>
          </a:p>
          <a:p>
            <a:pPr marL="0" indent="0">
              <a:buNone/>
            </a:pPr>
            <a:r>
              <a:rPr lang="en-US"/>
              <a:t>Click to edit Master text style</a:t>
            </a:r>
          </a:p>
          <a:p>
            <a:pPr marL="341932" lvl="1" indent="0">
              <a:buNone/>
            </a:pPr>
            <a:r>
              <a:rPr lang="en-US"/>
              <a:t>Second level</a:t>
            </a:r>
          </a:p>
          <a:p>
            <a:pPr marL="611878" lvl="2" indent="0">
              <a:buNone/>
            </a:pPr>
            <a:r>
              <a:rPr lang="en-US"/>
              <a:t>Third level</a:t>
            </a:r>
          </a:p>
          <a:p>
            <a:pPr marL="845831" lvl="3" indent="0">
              <a:buNone/>
            </a:pPr>
            <a:r>
              <a:rPr lang="en-US"/>
              <a:t>Fourth level</a:t>
            </a:r>
          </a:p>
          <a:p>
            <a:pPr marL="1061788" lvl="4" indent="0">
              <a:buNone/>
            </a:pPr>
            <a:r>
              <a:rPr lang="en-US"/>
              <a:t>Fifth level (max)</a:t>
            </a:r>
          </a:p>
          <a:p>
            <a:pPr marL="1061788" lvl="4" indent="0">
              <a:buNone/>
            </a:pPr>
            <a:r>
              <a:rPr lang="en-US"/>
              <a:t>Sixth level</a:t>
            </a:r>
          </a:p>
          <a:p>
            <a:pPr marL="1061788" lvl="4" indent="0">
              <a:buNone/>
            </a:pPr>
            <a:r>
              <a:rPr lang="en-US"/>
              <a:t>Seventh level</a:t>
            </a:r>
          </a:p>
          <a:p>
            <a:pPr marL="1061788" lvl="4" indent="0">
              <a:buNone/>
            </a:pPr>
            <a:r>
              <a:rPr lang="en-US"/>
              <a:t>Eight level</a:t>
            </a:r>
          </a:p>
          <a:p>
            <a:pPr marL="1061788" lvl="4" indent="0">
              <a:buNone/>
            </a:pPr>
            <a:r>
              <a:rPr lang="en-US"/>
              <a:t>Ninth level 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ED6F108-BC7E-BD81-5225-8C7AB87182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44400" y="0"/>
            <a:ext cx="549097" cy="1389433"/>
            <a:chOff x="24867471" y="1229882"/>
            <a:chExt cx="1807065" cy="45702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1EE233-FA67-B107-A67A-46A663C7D471}"/>
                </a:ext>
              </a:extLst>
            </p:cNvPr>
            <p:cNvSpPr/>
            <p:nvPr userDrawn="1"/>
          </p:nvSpPr>
          <p:spPr>
            <a:xfrm>
              <a:off x="24867471" y="1229882"/>
              <a:ext cx="455422" cy="455422"/>
            </a:xfrm>
            <a:prstGeom prst="rect">
              <a:avLst/>
            </a:prstGeom>
            <a:solidFill>
              <a:srgbClr val="8B8C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A54963-E401-D782-2008-B781BCC16ED1}"/>
                </a:ext>
              </a:extLst>
            </p:cNvPr>
            <p:cNvSpPr/>
            <p:nvPr userDrawn="1"/>
          </p:nvSpPr>
          <p:spPr>
            <a:xfrm>
              <a:off x="24867471" y="1915682"/>
              <a:ext cx="455422" cy="45542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6B0F8E-D330-9B3B-B782-0050BB7F4E0B}"/>
                </a:ext>
              </a:extLst>
            </p:cNvPr>
            <p:cNvSpPr/>
            <p:nvPr userDrawn="1"/>
          </p:nvSpPr>
          <p:spPr>
            <a:xfrm>
              <a:off x="24867471" y="2601482"/>
              <a:ext cx="455422" cy="45542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78BC34-52F7-43B9-5B65-6720BF61627C}"/>
                </a:ext>
              </a:extLst>
            </p:cNvPr>
            <p:cNvSpPr/>
            <p:nvPr userDrawn="1"/>
          </p:nvSpPr>
          <p:spPr>
            <a:xfrm>
              <a:off x="24867471" y="3287282"/>
              <a:ext cx="455422" cy="4554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CF591CA-34D0-CDAF-012A-921E94C72282}"/>
                </a:ext>
              </a:extLst>
            </p:cNvPr>
            <p:cNvSpPr/>
            <p:nvPr userDrawn="1"/>
          </p:nvSpPr>
          <p:spPr>
            <a:xfrm>
              <a:off x="24867471" y="3973082"/>
              <a:ext cx="455422" cy="45542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CD4902-DE5F-22F8-F6FA-1381A4D999CC}"/>
                </a:ext>
              </a:extLst>
            </p:cNvPr>
            <p:cNvSpPr/>
            <p:nvPr userDrawn="1"/>
          </p:nvSpPr>
          <p:spPr>
            <a:xfrm>
              <a:off x="24867471" y="4658882"/>
              <a:ext cx="455422" cy="4554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F906070-BA5C-CBDA-9BCA-3EB05609D228}"/>
                </a:ext>
              </a:extLst>
            </p:cNvPr>
            <p:cNvSpPr/>
            <p:nvPr userDrawn="1"/>
          </p:nvSpPr>
          <p:spPr>
            <a:xfrm>
              <a:off x="24867471" y="5344682"/>
              <a:ext cx="455422" cy="4554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4656C8-E6B6-BD64-A003-90A136150220}"/>
                </a:ext>
              </a:extLst>
            </p:cNvPr>
            <p:cNvSpPr/>
            <p:nvPr userDrawn="1"/>
          </p:nvSpPr>
          <p:spPr>
            <a:xfrm>
              <a:off x="25543292" y="1229882"/>
              <a:ext cx="455422" cy="455422"/>
            </a:xfrm>
            <a:prstGeom prst="rect">
              <a:avLst/>
            </a:prstGeom>
            <a:solidFill>
              <a:srgbClr val="C2C4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4B0D297-9464-52F5-361F-94208AA1F879}"/>
                </a:ext>
              </a:extLst>
            </p:cNvPr>
            <p:cNvSpPr/>
            <p:nvPr userDrawn="1"/>
          </p:nvSpPr>
          <p:spPr>
            <a:xfrm>
              <a:off x="25543292" y="1915682"/>
              <a:ext cx="455422" cy="455422"/>
            </a:xfrm>
            <a:prstGeom prst="rect">
              <a:avLst/>
            </a:prstGeom>
            <a:solidFill>
              <a:srgbClr val="3637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F8AFDB-C124-8FAE-2024-084031832ED2}"/>
                </a:ext>
              </a:extLst>
            </p:cNvPr>
            <p:cNvSpPr/>
            <p:nvPr userDrawn="1"/>
          </p:nvSpPr>
          <p:spPr>
            <a:xfrm>
              <a:off x="25543292" y="2601482"/>
              <a:ext cx="455422" cy="455422"/>
            </a:xfrm>
            <a:prstGeom prst="rect">
              <a:avLst/>
            </a:prstGeom>
            <a:solidFill>
              <a:srgbClr val="CC7D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76DA30-AE48-18E9-2DBA-45C048E7C094}"/>
                </a:ext>
              </a:extLst>
            </p:cNvPr>
            <p:cNvSpPr/>
            <p:nvPr userDrawn="1"/>
          </p:nvSpPr>
          <p:spPr>
            <a:xfrm>
              <a:off x="25543292" y="3287282"/>
              <a:ext cx="455422" cy="455422"/>
            </a:xfrm>
            <a:prstGeom prst="rect">
              <a:avLst/>
            </a:prstGeom>
            <a:solidFill>
              <a:srgbClr val="D3A3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3927D3D-1C43-0F46-C663-C6D5BA9F94C0}"/>
                </a:ext>
              </a:extLst>
            </p:cNvPr>
            <p:cNvSpPr/>
            <p:nvPr userDrawn="1"/>
          </p:nvSpPr>
          <p:spPr>
            <a:xfrm>
              <a:off x="25543292" y="3973082"/>
              <a:ext cx="455422" cy="455422"/>
            </a:xfrm>
            <a:prstGeom prst="rect">
              <a:avLst/>
            </a:prstGeom>
            <a:solidFill>
              <a:srgbClr val="8591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04E1D28-3948-0FDA-0883-3B5138288B68}"/>
                </a:ext>
              </a:extLst>
            </p:cNvPr>
            <p:cNvSpPr/>
            <p:nvPr userDrawn="1"/>
          </p:nvSpPr>
          <p:spPr>
            <a:xfrm>
              <a:off x="25543292" y="4658882"/>
              <a:ext cx="455422" cy="455422"/>
            </a:xfrm>
            <a:prstGeom prst="rect">
              <a:avLst/>
            </a:prstGeom>
            <a:solidFill>
              <a:srgbClr val="5E88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3B6AB27-E597-D2B5-3086-097F4D9F8FE1}"/>
                </a:ext>
              </a:extLst>
            </p:cNvPr>
            <p:cNvSpPr/>
            <p:nvPr userDrawn="1"/>
          </p:nvSpPr>
          <p:spPr>
            <a:xfrm>
              <a:off x="25543292" y="5344682"/>
              <a:ext cx="455422" cy="455422"/>
            </a:xfrm>
            <a:prstGeom prst="rect">
              <a:avLst/>
            </a:prstGeom>
            <a:solidFill>
              <a:srgbClr val="9E76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A359034-0C77-9397-F097-5779317ED29B}"/>
                </a:ext>
              </a:extLst>
            </p:cNvPr>
            <p:cNvSpPr/>
            <p:nvPr userDrawn="1"/>
          </p:nvSpPr>
          <p:spPr>
            <a:xfrm>
              <a:off x="26219114" y="1229882"/>
              <a:ext cx="455422" cy="45542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9705029-8E9A-918C-75EA-54BB2C647B6C}"/>
                </a:ext>
              </a:extLst>
            </p:cNvPr>
            <p:cNvSpPr/>
            <p:nvPr userDrawn="1"/>
          </p:nvSpPr>
          <p:spPr>
            <a:xfrm>
              <a:off x="26219114" y="1915682"/>
              <a:ext cx="455422" cy="455422"/>
            </a:xfrm>
            <a:prstGeom prst="rect">
              <a:avLst/>
            </a:prstGeom>
            <a:solidFill>
              <a:srgbClr val="5354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652B2B8-0F1A-D117-4DF2-D582C01380D2}"/>
                </a:ext>
              </a:extLst>
            </p:cNvPr>
            <p:cNvSpPr/>
            <p:nvPr userDrawn="1"/>
          </p:nvSpPr>
          <p:spPr>
            <a:xfrm>
              <a:off x="26219114" y="2601482"/>
              <a:ext cx="455422" cy="455422"/>
            </a:xfrm>
            <a:prstGeom prst="rect">
              <a:avLst/>
            </a:prstGeom>
            <a:solidFill>
              <a:srgbClr val="FCC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F448BA3-BEEC-5ADE-09D9-86601D90FB5E}"/>
                </a:ext>
              </a:extLst>
            </p:cNvPr>
            <p:cNvSpPr/>
            <p:nvPr userDrawn="1"/>
          </p:nvSpPr>
          <p:spPr>
            <a:xfrm>
              <a:off x="26219114" y="3287282"/>
              <a:ext cx="455422" cy="455422"/>
            </a:xfrm>
            <a:prstGeom prst="rect">
              <a:avLst/>
            </a:prstGeom>
            <a:solidFill>
              <a:srgbClr val="F9D2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20511FE-F9D0-5E5F-0B11-87433F99A7E6}"/>
                </a:ext>
              </a:extLst>
            </p:cNvPr>
            <p:cNvSpPr/>
            <p:nvPr userDrawn="1"/>
          </p:nvSpPr>
          <p:spPr>
            <a:xfrm>
              <a:off x="26219114" y="3973082"/>
              <a:ext cx="455422" cy="455422"/>
            </a:xfrm>
            <a:prstGeom prst="rect">
              <a:avLst/>
            </a:prstGeom>
            <a:solidFill>
              <a:srgbClr val="B5BF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6FB2A9F-9097-BC68-4F66-22ECEF61A8B9}"/>
                </a:ext>
              </a:extLst>
            </p:cNvPr>
            <p:cNvSpPr/>
            <p:nvPr userDrawn="1"/>
          </p:nvSpPr>
          <p:spPr>
            <a:xfrm>
              <a:off x="26219114" y="4658882"/>
              <a:ext cx="455422" cy="455422"/>
            </a:xfrm>
            <a:prstGeom prst="rect">
              <a:avLst/>
            </a:prstGeom>
            <a:solidFill>
              <a:srgbClr val="98A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2412109-9832-209E-0B95-52B10A9DAF73}"/>
                </a:ext>
              </a:extLst>
            </p:cNvPr>
            <p:cNvSpPr/>
            <p:nvPr userDrawn="1"/>
          </p:nvSpPr>
          <p:spPr>
            <a:xfrm>
              <a:off x="26219114" y="5344682"/>
              <a:ext cx="455422" cy="455422"/>
            </a:xfrm>
            <a:prstGeom prst="rect">
              <a:avLst/>
            </a:prstGeom>
            <a:solidFill>
              <a:srgbClr val="B1A0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EE230-6299-7ABA-CB6A-1D57E6555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5946" y="281191"/>
            <a:ext cx="792244" cy="138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b="0" i="0" kern="1200" smtClean="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fld id="{79018C7D-48B1-7D4E-833E-C9960236B3EA}" type="datetimeFigureOut">
              <a:rPr lang="en-US" smtClean="0"/>
              <a:pPr/>
              <a:t>2/3/2026</a:t>
            </a:fld>
            <a:endParaRPr lang="en-US" sz="900" b="0" i="0" kern="1200">
              <a:solidFill>
                <a:schemeClr val="tx1"/>
              </a:solidFill>
              <a:latin typeface="Snowflake Sans Book" panose="020B05050404010401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3C4F6-ED9C-122D-2718-7C00149D1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4731" y="281148"/>
            <a:ext cx="1747730" cy="138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pPr algn="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2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77" r:id="rId3"/>
    <p:sldLayoutId id="2147483682" r:id="rId4"/>
    <p:sldLayoutId id="2147483685" r:id="rId5"/>
    <p:sldLayoutId id="2147483809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801" r:id="rId13"/>
    <p:sldLayoutId id="2147483694" r:id="rId14"/>
    <p:sldLayoutId id="2147483802" r:id="rId15"/>
    <p:sldLayoutId id="2147483696" r:id="rId16"/>
    <p:sldLayoutId id="2147483697" r:id="rId17"/>
    <p:sldLayoutId id="2147483698" r:id="rId18"/>
    <p:sldLayoutId id="2147483699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813" r:id="rId28"/>
    <p:sldLayoutId id="2147483711" r:id="rId29"/>
    <p:sldLayoutId id="2147483712" r:id="rId30"/>
    <p:sldLayoutId id="2147483713" r:id="rId31"/>
    <p:sldLayoutId id="2147483714" r:id="rId32"/>
    <p:sldLayoutId id="2147483795" r:id="rId33"/>
    <p:sldLayoutId id="2147483804" r:id="rId34"/>
    <p:sldLayoutId id="2147483676" r:id="rId35"/>
    <p:sldLayoutId id="2147483700" r:id="rId36"/>
    <p:sldLayoutId id="2147483702" r:id="rId37"/>
    <p:sldLayoutId id="2147483793" r:id="rId38"/>
    <p:sldLayoutId id="2147483715" r:id="rId39"/>
    <p:sldLayoutId id="2147483716" r:id="rId40"/>
    <p:sldLayoutId id="2147483717" r:id="rId41"/>
    <p:sldLayoutId id="2147483718" r:id="rId42"/>
    <p:sldLayoutId id="2147483808" r:id="rId43"/>
    <p:sldLayoutId id="2147483810" r:id="rId44"/>
  </p:sldLayoutIdLst>
  <p:hf hdr="0" ftr="0" dt="0"/>
  <p:txStyles>
    <p:titleStyle>
      <a:lvl1pPr marL="0" indent="0" algn="l" defTabSz="914217" rtl="0" eaLnBrk="1" latinLnBrk="0" hangingPunct="1">
        <a:lnSpc>
          <a:spcPct val="80000"/>
        </a:lnSpc>
        <a:spcBef>
          <a:spcPct val="0"/>
        </a:spcBef>
        <a:buFont typeface="System Font Regular" panose="020F0502020204030204" pitchFamily="34" charset="0"/>
        <a:buNone/>
        <a:tabLst/>
        <a:defRPr sz="3999" b="0" i="0" kern="1200" spc="-75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2000" b="0" i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594241" indent="-274265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600" b="0" i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22795" indent="-228554" algn="l" defTabSz="914217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400" b="0" i="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051350" indent="-228554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200" b="0" i="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234193" indent="-182843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209433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Pct val="100000"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1390372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1571311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1747488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userDrawn="1">
          <p15:clr>
            <a:srgbClr val="F26B43"/>
          </p15:clr>
        </p15:guide>
        <p15:guide id="37" pos="7680" userDrawn="1">
          <p15:clr>
            <a:srgbClr val="F26B43"/>
          </p15:clr>
        </p15:guide>
        <p15:guide id="38" pos="164" userDrawn="1">
          <p15:clr>
            <a:srgbClr val="F26B43"/>
          </p15:clr>
        </p15:guide>
        <p15:guide id="40" pos="792" userDrawn="1">
          <p15:clr>
            <a:srgbClr val="F26B43"/>
          </p15:clr>
        </p15:guide>
        <p15:guide id="41" pos="1252" userDrawn="1">
          <p15:clr>
            <a:srgbClr val="F26B43"/>
          </p15:clr>
        </p15:guide>
        <p15:guide id="42" pos="1420" userDrawn="1">
          <p15:clr>
            <a:srgbClr val="F26B43"/>
          </p15:clr>
        </p15:guide>
        <p15:guide id="43" pos="1878" userDrawn="1">
          <p15:clr>
            <a:srgbClr val="F26B43"/>
          </p15:clr>
        </p15:guide>
        <p15:guide id="44" pos="2046" userDrawn="1">
          <p15:clr>
            <a:srgbClr val="F26B43"/>
          </p15:clr>
        </p15:guide>
        <p15:guide id="45" pos="2504" userDrawn="1">
          <p15:clr>
            <a:srgbClr val="F26B43"/>
          </p15:clr>
        </p15:guide>
        <p15:guide id="46" pos="2672" userDrawn="1">
          <p15:clr>
            <a:srgbClr val="F26B43"/>
          </p15:clr>
        </p15:guide>
        <p15:guide id="47" pos="3130" userDrawn="1">
          <p15:clr>
            <a:srgbClr val="F26B43"/>
          </p15:clr>
        </p15:guide>
        <p15:guide id="48" pos="3298" userDrawn="1">
          <p15:clr>
            <a:srgbClr val="F26B43"/>
          </p15:clr>
        </p15:guide>
        <p15:guide id="49" pos="3756" userDrawn="1">
          <p15:clr>
            <a:srgbClr val="F26B43"/>
          </p15:clr>
        </p15:guide>
        <p15:guide id="50" pos="3924" userDrawn="1">
          <p15:clr>
            <a:srgbClr val="F26B43"/>
          </p15:clr>
        </p15:guide>
        <p15:guide id="51" pos="4382" userDrawn="1">
          <p15:clr>
            <a:srgbClr val="F26B43"/>
          </p15:clr>
        </p15:guide>
        <p15:guide id="52" pos="4550" userDrawn="1">
          <p15:clr>
            <a:srgbClr val="F26B43"/>
          </p15:clr>
        </p15:guide>
        <p15:guide id="53" pos="5008" userDrawn="1">
          <p15:clr>
            <a:srgbClr val="F26B43"/>
          </p15:clr>
        </p15:guide>
        <p15:guide id="54" pos="5176" userDrawn="1">
          <p15:clr>
            <a:srgbClr val="F26B43"/>
          </p15:clr>
        </p15:guide>
        <p15:guide id="55" pos="5634" userDrawn="1">
          <p15:clr>
            <a:srgbClr val="F26B43"/>
          </p15:clr>
        </p15:guide>
        <p15:guide id="56" pos="5802" userDrawn="1">
          <p15:clr>
            <a:srgbClr val="F26B43"/>
          </p15:clr>
        </p15:guide>
        <p15:guide id="57" pos="6260" userDrawn="1">
          <p15:clr>
            <a:srgbClr val="F26B43"/>
          </p15:clr>
        </p15:guide>
        <p15:guide id="58" pos="6428" userDrawn="1">
          <p15:clr>
            <a:srgbClr val="F26B43"/>
          </p15:clr>
        </p15:guide>
        <p15:guide id="59" pos="6886" userDrawn="1">
          <p15:clr>
            <a:srgbClr val="F26B43"/>
          </p15:clr>
        </p15:guide>
        <p15:guide id="60" pos="7054" userDrawn="1">
          <p15:clr>
            <a:srgbClr val="F26B43"/>
          </p15:clr>
        </p15:guide>
        <p15:guide id="61" pos="7512" userDrawn="1">
          <p15:clr>
            <a:srgbClr val="F26B43"/>
          </p15:clr>
        </p15:guide>
        <p15:guide id="62" orient="horz" userDrawn="1">
          <p15:clr>
            <a:srgbClr val="F26B43"/>
          </p15:clr>
        </p15:guide>
        <p15:guide id="63" orient="horz" pos="4320" userDrawn="1">
          <p15:clr>
            <a:srgbClr val="F26B43"/>
          </p15:clr>
        </p15:guide>
        <p15:guide id="64" orient="horz" pos="2160" userDrawn="1">
          <p15:clr>
            <a:srgbClr val="F26B43"/>
          </p15:clr>
        </p15:guide>
        <p15:guide id="65" orient="horz" pos="4152" userDrawn="1">
          <p15:clr>
            <a:srgbClr val="F26B43"/>
          </p15:clr>
        </p15:guide>
        <p15:guide id="66" pos="3840" userDrawn="1">
          <p15:clr>
            <a:srgbClr val="F26B43"/>
          </p15:clr>
        </p15:guide>
        <p15:guide id="67" orient="horz" pos="243" userDrawn="1">
          <p15:clr>
            <a:srgbClr val="F26B43"/>
          </p15:clr>
        </p15:guide>
        <p15:guide id="68" orient="horz" pos="122" userDrawn="1">
          <p15:clr>
            <a:srgbClr val="F26B43"/>
          </p15:clr>
        </p15:guide>
        <p15:guide id="69" orient="horz" pos="318" userDrawn="1">
          <p15:clr>
            <a:srgbClr val="F26B43"/>
          </p15:clr>
        </p15:guide>
        <p15:guide id="70" orient="horz" pos="925" userDrawn="1">
          <p15:clr>
            <a:srgbClr val="F26B43"/>
          </p15:clr>
        </p15:guide>
        <p15:guide id="71" pos="62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C0C5D6-9A52-14A6-5A51-997AE63C36D5}"/>
              </a:ext>
            </a:extLst>
          </p:cNvPr>
          <p:cNvSpPr>
            <a:spLocks noGrp="1"/>
          </p:cNvSpPr>
          <p:nvPr>
            <p:ph type="title"/>
            <p:custDataLst>
              <p:tags r:id="rId44"/>
            </p:custDataLst>
          </p:nvPr>
        </p:nvSpPr>
        <p:spPr>
          <a:xfrm>
            <a:off x="262766" y="639661"/>
            <a:ext cx="11663396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A28CD-4AA2-40A3-A15A-D185F776D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766" y="1559407"/>
            <a:ext cx="11662717" cy="596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 +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(max) </a:t>
            </a:r>
          </a:p>
          <a:p>
            <a:pPr lvl="4"/>
            <a:r>
              <a:rPr lang="en-US"/>
              <a:t>Sixth level</a:t>
            </a:r>
          </a:p>
          <a:p>
            <a:pPr lvl="4"/>
            <a:r>
              <a:rPr lang="en-US"/>
              <a:t>Seventh level</a:t>
            </a:r>
          </a:p>
          <a:p>
            <a:pPr lvl="4"/>
            <a:r>
              <a:rPr lang="en-US"/>
              <a:t>Eight level</a:t>
            </a:r>
          </a:p>
          <a:p>
            <a:pPr lvl="4"/>
            <a:r>
              <a:rPr lang="en-US"/>
              <a:t>Ninth level</a:t>
            </a:r>
          </a:p>
          <a:p>
            <a:pPr marL="0" indent="0">
              <a:buNone/>
            </a:pPr>
            <a:r>
              <a:rPr lang="en-US"/>
              <a:t>Click to edit Master text style</a:t>
            </a:r>
          </a:p>
          <a:p>
            <a:pPr marL="341932" lvl="1" indent="0">
              <a:buNone/>
            </a:pPr>
            <a:r>
              <a:rPr lang="en-US"/>
              <a:t>Second level</a:t>
            </a:r>
          </a:p>
          <a:p>
            <a:pPr marL="611878" lvl="2" indent="0">
              <a:buNone/>
            </a:pPr>
            <a:r>
              <a:rPr lang="en-US"/>
              <a:t>Third level</a:t>
            </a:r>
          </a:p>
          <a:p>
            <a:pPr marL="845831" lvl="3" indent="0">
              <a:buNone/>
            </a:pPr>
            <a:r>
              <a:rPr lang="en-US"/>
              <a:t>Fourth level</a:t>
            </a:r>
          </a:p>
          <a:p>
            <a:pPr marL="1061788" lvl="4" indent="0">
              <a:buNone/>
            </a:pPr>
            <a:r>
              <a:rPr lang="en-US"/>
              <a:t>Fifth level (max)</a:t>
            </a:r>
          </a:p>
          <a:p>
            <a:pPr marL="1061788" lvl="4" indent="0">
              <a:buNone/>
            </a:pPr>
            <a:r>
              <a:rPr lang="en-US"/>
              <a:t>Sixth level</a:t>
            </a:r>
          </a:p>
          <a:p>
            <a:pPr marL="1061788" lvl="4" indent="0">
              <a:buNone/>
            </a:pPr>
            <a:r>
              <a:rPr lang="en-US"/>
              <a:t>Seventh level</a:t>
            </a:r>
          </a:p>
          <a:p>
            <a:pPr marL="1061788" lvl="4" indent="0">
              <a:buNone/>
            </a:pPr>
            <a:r>
              <a:rPr lang="en-US"/>
              <a:t>Eight level</a:t>
            </a:r>
          </a:p>
          <a:p>
            <a:pPr marL="1061788" lvl="4" indent="0">
              <a:buNone/>
            </a:pPr>
            <a:r>
              <a:rPr lang="en-US"/>
              <a:t>Ninth level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3E0F2C-3AB1-73C7-D521-45FA831C82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44400" y="0"/>
            <a:ext cx="549097" cy="1389433"/>
            <a:chOff x="24867471" y="1229882"/>
            <a:chExt cx="1807065" cy="45702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A48A52-7162-7CE4-3CC3-5B416890CC77}"/>
                </a:ext>
              </a:extLst>
            </p:cNvPr>
            <p:cNvSpPr/>
            <p:nvPr userDrawn="1"/>
          </p:nvSpPr>
          <p:spPr>
            <a:xfrm>
              <a:off x="24867471" y="1229882"/>
              <a:ext cx="455422" cy="455422"/>
            </a:xfrm>
            <a:prstGeom prst="rect">
              <a:avLst/>
            </a:prstGeom>
            <a:solidFill>
              <a:srgbClr val="8B8C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C73DF8-B338-4009-6A19-C7A809823130}"/>
                </a:ext>
              </a:extLst>
            </p:cNvPr>
            <p:cNvSpPr/>
            <p:nvPr userDrawn="1"/>
          </p:nvSpPr>
          <p:spPr>
            <a:xfrm>
              <a:off x="24867471" y="1915682"/>
              <a:ext cx="455422" cy="45542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72DA35-BFEE-C357-1545-61E75BE812DD}"/>
                </a:ext>
              </a:extLst>
            </p:cNvPr>
            <p:cNvSpPr/>
            <p:nvPr userDrawn="1"/>
          </p:nvSpPr>
          <p:spPr>
            <a:xfrm>
              <a:off x="24867471" y="2601482"/>
              <a:ext cx="455422" cy="45542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5DE771-96C9-8336-5FA6-5C6A1AE77D05}"/>
                </a:ext>
              </a:extLst>
            </p:cNvPr>
            <p:cNvSpPr/>
            <p:nvPr userDrawn="1"/>
          </p:nvSpPr>
          <p:spPr>
            <a:xfrm>
              <a:off x="24867471" y="3287282"/>
              <a:ext cx="455422" cy="4554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7F1187-095D-673A-4FC9-F3F99D5FFFCA}"/>
                </a:ext>
              </a:extLst>
            </p:cNvPr>
            <p:cNvSpPr/>
            <p:nvPr userDrawn="1"/>
          </p:nvSpPr>
          <p:spPr>
            <a:xfrm>
              <a:off x="24867471" y="3973082"/>
              <a:ext cx="455422" cy="45542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1748CA-FC2D-68CD-F6AB-57FD117615E3}"/>
                </a:ext>
              </a:extLst>
            </p:cNvPr>
            <p:cNvSpPr/>
            <p:nvPr userDrawn="1"/>
          </p:nvSpPr>
          <p:spPr>
            <a:xfrm>
              <a:off x="24867471" y="4658882"/>
              <a:ext cx="455422" cy="4554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60E3E8-316B-B639-1F22-7D07E0CEEE81}"/>
                </a:ext>
              </a:extLst>
            </p:cNvPr>
            <p:cNvSpPr/>
            <p:nvPr userDrawn="1"/>
          </p:nvSpPr>
          <p:spPr>
            <a:xfrm>
              <a:off x="24867471" y="5344682"/>
              <a:ext cx="455422" cy="4554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2AF4FB-71D9-EFA0-90B4-4476E6F2E157}"/>
                </a:ext>
              </a:extLst>
            </p:cNvPr>
            <p:cNvSpPr/>
            <p:nvPr userDrawn="1"/>
          </p:nvSpPr>
          <p:spPr>
            <a:xfrm>
              <a:off x="25543292" y="1229882"/>
              <a:ext cx="455422" cy="455422"/>
            </a:xfrm>
            <a:prstGeom prst="rect">
              <a:avLst/>
            </a:prstGeom>
            <a:solidFill>
              <a:srgbClr val="C2C4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5096824-FCDC-523A-02C6-CF5A08615C20}"/>
                </a:ext>
              </a:extLst>
            </p:cNvPr>
            <p:cNvSpPr/>
            <p:nvPr userDrawn="1"/>
          </p:nvSpPr>
          <p:spPr>
            <a:xfrm>
              <a:off x="25543292" y="1915682"/>
              <a:ext cx="455422" cy="455422"/>
            </a:xfrm>
            <a:prstGeom prst="rect">
              <a:avLst/>
            </a:prstGeom>
            <a:solidFill>
              <a:srgbClr val="3637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2C8862-DE44-86C5-4F2C-7AFA70C131A1}"/>
                </a:ext>
              </a:extLst>
            </p:cNvPr>
            <p:cNvSpPr/>
            <p:nvPr userDrawn="1"/>
          </p:nvSpPr>
          <p:spPr>
            <a:xfrm>
              <a:off x="25543292" y="2601482"/>
              <a:ext cx="455422" cy="455422"/>
            </a:xfrm>
            <a:prstGeom prst="rect">
              <a:avLst/>
            </a:prstGeom>
            <a:solidFill>
              <a:srgbClr val="CC7D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F627B9-E4ED-A75E-758A-BB4B6A6766D1}"/>
                </a:ext>
              </a:extLst>
            </p:cNvPr>
            <p:cNvSpPr/>
            <p:nvPr userDrawn="1"/>
          </p:nvSpPr>
          <p:spPr>
            <a:xfrm>
              <a:off x="25543292" y="3287282"/>
              <a:ext cx="455422" cy="455422"/>
            </a:xfrm>
            <a:prstGeom prst="rect">
              <a:avLst/>
            </a:prstGeom>
            <a:solidFill>
              <a:srgbClr val="D3A3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5BDF27A-AA34-458B-B311-6C41B77ADC15}"/>
                </a:ext>
              </a:extLst>
            </p:cNvPr>
            <p:cNvSpPr/>
            <p:nvPr userDrawn="1"/>
          </p:nvSpPr>
          <p:spPr>
            <a:xfrm>
              <a:off x="25543292" y="3973082"/>
              <a:ext cx="455422" cy="455422"/>
            </a:xfrm>
            <a:prstGeom prst="rect">
              <a:avLst/>
            </a:prstGeom>
            <a:solidFill>
              <a:srgbClr val="8591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BF46883-77AC-1D1C-346C-1CC26047A930}"/>
                </a:ext>
              </a:extLst>
            </p:cNvPr>
            <p:cNvSpPr/>
            <p:nvPr userDrawn="1"/>
          </p:nvSpPr>
          <p:spPr>
            <a:xfrm>
              <a:off x="25543292" y="4658882"/>
              <a:ext cx="455422" cy="455422"/>
            </a:xfrm>
            <a:prstGeom prst="rect">
              <a:avLst/>
            </a:prstGeom>
            <a:solidFill>
              <a:srgbClr val="5E88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F613128-46C5-8267-8E17-5AD43BD44FEA}"/>
                </a:ext>
              </a:extLst>
            </p:cNvPr>
            <p:cNvSpPr/>
            <p:nvPr userDrawn="1"/>
          </p:nvSpPr>
          <p:spPr>
            <a:xfrm>
              <a:off x="25543292" y="5344682"/>
              <a:ext cx="455422" cy="455422"/>
            </a:xfrm>
            <a:prstGeom prst="rect">
              <a:avLst/>
            </a:prstGeom>
            <a:solidFill>
              <a:srgbClr val="9E76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B4DA4AA-CE22-738F-0DAF-4D11338F6CBB}"/>
                </a:ext>
              </a:extLst>
            </p:cNvPr>
            <p:cNvSpPr/>
            <p:nvPr userDrawn="1"/>
          </p:nvSpPr>
          <p:spPr>
            <a:xfrm>
              <a:off x="26219114" y="1229882"/>
              <a:ext cx="455422" cy="45542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3D94597-F81C-DFDF-95FF-87FA70BE823F}"/>
                </a:ext>
              </a:extLst>
            </p:cNvPr>
            <p:cNvSpPr/>
            <p:nvPr userDrawn="1"/>
          </p:nvSpPr>
          <p:spPr>
            <a:xfrm>
              <a:off x="26219114" y="1915682"/>
              <a:ext cx="455422" cy="455422"/>
            </a:xfrm>
            <a:prstGeom prst="rect">
              <a:avLst/>
            </a:prstGeom>
            <a:solidFill>
              <a:srgbClr val="5354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80EC637-AC2C-28AB-5CE0-EDBE51E811B1}"/>
                </a:ext>
              </a:extLst>
            </p:cNvPr>
            <p:cNvSpPr/>
            <p:nvPr userDrawn="1"/>
          </p:nvSpPr>
          <p:spPr>
            <a:xfrm>
              <a:off x="26219114" y="2601482"/>
              <a:ext cx="455422" cy="455422"/>
            </a:xfrm>
            <a:prstGeom prst="rect">
              <a:avLst/>
            </a:prstGeom>
            <a:solidFill>
              <a:srgbClr val="FCC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444D3E0-7910-46F4-CF82-3230D960D579}"/>
                </a:ext>
              </a:extLst>
            </p:cNvPr>
            <p:cNvSpPr/>
            <p:nvPr userDrawn="1"/>
          </p:nvSpPr>
          <p:spPr>
            <a:xfrm>
              <a:off x="26219114" y="3287282"/>
              <a:ext cx="455422" cy="455422"/>
            </a:xfrm>
            <a:prstGeom prst="rect">
              <a:avLst/>
            </a:prstGeom>
            <a:solidFill>
              <a:srgbClr val="F9D2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4A1B4E9-7DF0-122D-0786-B2ECC8250A32}"/>
                </a:ext>
              </a:extLst>
            </p:cNvPr>
            <p:cNvSpPr/>
            <p:nvPr userDrawn="1"/>
          </p:nvSpPr>
          <p:spPr>
            <a:xfrm>
              <a:off x="26219114" y="3973082"/>
              <a:ext cx="455422" cy="455422"/>
            </a:xfrm>
            <a:prstGeom prst="rect">
              <a:avLst/>
            </a:prstGeom>
            <a:solidFill>
              <a:srgbClr val="B5BF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D0B3BFD-0B41-CE8A-9915-CBFDB32BD9AA}"/>
                </a:ext>
              </a:extLst>
            </p:cNvPr>
            <p:cNvSpPr/>
            <p:nvPr userDrawn="1"/>
          </p:nvSpPr>
          <p:spPr>
            <a:xfrm>
              <a:off x="26219114" y="4658882"/>
              <a:ext cx="455422" cy="455422"/>
            </a:xfrm>
            <a:prstGeom prst="rect">
              <a:avLst/>
            </a:prstGeom>
            <a:solidFill>
              <a:srgbClr val="98A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DFDA00B-68E6-9FD9-890D-D434EB1AC561}"/>
                </a:ext>
              </a:extLst>
            </p:cNvPr>
            <p:cNvSpPr/>
            <p:nvPr userDrawn="1"/>
          </p:nvSpPr>
          <p:spPr>
            <a:xfrm>
              <a:off x="26219114" y="5344682"/>
              <a:ext cx="455422" cy="455422"/>
            </a:xfrm>
            <a:prstGeom prst="rect">
              <a:avLst/>
            </a:prstGeom>
            <a:solidFill>
              <a:srgbClr val="B1A0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3853A-5294-C845-9AA4-7EFC4EC04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D0EAE9A5-185D-BFE8-A5F5-9AC4E1B13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4731" y="281148"/>
            <a:ext cx="1747730" cy="138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b="0" i="0" kern="1200">
                <a:solidFill>
                  <a:schemeClr val="bg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Date Placeholder 1">
            <a:extLst>
              <a:ext uri="{FF2B5EF4-FFF2-40B4-BE49-F238E27FC236}">
                <a16:creationId xmlns:a16="http://schemas.microsoft.com/office/drawing/2014/main" id="{6053B788-EEE0-4301-733B-FD5E7DAC1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5946" y="281191"/>
            <a:ext cx="792244" cy="138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b="0" i="0" kern="1200" smtClean="0">
                <a:solidFill>
                  <a:schemeClr val="bg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fld id="{79018C7D-48B1-7D4E-833E-C9960236B3EA}" type="datetimeFigureOut">
              <a:rPr lang="en-GB" smtClean="0"/>
              <a:pPr/>
              <a:t>03/02/2026</a:t>
            </a:fld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2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34" r:id="rId3"/>
    <p:sldLayoutId id="2147483739" r:id="rId4"/>
    <p:sldLayoutId id="2147483742" r:id="rId5"/>
    <p:sldLayoutId id="2147483811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97" r:id="rId13"/>
    <p:sldLayoutId id="2147483751" r:id="rId14"/>
    <p:sldLayoutId id="2147483798" r:id="rId15"/>
    <p:sldLayoutId id="2147483753" r:id="rId16"/>
    <p:sldLayoutId id="2147483754" r:id="rId17"/>
    <p:sldLayoutId id="2147483755" r:id="rId18"/>
    <p:sldLayoutId id="2147483756" r:id="rId19"/>
    <p:sldLayoutId id="2147483760" r:id="rId20"/>
    <p:sldLayoutId id="2147483761" r:id="rId21"/>
    <p:sldLayoutId id="2147483762" r:id="rId22"/>
    <p:sldLayoutId id="2147483763" r:id="rId23"/>
    <p:sldLayoutId id="2147483764" r:id="rId24"/>
    <p:sldLayoutId id="2147483765" r:id="rId25"/>
    <p:sldLayoutId id="2147483766" r:id="rId26"/>
    <p:sldLayoutId id="2147483767" r:id="rId27"/>
    <p:sldLayoutId id="2147483812" r:id="rId28"/>
    <p:sldLayoutId id="2147483768" r:id="rId29"/>
    <p:sldLayoutId id="2147483769" r:id="rId30"/>
    <p:sldLayoutId id="2147483770" r:id="rId31"/>
    <p:sldLayoutId id="2147483771" r:id="rId32"/>
    <p:sldLayoutId id="2147483796" r:id="rId33"/>
    <p:sldLayoutId id="2147483806" r:id="rId34"/>
    <p:sldLayoutId id="2147483733" r:id="rId35"/>
    <p:sldLayoutId id="2147483807" r:id="rId36"/>
    <p:sldLayoutId id="2147483759" r:id="rId37"/>
    <p:sldLayoutId id="2147483794" r:id="rId38"/>
    <p:sldLayoutId id="2147483772" r:id="rId39"/>
    <p:sldLayoutId id="2147483773" r:id="rId40"/>
    <p:sldLayoutId id="2147483774" r:id="rId41"/>
    <p:sldLayoutId id="2147483775" r:id="rId42"/>
  </p:sldLayoutIdLst>
  <p:hf hdr="0" ftr="0" dt="0"/>
  <p:txStyles>
    <p:titleStyle>
      <a:lvl1pPr marL="0" indent="0" algn="l" defTabSz="914217" rtl="0" eaLnBrk="1" latinLnBrk="0" hangingPunct="1">
        <a:lnSpc>
          <a:spcPct val="80000"/>
        </a:lnSpc>
        <a:spcBef>
          <a:spcPct val="0"/>
        </a:spcBef>
        <a:buNone/>
        <a:tabLst/>
        <a:defRPr sz="3999" b="0" i="0" kern="1200" spc="-75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Snowflake Sans Book" panose="020B0505040401040103" pitchFamily="34" charset="0"/>
        <a:buChar char="□"/>
        <a:tabLst/>
        <a:defRPr lang="en-US" sz="2000" b="0" i="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594241" indent="-274265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600" b="0" i="0" kern="1200" dirty="0">
          <a:solidFill>
            <a:schemeClr val="bg1"/>
          </a:solidFill>
          <a:latin typeface="+mn-lt"/>
          <a:ea typeface="+mn-ea"/>
          <a:cs typeface="+mn-cs"/>
        </a:defRPr>
      </a:lvl2pPr>
      <a:lvl3pPr marL="822795" indent="-228554" algn="l" defTabSz="914217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400" b="0" i="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1051350" indent="-228554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200" b="0" i="0" kern="1200" dirty="0">
          <a:solidFill>
            <a:schemeClr val="bg1"/>
          </a:solidFill>
          <a:latin typeface="+mn-lt"/>
          <a:ea typeface="+mn-ea"/>
          <a:cs typeface="+mn-cs"/>
        </a:defRPr>
      </a:lvl4pPr>
      <a:lvl5pPr marL="1234193" indent="-182843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1371326" marR="0" indent="-137133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Pct val="100000"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6pPr>
      <a:lvl7pPr marL="1390372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7pPr>
      <a:lvl8pPr marL="1571311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8pPr>
      <a:lvl9pPr marL="1747488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userDrawn="1">
          <p15:clr>
            <a:srgbClr val="F26B43"/>
          </p15:clr>
        </p15:guide>
        <p15:guide id="37" pos="7680" userDrawn="1">
          <p15:clr>
            <a:srgbClr val="F26B43"/>
          </p15:clr>
        </p15:guide>
        <p15:guide id="38" pos="164" userDrawn="1">
          <p15:clr>
            <a:srgbClr val="F26B43"/>
          </p15:clr>
        </p15:guide>
        <p15:guide id="40" pos="792" userDrawn="1">
          <p15:clr>
            <a:srgbClr val="F26B43"/>
          </p15:clr>
        </p15:guide>
        <p15:guide id="41" pos="1252" userDrawn="1">
          <p15:clr>
            <a:srgbClr val="F26B43"/>
          </p15:clr>
        </p15:guide>
        <p15:guide id="42" pos="1420" userDrawn="1">
          <p15:clr>
            <a:srgbClr val="F26B43"/>
          </p15:clr>
        </p15:guide>
        <p15:guide id="43" pos="1878" userDrawn="1">
          <p15:clr>
            <a:srgbClr val="F26B43"/>
          </p15:clr>
        </p15:guide>
        <p15:guide id="44" pos="2046" userDrawn="1">
          <p15:clr>
            <a:srgbClr val="F26B43"/>
          </p15:clr>
        </p15:guide>
        <p15:guide id="45" pos="2504" userDrawn="1">
          <p15:clr>
            <a:srgbClr val="F26B43"/>
          </p15:clr>
        </p15:guide>
        <p15:guide id="46" pos="2672" userDrawn="1">
          <p15:clr>
            <a:srgbClr val="F26B43"/>
          </p15:clr>
        </p15:guide>
        <p15:guide id="47" pos="3130" userDrawn="1">
          <p15:clr>
            <a:srgbClr val="F26B43"/>
          </p15:clr>
        </p15:guide>
        <p15:guide id="48" pos="3298" userDrawn="1">
          <p15:clr>
            <a:srgbClr val="F26B43"/>
          </p15:clr>
        </p15:guide>
        <p15:guide id="49" pos="3756" userDrawn="1">
          <p15:clr>
            <a:srgbClr val="F26B43"/>
          </p15:clr>
        </p15:guide>
        <p15:guide id="50" pos="3924" userDrawn="1">
          <p15:clr>
            <a:srgbClr val="F26B43"/>
          </p15:clr>
        </p15:guide>
        <p15:guide id="51" pos="4382" userDrawn="1">
          <p15:clr>
            <a:srgbClr val="F26B43"/>
          </p15:clr>
        </p15:guide>
        <p15:guide id="52" pos="4550" userDrawn="1">
          <p15:clr>
            <a:srgbClr val="F26B43"/>
          </p15:clr>
        </p15:guide>
        <p15:guide id="53" pos="5008" userDrawn="1">
          <p15:clr>
            <a:srgbClr val="F26B43"/>
          </p15:clr>
        </p15:guide>
        <p15:guide id="54" pos="5176" userDrawn="1">
          <p15:clr>
            <a:srgbClr val="F26B43"/>
          </p15:clr>
        </p15:guide>
        <p15:guide id="55" pos="5634" userDrawn="1">
          <p15:clr>
            <a:srgbClr val="F26B43"/>
          </p15:clr>
        </p15:guide>
        <p15:guide id="56" pos="5802" userDrawn="1">
          <p15:clr>
            <a:srgbClr val="F26B43"/>
          </p15:clr>
        </p15:guide>
        <p15:guide id="57" pos="6260" userDrawn="1">
          <p15:clr>
            <a:srgbClr val="F26B43"/>
          </p15:clr>
        </p15:guide>
        <p15:guide id="58" pos="6428" userDrawn="1">
          <p15:clr>
            <a:srgbClr val="F26B43"/>
          </p15:clr>
        </p15:guide>
        <p15:guide id="59" pos="6886" userDrawn="1">
          <p15:clr>
            <a:srgbClr val="F26B43"/>
          </p15:clr>
        </p15:guide>
        <p15:guide id="60" pos="7054" userDrawn="1">
          <p15:clr>
            <a:srgbClr val="F26B43"/>
          </p15:clr>
        </p15:guide>
        <p15:guide id="61" pos="7512" userDrawn="1">
          <p15:clr>
            <a:srgbClr val="F26B43"/>
          </p15:clr>
        </p15:guide>
        <p15:guide id="62" orient="horz" userDrawn="1">
          <p15:clr>
            <a:srgbClr val="F26B43"/>
          </p15:clr>
        </p15:guide>
        <p15:guide id="63" orient="horz" pos="4320" userDrawn="1">
          <p15:clr>
            <a:srgbClr val="F26B43"/>
          </p15:clr>
        </p15:guide>
        <p15:guide id="64" orient="horz" pos="2160" userDrawn="1">
          <p15:clr>
            <a:srgbClr val="F26B43"/>
          </p15:clr>
        </p15:guide>
        <p15:guide id="65" orient="horz" pos="4152" userDrawn="1">
          <p15:clr>
            <a:srgbClr val="F26B43"/>
          </p15:clr>
        </p15:guide>
        <p15:guide id="66" pos="3840" userDrawn="1">
          <p15:clr>
            <a:srgbClr val="F26B43"/>
          </p15:clr>
        </p15:guide>
        <p15:guide id="67" orient="horz" pos="243" userDrawn="1">
          <p15:clr>
            <a:srgbClr val="F26B43"/>
          </p15:clr>
        </p15:guide>
        <p15:guide id="68" orient="horz" pos="122" userDrawn="1">
          <p15:clr>
            <a:srgbClr val="F26B43"/>
          </p15:clr>
        </p15:guide>
        <p15:guide id="69" orient="horz" pos="318" userDrawn="1">
          <p15:clr>
            <a:srgbClr val="F26B43"/>
          </p15:clr>
        </p15:guide>
        <p15:guide id="70" orient="horz" pos="925" userDrawn="1">
          <p15:clr>
            <a:srgbClr val="F26B43"/>
          </p15:clr>
        </p15:guide>
        <p15:guide id="71" pos="6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Year-End All Hands  |  Overview for feedback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A8521B-2356-0663-BA12-355EA3156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5176" y="1783080"/>
            <a:ext cx="1166774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F5F5F5"/>
                </a:solidFill>
                <a:latin typeface="+mj-lt"/>
              </a:rPr>
              <a:t>Confidence 2026: Our Impact, Our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26517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C2C4B8"/>
                </a:solidFill>
                <a:latin typeface="+mn-lt"/>
              </a:rPr>
              <a:t>Our year-end All Hands, shaped as a 2026 Impact Report and a 2027 Future Outlook rather than a traditional celebration.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" y="3657600"/>
            <a:ext cx="3645407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5176" y="38404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3A34A"/>
                </a:solidFill>
                <a:latin typeface="+mj-l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" y="4251960"/>
            <a:ext cx="35539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5F5F5"/>
                </a:solidFill>
                <a:latin typeface="+mj-lt"/>
              </a:rPr>
              <a:t>Our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4800600"/>
            <a:ext cx="355396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2C4B8"/>
                </a:solidFill>
                <a:latin typeface="+mn-lt"/>
              </a:rPr>
              <a:t>What Confidence delivered for our clients and our practice this year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6344" y="3657600"/>
            <a:ext cx="3645408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76344" y="38404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3A34A"/>
                </a:solidFill>
                <a:latin typeface="+mj-l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344" y="4251960"/>
            <a:ext cx="35539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5F5F5"/>
                </a:solidFill>
                <a:latin typeface="+mj-lt"/>
              </a:rPr>
              <a:t>Our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6344" y="4800600"/>
            <a:ext cx="355396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2C4B8"/>
                </a:solidFill>
                <a:latin typeface="+mn-lt"/>
              </a:rPr>
              <a:t>The individuals and teams behind that 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87511" y="3657600"/>
            <a:ext cx="3645408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87511" y="38404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3A34A"/>
                </a:solidFill>
                <a:latin typeface="+mj-l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7511" y="4251960"/>
            <a:ext cx="355396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5F5F5"/>
                </a:solidFill>
                <a:latin typeface="+mj-lt"/>
              </a:rPr>
              <a:t>Our 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7511" y="4800600"/>
            <a:ext cx="355396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2C4B8"/>
                </a:solidFill>
                <a:latin typeface="+mn-lt"/>
              </a:rPr>
              <a:t>What our practice could look like in 2027 and beyond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" y="5989320"/>
            <a:ext cx="116677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2C4B8"/>
                </a:solidFill>
                <a:latin typeface="+mn-lt"/>
              </a:rPr>
              <a:t>60 minutes  ·  late November, after November reporting  ·  </a:t>
            </a:r>
            <a:r>
              <a:rPr sz="1400" b="0" i="0">
                <a:solidFill>
                  <a:srgbClr val="C2C4B8"/>
                </a:solidFill>
                <a:latin typeface="+mn-lt"/>
              </a:rPr>
              <a:t>includes Confidence leadership updates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Format: a proposed 60-minute flow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5B797-42E0-70D0-E6A0-C87087A89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5176" y="1828800"/>
            <a:ext cx="935736" cy="502920"/>
          </a:xfrm>
          <a:prstGeom prst="rect">
            <a:avLst/>
          </a:prstGeom>
          <a:solidFill>
            <a:srgbClr val="C2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191919"/>
                </a:solidFill>
                <a:latin typeface="+mj-lt"/>
              </a:rPr>
              <a:t>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7488" y="1828800"/>
            <a:ext cx="1908048" cy="502920"/>
          </a:xfrm>
          <a:prstGeom prst="rect">
            <a:avLst/>
          </a:prstGeom>
          <a:solidFill>
            <a:srgbClr val="C2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191919"/>
                </a:solidFill>
                <a:latin typeface="+mj-lt"/>
              </a:rPr>
              <a:t>10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2112" y="1828800"/>
            <a:ext cx="2880360" cy="50292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F5F5F5"/>
                </a:solidFill>
                <a:latin typeface="+mj-lt"/>
              </a:rPr>
              <a:t>15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1828800"/>
            <a:ext cx="1519123" cy="50292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F5F5F5"/>
                </a:solidFill>
                <a:latin typeface="+mj-lt"/>
              </a:rPr>
              <a:t>8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54747" y="1828800"/>
            <a:ext cx="935736" cy="50292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F5F5F5"/>
                </a:solidFill>
                <a:latin typeface="+mj-lt"/>
              </a:rPr>
              <a:t>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27059" y="1828800"/>
            <a:ext cx="2296972" cy="502920"/>
          </a:xfrm>
          <a:prstGeom prst="rect">
            <a:avLst/>
          </a:prstGeom>
          <a:solidFill>
            <a:srgbClr val="D3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191919"/>
                </a:solidFill>
                <a:latin typeface="+mj-lt"/>
              </a:rPr>
              <a:t>12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60608" y="1828800"/>
            <a:ext cx="935736" cy="502920"/>
          </a:xfrm>
          <a:prstGeom prst="rect">
            <a:avLst/>
          </a:prstGeom>
          <a:solidFill>
            <a:srgbClr val="C2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0" i="0">
                <a:solidFill>
                  <a:srgbClr val="191919"/>
                </a:solidFill>
                <a:latin typeface="+mj-lt"/>
              </a:rPr>
              <a:t>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" y="2907792"/>
            <a:ext cx="182880" cy="182880"/>
          </a:xfrm>
          <a:prstGeom prst="rect">
            <a:avLst/>
          </a:prstGeom>
          <a:solidFill>
            <a:srgbClr val="C2C4B8"/>
          </a:solidFill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656" y="286207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00–05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1095" y="286207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j-lt"/>
              </a:rPr>
              <a:t>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862072"/>
            <a:ext cx="663854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Acknowledge the year and set the tone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" y="3264408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5176" y="3429000"/>
            <a:ext cx="182880" cy="182880"/>
          </a:xfrm>
          <a:prstGeom prst="rect">
            <a:avLst/>
          </a:prstGeom>
          <a:solidFill>
            <a:srgbClr val="C2C4B8"/>
          </a:solidFill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6656" y="338327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05–15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1095" y="33832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j-lt"/>
              </a:rPr>
              <a:t>Leadership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3383279"/>
            <a:ext cx="663854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Two or three concise updates on the business, clients and practice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5176" y="3785615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65176" y="3950207"/>
            <a:ext cx="182880" cy="1828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6" y="3904487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15–30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11095" y="3904487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j-lt"/>
              </a:rPr>
              <a:t>Our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904487"/>
            <a:ext cx="663854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Highlights of what Confidence delivered in 2026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" y="4306824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65176" y="4471416"/>
            <a:ext cx="182880" cy="1828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76656" y="442569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30–38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1095" y="442569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j-lt"/>
              </a:rPr>
              <a:t>Our People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4376" y="4425696"/>
            <a:ext cx="663854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Short spotlights on individuals and teams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5176" y="4828032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65176" y="4992623"/>
            <a:ext cx="182880" cy="1828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6656" y="494690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38–43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1095" y="4946903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j-lt"/>
              </a:rPr>
              <a:t>Our Future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4376" y="4946903"/>
            <a:ext cx="663854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Three provocations about where our work is heading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65176" y="5349240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65176" y="5513831"/>
            <a:ext cx="182880" cy="182880"/>
          </a:xfrm>
          <a:prstGeom prst="rect">
            <a:avLst/>
          </a:prstGeom>
          <a:solidFill>
            <a:srgbClr val="D3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6656" y="546811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43–55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1095" y="546811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j-lt"/>
              </a:rPr>
              <a:t>Popcorn conversation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94376" y="5468112"/>
            <a:ext cx="663854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A live, “yes, and” discussion that builds on those ideas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65176" y="5870448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65176" y="6035040"/>
            <a:ext cx="182880" cy="182880"/>
          </a:xfrm>
          <a:prstGeom prst="rect">
            <a:avLst/>
          </a:prstGeom>
          <a:solidFill>
            <a:srgbClr val="C2C4B8"/>
          </a:solidFill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76656" y="5989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55–60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11095" y="5989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j-lt"/>
              </a:rPr>
              <a:t>Close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94376" y="5989320"/>
            <a:ext cx="663854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Appreciation and a few takeaways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65176" y="6391656"/>
            <a:ext cx="11667744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Content: what each part could include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5B797-42E0-70D0-E6A0-C87087A89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5176" y="1783080"/>
            <a:ext cx="3706368" cy="4617720"/>
          </a:xfrm>
          <a:prstGeom prst="rect">
            <a:avLst/>
          </a:prstGeom>
          <a:noFill/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93776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1919"/>
                </a:solidFill>
                <a:latin typeface="+mj-l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5664" y="19842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2423160"/>
            <a:ext cx="324916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91919"/>
                </a:solidFill>
                <a:latin typeface="+mj-lt"/>
              </a:rPr>
              <a:t>Our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971800"/>
            <a:ext cx="324916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A few strong metrics and short client stories that read as one practice story.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3977639"/>
            <a:ext cx="3249168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3776" y="4114800"/>
            <a:ext cx="32491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3544A"/>
                </a:solidFill>
                <a:latin typeface="+mj-lt"/>
              </a:rPr>
              <a:t>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4434840"/>
            <a:ext cx="324916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Featured stories, e.g. United Rentals, Sherwin-Williams, Mazda</a:t>
            </a:r>
          </a:p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Organized by theme: AI in delivery, quality at scale, shared practices</a:t>
            </a:r>
          </a:p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A visual summary of highlights across other accounts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5864" y="1783080"/>
            <a:ext cx="3706368" cy="4617720"/>
          </a:xfrm>
          <a:prstGeom prst="rect">
            <a:avLst/>
          </a:prstGeom>
          <a:noFill/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74464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1919"/>
                </a:solidFill>
                <a:latin typeface="+mj-l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6352" y="19842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8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4464" y="2423160"/>
            <a:ext cx="324916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91919"/>
                </a:solidFill>
                <a:latin typeface="+mj-lt"/>
              </a:rPr>
              <a:t>Our 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4464" y="2971800"/>
            <a:ext cx="324916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Recognition connected to real contributions, not an awards show.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74464" y="3977639"/>
            <a:ext cx="3249168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74464" y="4114800"/>
            <a:ext cx="32491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3544A"/>
                </a:solidFill>
                <a:latin typeface="+mj-lt"/>
              </a:rPr>
              <a:t>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4464" y="4434840"/>
            <a:ext cx="324916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Short spotlights on individuals and teams</a:t>
            </a:r>
          </a:p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Innovation, leadership, collaboration, mentorship</a:t>
            </a:r>
          </a:p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Nominations from group and pod leads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6551" y="1783080"/>
            <a:ext cx="3706368" cy="4617720"/>
          </a:xfrm>
          <a:prstGeom prst="rect">
            <a:avLst/>
          </a:prstGeom>
          <a:noFill/>
          <a:ln w="9525">
            <a:solidFill>
              <a:srgbClr val="1919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55152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37A00"/>
                </a:solidFill>
                <a:latin typeface="+mj-l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19842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3544A"/>
                </a:solidFill>
                <a:latin typeface="+mn-lt"/>
              </a:rPr>
              <a:t>17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5152" y="2423160"/>
            <a:ext cx="324916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91919"/>
                </a:solidFill>
                <a:latin typeface="+mj-lt"/>
              </a:rPr>
              <a:t>Our 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5152" y="2971800"/>
            <a:ext cx="324916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91919"/>
                </a:solidFill>
                <a:latin typeface="+mn-lt"/>
              </a:rPr>
              <a:t>Provocations inspired by VML's Future 100, then a live conversation.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55152" y="3977639"/>
            <a:ext cx="3249168" cy="0"/>
          </a:xfrm>
          <a:prstGeom prst="line">
            <a:avLst/>
          </a:prstGeom>
          <a:ln w="9525">
            <a:solidFill>
              <a:srgbClr val="C2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55152" y="4114800"/>
            <a:ext cx="32491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3544A"/>
                </a:solidFill>
                <a:latin typeface="+mj-lt"/>
              </a:rPr>
              <a:t>EXAMPLES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5152" y="4434840"/>
            <a:ext cx="324916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What if AI becomes a member of every delivery team?</a:t>
            </a:r>
          </a:p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What if trust becomes our most valuable deliverable?</a:t>
            </a:r>
          </a:p>
          <a:p>
            <a:pPr algn="l" marL="274320" indent="-274320">
              <a:lnSpc>
                <a:spcPct val="105000"/>
              </a:lnSpc>
              <a:spcAft>
                <a:spcPts val="800"/>
              </a:spcAft>
              <a:buFont typeface="+mn-lt"/>
              <a:buChar char="□"/>
            </a:pPr>
            <a:r>
              <a:rPr sz="1400" b="0" i="0">
                <a:solidFill>
                  <a:srgbClr val="191919"/>
                </a:solidFill>
                <a:latin typeface="+mn-lt"/>
              </a:rPr>
              <a:t>Popcorn conversation: 4–5 voices across disciplines, “yes, and”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We'd like your reactions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A8521B-2356-0663-BA12-355EA3156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5176" y="1874519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D3A34A"/>
                </a:solidFill>
                <a:latin typeface="+mj-l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1920239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5F5F5"/>
                </a:solidFill>
                <a:latin typeface="+mj-lt"/>
              </a:rPr>
              <a:t>The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2423160"/>
            <a:ext cx="469087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2C4B8"/>
                </a:solidFill>
                <a:latin typeface="+mn-lt"/>
              </a:rPr>
              <a:t>Does an impact-and-future All Hands feel right for the year we've had?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" y="3611880"/>
            <a:ext cx="5605272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27648" y="1874519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D3A34A"/>
                </a:solidFill>
                <a:latin typeface="+mj-l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1920239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5F5F5"/>
                </a:solidFill>
                <a:latin typeface="+mj-lt"/>
              </a:rPr>
              <a:t>The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2423160"/>
            <a:ext cx="469087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2C4B8"/>
                </a:solidFill>
                <a:latin typeface="+mn-lt"/>
              </a:rPr>
              <a:t>Is time spread well across updates, impact, recognition and discussion?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7648" y="3611880"/>
            <a:ext cx="5605272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5176" y="38862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D3A34A"/>
                </a:solidFill>
                <a:latin typeface="+mj-l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393192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5F5F5"/>
                </a:solidFill>
                <a:latin typeface="+mj-lt"/>
              </a:rPr>
              <a:t>The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4434840"/>
            <a:ext cx="469087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2C4B8"/>
                </a:solidFill>
                <a:latin typeface="+mn-lt"/>
              </a:rPr>
              <a:t>Which stories, accomplishments or people should we be sure to include?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" y="5623560"/>
            <a:ext cx="5605272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7648" y="38862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D3A34A"/>
                </a:solidFill>
                <a:latin typeface="+mj-l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393192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5F5F5"/>
                </a:solidFill>
                <a:latin typeface="+mj-lt"/>
              </a:rPr>
              <a:t>The conversation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434840"/>
            <a:ext cx="469087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C2C4B8"/>
                </a:solidFill>
                <a:latin typeface="+mn-lt"/>
              </a:rPr>
              <a:t>Would a live popcorn conversation land with the team? Who would be great in it?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7648" y="5623560"/>
            <a:ext cx="5605272" cy="0"/>
          </a:xfrm>
          <a:prstGeom prst="line">
            <a:avLst/>
          </a:prstGeom>
          <a:ln w="9525">
            <a:solidFill>
              <a:srgbClr val="535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VML - LIGHT MODE">
  <a:themeElements>
    <a:clrScheme name="VML">
      <a:dk1>
        <a:srgbClr val="191919"/>
      </a:dk1>
      <a:lt1>
        <a:srgbClr val="F5F5F5"/>
      </a:lt1>
      <a:dk2>
        <a:srgbClr val="191919"/>
      </a:dk2>
      <a:lt2>
        <a:srgbClr val="F5F5F5"/>
      </a:lt2>
      <a:accent1>
        <a:srgbClr val="723065"/>
      </a:accent1>
      <a:accent2>
        <a:srgbClr val="104B68"/>
      </a:accent2>
      <a:accent3>
        <a:srgbClr val="546232"/>
      </a:accent3>
      <a:accent4>
        <a:srgbClr val="AE7408"/>
      </a:accent4>
      <a:accent5>
        <a:srgbClr val="983F03"/>
      </a:accent5>
      <a:accent6>
        <a:srgbClr val="8B8C81"/>
      </a:accent6>
      <a:hlink>
        <a:srgbClr val="5E889C"/>
      </a:hlink>
      <a:folHlink>
        <a:srgbClr val="9E7696"/>
      </a:folHlink>
    </a:clrScheme>
    <a:fontScheme name="VML">
      <a:majorFont>
        <a:latin typeface="Snowflake Sans Medium"/>
        <a:ea typeface=""/>
        <a:cs typeface=""/>
      </a:majorFont>
      <a:minorFont>
        <a:latin typeface="Snowflake Sans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2C4B8"/>
        </a:solidFill>
        <a:ln>
          <a:noFill/>
        </a:ln>
      </a:spPr>
      <a:bodyPr lIns="180000" tIns="180000" rIns="180000" bIns="180000" rtlCol="0" anchor="t"/>
      <a:lstStyle>
        <a:defPPr marL="360000" indent="-360000" algn="l">
          <a:lnSpc>
            <a:spcPct val="110000"/>
          </a:lnSpc>
          <a:spcAft>
            <a:spcPts val="1800"/>
          </a:spcAft>
          <a:buFont typeface="Snowflake Sans Light" panose="020B0305040401040103" pitchFamily="34" charset="0"/>
          <a:buChar char="□"/>
          <a:defRPr sz="200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0" tIns="0" rIns="0" bIns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ML Template 2026 - V01" id="{8984A699-0ABA-5F45-8AF1-8FF52BFB1400}" vid="{AF4473D3-EF3A-994F-9A1B-7AE3D0C6319B}"/>
    </a:ext>
  </a:extLst>
</a:theme>
</file>

<file path=ppt/theme/theme2.xml><?xml version="1.0" encoding="utf-8"?>
<a:theme xmlns:a="http://schemas.openxmlformats.org/drawingml/2006/main" name="VML - DARK MODE">
  <a:themeElements>
    <a:clrScheme name="VML">
      <a:dk1>
        <a:srgbClr val="191919"/>
      </a:dk1>
      <a:lt1>
        <a:srgbClr val="F5F5F5"/>
      </a:lt1>
      <a:dk2>
        <a:srgbClr val="191919"/>
      </a:dk2>
      <a:lt2>
        <a:srgbClr val="F5F5F5"/>
      </a:lt2>
      <a:accent1>
        <a:srgbClr val="723065"/>
      </a:accent1>
      <a:accent2>
        <a:srgbClr val="104B68"/>
      </a:accent2>
      <a:accent3>
        <a:srgbClr val="546232"/>
      </a:accent3>
      <a:accent4>
        <a:srgbClr val="AE7408"/>
      </a:accent4>
      <a:accent5>
        <a:srgbClr val="983F03"/>
      </a:accent5>
      <a:accent6>
        <a:srgbClr val="8B8C81"/>
      </a:accent6>
      <a:hlink>
        <a:srgbClr val="5E889C"/>
      </a:hlink>
      <a:folHlink>
        <a:srgbClr val="9E7696"/>
      </a:folHlink>
    </a:clrScheme>
    <a:fontScheme name="VML">
      <a:majorFont>
        <a:latin typeface="Snowflake Sans Medium"/>
        <a:ea typeface=""/>
        <a:cs typeface=""/>
      </a:majorFont>
      <a:minorFont>
        <a:latin typeface="Snowflake Sans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2C4B8"/>
        </a:solidFill>
        <a:ln>
          <a:noFill/>
        </a:ln>
      </a:spPr>
      <a:bodyPr lIns="180000" tIns="180000" rIns="180000" bIns="180000" rtlCol="0" anchor="t"/>
      <a:lstStyle>
        <a:defPPr marL="360000" indent="-360000" algn="l">
          <a:lnSpc>
            <a:spcPct val="110000"/>
          </a:lnSpc>
          <a:spcAft>
            <a:spcPts val="1800"/>
          </a:spcAft>
          <a:buFont typeface="Snowflake Sans Light" panose="020B0305040401040103" pitchFamily="34" charset="0"/>
          <a:buChar char="□"/>
          <a:defRPr sz="200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ML Template 2026 - V01" id="{8984A699-0ABA-5F45-8AF1-8FF52BFB1400}" vid="{AEC1E00B-414D-884A-A0C5-294D1BB715D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17ed6611-c2c4-4fc1-9ed0-5f7169cdb8e1" xsi:nil="true"/>
    <TaxCatchAll xmlns="7b9f76c3-f0f8-4c4f-8cbd-7f5b65fc3395" xsi:nil="true"/>
    <lcf76f155ced4ddcb4097134ff3c332f xmlns="17ed6611-c2c4-4fc1-9ed0-5f7169cdb8e1">
      <Terms xmlns="http://schemas.microsoft.com/office/infopath/2007/PartnerControls"/>
    </lcf76f155ced4ddcb4097134ff3c332f>
    <Info xmlns="17ed6611-c2c4-4fc1-9ed0-5f7169cdb8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92C397412B954A89F4766A0B9B41F5" ma:contentTypeVersion="638" ma:contentTypeDescription="Een nieuw document maken." ma:contentTypeScope="" ma:versionID="083c4caaa5e16938de2676943caed187">
  <xsd:schema xmlns:xsd="http://www.w3.org/2001/XMLSchema" xmlns:xs="http://www.w3.org/2001/XMLSchema" xmlns:p="http://schemas.microsoft.com/office/2006/metadata/properties" xmlns:ns2="7b9f76c3-f0f8-4c4f-8cbd-7f5b65fc3395" xmlns:ns3="17ed6611-c2c4-4fc1-9ed0-5f7169cdb8e1" targetNamespace="http://schemas.microsoft.com/office/2006/metadata/properties" ma:root="true" ma:fieldsID="d56e616161ae95f0f78e62e9dc7179b8" ns2:_="" ns3:_="">
    <xsd:import namespace="7b9f76c3-f0f8-4c4f-8cbd-7f5b65fc3395"/>
    <xsd:import namespace="17ed6611-c2c4-4fc1-9ed0-5f7169cdb8e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Info" minOccurs="0"/>
                <xsd:element ref="ns3:Comments" minOccurs="0"/>
                <xsd:element ref="ns3:MediaServiceObjectDetectorVersions" minOccurs="0"/>
                <xsd:element ref="ns3:MediaServiceSearchProperties" minOccurs="0"/>
                <xsd:element ref="ns2:MigrationSour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f76c3-f0f8-4c4f-8cbd-7f5b65fc339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88b1fd8-3302-43ff-81ef-b72c34e5dd52}" ma:internalName="TaxCatchAll" ma:showField="CatchAllData" ma:web="7b9f76c3-f0f8-4c4f-8cbd-7f5b65fc33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grationSourceID" ma:index="28" nillable="true" ma:displayName="MigrationSourceID" ma:internalName="MigrationSourceID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d6611-c2c4-4fc1-9ed0-5f7169cdb8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1effff48-cca9-4807-8ad1-02586ec8c4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Info" ma:index="24" nillable="true" ma:displayName="Info" ma:format="Dropdown" ma:internalName="Info">
      <xsd:simpleType>
        <xsd:restriction base="dms:Text">
          <xsd:maxLength value="255"/>
        </xsd:restriction>
      </xsd:simpleType>
    </xsd:element>
    <xsd:element name="Comments" ma:index="25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732EA3-4C26-4330-B177-E57F6754B408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17ed6611-c2c4-4fc1-9ed0-5f7169cdb8e1"/>
    <ds:schemaRef ds:uri="7b9f76c3-f0f8-4c4f-8cbd-7f5b65fc339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FC67EFD-9AE7-491B-94D6-57C9078C33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9f76c3-f0f8-4c4f-8cbd-7f5b65fc3395"/>
    <ds:schemaRef ds:uri="17ed6611-c2c4-4fc1-9ed0-5f7169cdb8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303356-6B2B-4BEA-9653-1DD3D6CBF8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VML NL - LIGHT</Template>
  <TotalTime>2</TotalTime>
  <Words>3749</Words>
  <Application>Microsoft Office PowerPoint</Application>
  <PresentationFormat>Widescreen</PresentationFormat>
  <Paragraphs>590</Paragraphs>
  <Slides>63</Slides>
  <Notes>63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VML - LIGHT MODE</vt:lpstr>
      <vt:lpstr>VML - DARK MODE</vt:lpstr>
      <vt:lpstr>Presentation Template 2026 </vt:lpstr>
      <vt:lpstr>Template Guidance &amp; Requirements</vt:lpstr>
      <vt:lpstr>PDF export for sharing</vt:lpstr>
      <vt:lpstr>Color basics</vt:lpstr>
      <vt:lpstr>Core colors</vt:lpstr>
      <vt:lpstr>Grayscale</vt:lpstr>
      <vt:lpstr>Full palette with secondary colors</vt:lpstr>
      <vt:lpstr>Using color in your presentation</vt:lpstr>
      <vt:lpstr>Logo</vt:lpstr>
      <vt:lpstr>Special characters on a light and dark BG</vt:lpstr>
      <vt:lpstr>Doodles &amp; numbers on a light and dark BG</vt:lpstr>
      <vt:lpstr>Hand drawn icons</vt:lpstr>
      <vt:lpstr>Image Cover  Slide Options</vt:lpstr>
      <vt:lpstr>Title Of Your Presentation Goes Here</vt:lpstr>
      <vt:lpstr>Title Of Your Presentation Goes Here</vt:lpstr>
      <vt:lpstr>Section Divider Slide Options</vt:lpstr>
      <vt:lpstr>Divider Section Heading Goes Here</vt:lpstr>
      <vt:lpstr>Divider Section Heading Goes Here</vt:lpstr>
      <vt:lpstr>Divider Section Heading Goes Here</vt:lpstr>
      <vt:lpstr>Intro and Agenda</vt:lpstr>
      <vt:lpstr>Agenda</vt:lpstr>
      <vt:lpstr>Our Team</vt:lpstr>
      <vt:lpstr>Interior Slides</vt:lpstr>
      <vt:lpstr>Large Headline  Goes Here</vt:lpstr>
      <vt:lpstr>PowerPoint Presentation</vt:lpstr>
      <vt:lpstr>Header no content</vt:lpstr>
      <vt:lpstr>Header no content </vt:lpstr>
      <vt:lpstr>Header</vt:lpstr>
      <vt:lpstr>Header, content can contain bullets and wrap over two lines</vt:lpstr>
      <vt:lpstr>Header, content &amp; image</vt:lpstr>
      <vt:lpstr>Header, 2 column content</vt:lpstr>
      <vt:lpstr>Header, 2 column smaller content</vt:lpstr>
      <vt:lpstr>Header, 3 column content</vt:lpstr>
      <vt:lpstr>Header, 4 column content</vt:lpstr>
      <vt:lpstr>Image Heavy Interior Slides</vt:lpstr>
      <vt:lpstr>Header, example content for 3 images or 3 process steps</vt:lpstr>
      <vt:lpstr>Header, 3 process steps</vt:lpstr>
      <vt:lpstr>Header, 4 process steps</vt:lpstr>
      <vt:lpstr>Header, 5 process steps</vt:lpstr>
      <vt:lpstr>Header &amp; 2 images</vt:lpstr>
      <vt:lpstr>Header, content &amp; 3 images</vt:lpstr>
      <vt:lpstr>Header, content &amp; 4 images</vt:lpstr>
      <vt:lpstr>An epic statement.</vt:lpstr>
      <vt:lpstr>Brand Strategy</vt:lpstr>
      <vt:lpstr>Longer Headline to be Writen Here</vt:lpstr>
      <vt:lpstr>Lorem ipsum dolor sit amet, consectetur adipiscing elit, sed do eiusmod tempor.</vt:lpstr>
      <vt:lpstr>PowerPoint Presentation</vt:lpstr>
      <vt:lpstr>A statement over multiple lines.</vt:lpstr>
      <vt:lpstr>Header</vt:lpstr>
      <vt:lpstr>Header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Slides</vt:lpstr>
      <vt:lpstr>Thank you!</vt:lpstr>
      <vt:lpstr>PowerPoint Presentation</vt:lpstr>
      <vt:lpstr>PowerPoint Presentation</vt:lpstr>
      <vt:lpstr>Thank you!</vt:lpstr>
      <vt:lpstr>PowerPoint Presentation</vt:lpstr>
      <vt:lpstr>PowerPoint Presentation</vt:lpstr>
      <vt:lpstr>Contact </vt:lpstr>
    </vt:vector>
  </TitlesOfParts>
  <Manager/>
  <Company>VML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Confidence 2026: Our Impact, Our Future</dc:title>
  <dc:subject>Year-End All Hands overview for feedback</dc:subject>
  <dc:creator>Zack Jemas</dc:creator>
  <cp:keywords/>
  <dc:description/>
  <cp:lastModifiedBy>Roel Faulhaber</cp:lastModifiedBy>
  <cp:revision>3</cp:revision>
  <dcterms:created xsi:type="dcterms:W3CDTF">2026-01-06T10:03:06Z</dcterms:created>
  <dcterms:modified xsi:type="dcterms:W3CDTF">2026-02-03T11:00:52Z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26300.0000000000</vt:lpwstr>
  </property>
  <property fmtid="{D5CDD505-2E9C-101B-9397-08002B2CF9AE}" pid="3" name="ContentTypeId">
    <vt:lpwstr>0x0101003B92C397412B954A89F4766A0B9B41F5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